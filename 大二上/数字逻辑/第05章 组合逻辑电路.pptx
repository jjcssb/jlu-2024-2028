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 id="2147483678" r:id="rId4"/>
  </p:sldMasterIdLst>
  <p:notesMasterIdLst>
    <p:notesMasterId r:id="rId14"/>
  </p:notesMasterIdLst>
  <p:handoutMasterIdLst>
    <p:handoutMasterId r:id="rId177"/>
  </p:handoutMasterIdLst>
  <p:sldIdLst>
    <p:sldId id="301" r:id="rId5"/>
    <p:sldId id="464" r:id="rId6"/>
    <p:sldId id="516" r:id="rId7"/>
    <p:sldId id="517" r:id="rId8"/>
    <p:sldId id="518" r:id="rId9"/>
    <p:sldId id="519" r:id="rId10"/>
    <p:sldId id="512" r:id="rId11"/>
    <p:sldId id="513" r:id="rId12"/>
    <p:sldId id="514" r:id="rId13"/>
    <p:sldId id="515" r:id="rId15"/>
    <p:sldId id="530" r:id="rId16"/>
    <p:sldId id="531" r:id="rId17"/>
    <p:sldId id="520" r:id="rId18"/>
    <p:sldId id="521" r:id="rId19"/>
    <p:sldId id="522" r:id="rId20"/>
    <p:sldId id="523" r:id="rId21"/>
    <p:sldId id="524" r:id="rId22"/>
    <p:sldId id="525" r:id="rId23"/>
    <p:sldId id="526" r:id="rId24"/>
    <p:sldId id="527" r:id="rId25"/>
    <p:sldId id="528" r:id="rId26"/>
    <p:sldId id="529" r:id="rId27"/>
    <p:sldId id="465" r:id="rId28"/>
    <p:sldId id="264" r:id="rId29"/>
    <p:sldId id="267" r:id="rId30"/>
    <p:sldId id="268" r:id="rId31"/>
    <p:sldId id="311" r:id="rId32"/>
    <p:sldId id="312" r:id="rId33"/>
    <p:sldId id="269" r:id="rId34"/>
    <p:sldId id="313" r:id="rId35"/>
    <p:sldId id="314" r:id="rId36"/>
    <p:sldId id="486" r:id="rId37"/>
    <p:sldId id="271" r:id="rId38"/>
    <p:sldId id="272" r:id="rId39"/>
    <p:sldId id="318" r:id="rId40"/>
    <p:sldId id="315" r:id="rId41"/>
    <p:sldId id="317" r:id="rId42"/>
    <p:sldId id="316" r:id="rId43"/>
    <p:sldId id="319" r:id="rId44"/>
    <p:sldId id="320" r:id="rId45"/>
    <p:sldId id="487" r:id="rId46"/>
    <p:sldId id="488" r:id="rId47"/>
    <p:sldId id="489" r:id="rId48"/>
    <p:sldId id="479" r:id="rId49"/>
    <p:sldId id="480" r:id="rId50"/>
    <p:sldId id="481" r:id="rId51"/>
    <p:sldId id="482" r:id="rId52"/>
    <p:sldId id="483" r:id="rId53"/>
    <p:sldId id="484" r:id="rId54"/>
    <p:sldId id="485" r:id="rId55"/>
    <p:sldId id="332" r:id="rId56"/>
    <p:sldId id="331" r:id="rId57"/>
    <p:sldId id="330" r:id="rId58"/>
    <p:sldId id="695" r:id="rId59"/>
    <p:sldId id="809" r:id="rId60"/>
    <p:sldId id="811" r:id="rId61"/>
    <p:sldId id="500" r:id="rId62"/>
    <p:sldId id="501" r:id="rId63"/>
    <p:sldId id="502" r:id="rId64"/>
    <p:sldId id="458" r:id="rId65"/>
    <p:sldId id="401" r:id="rId66"/>
    <p:sldId id="402" r:id="rId67"/>
    <p:sldId id="408" r:id="rId68"/>
    <p:sldId id="410" r:id="rId69"/>
    <p:sldId id="403" r:id="rId70"/>
    <p:sldId id="404" r:id="rId71"/>
    <p:sldId id="504" r:id="rId72"/>
    <p:sldId id="506" r:id="rId73"/>
    <p:sldId id="503" r:id="rId74"/>
    <p:sldId id="505" r:id="rId75"/>
    <p:sldId id="406" r:id="rId76"/>
    <p:sldId id="409" r:id="rId77"/>
    <p:sldId id="407" r:id="rId78"/>
    <p:sldId id="411" r:id="rId79"/>
    <p:sldId id="412" r:id="rId80"/>
    <p:sldId id="413" r:id="rId81"/>
    <p:sldId id="414" r:id="rId82"/>
    <p:sldId id="415" r:id="rId83"/>
    <p:sldId id="416" r:id="rId84"/>
    <p:sldId id="417" r:id="rId85"/>
    <p:sldId id="418" r:id="rId86"/>
    <p:sldId id="419" r:id="rId87"/>
    <p:sldId id="420" r:id="rId88"/>
    <p:sldId id="421" r:id="rId89"/>
    <p:sldId id="422" r:id="rId90"/>
    <p:sldId id="423" r:id="rId91"/>
    <p:sldId id="424" r:id="rId92"/>
    <p:sldId id="425" r:id="rId93"/>
    <p:sldId id="808" r:id="rId94"/>
    <p:sldId id="812" r:id="rId95"/>
    <p:sldId id="813" r:id="rId96"/>
    <p:sldId id="426" r:id="rId97"/>
    <p:sldId id="427" r:id="rId98"/>
    <p:sldId id="428" r:id="rId99"/>
    <p:sldId id="507" r:id="rId100"/>
    <p:sldId id="429" r:id="rId101"/>
    <p:sldId id="430" r:id="rId102"/>
    <p:sldId id="431" r:id="rId103"/>
    <p:sldId id="432" r:id="rId104"/>
    <p:sldId id="433" r:id="rId105"/>
    <p:sldId id="434" r:id="rId106"/>
    <p:sldId id="435" r:id="rId107"/>
    <p:sldId id="436" r:id="rId108"/>
    <p:sldId id="437" r:id="rId109"/>
    <p:sldId id="438" r:id="rId110"/>
    <p:sldId id="439" r:id="rId111"/>
    <p:sldId id="440" r:id="rId112"/>
    <p:sldId id="441" r:id="rId113"/>
    <p:sldId id="442" r:id="rId114"/>
    <p:sldId id="443" r:id="rId115"/>
    <p:sldId id="334" r:id="rId116"/>
    <p:sldId id="446" r:id="rId117"/>
    <p:sldId id="447" r:id="rId118"/>
    <p:sldId id="448" r:id="rId119"/>
    <p:sldId id="449" r:id="rId120"/>
    <p:sldId id="450" r:id="rId121"/>
    <p:sldId id="451" r:id="rId122"/>
    <p:sldId id="452" r:id="rId123"/>
    <p:sldId id="453" r:id="rId124"/>
    <p:sldId id="454" r:id="rId125"/>
    <p:sldId id="455" r:id="rId126"/>
    <p:sldId id="456" r:id="rId127"/>
    <p:sldId id="508" r:id="rId128"/>
    <p:sldId id="335" r:id="rId129"/>
    <p:sldId id="509" r:id="rId130"/>
    <p:sldId id="336" r:id="rId131"/>
    <p:sldId id="337" r:id="rId132"/>
    <p:sldId id="338" r:id="rId133"/>
    <p:sldId id="339" r:id="rId134"/>
    <p:sldId id="340" r:id="rId135"/>
    <p:sldId id="341" r:id="rId136"/>
    <p:sldId id="342" r:id="rId137"/>
    <p:sldId id="343" r:id="rId138"/>
    <p:sldId id="344" r:id="rId139"/>
    <p:sldId id="345" r:id="rId140"/>
    <p:sldId id="444" r:id="rId141"/>
    <p:sldId id="346" r:id="rId142"/>
    <p:sldId id="347" r:id="rId143"/>
    <p:sldId id="348" r:id="rId144"/>
    <p:sldId id="349" r:id="rId145"/>
    <p:sldId id="350" r:id="rId146"/>
    <p:sldId id="351" r:id="rId147"/>
    <p:sldId id="352" r:id="rId148"/>
    <p:sldId id="353" r:id="rId149"/>
    <p:sldId id="394" r:id="rId150"/>
    <p:sldId id="459" r:id="rId151"/>
    <p:sldId id="460" r:id="rId152"/>
    <p:sldId id="461" r:id="rId153"/>
    <p:sldId id="462" r:id="rId154"/>
    <p:sldId id="463" r:id="rId155"/>
    <p:sldId id="398" r:id="rId156"/>
    <p:sldId id="399" r:id="rId157"/>
    <p:sldId id="400" r:id="rId158"/>
    <p:sldId id="445" r:id="rId159"/>
    <p:sldId id="279" r:id="rId160"/>
    <p:sldId id="281" r:id="rId161"/>
    <p:sldId id="282" r:id="rId162"/>
    <p:sldId id="283" r:id="rId163"/>
    <p:sldId id="284" r:id="rId164"/>
    <p:sldId id="285" r:id="rId165"/>
    <p:sldId id="286" r:id="rId166"/>
    <p:sldId id="287" r:id="rId167"/>
    <p:sldId id="288" r:id="rId168"/>
    <p:sldId id="289" r:id="rId169"/>
    <p:sldId id="291" r:id="rId170"/>
    <p:sldId id="296" r:id="rId171"/>
    <p:sldId id="297" r:id="rId172"/>
    <p:sldId id="292" r:id="rId173"/>
    <p:sldId id="293" r:id="rId174"/>
    <p:sldId id="510" r:id="rId175"/>
    <p:sldId id="814" r:id="rId176"/>
  </p:sldIdLst>
  <p:sldSz cx="9144000" cy="6858000" type="screen4x3"/>
  <p:notesSz cx="6858000" cy="9144000"/>
  <p:custDataLst>
    <p:tags r:id="rId181"/>
  </p:custDataLst>
  <p:defaultTextStyle>
    <a:defPPr>
      <a:defRPr lang="zh-CN"/>
    </a:defPPr>
    <a:lvl1pPr marL="0" lvl="0"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57" userDrawn="1">
          <p15:clr>
            <a:srgbClr val="A4A3A4"/>
          </p15:clr>
        </p15:guide>
        <p15:guide id="2" pos="7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FFF3"/>
    <a:srgbClr val="FFE1FF"/>
    <a:srgbClr val="E2FEF2"/>
    <a:srgbClr val="33CC33"/>
    <a:srgbClr val="0000FF"/>
    <a:srgbClr val="FF0000"/>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3803"/>
    <p:restoredTop sz="94660"/>
  </p:normalViewPr>
  <p:slideViewPr>
    <p:cSldViewPr snapToGrid="0" showGuides="1">
      <p:cViewPr varScale="1">
        <p:scale>
          <a:sx n="65" d="100"/>
          <a:sy n="65" d="100"/>
        </p:scale>
        <p:origin x="-1374" y="-96"/>
      </p:cViewPr>
      <p:guideLst>
        <p:guide orient="horz" pos="1557"/>
        <p:guide pos="77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3238"/>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5.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1" Type="http://schemas.openxmlformats.org/officeDocument/2006/relationships/tags" Target="tags/tag56.xml"/><Relationship Id="rId180" Type="http://schemas.openxmlformats.org/officeDocument/2006/relationships/tableStyles" Target="tableStyles.xml"/><Relationship Id="rId18" Type="http://schemas.openxmlformats.org/officeDocument/2006/relationships/slide" Target="slides/slide13.xml"/><Relationship Id="rId179" Type="http://schemas.openxmlformats.org/officeDocument/2006/relationships/viewProps" Target="viewProps.xml"/><Relationship Id="rId178" Type="http://schemas.openxmlformats.org/officeDocument/2006/relationships/presProps" Target="presProps.xml"/><Relationship Id="rId177" Type="http://schemas.openxmlformats.org/officeDocument/2006/relationships/handoutMaster" Target="handoutMasters/handoutMaster1.xml"/><Relationship Id="rId176" Type="http://schemas.openxmlformats.org/officeDocument/2006/relationships/slide" Target="slides/slide171.xml"/><Relationship Id="rId175" Type="http://schemas.openxmlformats.org/officeDocument/2006/relationships/slide" Target="slides/slide170.xml"/><Relationship Id="rId174" Type="http://schemas.openxmlformats.org/officeDocument/2006/relationships/slide" Target="slides/slide169.xml"/><Relationship Id="rId173" Type="http://schemas.openxmlformats.org/officeDocument/2006/relationships/slide" Target="slides/slide168.xml"/><Relationship Id="rId172" Type="http://schemas.openxmlformats.org/officeDocument/2006/relationships/slide" Target="slides/slide167.xml"/><Relationship Id="rId171" Type="http://schemas.openxmlformats.org/officeDocument/2006/relationships/slide" Target="slides/slide166.xml"/><Relationship Id="rId170" Type="http://schemas.openxmlformats.org/officeDocument/2006/relationships/slide" Target="slides/slide165.xml"/><Relationship Id="rId17" Type="http://schemas.openxmlformats.org/officeDocument/2006/relationships/slide" Target="slides/slide12.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165" Type="http://schemas.openxmlformats.org/officeDocument/2006/relationships/slide" Target="slides/slide160.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1" Type="http://schemas.openxmlformats.org/officeDocument/2006/relationships/slide" Target="slides/slide156.xml"/><Relationship Id="rId160" Type="http://schemas.openxmlformats.org/officeDocument/2006/relationships/slide" Target="slides/slide155.xml"/><Relationship Id="rId16" Type="http://schemas.openxmlformats.org/officeDocument/2006/relationships/slide" Target="slides/slide11.xml"/><Relationship Id="rId159" Type="http://schemas.openxmlformats.org/officeDocument/2006/relationships/slide" Target="slides/slide154.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54" Type="http://schemas.openxmlformats.org/officeDocument/2006/relationships/slide" Target="slides/slide149.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0" Type="http://schemas.openxmlformats.org/officeDocument/2006/relationships/slide" Target="slides/slide145.xml"/><Relationship Id="rId15" Type="http://schemas.openxmlformats.org/officeDocument/2006/relationships/slide" Target="slides/slide10.xml"/><Relationship Id="rId149" Type="http://schemas.openxmlformats.org/officeDocument/2006/relationships/slide" Target="slides/slide144.xml"/><Relationship Id="rId148" Type="http://schemas.openxmlformats.org/officeDocument/2006/relationships/slide" Target="slides/slide143.xml"/><Relationship Id="rId147" Type="http://schemas.openxmlformats.org/officeDocument/2006/relationships/slide" Target="slides/slide142.xml"/><Relationship Id="rId146" Type="http://schemas.openxmlformats.org/officeDocument/2006/relationships/slide" Target="slides/slide141.xml"/><Relationship Id="rId145" Type="http://schemas.openxmlformats.org/officeDocument/2006/relationships/slide" Target="slides/slide140.xml"/><Relationship Id="rId144" Type="http://schemas.openxmlformats.org/officeDocument/2006/relationships/slide" Target="slides/slide139.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14" Type="http://schemas.openxmlformats.org/officeDocument/2006/relationships/notesMaster" Target="notesMasters/notesMaster1.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 Type="http://schemas.openxmlformats.org/officeDocument/2006/relationships/slide" Target="slides/slide9.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8.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7.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7" Type="http://schemas.openxmlformats.org/officeDocument/2006/relationships/image" Target="../media/image26.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31.wmf"/><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7.png"/></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image" Target="../media/image54.png"/></Relationships>
</file>

<file path=ppt/drawings/_rels/vmlDrawing12.vml.rels><?xml version="1.0" encoding="UTF-8" standalone="yes"?>
<Relationships xmlns="http://schemas.openxmlformats.org/package/2006/relationships"><Relationship Id="rId7" Type="http://schemas.openxmlformats.org/officeDocument/2006/relationships/image" Target="../media/image58.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63.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74.emf"/><Relationship Id="rId7" Type="http://schemas.openxmlformats.org/officeDocument/2006/relationships/image" Target="../media/image73.emf"/><Relationship Id="rId6" Type="http://schemas.openxmlformats.org/officeDocument/2006/relationships/image" Target="../media/image72.emf"/><Relationship Id="rId5" Type="http://schemas.openxmlformats.org/officeDocument/2006/relationships/image" Target="../media/image71.emf"/><Relationship Id="rId4" Type="http://schemas.openxmlformats.org/officeDocument/2006/relationships/image" Target="../media/image70.emf"/><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image" Target="../media/image6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5.e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83.emf"/><Relationship Id="rId7" Type="http://schemas.openxmlformats.org/officeDocument/2006/relationships/image" Target="../media/image82.emf"/><Relationship Id="rId6" Type="http://schemas.openxmlformats.org/officeDocument/2006/relationships/image" Target="../media/image81.emf"/><Relationship Id="rId5" Type="http://schemas.openxmlformats.org/officeDocument/2006/relationships/image" Target="../media/image80.emf"/><Relationship Id="rId4" Type="http://schemas.openxmlformats.org/officeDocument/2006/relationships/image" Target="../media/image79.emf"/><Relationship Id="rId3" Type="http://schemas.openxmlformats.org/officeDocument/2006/relationships/image" Target="../media/image78.emf"/><Relationship Id="rId2" Type="http://schemas.openxmlformats.org/officeDocument/2006/relationships/image" Target="../media/image77.emf"/><Relationship Id="rId1" Type="http://schemas.openxmlformats.org/officeDocument/2006/relationships/image" Target="../media/image7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5.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image" Target="../media/image87.wmf"/><Relationship Id="rId1" Type="http://schemas.openxmlformats.org/officeDocument/2006/relationships/image" Target="../media/image86.wmf"/></Relationships>
</file>

<file path=ppt/drawings/_rels/vmlDrawing23.vml.rels><?xml version="1.0" encoding="UTF-8" standalone="yes"?>
<Relationships xmlns="http://schemas.openxmlformats.org/package/2006/relationships"><Relationship Id="rId9" Type="http://schemas.openxmlformats.org/officeDocument/2006/relationships/image" Target="../media/image98.wmf"/><Relationship Id="rId8" Type="http://schemas.openxmlformats.org/officeDocument/2006/relationships/image" Target="../media/image97.wmf"/><Relationship Id="rId7" Type="http://schemas.openxmlformats.org/officeDocument/2006/relationships/image" Target="../media/image96.wmf"/><Relationship Id="rId6" Type="http://schemas.openxmlformats.org/officeDocument/2006/relationships/image" Target="../media/image95.wmf"/><Relationship Id="rId5" Type="http://schemas.openxmlformats.org/officeDocument/2006/relationships/image" Target="../media/image94.wmf"/><Relationship Id="rId4" Type="http://schemas.openxmlformats.org/officeDocument/2006/relationships/image" Target="../media/image93.wmf"/><Relationship Id="rId3" Type="http://schemas.openxmlformats.org/officeDocument/2006/relationships/image" Target="../media/image92.wmf"/><Relationship Id="rId2" Type="http://schemas.openxmlformats.org/officeDocument/2006/relationships/image" Target="../media/image91.wmf"/><Relationship Id="rId14" Type="http://schemas.openxmlformats.org/officeDocument/2006/relationships/image" Target="../media/image103.wmf"/><Relationship Id="rId13" Type="http://schemas.openxmlformats.org/officeDocument/2006/relationships/image" Target="../media/image102.wmf"/><Relationship Id="rId12" Type="http://schemas.openxmlformats.org/officeDocument/2006/relationships/image" Target="../media/image101.wmf"/><Relationship Id="rId11" Type="http://schemas.openxmlformats.org/officeDocument/2006/relationships/image" Target="../media/image100.wmf"/><Relationship Id="rId10" Type="http://schemas.openxmlformats.org/officeDocument/2006/relationships/image" Target="../media/image99.wmf"/><Relationship Id="rId1" Type="http://schemas.openxmlformats.org/officeDocument/2006/relationships/image" Target="../media/image90.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04.png"/></Relationships>
</file>

<file path=ppt/drawings/_rels/vmlDrawing25.vml.rels><?xml version="1.0" encoding="UTF-8" standalone="yes"?>
<Relationships xmlns="http://schemas.openxmlformats.org/package/2006/relationships"><Relationship Id="rId9" Type="http://schemas.openxmlformats.org/officeDocument/2006/relationships/image" Target="../media/image113.emf"/><Relationship Id="rId8" Type="http://schemas.openxmlformats.org/officeDocument/2006/relationships/image" Target="../media/image112.emf"/><Relationship Id="rId7" Type="http://schemas.openxmlformats.org/officeDocument/2006/relationships/image" Target="../media/image111.emf"/><Relationship Id="rId6" Type="http://schemas.openxmlformats.org/officeDocument/2006/relationships/image" Target="../media/image110.emf"/><Relationship Id="rId5" Type="http://schemas.openxmlformats.org/officeDocument/2006/relationships/image" Target="../media/image109.emf"/><Relationship Id="rId44" Type="http://schemas.openxmlformats.org/officeDocument/2006/relationships/image" Target="../media/image148.emf"/><Relationship Id="rId43" Type="http://schemas.openxmlformats.org/officeDocument/2006/relationships/image" Target="../media/image147.emf"/><Relationship Id="rId42" Type="http://schemas.openxmlformats.org/officeDocument/2006/relationships/image" Target="../media/image146.emf"/><Relationship Id="rId41" Type="http://schemas.openxmlformats.org/officeDocument/2006/relationships/image" Target="../media/image145.emf"/><Relationship Id="rId40" Type="http://schemas.openxmlformats.org/officeDocument/2006/relationships/image" Target="../media/image144.emf"/><Relationship Id="rId4" Type="http://schemas.openxmlformats.org/officeDocument/2006/relationships/image" Target="../media/image108.emf"/><Relationship Id="rId39" Type="http://schemas.openxmlformats.org/officeDocument/2006/relationships/image" Target="../media/image143.emf"/><Relationship Id="rId38" Type="http://schemas.openxmlformats.org/officeDocument/2006/relationships/image" Target="../media/image142.emf"/><Relationship Id="rId37" Type="http://schemas.openxmlformats.org/officeDocument/2006/relationships/image" Target="../media/image141.emf"/><Relationship Id="rId36" Type="http://schemas.openxmlformats.org/officeDocument/2006/relationships/image" Target="../media/image140.emf"/><Relationship Id="rId35" Type="http://schemas.openxmlformats.org/officeDocument/2006/relationships/image" Target="../media/image139.emf"/><Relationship Id="rId34" Type="http://schemas.openxmlformats.org/officeDocument/2006/relationships/image" Target="../media/image138.emf"/><Relationship Id="rId33" Type="http://schemas.openxmlformats.org/officeDocument/2006/relationships/image" Target="../media/image137.emf"/><Relationship Id="rId32" Type="http://schemas.openxmlformats.org/officeDocument/2006/relationships/image" Target="../media/image136.wmf"/><Relationship Id="rId31" Type="http://schemas.openxmlformats.org/officeDocument/2006/relationships/image" Target="../media/image135.emf"/><Relationship Id="rId30" Type="http://schemas.openxmlformats.org/officeDocument/2006/relationships/image" Target="../media/image134.emf"/><Relationship Id="rId3" Type="http://schemas.openxmlformats.org/officeDocument/2006/relationships/image" Target="../media/image107.emf"/><Relationship Id="rId29" Type="http://schemas.openxmlformats.org/officeDocument/2006/relationships/image" Target="../media/image133.emf"/><Relationship Id="rId28" Type="http://schemas.openxmlformats.org/officeDocument/2006/relationships/image" Target="../media/image132.emf"/><Relationship Id="rId27" Type="http://schemas.openxmlformats.org/officeDocument/2006/relationships/image" Target="../media/image131.emf"/><Relationship Id="rId26" Type="http://schemas.openxmlformats.org/officeDocument/2006/relationships/image" Target="../media/image130.emf"/><Relationship Id="rId25" Type="http://schemas.openxmlformats.org/officeDocument/2006/relationships/image" Target="../media/image129.emf"/><Relationship Id="rId24" Type="http://schemas.openxmlformats.org/officeDocument/2006/relationships/image" Target="../media/image128.emf"/><Relationship Id="rId23" Type="http://schemas.openxmlformats.org/officeDocument/2006/relationships/image" Target="../media/image127.emf"/><Relationship Id="rId22" Type="http://schemas.openxmlformats.org/officeDocument/2006/relationships/image" Target="../media/image126.emf"/><Relationship Id="rId21" Type="http://schemas.openxmlformats.org/officeDocument/2006/relationships/image" Target="../media/image125.emf"/><Relationship Id="rId20" Type="http://schemas.openxmlformats.org/officeDocument/2006/relationships/image" Target="../media/image124.emf"/><Relationship Id="rId2" Type="http://schemas.openxmlformats.org/officeDocument/2006/relationships/image" Target="../media/image106.wmf"/><Relationship Id="rId19" Type="http://schemas.openxmlformats.org/officeDocument/2006/relationships/image" Target="../media/image123.emf"/><Relationship Id="rId18" Type="http://schemas.openxmlformats.org/officeDocument/2006/relationships/image" Target="../media/image122.emf"/><Relationship Id="rId17" Type="http://schemas.openxmlformats.org/officeDocument/2006/relationships/image" Target="../media/image121.emf"/><Relationship Id="rId16" Type="http://schemas.openxmlformats.org/officeDocument/2006/relationships/image" Target="../media/image120.emf"/><Relationship Id="rId15" Type="http://schemas.openxmlformats.org/officeDocument/2006/relationships/image" Target="../media/image119.emf"/><Relationship Id="rId14" Type="http://schemas.openxmlformats.org/officeDocument/2006/relationships/image" Target="../media/image118.emf"/><Relationship Id="rId13" Type="http://schemas.openxmlformats.org/officeDocument/2006/relationships/image" Target="../media/image117.emf"/><Relationship Id="rId12" Type="http://schemas.openxmlformats.org/officeDocument/2006/relationships/image" Target="../media/image116.emf"/><Relationship Id="rId11" Type="http://schemas.openxmlformats.org/officeDocument/2006/relationships/image" Target="../media/image115.emf"/><Relationship Id="rId10" Type="http://schemas.openxmlformats.org/officeDocument/2006/relationships/image" Target="../media/image114.emf"/><Relationship Id="rId1" Type="http://schemas.openxmlformats.org/officeDocument/2006/relationships/image" Target="../media/image105.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49.e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51.emf"/><Relationship Id="rId1" Type="http://schemas.openxmlformats.org/officeDocument/2006/relationships/image" Target="../media/image150.e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160.emf"/><Relationship Id="rId8" Type="http://schemas.openxmlformats.org/officeDocument/2006/relationships/image" Target="../media/image159.emf"/><Relationship Id="rId7" Type="http://schemas.openxmlformats.org/officeDocument/2006/relationships/image" Target="../media/image158.emf"/><Relationship Id="rId6" Type="http://schemas.openxmlformats.org/officeDocument/2006/relationships/image" Target="../media/image157.emf"/><Relationship Id="rId5" Type="http://schemas.openxmlformats.org/officeDocument/2006/relationships/image" Target="../media/image156.emf"/><Relationship Id="rId4" Type="http://schemas.openxmlformats.org/officeDocument/2006/relationships/image" Target="../media/image155.emf"/><Relationship Id="rId3" Type="http://schemas.openxmlformats.org/officeDocument/2006/relationships/image" Target="../media/image154.emf"/><Relationship Id="rId2" Type="http://schemas.openxmlformats.org/officeDocument/2006/relationships/image" Target="../media/image153.emf"/><Relationship Id="rId13" Type="http://schemas.openxmlformats.org/officeDocument/2006/relationships/image" Target="../media/image164.emf"/><Relationship Id="rId12" Type="http://schemas.openxmlformats.org/officeDocument/2006/relationships/image" Target="../media/image163.emf"/><Relationship Id="rId11" Type="http://schemas.openxmlformats.org/officeDocument/2006/relationships/image" Target="../media/image162.emf"/><Relationship Id="rId10" Type="http://schemas.openxmlformats.org/officeDocument/2006/relationships/image" Target="../media/image161.emf"/><Relationship Id="rId1" Type="http://schemas.openxmlformats.org/officeDocument/2006/relationships/image" Target="../media/image152.emf"/></Relationships>
</file>

<file path=ppt/drawings/_rels/vmlDrawing29.vml.rels><?xml version="1.0" encoding="UTF-8" standalone="yes"?>
<Relationships xmlns="http://schemas.openxmlformats.org/package/2006/relationships"><Relationship Id="rId9" Type="http://schemas.openxmlformats.org/officeDocument/2006/relationships/image" Target="../media/image173.emf"/><Relationship Id="rId8" Type="http://schemas.openxmlformats.org/officeDocument/2006/relationships/image" Target="../media/image172.emf"/><Relationship Id="rId7" Type="http://schemas.openxmlformats.org/officeDocument/2006/relationships/image" Target="../media/image171.emf"/><Relationship Id="rId6" Type="http://schemas.openxmlformats.org/officeDocument/2006/relationships/image" Target="../media/image170.emf"/><Relationship Id="rId5" Type="http://schemas.openxmlformats.org/officeDocument/2006/relationships/image" Target="../media/image169.emf"/><Relationship Id="rId4" Type="http://schemas.openxmlformats.org/officeDocument/2006/relationships/image" Target="../media/image168.emf"/><Relationship Id="rId3" Type="http://schemas.openxmlformats.org/officeDocument/2006/relationships/image" Target="../media/image167.emf"/><Relationship Id="rId2" Type="http://schemas.openxmlformats.org/officeDocument/2006/relationships/image" Target="../media/image166.emf"/><Relationship Id="rId12" Type="http://schemas.openxmlformats.org/officeDocument/2006/relationships/image" Target="../media/image176.emf"/><Relationship Id="rId11" Type="http://schemas.openxmlformats.org/officeDocument/2006/relationships/image" Target="../media/image175.emf"/><Relationship Id="rId10" Type="http://schemas.openxmlformats.org/officeDocument/2006/relationships/image" Target="../media/image174.emf"/><Relationship Id="rId1" Type="http://schemas.openxmlformats.org/officeDocument/2006/relationships/image" Target="../media/image165.e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185.emf"/><Relationship Id="rId8" Type="http://schemas.openxmlformats.org/officeDocument/2006/relationships/image" Target="../media/image184.emf"/><Relationship Id="rId7" Type="http://schemas.openxmlformats.org/officeDocument/2006/relationships/image" Target="../media/image183.emf"/><Relationship Id="rId6" Type="http://schemas.openxmlformats.org/officeDocument/2006/relationships/image" Target="../media/image182.emf"/><Relationship Id="rId5" Type="http://schemas.openxmlformats.org/officeDocument/2006/relationships/image" Target="../media/image181.emf"/><Relationship Id="rId4" Type="http://schemas.openxmlformats.org/officeDocument/2006/relationships/image" Target="../media/image180.emf"/><Relationship Id="rId3" Type="http://schemas.openxmlformats.org/officeDocument/2006/relationships/image" Target="../media/image179.emf"/><Relationship Id="rId20" Type="http://schemas.openxmlformats.org/officeDocument/2006/relationships/image" Target="../media/image196.emf"/><Relationship Id="rId2" Type="http://schemas.openxmlformats.org/officeDocument/2006/relationships/image" Target="../media/image178.emf"/><Relationship Id="rId19" Type="http://schemas.openxmlformats.org/officeDocument/2006/relationships/image" Target="../media/image195.emf"/><Relationship Id="rId18" Type="http://schemas.openxmlformats.org/officeDocument/2006/relationships/image" Target="../media/image194.emf"/><Relationship Id="rId17" Type="http://schemas.openxmlformats.org/officeDocument/2006/relationships/image" Target="../media/image193.emf"/><Relationship Id="rId16" Type="http://schemas.openxmlformats.org/officeDocument/2006/relationships/image" Target="../media/image192.emf"/><Relationship Id="rId15" Type="http://schemas.openxmlformats.org/officeDocument/2006/relationships/image" Target="../media/image191.emf"/><Relationship Id="rId14" Type="http://schemas.openxmlformats.org/officeDocument/2006/relationships/image" Target="../media/image190.emf"/><Relationship Id="rId13" Type="http://schemas.openxmlformats.org/officeDocument/2006/relationships/image" Target="../media/image189.emf"/><Relationship Id="rId12" Type="http://schemas.openxmlformats.org/officeDocument/2006/relationships/image" Target="../media/image188.emf"/><Relationship Id="rId11" Type="http://schemas.openxmlformats.org/officeDocument/2006/relationships/image" Target="../media/image187.emf"/><Relationship Id="rId10" Type="http://schemas.openxmlformats.org/officeDocument/2006/relationships/image" Target="../media/image186.emf"/><Relationship Id="rId1" Type="http://schemas.openxmlformats.org/officeDocument/2006/relationships/image" Target="../media/image177.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97.emf"/></Relationships>
</file>

<file path=ppt/drawings/_rels/vmlDrawing32.vml.rels><?xml version="1.0" encoding="UTF-8" standalone="yes"?>
<Relationships xmlns="http://schemas.openxmlformats.org/package/2006/relationships"><Relationship Id="rId9" Type="http://schemas.openxmlformats.org/officeDocument/2006/relationships/image" Target="../media/image206.emf"/><Relationship Id="rId8" Type="http://schemas.openxmlformats.org/officeDocument/2006/relationships/image" Target="../media/image205.emf"/><Relationship Id="rId7" Type="http://schemas.openxmlformats.org/officeDocument/2006/relationships/image" Target="../media/image204.emf"/><Relationship Id="rId6" Type="http://schemas.openxmlformats.org/officeDocument/2006/relationships/image" Target="../media/image203.emf"/><Relationship Id="rId5" Type="http://schemas.openxmlformats.org/officeDocument/2006/relationships/image" Target="../media/image202.emf"/><Relationship Id="rId4" Type="http://schemas.openxmlformats.org/officeDocument/2006/relationships/image" Target="../media/image201.emf"/><Relationship Id="rId3" Type="http://schemas.openxmlformats.org/officeDocument/2006/relationships/image" Target="../media/image200.emf"/><Relationship Id="rId2" Type="http://schemas.openxmlformats.org/officeDocument/2006/relationships/image" Target="../media/image199.emf"/><Relationship Id="rId10" Type="http://schemas.openxmlformats.org/officeDocument/2006/relationships/image" Target="../media/image207.emf"/><Relationship Id="rId1" Type="http://schemas.openxmlformats.org/officeDocument/2006/relationships/image" Target="../media/image198.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209.wmf"/><Relationship Id="rId1" Type="http://schemas.openxmlformats.org/officeDocument/2006/relationships/image" Target="../media/image208.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211.wmf"/><Relationship Id="rId1" Type="http://schemas.openxmlformats.org/officeDocument/2006/relationships/image" Target="../media/image210.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213.wmf"/><Relationship Id="rId1" Type="http://schemas.openxmlformats.org/officeDocument/2006/relationships/image" Target="../media/image212.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16.emf"/><Relationship Id="rId2" Type="http://schemas.openxmlformats.org/officeDocument/2006/relationships/image" Target="../media/image215.emf"/><Relationship Id="rId1" Type="http://schemas.openxmlformats.org/officeDocument/2006/relationships/image" Target="../media/image214.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217.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218.e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26.emf"/><Relationship Id="rId7" Type="http://schemas.openxmlformats.org/officeDocument/2006/relationships/image" Target="../media/image225.emf"/><Relationship Id="rId6" Type="http://schemas.openxmlformats.org/officeDocument/2006/relationships/image" Target="../media/image224.emf"/><Relationship Id="rId5" Type="http://schemas.openxmlformats.org/officeDocument/2006/relationships/image" Target="../media/image223.emf"/><Relationship Id="rId4" Type="http://schemas.openxmlformats.org/officeDocument/2006/relationships/image" Target="../media/image222.emf"/><Relationship Id="rId3" Type="http://schemas.openxmlformats.org/officeDocument/2006/relationships/image" Target="../media/image221.emf"/><Relationship Id="rId2" Type="http://schemas.openxmlformats.org/officeDocument/2006/relationships/image" Target="../media/image220.emf"/><Relationship Id="rId1" Type="http://schemas.openxmlformats.org/officeDocument/2006/relationships/image" Target="../media/image219.e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228.wmf"/><Relationship Id="rId1" Type="http://schemas.openxmlformats.org/officeDocument/2006/relationships/image" Target="../media/image227.wmf"/></Relationships>
</file>

<file path=ppt/drawings/_rels/vmlDrawing41.vml.rels><?xml version="1.0" encoding="UTF-8" standalone="yes"?>
<Relationships xmlns="http://schemas.openxmlformats.org/package/2006/relationships"><Relationship Id="rId7" Type="http://schemas.openxmlformats.org/officeDocument/2006/relationships/image" Target="../media/image228.wmf"/><Relationship Id="rId6" Type="http://schemas.openxmlformats.org/officeDocument/2006/relationships/image" Target="../media/image234.wmf"/><Relationship Id="rId5" Type="http://schemas.openxmlformats.org/officeDocument/2006/relationships/image" Target="../media/image233.wmf"/><Relationship Id="rId4" Type="http://schemas.openxmlformats.org/officeDocument/2006/relationships/image" Target="../media/image232.wmf"/><Relationship Id="rId3" Type="http://schemas.openxmlformats.org/officeDocument/2006/relationships/image" Target="../media/image231.wmf"/><Relationship Id="rId2" Type="http://schemas.openxmlformats.org/officeDocument/2006/relationships/image" Target="../media/image230.wmf"/><Relationship Id="rId1" Type="http://schemas.openxmlformats.org/officeDocument/2006/relationships/image" Target="../media/image229.wmf"/></Relationships>
</file>

<file path=ppt/drawings/_rels/vmlDrawing42.vml.rels><?xml version="1.0" encoding="UTF-8" standalone="yes"?>
<Relationships xmlns="http://schemas.openxmlformats.org/package/2006/relationships"><Relationship Id="rId7" Type="http://schemas.openxmlformats.org/officeDocument/2006/relationships/image" Target="../media/image240.wmf"/><Relationship Id="rId6" Type="http://schemas.openxmlformats.org/officeDocument/2006/relationships/image" Target="../media/image239.wmf"/><Relationship Id="rId5" Type="http://schemas.openxmlformats.org/officeDocument/2006/relationships/image" Target="../media/image238.wmf"/><Relationship Id="rId4" Type="http://schemas.openxmlformats.org/officeDocument/2006/relationships/image" Target="../media/image237.wmf"/><Relationship Id="rId3" Type="http://schemas.openxmlformats.org/officeDocument/2006/relationships/image" Target="../media/image236.wmf"/><Relationship Id="rId2" Type="http://schemas.openxmlformats.org/officeDocument/2006/relationships/image" Target="../media/image235.wmf"/><Relationship Id="rId1" Type="http://schemas.openxmlformats.org/officeDocument/2006/relationships/image" Target="../media/image229.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242.wmf"/><Relationship Id="rId1" Type="http://schemas.openxmlformats.org/officeDocument/2006/relationships/image" Target="../media/image241.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245.wmf"/><Relationship Id="rId1" Type="http://schemas.openxmlformats.org/officeDocument/2006/relationships/image" Target="../media/image244.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246.e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49.wmf"/><Relationship Id="rId2" Type="http://schemas.openxmlformats.org/officeDocument/2006/relationships/image" Target="../media/image248.emf"/><Relationship Id="rId1" Type="http://schemas.openxmlformats.org/officeDocument/2006/relationships/image" Target="../media/image247.e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52.emf"/><Relationship Id="rId2" Type="http://schemas.openxmlformats.org/officeDocument/2006/relationships/image" Target="../media/image251.emf"/><Relationship Id="rId1" Type="http://schemas.openxmlformats.org/officeDocument/2006/relationships/image" Target="../media/image25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53.e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255.emf"/><Relationship Id="rId1" Type="http://schemas.openxmlformats.org/officeDocument/2006/relationships/image" Target="../media/image254.e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58.emf"/><Relationship Id="rId2" Type="http://schemas.openxmlformats.org/officeDocument/2006/relationships/image" Target="../media/image257.emf"/><Relationship Id="rId1" Type="http://schemas.openxmlformats.org/officeDocument/2006/relationships/image" Target="../media/image256.e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261.emf"/><Relationship Id="rId2" Type="http://schemas.openxmlformats.org/officeDocument/2006/relationships/image" Target="../media/image260.emf"/><Relationship Id="rId1" Type="http://schemas.openxmlformats.org/officeDocument/2006/relationships/image" Target="../media/image259.emf"/></Relationships>
</file>

<file path=ppt/drawings/_rels/vmlDrawing52.vml.rels><?xml version="1.0" encoding="UTF-8" standalone="yes"?>
<Relationships xmlns="http://schemas.openxmlformats.org/package/2006/relationships"><Relationship Id="rId4" Type="http://schemas.openxmlformats.org/officeDocument/2006/relationships/image" Target="../media/image265.wmf"/><Relationship Id="rId3" Type="http://schemas.openxmlformats.org/officeDocument/2006/relationships/image" Target="../media/image264.wmf"/><Relationship Id="rId2" Type="http://schemas.openxmlformats.org/officeDocument/2006/relationships/image" Target="../media/image263.wmf"/><Relationship Id="rId1" Type="http://schemas.openxmlformats.org/officeDocument/2006/relationships/image" Target="../media/image262.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66.e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268.emf"/><Relationship Id="rId1" Type="http://schemas.openxmlformats.org/officeDocument/2006/relationships/image" Target="../media/image267.emf"/></Relationships>
</file>

<file path=ppt/drawings/_rels/vmlDrawing55.vml.rels><?xml version="1.0" encoding="UTF-8" standalone="yes"?>
<Relationships xmlns="http://schemas.openxmlformats.org/package/2006/relationships"><Relationship Id="rId4" Type="http://schemas.openxmlformats.org/officeDocument/2006/relationships/image" Target="../media/image272.emf"/><Relationship Id="rId3" Type="http://schemas.openxmlformats.org/officeDocument/2006/relationships/image" Target="../media/image271.emf"/><Relationship Id="rId2" Type="http://schemas.openxmlformats.org/officeDocument/2006/relationships/image" Target="../media/image270.emf"/><Relationship Id="rId1" Type="http://schemas.openxmlformats.org/officeDocument/2006/relationships/image" Target="../media/image269.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73.w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275.emf"/><Relationship Id="rId1" Type="http://schemas.openxmlformats.org/officeDocument/2006/relationships/image" Target="../media/image274.e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278.wmf"/><Relationship Id="rId2" Type="http://schemas.openxmlformats.org/officeDocument/2006/relationships/image" Target="../media/image277.wmf"/><Relationship Id="rId1" Type="http://schemas.openxmlformats.org/officeDocument/2006/relationships/image" Target="../media/image276.wmf"/></Relationships>
</file>

<file path=ppt/drawings/_rels/vmlDrawing59.vml.rels><?xml version="1.0" encoding="UTF-8" standalone="yes"?>
<Relationships xmlns="http://schemas.openxmlformats.org/package/2006/relationships"><Relationship Id="rId2" Type="http://schemas.openxmlformats.org/officeDocument/2006/relationships/image" Target="../media/image280.wmf"/><Relationship Id="rId1" Type="http://schemas.openxmlformats.org/officeDocument/2006/relationships/image" Target="../media/image279.wmf"/></Relationships>
</file>

<file path=ppt/drawings/_rels/vmlDrawing60.vml.rels><?xml version="1.0" encoding="UTF-8" standalone="yes"?>
<Relationships xmlns="http://schemas.openxmlformats.org/package/2006/relationships"><Relationship Id="rId2" Type="http://schemas.openxmlformats.org/officeDocument/2006/relationships/image" Target="../media/image282.wmf"/><Relationship Id="rId1" Type="http://schemas.openxmlformats.org/officeDocument/2006/relationships/image" Target="../media/image281.wmf"/></Relationships>
</file>

<file path=ppt/drawings/_rels/vmlDrawing61.vml.rels><?xml version="1.0" encoding="UTF-8" standalone="yes"?>
<Relationships xmlns="http://schemas.openxmlformats.org/package/2006/relationships"><Relationship Id="rId2" Type="http://schemas.openxmlformats.org/officeDocument/2006/relationships/image" Target="../media/image284.wmf"/><Relationship Id="rId1" Type="http://schemas.openxmlformats.org/officeDocument/2006/relationships/image" Target="../media/image283.wmf"/></Relationships>
</file>

<file path=ppt/drawings/_rels/vmlDrawing62.vml.rels><?xml version="1.0" encoding="UTF-8" standalone="yes"?>
<Relationships xmlns="http://schemas.openxmlformats.org/package/2006/relationships"><Relationship Id="rId2" Type="http://schemas.openxmlformats.org/officeDocument/2006/relationships/image" Target="../media/image286.wmf"/><Relationship Id="rId1" Type="http://schemas.openxmlformats.org/officeDocument/2006/relationships/image" Target="../media/image28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83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i="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37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i="0" smtClean="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37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i="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37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i="0" strike="noStrike" noProof="1" dirty="0">
                <a:latin typeface="Times New Roman" panose="02020603050405020304" pitchFamily="18" charset="0"/>
                <a:ea typeface="宋体" panose="02010600030101010101" pitchFamily="2" charset="-122"/>
                <a:cs typeface="+mn-cs"/>
              </a:rPr>
            </a:fld>
            <a:endParaRPr lang="en-US" altLang="zh-CN" sz="1200" i="0" strike="noStrike" noProof="1"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1"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589AE60C-F130-477B-9544-B81B3F1FC1DF}" type="datetimeFigureOut">
              <a:rPr kumimoji="0" lang="zh-CN" altLang="en-US" sz="1200" b="0" i="1"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1"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1"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fontAlgn="base" hangingPunct="1"/>
            <a:fld id="{9A0DB2DC-4C9A-4742-B13C-FB6460FD3503}" type="slidenum">
              <a:rPr lang="zh-CN" altLang="en-US" sz="1200" strike="noStrike" noProof="1" dirty="0">
                <a:latin typeface="Times New Roman" panose="02020603050405020304" pitchFamily="18" charset="0"/>
                <a:ea typeface="宋体" panose="02010600030101010101"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幻灯片图像占位符 1"/>
          <p:cNvSpPr>
            <a:spLocks noGrp="1" noRot="1" noChangeAspect="1" noTextEdit="1"/>
          </p:cNvSpPr>
          <p:nvPr>
            <p:ph type="sldImg"/>
          </p:nvPr>
        </p:nvSpPr>
        <p:spPr>
          <a:ln>
            <a:solidFill>
              <a:srgbClr val="000000"/>
            </a:solidFill>
            <a:miter/>
          </a:ln>
        </p:spPr>
      </p:sp>
      <p:sp>
        <p:nvSpPr>
          <p:cNvPr id="16386" name="备注占位符 2"/>
          <p:cNvSpPr>
            <a:spLocks noGrp="1"/>
          </p:cNvSpPr>
          <p:nvPr>
            <p:ph type="body"/>
          </p:nvPr>
        </p:nvSpPr>
        <p:spPr>
          <a:noFill/>
          <a:ln>
            <a:noFill/>
          </a:ln>
        </p:spPr>
        <p:txBody>
          <a:bodyPr wrap="square" lIns="91440" tIns="45720" rIns="91440" bIns="45720" anchor="t" anchorCtr="0"/>
          <a:p>
            <a:pPr lvl="0">
              <a:spcBef>
                <a:spcPct val="0"/>
              </a:spcBef>
            </a:pPr>
            <a:endParaRPr lang="zh-CN" altLang="en-US" dirty="0"/>
          </a:p>
        </p:txBody>
      </p:sp>
      <p:sp>
        <p:nvSpPr>
          <p:cNvPr id="16387"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i="0" dirty="0"/>
            </a:fld>
            <a:endParaRPr lang="en-US" altLang="zh-CN" sz="1200" i="0"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3074" name="Group 2"/>
          <p:cNvGrpSpPr/>
          <p:nvPr/>
        </p:nvGrpSpPr>
        <p:grpSpPr>
          <a:xfrm>
            <a:off x="0" y="0"/>
            <a:ext cx="9144000" cy="6858000"/>
            <a:chOff x="0" y="0"/>
            <a:chExt cx="5760" cy="4320"/>
          </a:xfrm>
        </p:grpSpPr>
        <p:sp>
          <p:nvSpPr>
            <p:cNvPr id="3075"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a:endParaRPr lang="zh-CN" altLang="zh-CN" sz="2400" i="0" dirty="0">
                <a:latin typeface="Times New Roman" panose="02020603050405020304" pitchFamily="18" charset="0"/>
                <a:ea typeface="宋体" panose="02010600030101010101" pitchFamily="2" charset="-122"/>
              </a:endParaRPr>
            </a:p>
          </p:txBody>
        </p:sp>
        <p:sp>
          <p:nvSpPr>
            <p:cNvPr id="3076" name="Rectangle 4"/>
            <p:cNvSpPr/>
            <p:nvPr/>
          </p:nvSpPr>
          <p:spPr>
            <a:xfrm>
              <a:off x="1081" y="1065"/>
              <a:ext cx="4679" cy="1596"/>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grpSp>
          <p:nvGrpSpPr>
            <p:cNvPr id="3077" name="Group 5"/>
            <p:cNvGrpSpPr/>
            <p:nvPr/>
          </p:nvGrpSpPr>
          <p:grpSpPr>
            <a:xfrm>
              <a:off x="0" y="672"/>
              <a:ext cx="1806" cy="1989"/>
              <a:chOff x="0" y="672"/>
              <a:chExt cx="1806" cy="1989"/>
            </a:xfrm>
          </p:grpSpPr>
          <p:sp>
            <p:nvSpPr>
              <p:cNvPr id="3078" name="Rectangle 6"/>
              <p:cNvSpPr/>
              <p:nvPr userDrawn="1"/>
            </p:nvSpPr>
            <p:spPr>
              <a:xfrm>
                <a:off x="361" y="2257"/>
                <a:ext cx="363" cy="404"/>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79" name="Rectangle 7"/>
              <p:cNvSpPr/>
              <p:nvPr userDrawn="1"/>
            </p:nvSpPr>
            <p:spPr>
              <a:xfrm>
                <a:off x="1081" y="1065"/>
                <a:ext cx="362" cy="405"/>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0" name="Rectangle 8"/>
              <p:cNvSpPr/>
              <p:nvPr userDrawn="1"/>
            </p:nvSpPr>
            <p:spPr>
              <a:xfrm>
                <a:off x="1437" y="672"/>
                <a:ext cx="369" cy="400"/>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1" name="Rectangle 9"/>
              <p:cNvSpPr/>
              <p:nvPr userDrawn="1"/>
            </p:nvSpPr>
            <p:spPr>
              <a:xfrm>
                <a:off x="719" y="2257"/>
                <a:ext cx="368" cy="404"/>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2" name="Rectangle 10"/>
              <p:cNvSpPr/>
              <p:nvPr userDrawn="1"/>
            </p:nvSpPr>
            <p:spPr>
              <a:xfrm>
                <a:off x="1437" y="1065"/>
                <a:ext cx="369" cy="405"/>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3" name="Rectangle 11"/>
              <p:cNvSpPr/>
              <p:nvPr userDrawn="1"/>
            </p:nvSpPr>
            <p:spPr>
              <a:xfrm>
                <a:off x="719" y="1464"/>
                <a:ext cx="368" cy="399"/>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4" name="Rectangle 12"/>
              <p:cNvSpPr/>
              <p:nvPr userDrawn="1"/>
            </p:nvSpPr>
            <p:spPr>
              <a:xfrm>
                <a:off x="0" y="1464"/>
                <a:ext cx="367" cy="399"/>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5" name="Rectangle 13"/>
              <p:cNvSpPr/>
              <p:nvPr userDrawn="1"/>
            </p:nvSpPr>
            <p:spPr>
              <a:xfrm>
                <a:off x="1081" y="1464"/>
                <a:ext cx="362" cy="399"/>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6" name="Rectangle 14"/>
              <p:cNvSpPr/>
              <p:nvPr userDrawn="1"/>
            </p:nvSpPr>
            <p:spPr>
              <a:xfrm>
                <a:off x="361" y="1857"/>
                <a:ext cx="363" cy="406"/>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7" name="Rectangle 15"/>
              <p:cNvSpPr/>
              <p:nvPr userDrawn="1"/>
            </p:nvSpPr>
            <p:spPr>
              <a:xfrm>
                <a:off x="719" y="1857"/>
                <a:ext cx="368" cy="406"/>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grpSp>
      </p:grpSp>
      <p:sp>
        <p:nvSpPr>
          <p:cNvPr id="52243"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fontAlgn="base"/>
            <a:r>
              <a:rPr lang="zh-CN" altLang="en-US" strike="noStrike" noProof="1"/>
              <a:t>单击此处编辑母版标题样式</a:t>
            </a:r>
            <a:endParaRPr lang="zh-CN" altLang="en-US" strike="noStrike" noProof="1"/>
          </a:p>
        </p:txBody>
      </p:sp>
      <p:sp>
        <p:nvSpPr>
          <p:cNvPr id="52244"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fontAlgn="base"/>
            <a:r>
              <a:rPr lang="zh-CN" altLang="en-US" strike="noStrike" noProof="1"/>
              <a:t>单击此处编辑母版副标题样式</a:t>
            </a:r>
            <a:endParaRPr lang="zh-CN" altLang="en-US" strike="noStrike" noProof="1"/>
          </a:p>
        </p:txBody>
      </p:sp>
      <p:sp>
        <p:nvSpPr>
          <p:cNvPr id="31" name="Rectangle 16"/>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b" anchorCtr="0" compatLnSpc="1"/>
          <a:lstStyle>
            <a:lvl1pPr>
              <a:defRPr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Arial Black" panose="020B0A040201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457200"/>
            <a:ext cx="6019800" cy="5410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8600"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48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8" name="日期占位符 7"/>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457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57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4648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4098" name="Group 2"/>
          <p:cNvGrpSpPr/>
          <p:nvPr/>
        </p:nvGrpSpPr>
        <p:grpSpPr>
          <a:xfrm>
            <a:off x="0" y="0"/>
            <a:ext cx="9144000" cy="6858000"/>
            <a:chOff x="0" y="0"/>
            <a:chExt cx="5760" cy="4320"/>
          </a:xfrm>
        </p:grpSpPr>
        <p:sp>
          <p:nvSpPr>
            <p:cNvPr id="4099"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a:endParaRPr lang="zh-CN" altLang="zh-CN" sz="2400" i="0" dirty="0">
                <a:latin typeface="Times New Roman" panose="02020603050405020304" pitchFamily="18" charset="0"/>
                <a:ea typeface="宋体" panose="02010600030101010101" pitchFamily="2" charset="-122"/>
              </a:endParaRPr>
            </a:p>
          </p:txBody>
        </p:sp>
        <p:sp>
          <p:nvSpPr>
            <p:cNvPr id="4100" name="Rectangle 4"/>
            <p:cNvSpPr/>
            <p:nvPr/>
          </p:nvSpPr>
          <p:spPr>
            <a:xfrm>
              <a:off x="1081" y="1065"/>
              <a:ext cx="4679" cy="1596"/>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grpSp>
          <p:nvGrpSpPr>
            <p:cNvPr id="4101" name="Group 5"/>
            <p:cNvGrpSpPr/>
            <p:nvPr/>
          </p:nvGrpSpPr>
          <p:grpSpPr>
            <a:xfrm>
              <a:off x="0" y="672"/>
              <a:ext cx="1806" cy="1989"/>
              <a:chOff x="0" y="672"/>
              <a:chExt cx="1806" cy="1989"/>
            </a:xfrm>
          </p:grpSpPr>
          <p:sp>
            <p:nvSpPr>
              <p:cNvPr id="4102" name="Rectangle 6"/>
              <p:cNvSpPr/>
              <p:nvPr userDrawn="1"/>
            </p:nvSpPr>
            <p:spPr>
              <a:xfrm>
                <a:off x="361" y="2257"/>
                <a:ext cx="363" cy="404"/>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3" name="Rectangle 7"/>
              <p:cNvSpPr/>
              <p:nvPr userDrawn="1"/>
            </p:nvSpPr>
            <p:spPr>
              <a:xfrm>
                <a:off x="1081" y="1065"/>
                <a:ext cx="362" cy="405"/>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4" name="Rectangle 8"/>
              <p:cNvSpPr/>
              <p:nvPr userDrawn="1"/>
            </p:nvSpPr>
            <p:spPr>
              <a:xfrm>
                <a:off x="1437" y="672"/>
                <a:ext cx="369" cy="400"/>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5" name="Rectangle 9"/>
              <p:cNvSpPr/>
              <p:nvPr userDrawn="1"/>
            </p:nvSpPr>
            <p:spPr>
              <a:xfrm>
                <a:off x="719" y="2257"/>
                <a:ext cx="368" cy="404"/>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6" name="Rectangle 10"/>
              <p:cNvSpPr/>
              <p:nvPr userDrawn="1"/>
            </p:nvSpPr>
            <p:spPr>
              <a:xfrm>
                <a:off x="1437" y="1065"/>
                <a:ext cx="369" cy="405"/>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7" name="Rectangle 11"/>
              <p:cNvSpPr/>
              <p:nvPr userDrawn="1"/>
            </p:nvSpPr>
            <p:spPr>
              <a:xfrm>
                <a:off x="719" y="1464"/>
                <a:ext cx="368" cy="399"/>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8" name="Rectangle 12"/>
              <p:cNvSpPr/>
              <p:nvPr userDrawn="1"/>
            </p:nvSpPr>
            <p:spPr>
              <a:xfrm>
                <a:off x="0" y="1464"/>
                <a:ext cx="367" cy="399"/>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9" name="Rectangle 13"/>
              <p:cNvSpPr/>
              <p:nvPr userDrawn="1"/>
            </p:nvSpPr>
            <p:spPr>
              <a:xfrm>
                <a:off x="1081" y="1464"/>
                <a:ext cx="362" cy="399"/>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10" name="Rectangle 14"/>
              <p:cNvSpPr/>
              <p:nvPr userDrawn="1"/>
            </p:nvSpPr>
            <p:spPr>
              <a:xfrm>
                <a:off x="361" y="1857"/>
                <a:ext cx="363" cy="406"/>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11" name="Rectangle 15"/>
              <p:cNvSpPr/>
              <p:nvPr userDrawn="1"/>
            </p:nvSpPr>
            <p:spPr>
              <a:xfrm>
                <a:off x="719" y="1857"/>
                <a:ext cx="368" cy="406"/>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grpSp>
      </p:grpSp>
      <p:sp>
        <p:nvSpPr>
          <p:cNvPr id="52243"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fontAlgn="base"/>
            <a:r>
              <a:rPr lang="zh-CN" altLang="en-US" strike="noStrike" noProof="1"/>
              <a:t>单击此处编辑母版标题样式</a:t>
            </a:r>
            <a:endParaRPr lang="zh-CN" altLang="en-US" strike="noStrike" noProof="1"/>
          </a:p>
        </p:txBody>
      </p:sp>
      <p:sp>
        <p:nvSpPr>
          <p:cNvPr id="52244"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fontAlgn="base"/>
            <a:r>
              <a:rPr lang="zh-CN" altLang="en-US" strike="noStrike" noProof="1"/>
              <a:t>单击此处编辑母版副标题样式</a:t>
            </a:r>
            <a:endParaRPr lang="zh-CN" altLang="en-US" strike="noStrike" noProof="1"/>
          </a:p>
        </p:txBody>
      </p:sp>
      <p:sp>
        <p:nvSpPr>
          <p:cNvPr id="31" name="Rectangle 16"/>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b" anchorCtr="0" compatLnSpc="1"/>
          <a:lstStyle>
            <a:lvl1pPr>
              <a:defRPr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Arial Black" panose="020B0A040201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457200"/>
            <a:ext cx="6019800" cy="5410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8600"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48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8" name="日期占位符 7"/>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457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57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4648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4098" name="Group 2"/>
          <p:cNvGrpSpPr/>
          <p:nvPr/>
        </p:nvGrpSpPr>
        <p:grpSpPr>
          <a:xfrm>
            <a:off x="0" y="0"/>
            <a:ext cx="9144000" cy="6858000"/>
            <a:chOff x="0" y="0"/>
            <a:chExt cx="5760" cy="4320"/>
          </a:xfrm>
        </p:grpSpPr>
        <p:sp>
          <p:nvSpPr>
            <p:cNvPr id="4099"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a:endParaRPr lang="zh-CN" altLang="zh-CN" sz="2400" i="0" dirty="0">
                <a:latin typeface="Times New Roman" panose="02020603050405020304" pitchFamily="18" charset="0"/>
                <a:ea typeface="宋体" panose="02010600030101010101" pitchFamily="2" charset="-122"/>
              </a:endParaRPr>
            </a:p>
          </p:txBody>
        </p:sp>
        <p:sp>
          <p:nvSpPr>
            <p:cNvPr id="4100" name="Rectangle 4"/>
            <p:cNvSpPr/>
            <p:nvPr/>
          </p:nvSpPr>
          <p:spPr>
            <a:xfrm>
              <a:off x="1081" y="1065"/>
              <a:ext cx="4679" cy="1596"/>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grpSp>
          <p:nvGrpSpPr>
            <p:cNvPr id="4101" name="Group 5"/>
            <p:cNvGrpSpPr/>
            <p:nvPr/>
          </p:nvGrpSpPr>
          <p:grpSpPr>
            <a:xfrm>
              <a:off x="0" y="672"/>
              <a:ext cx="1806" cy="1989"/>
              <a:chOff x="0" y="672"/>
              <a:chExt cx="1806" cy="1989"/>
            </a:xfrm>
          </p:grpSpPr>
          <p:sp>
            <p:nvSpPr>
              <p:cNvPr id="4102" name="Rectangle 6"/>
              <p:cNvSpPr/>
              <p:nvPr userDrawn="1"/>
            </p:nvSpPr>
            <p:spPr>
              <a:xfrm>
                <a:off x="361" y="2257"/>
                <a:ext cx="363" cy="404"/>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3" name="Rectangle 7"/>
              <p:cNvSpPr/>
              <p:nvPr userDrawn="1"/>
            </p:nvSpPr>
            <p:spPr>
              <a:xfrm>
                <a:off x="1081" y="1065"/>
                <a:ext cx="362" cy="405"/>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4" name="Rectangle 8"/>
              <p:cNvSpPr/>
              <p:nvPr userDrawn="1"/>
            </p:nvSpPr>
            <p:spPr>
              <a:xfrm>
                <a:off x="1437" y="672"/>
                <a:ext cx="369" cy="400"/>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5" name="Rectangle 9"/>
              <p:cNvSpPr/>
              <p:nvPr userDrawn="1"/>
            </p:nvSpPr>
            <p:spPr>
              <a:xfrm>
                <a:off x="719" y="2257"/>
                <a:ext cx="368" cy="404"/>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6" name="Rectangle 10"/>
              <p:cNvSpPr/>
              <p:nvPr userDrawn="1"/>
            </p:nvSpPr>
            <p:spPr>
              <a:xfrm>
                <a:off x="1437" y="1065"/>
                <a:ext cx="369" cy="405"/>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7" name="Rectangle 11"/>
              <p:cNvSpPr/>
              <p:nvPr userDrawn="1"/>
            </p:nvSpPr>
            <p:spPr>
              <a:xfrm>
                <a:off x="719" y="1464"/>
                <a:ext cx="368" cy="399"/>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8" name="Rectangle 12"/>
              <p:cNvSpPr/>
              <p:nvPr userDrawn="1"/>
            </p:nvSpPr>
            <p:spPr>
              <a:xfrm>
                <a:off x="0" y="1464"/>
                <a:ext cx="367" cy="399"/>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9" name="Rectangle 13"/>
              <p:cNvSpPr/>
              <p:nvPr userDrawn="1"/>
            </p:nvSpPr>
            <p:spPr>
              <a:xfrm>
                <a:off x="1081" y="1464"/>
                <a:ext cx="362" cy="399"/>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10" name="Rectangle 14"/>
              <p:cNvSpPr/>
              <p:nvPr userDrawn="1"/>
            </p:nvSpPr>
            <p:spPr>
              <a:xfrm>
                <a:off x="361" y="1857"/>
                <a:ext cx="363" cy="406"/>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11" name="Rectangle 15"/>
              <p:cNvSpPr/>
              <p:nvPr userDrawn="1"/>
            </p:nvSpPr>
            <p:spPr>
              <a:xfrm>
                <a:off x="719" y="1857"/>
                <a:ext cx="368" cy="406"/>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grpSp>
      </p:grpSp>
      <p:sp>
        <p:nvSpPr>
          <p:cNvPr id="52243"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fontAlgn="base"/>
            <a:r>
              <a:rPr lang="zh-CN" altLang="en-US" strike="noStrike" noProof="1"/>
              <a:t>单击此处编辑母版标题样式</a:t>
            </a:r>
            <a:endParaRPr lang="zh-CN" altLang="en-US" strike="noStrike" noProof="1"/>
          </a:p>
        </p:txBody>
      </p:sp>
      <p:sp>
        <p:nvSpPr>
          <p:cNvPr id="52244"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fontAlgn="base"/>
            <a:r>
              <a:rPr lang="zh-CN" altLang="en-US" strike="noStrike" noProof="1"/>
              <a:t>单击此处编辑母版副标题样式</a:t>
            </a:r>
            <a:endParaRPr lang="zh-CN" altLang="en-US" strike="noStrike" noProof="1"/>
          </a:p>
        </p:txBody>
      </p:sp>
      <p:sp>
        <p:nvSpPr>
          <p:cNvPr id="31" name="Rectangle 16"/>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b" anchorCtr="0" compatLnSpc="1"/>
          <a:lstStyle>
            <a:lvl1pPr>
              <a:defRPr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Arial Black" panose="020B0A040201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457200"/>
            <a:ext cx="6019800" cy="5410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8600"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48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8" name="日期占位符 7"/>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457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57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4648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6" Type="http://schemas.openxmlformats.org/officeDocument/2006/relationships/theme" Target="../theme/theme2.xml"/><Relationship Id="rId15" Type="http://schemas.openxmlformats.org/officeDocument/2006/relationships/image" Target="../media/image1.jpeg"/><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7.xml"/><Relationship Id="rId8" Type="http://schemas.openxmlformats.org/officeDocument/2006/relationships/slideLayout" Target="../slideLayouts/slideLayout36.xml"/><Relationship Id="rId7" Type="http://schemas.openxmlformats.org/officeDocument/2006/relationships/slideLayout" Target="../slideLayouts/slideLayout35.xml"/><Relationship Id="rId6" Type="http://schemas.openxmlformats.org/officeDocument/2006/relationships/slideLayout" Target="../slideLayouts/slideLayout34.xml"/><Relationship Id="rId5" Type="http://schemas.openxmlformats.org/officeDocument/2006/relationships/slideLayout" Target="../slideLayouts/slideLayout33.xml"/><Relationship Id="rId4" Type="http://schemas.openxmlformats.org/officeDocument/2006/relationships/slideLayout" Target="../slideLayouts/slideLayout32.xml"/><Relationship Id="rId3" Type="http://schemas.openxmlformats.org/officeDocument/2006/relationships/slideLayout" Target="../slideLayouts/slideLayout31.xml"/><Relationship Id="rId2" Type="http://schemas.openxmlformats.org/officeDocument/2006/relationships/slideLayout" Target="../slideLayouts/slideLayout30.xml"/><Relationship Id="rId16" Type="http://schemas.openxmlformats.org/officeDocument/2006/relationships/theme" Target="../theme/theme3.xml"/><Relationship Id="rId15" Type="http://schemas.openxmlformats.org/officeDocument/2006/relationships/image" Target="../media/image1.jpeg"/><Relationship Id="rId14" Type="http://schemas.openxmlformats.org/officeDocument/2006/relationships/slideLayout" Target="../slideLayouts/slideLayout42.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1" Type="http://schemas.openxmlformats.org/officeDocument/2006/relationships/slideLayout" Target="../slideLayouts/slideLayout39.xml"/><Relationship Id="rId10" Type="http://schemas.openxmlformats.org/officeDocument/2006/relationships/slideLayout" Target="../slideLayouts/slideLayout38.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blipFill>
        <a:effectLst/>
      </p:bgPr>
    </p:bg>
    <p:spTree>
      <p:nvGrpSpPr>
        <p:cNvPr id="1" name=""/>
        <p:cNvGrpSpPr/>
        <p:nvPr/>
      </p:nvGrpSpPr>
      <p:grpSpPr/>
      <p:sp>
        <p:nvSpPr>
          <p:cNvPr id="51202"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sz="1200" i="0" smtClean="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1203"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i="0">
                <a:latin typeface="Arial Black" panose="020B0A04020102020204" pitchFamily="34" charset="0"/>
              </a:defRPr>
            </a:lvl1pPr>
          </a:lstStyle>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grpSp>
        <p:nvGrpSpPr>
          <p:cNvPr id="1028" name="Group 4"/>
          <p:cNvGrpSpPr/>
          <p:nvPr/>
        </p:nvGrpSpPr>
        <p:grpSpPr>
          <a:xfrm>
            <a:off x="0" y="0"/>
            <a:ext cx="9144000" cy="546100"/>
            <a:chOff x="0" y="0"/>
            <a:chExt cx="5760" cy="344"/>
          </a:xfrm>
        </p:grpSpPr>
        <p:sp>
          <p:nvSpPr>
            <p:cNvPr id="1029"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a:endParaRPr lang="zh-CN" altLang="zh-CN" sz="2400" i="0" dirty="0">
                <a:latin typeface="Times New Roman" panose="02020603050405020304" pitchFamily="18" charset="0"/>
                <a:ea typeface="宋体" panose="02010600030101010101" pitchFamily="2" charset="-122"/>
              </a:endParaRPr>
            </a:p>
          </p:txBody>
        </p:sp>
        <p:sp>
          <p:nvSpPr>
            <p:cNvPr id="1030"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1031" name="Rectangle 7"/>
            <p:cNvSpPr/>
            <p:nvPr/>
          </p:nvSpPr>
          <p:spPr>
            <a:xfrm>
              <a:off x="258" y="85"/>
              <a:ext cx="87" cy="89"/>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1032" name="Rectangle 8"/>
            <p:cNvSpPr/>
            <p:nvPr/>
          </p:nvSpPr>
          <p:spPr>
            <a:xfrm>
              <a:off x="345" y="0"/>
              <a:ext cx="88" cy="87"/>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1033" name="Rectangle 9"/>
            <p:cNvSpPr/>
            <p:nvPr/>
          </p:nvSpPr>
          <p:spPr>
            <a:xfrm>
              <a:off x="345" y="85"/>
              <a:ext cx="88" cy="89"/>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sp>
          <p:nvSpPr>
            <p:cNvPr id="1034" name="Rectangle 10"/>
            <p:cNvSpPr/>
            <p:nvPr/>
          </p:nvSpPr>
          <p:spPr>
            <a:xfrm>
              <a:off x="173" y="173"/>
              <a:ext cx="86" cy="87"/>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1035" name="Rectangle 11"/>
            <p:cNvSpPr/>
            <p:nvPr/>
          </p:nvSpPr>
          <p:spPr>
            <a:xfrm>
              <a:off x="83" y="86"/>
              <a:ext cx="89" cy="87"/>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1036" name="Rectangle 12"/>
            <p:cNvSpPr/>
            <p:nvPr/>
          </p:nvSpPr>
          <p:spPr>
            <a:xfrm>
              <a:off x="258" y="171"/>
              <a:ext cx="87" cy="87"/>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sp>
          <p:nvSpPr>
            <p:cNvPr id="1037" name="Rectangle 13"/>
            <p:cNvSpPr/>
            <p:nvPr/>
          </p:nvSpPr>
          <p:spPr>
            <a:xfrm>
              <a:off x="173" y="258"/>
              <a:ext cx="86" cy="86"/>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grpSp>
      <p:sp>
        <p:nvSpPr>
          <p:cNvPr id="1038"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39" name="Rectangle 15"/>
          <p:cNvSpPr>
            <a:spLocks noGrp="1"/>
          </p:cNvSpPr>
          <p:nvPr>
            <p:ph type="body"/>
          </p:nvPr>
        </p:nvSpPr>
        <p:spPr>
          <a:xfrm>
            <a:off x="457200" y="1981200"/>
            <a:ext cx="8229600" cy="38862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1216"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lgn="l">
              <a:defRPr sz="1200" i="0" smtClean="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5"/>
        </a:blipFill>
        <a:effectLst/>
      </p:bgPr>
    </p:bg>
    <p:spTree>
      <p:nvGrpSpPr>
        <p:cNvPr id="1" name=""/>
        <p:cNvGrpSpPr/>
        <p:nvPr/>
      </p:nvGrpSpPr>
      <p:grpSpPr/>
      <p:sp>
        <p:nvSpPr>
          <p:cNvPr id="51202"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sz="1200" i="0" smtClean="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1203"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i="0">
                <a:latin typeface="Arial Black" panose="020B0A04020102020204" pitchFamily="34" charset="0"/>
              </a:defRPr>
            </a:lvl1pPr>
          </a:lstStyle>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grpSp>
        <p:nvGrpSpPr>
          <p:cNvPr id="2052" name="Group 4"/>
          <p:cNvGrpSpPr/>
          <p:nvPr/>
        </p:nvGrpSpPr>
        <p:grpSpPr>
          <a:xfrm>
            <a:off x="0" y="0"/>
            <a:ext cx="9144000" cy="546100"/>
            <a:chOff x="0" y="0"/>
            <a:chExt cx="5760" cy="344"/>
          </a:xfrm>
        </p:grpSpPr>
        <p:sp>
          <p:nvSpPr>
            <p:cNvPr id="2053"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a:endParaRPr lang="zh-CN" altLang="zh-CN" sz="2400" i="0" dirty="0">
                <a:latin typeface="Times New Roman" panose="02020603050405020304" pitchFamily="18" charset="0"/>
                <a:ea typeface="宋体" panose="02010600030101010101" pitchFamily="2" charset="-122"/>
              </a:endParaRPr>
            </a:p>
          </p:txBody>
        </p:sp>
        <p:sp>
          <p:nvSpPr>
            <p:cNvPr id="2054"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2055" name="Rectangle 7"/>
            <p:cNvSpPr/>
            <p:nvPr/>
          </p:nvSpPr>
          <p:spPr>
            <a:xfrm>
              <a:off x="258" y="85"/>
              <a:ext cx="87" cy="89"/>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2056" name="Rectangle 8"/>
            <p:cNvSpPr/>
            <p:nvPr/>
          </p:nvSpPr>
          <p:spPr>
            <a:xfrm>
              <a:off x="345" y="0"/>
              <a:ext cx="88" cy="87"/>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2057" name="Rectangle 9"/>
            <p:cNvSpPr/>
            <p:nvPr/>
          </p:nvSpPr>
          <p:spPr>
            <a:xfrm>
              <a:off x="345" y="85"/>
              <a:ext cx="88" cy="89"/>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sp>
          <p:nvSpPr>
            <p:cNvPr id="2058" name="Rectangle 10"/>
            <p:cNvSpPr/>
            <p:nvPr/>
          </p:nvSpPr>
          <p:spPr>
            <a:xfrm>
              <a:off x="173" y="173"/>
              <a:ext cx="86" cy="87"/>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2059" name="Rectangle 11"/>
            <p:cNvSpPr/>
            <p:nvPr/>
          </p:nvSpPr>
          <p:spPr>
            <a:xfrm>
              <a:off x="83" y="86"/>
              <a:ext cx="89" cy="87"/>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2060" name="Rectangle 12"/>
            <p:cNvSpPr/>
            <p:nvPr/>
          </p:nvSpPr>
          <p:spPr>
            <a:xfrm>
              <a:off x="258" y="171"/>
              <a:ext cx="87" cy="87"/>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sp>
          <p:nvSpPr>
            <p:cNvPr id="2061" name="Rectangle 13"/>
            <p:cNvSpPr/>
            <p:nvPr/>
          </p:nvSpPr>
          <p:spPr>
            <a:xfrm>
              <a:off x="173" y="258"/>
              <a:ext cx="86" cy="86"/>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grpSp>
      <p:sp>
        <p:nvSpPr>
          <p:cNvPr id="2062"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63" name="Rectangle 15"/>
          <p:cNvSpPr>
            <a:spLocks noGrp="1"/>
          </p:cNvSpPr>
          <p:nvPr>
            <p:ph type="body"/>
          </p:nvPr>
        </p:nvSpPr>
        <p:spPr>
          <a:xfrm>
            <a:off x="457200" y="1981200"/>
            <a:ext cx="8229600" cy="38862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1216"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lgn="l">
              <a:defRPr sz="1200" i="0" smtClean="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5"/>
        </a:blipFill>
        <a:effectLst/>
      </p:bgPr>
    </p:bg>
    <p:spTree>
      <p:nvGrpSpPr>
        <p:cNvPr id="1" name=""/>
        <p:cNvGrpSpPr/>
        <p:nvPr/>
      </p:nvGrpSpPr>
      <p:grpSpPr/>
      <p:sp>
        <p:nvSpPr>
          <p:cNvPr id="51202"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sz="1200" i="0" smtClean="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1203"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i="0">
                <a:latin typeface="Arial Black" panose="020B0A04020102020204" pitchFamily="34" charset="0"/>
              </a:defRPr>
            </a:lvl1pPr>
          </a:lstStyle>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grpSp>
        <p:nvGrpSpPr>
          <p:cNvPr id="2052" name="Group 4"/>
          <p:cNvGrpSpPr/>
          <p:nvPr/>
        </p:nvGrpSpPr>
        <p:grpSpPr>
          <a:xfrm>
            <a:off x="0" y="0"/>
            <a:ext cx="9144000" cy="546100"/>
            <a:chOff x="0" y="0"/>
            <a:chExt cx="5760" cy="344"/>
          </a:xfrm>
        </p:grpSpPr>
        <p:sp>
          <p:nvSpPr>
            <p:cNvPr id="2053"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a:endParaRPr lang="zh-CN" altLang="zh-CN" sz="2400" i="0" dirty="0">
                <a:latin typeface="Times New Roman" panose="02020603050405020304" pitchFamily="18" charset="0"/>
                <a:ea typeface="宋体" panose="02010600030101010101" pitchFamily="2" charset="-122"/>
              </a:endParaRPr>
            </a:p>
          </p:txBody>
        </p:sp>
        <p:sp>
          <p:nvSpPr>
            <p:cNvPr id="2054"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2055" name="Rectangle 7"/>
            <p:cNvSpPr/>
            <p:nvPr/>
          </p:nvSpPr>
          <p:spPr>
            <a:xfrm>
              <a:off x="258" y="85"/>
              <a:ext cx="87" cy="89"/>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2056" name="Rectangle 8"/>
            <p:cNvSpPr/>
            <p:nvPr/>
          </p:nvSpPr>
          <p:spPr>
            <a:xfrm>
              <a:off x="345" y="0"/>
              <a:ext cx="88" cy="87"/>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2057" name="Rectangle 9"/>
            <p:cNvSpPr/>
            <p:nvPr/>
          </p:nvSpPr>
          <p:spPr>
            <a:xfrm>
              <a:off x="345" y="85"/>
              <a:ext cx="88" cy="89"/>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sp>
          <p:nvSpPr>
            <p:cNvPr id="2058" name="Rectangle 10"/>
            <p:cNvSpPr/>
            <p:nvPr/>
          </p:nvSpPr>
          <p:spPr>
            <a:xfrm>
              <a:off x="173" y="173"/>
              <a:ext cx="86" cy="87"/>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2059" name="Rectangle 11"/>
            <p:cNvSpPr/>
            <p:nvPr/>
          </p:nvSpPr>
          <p:spPr>
            <a:xfrm>
              <a:off x="83" y="86"/>
              <a:ext cx="89" cy="87"/>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2060" name="Rectangle 12"/>
            <p:cNvSpPr/>
            <p:nvPr/>
          </p:nvSpPr>
          <p:spPr>
            <a:xfrm>
              <a:off x="258" y="171"/>
              <a:ext cx="87" cy="87"/>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sp>
          <p:nvSpPr>
            <p:cNvPr id="2061" name="Rectangle 13"/>
            <p:cNvSpPr/>
            <p:nvPr/>
          </p:nvSpPr>
          <p:spPr>
            <a:xfrm>
              <a:off x="173" y="258"/>
              <a:ext cx="86" cy="86"/>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grpSp>
      <p:sp>
        <p:nvSpPr>
          <p:cNvPr id="2062"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63" name="Rectangle 15"/>
          <p:cNvSpPr>
            <a:spLocks noGrp="1"/>
          </p:cNvSpPr>
          <p:nvPr>
            <p:ph type="body"/>
          </p:nvPr>
        </p:nvSpPr>
        <p:spPr>
          <a:xfrm>
            <a:off x="457200" y="1981200"/>
            <a:ext cx="8229600" cy="38862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1216"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lgn="l">
              <a:defRPr sz="1200" i="0" smtClean="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wmf"/><Relationship Id="rId1"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10.wmf"/><Relationship Id="rId3" Type="http://schemas.openxmlformats.org/officeDocument/2006/relationships/oleObject" Target="../embeddings/oleObject4.bin"/><Relationship Id="rId2" Type="http://schemas.openxmlformats.org/officeDocument/2006/relationships/image" Target="../media/image9.wmf"/><Relationship Id="rId1"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12.wmf"/><Relationship Id="rId3" Type="http://schemas.openxmlformats.org/officeDocument/2006/relationships/oleObject" Target="../embeddings/oleObject6.bin"/><Relationship Id="rId2" Type="http://schemas.openxmlformats.org/officeDocument/2006/relationships/image" Target="../media/image11.wmf"/><Relationship Id="rId1"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xml"/><Relationship Id="rId2" Type="http://schemas.openxmlformats.org/officeDocument/2006/relationships/image" Target="../media/image15.wmf"/><Relationship Id="rId1" Type="http://schemas.openxmlformats.org/officeDocument/2006/relationships/image" Target="../media/image14.wmf"/></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xml"/><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23.wmf"/><Relationship Id="rId7" Type="http://schemas.openxmlformats.org/officeDocument/2006/relationships/oleObject" Target="../embeddings/oleObject10.bin"/><Relationship Id="rId6" Type="http://schemas.openxmlformats.org/officeDocument/2006/relationships/image" Target="../media/image22.wmf"/><Relationship Id="rId5" Type="http://schemas.openxmlformats.org/officeDocument/2006/relationships/oleObject" Target="../embeddings/oleObject9.bin"/><Relationship Id="rId4" Type="http://schemas.openxmlformats.org/officeDocument/2006/relationships/image" Target="../media/image21.wmf"/><Relationship Id="rId3" Type="http://schemas.openxmlformats.org/officeDocument/2006/relationships/oleObject" Target="../embeddings/oleObject8.bin"/><Relationship Id="rId2" Type="http://schemas.openxmlformats.org/officeDocument/2006/relationships/image" Target="../media/image20.wmf"/><Relationship Id="rId17" Type="http://schemas.openxmlformats.org/officeDocument/2006/relationships/vmlDrawing" Target="../drawings/vmlDrawing5.vml"/><Relationship Id="rId16" Type="http://schemas.openxmlformats.org/officeDocument/2006/relationships/slideLayout" Target="../slideLayouts/slideLayout14.xml"/><Relationship Id="rId15" Type="http://schemas.openxmlformats.org/officeDocument/2006/relationships/image" Target="../media/image27.png"/><Relationship Id="rId14" Type="http://schemas.openxmlformats.org/officeDocument/2006/relationships/image" Target="../media/image26.wmf"/><Relationship Id="rId13" Type="http://schemas.openxmlformats.org/officeDocument/2006/relationships/oleObject" Target="../embeddings/oleObject13.bin"/><Relationship Id="rId12" Type="http://schemas.openxmlformats.org/officeDocument/2006/relationships/image" Target="../media/image25.wmf"/><Relationship Id="rId11" Type="http://schemas.openxmlformats.org/officeDocument/2006/relationships/oleObject" Target="../embeddings/oleObject12.bin"/><Relationship Id="rId10" Type="http://schemas.openxmlformats.org/officeDocument/2006/relationships/image" Target="../media/image24.wmf"/><Relationship Id="rId1" Type="http://schemas.openxmlformats.org/officeDocument/2006/relationships/oleObject" Target="../embeddings/oleObject7.bin"/></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image" Target="../media/image31.wmf"/><Relationship Id="rId7" Type="http://schemas.openxmlformats.org/officeDocument/2006/relationships/oleObject" Target="../embeddings/oleObject17.bin"/><Relationship Id="rId6" Type="http://schemas.openxmlformats.org/officeDocument/2006/relationships/image" Target="../media/image30.wmf"/><Relationship Id="rId5" Type="http://schemas.openxmlformats.org/officeDocument/2006/relationships/oleObject" Target="../embeddings/oleObject16.bin"/><Relationship Id="rId4" Type="http://schemas.openxmlformats.org/officeDocument/2006/relationships/image" Target="../media/image29.wmf"/><Relationship Id="rId3" Type="http://schemas.openxmlformats.org/officeDocument/2006/relationships/oleObject" Target="../embeddings/oleObject15.bin"/><Relationship Id="rId2" Type="http://schemas.openxmlformats.org/officeDocument/2006/relationships/image" Target="../media/image28.wmf"/><Relationship Id="rId10" Type="http://schemas.openxmlformats.org/officeDocument/2006/relationships/vmlDrawing" Target="../drawings/vmlDrawing6.vml"/><Relationship Id="rId1" Type="http://schemas.openxmlformats.org/officeDocument/2006/relationships/oleObject" Target="../embeddings/oleObject14.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22.bin"/><Relationship Id="rId8" Type="http://schemas.openxmlformats.org/officeDocument/2006/relationships/image" Target="../media/image35.wmf"/><Relationship Id="rId7" Type="http://schemas.openxmlformats.org/officeDocument/2006/relationships/oleObject" Target="../embeddings/oleObject21.bin"/><Relationship Id="rId6" Type="http://schemas.openxmlformats.org/officeDocument/2006/relationships/image" Target="../media/image34.wmf"/><Relationship Id="rId5" Type="http://schemas.openxmlformats.org/officeDocument/2006/relationships/oleObject" Target="../embeddings/oleObject20.bin"/><Relationship Id="rId4" Type="http://schemas.openxmlformats.org/officeDocument/2006/relationships/image" Target="../media/image33.wmf"/><Relationship Id="rId3" Type="http://schemas.openxmlformats.org/officeDocument/2006/relationships/oleObject" Target="../embeddings/oleObject19.bin"/><Relationship Id="rId2" Type="http://schemas.openxmlformats.org/officeDocument/2006/relationships/image" Target="../media/image32.wmf"/><Relationship Id="rId14" Type="http://schemas.openxmlformats.org/officeDocument/2006/relationships/vmlDrawing" Target="../drawings/vmlDrawing7.vml"/><Relationship Id="rId13" Type="http://schemas.openxmlformats.org/officeDocument/2006/relationships/slideLayout" Target="../slideLayouts/slideLayout7.xml"/><Relationship Id="rId12" Type="http://schemas.openxmlformats.org/officeDocument/2006/relationships/image" Target="../media/image37.wmf"/><Relationship Id="rId11" Type="http://schemas.openxmlformats.org/officeDocument/2006/relationships/oleObject" Target="../embeddings/oleObject23.bin"/><Relationship Id="rId10" Type="http://schemas.openxmlformats.org/officeDocument/2006/relationships/image" Target="../media/image36.wmf"/><Relationship Id="rId1" Type="http://schemas.openxmlformats.org/officeDocument/2006/relationships/oleObject" Target="../embeddings/oleObject18.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33.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png"/></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47.png"/><Relationship Id="rId3" Type="http://schemas.openxmlformats.org/officeDocument/2006/relationships/oleObject" Target="../embeddings/oleObject24.bin"/><Relationship Id="rId2" Type="http://schemas.openxmlformats.org/officeDocument/2006/relationships/image" Target="../media/image46.png"/><Relationship Id="rId1"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file:///F:\&#25968;&#23383;&#36923;&#36753;-&#32599;&#35810;\&#33050;&#26412;2\CHAP2\&#29305;&#27530;1.ppt" TargetMode="External"/></Relationships>
</file>

<file path=ppt/slides/_rels/slide46.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49.wmf"/><Relationship Id="rId3" Type="http://schemas.openxmlformats.org/officeDocument/2006/relationships/oleObject" Target="../embeddings/oleObject26.bin"/><Relationship Id="rId2" Type="http://schemas.openxmlformats.org/officeDocument/2006/relationships/image" Target="../media/image48.wmf"/><Relationship Id="rId1" Type="http://schemas.openxmlformats.org/officeDocument/2006/relationships/oleObject" Target="../embeddings/oleObject25.bin"/></Relationships>
</file>

<file path=ppt/slides/_rels/slide4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3.wmf"/><Relationship Id="rId7" Type="http://schemas.openxmlformats.org/officeDocument/2006/relationships/oleObject" Target="../embeddings/oleObject30.bin"/><Relationship Id="rId6" Type="http://schemas.openxmlformats.org/officeDocument/2006/relationships/image" Target="../media/image52.wmf"/><Relationship Id="rId5" Type="http://schemas.openxmlformats.org/officeDocument/2006/relationships/oleObject" Target="../embeddings/oleObject29.bin"/><Relationship Id="rId4" Type="http://schemas.openxmlformats.org/officeDocument/2006/relationships/image" Target="../media/image51.wmf"/><Relationship Id="rId3" Type="http://schemas.openxmlformats.org/officeDocument/2006/relationships/oleObject" Target="../embeddings/oleObject28.bin"/><Relationship Id="rId2" Type="http://schemas.openxmlformats.org/officeDocument/2006/relationships/image" Target="../media/image50.wmf"/><Relationship Id="rId10" Type="http://schemas.openxmlformats.org/officeDocument/2006/relationships/vmlDrawing" Target="../drawings/vmlDrawing10.vml"/><Relationship Id="rId1" Type="http://schemas.openxmlformats.org/officeDocument/2006/relationships/oleObject" Target="../embeddings/oleObject27.bin"/></Relationships>
</file>

<file path=ppt/slides/_rels/slide48.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image" Target="../media/image55.png"/><Relationship Id="rId3" Type="http://schemas.openxmlformats.org/officeDocument/2006/relationships/oleObject" Target="../embeddings/oleObject32.bin"/><Relationship Id="rId2" Type="http://schemas.openxmlformats.org/officeDocument/2006/relationships/image" Target="../media/image54.png"/><Relationship Id="rId1" Type="http://schemas.openxmlformats.org/officeDocument/2006/relationships/oleObject" Target="../embeddings/oleObject31.bin"/></Relationships>
</file>

<file path=ppt/slides/_rels/slide49.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53.wmf"/><Relationship Id="rId7" Type="http://schemas.openxmlformats.org/officeDocument/2006/relationships/oleObject" Target="../embeddings/oleObject36.bin"/><Relationship Id="rId6" Type="http://schemas.openxmlformats.org/officeDocument/2006/relationships/image" Target="../media/image52.wmf"/><Relationship Id="rId5" Type="http://schemas.openxmlformats.org/officeDocument/2006/relationships/oleObject" Target="../embeddings/oleObject35.bin"/><Relationship Id="rId4" Type="http://schemas.openxmlformats.org/officeDocument/2006/relationships/image" Target="../media/image51.wmf"/><Relationship Id="rId3" Type="http://schemas.openxmlformats.org/officeDocument/2006/relationships/oleObject" Target="../embeddings/oleObject34.bin"/><Relationship Id="rId2" Type="http://schemas.openxmlformats.org/officeDocument/2006/relationships/image" Target="../media/image50.wmf"/><Relationship Id="rId17" Type="http://schemas.openxmlformats.org/officeDocument/2006/relationships/vmlDrawing" Target="../drawings/vmlDrawing12.vml"/><Relationship Id="rId16" Type="http://schemas.openxmlformats.org/officeDocument/2006/relationships/slideLayout" Target="../slideLayouts/slideLayout2.xml"/><Relationship Id="rId15" Type="http://schemas.openxmlformats.org/officeDocument/2006/relationships/image" Target="../media/image58.wmf"/><Relationship Id="rId14" Type="http://schemas.openxmlformats.org/officeDocument/2006/relationships/oleObject" Target="../embeddings/oleObject40.bin"/><Relationship Id="rId13" Type="http://schemas.openxmlformats.org/officeDocument/2006/relationships/image" Target="../media/image57.wmf"/><Relationship Id="rId12" Type="http://schemas.openxmlformats.org/officeDocument/2006/relationships/oleObject" Target="../embeddings/oleObject39.bin"/><Relationship Id="rId11" Type="http://schemas.openxmlformats.org/officeDocument/2006/relationships/oleObject" Target="../embeddings/oleObject38.bin"/><Relationship Id="rId10" Type="http://schemas.openxmlformats.org/officeDocument/2006/relationships/image" Target="../media/image56.wmf"/><Relationship Id="rId1" Type="http://schemas.openxmlformats.org/officeDocument/2006/relationships/oleObject" Target="../embeddings/oleObject33.bin"/></Relationships>
</file>

<file path=ppt/slides/_rels/slide50.xml.rels><?xml version="1.0" encoding="UTF-8" standalone="yes"?>
<Relationships xmlns="http://schemas.openxmlformats.org/package/2006/relationships"><Relationship Id="rId7" Type="http://schemas.openxmlformats.org/officeDocument/2006/relationships/vmlDrawing" Target="../drawings/vmlDrawing13.vml"/><Relationship Id="rId6" Type="http://schemas.openxmlformats.org/officeDocument/2006/relationships/slideLayout" Target="../slideLayouts/slideLayout4.xml"/><Relationship Id="rId5" Type="http://schemas.openxmlformats.org/officeDocument/2006/relationships/image" Target="../media/image61.png"/><Relationship Id="rId4" Type="http://schemas.openxmlformats.org/officeDocument/2006/relationships/image" Target="../media/image60.wmf"/><Relationship Id="rId3" Type="http://schemas.openxmlformats.org/officeDocument/2006/relationships/oleObject" Target="../embeddings/oleObject42.bin"/><Relationship Id="rId2" Type="http://schemas.openxmlformats.org/officeDocument/2006/relationships/image" Target="../media/image59.wmf"/><Relationship Id="rId1" Type="http://schemas.openxmlformats.org/officeDocument/2006/relationships/oleObject" Target="../embeddings/oleObject41.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30.xml"/><Relationship Id="rId2" Type="http://schemas.openxmlformats.org/officeDocument/2006/relationships/image" Target="../media/image62.wmf"/><Relationship Id="rId1" Type="http://schemas.openxmlformats.org/officeDocument/2006/relationships/oleObject" Target="../embeddings/oleObject43.bin"/></Relationships>
</file>

<file path=ppt/slides/_rels/slide57.xml.rels><?xml version="1.0" encoding="UTF-8" standalone="yes"?>
<Relationships xmlns="http://schemas.openxmlformats.org/package/2006/relationships"><Relationship Id="rId9" Type="http://schemas.openxmlformats.org/officeDocument/2006/relationships/oleObject" Target="../embeddings/oleObject50.bin"/><Relationship Id="rId8" Type="http://schemas.openxmlformats.org/officeDocument/2006/relationships/oleObject" Target="../embeddings/oleObject49.bin"/><Relationship Id="rId7" Type="http://schemas.openxmlformats.org/officeDocument/2006/relationships/image" Target="../media/image64.png"/><Relationship Id="rId6" Type="http://schemas.openxmlformats.org/officeDocument/2006/relationships/oleObject" Target="../embeddings/oleObject48.bin"/><Relationship Id="rId5" Type="http://schemas.openxmlformats.org/officeDocument/2006/relationships/oleObject" Target="../embeddings/oleObject47.bin"/><Relationship Id="rId4" Type="http://schemas.openxmlformats.org/officeDocument/2006/relationships/oleObject" Target="../embeddings/oleObject46.bin"/><Relationship Id="rId3" Type="http://schemas.openxmlformats.org/officeDocument/2006/relationships/oleObject" Target="../embeddings/oleObject45.bin"/><Relationship Id="rId23" Type="http://schemas.openxmlformats.org/officeDocument/2006/relationships/vmlDrawing" Target="../drawings/vmlDrawing15.vml"/><Relationship Id="rId22" Type="http://schemas.openxmlformats.org/officeDocument/2006/relationships/slideLayout" Target="../slideLayouts/slideLayout12.xml"/><Relationship Id="rId21" Type="http://schemas.openxmlformats.org/officeDocument/2006/relationships/oleObject" Target="../embeddings/oleObject61.bin"/><Relationship Id="rId20" Type="http://schemas.openxmlformats.org/officeDocument/2006/relationships/image" Target="../media/image65.png"/><Relationship Id="rId2" Type="http://schemas.openxmlformats.org/officeDocument/2006/relationships/image" Target="../media/image63.png"/><Relationship Id="rId19" Type="http://schemas.openxmlformats.org/officeDocument/2006/relationships/oleObject" Target="../embeddings/oleObject60.bin"/><Relationship Id="rId18" Type="http://schemas.openxmlformats.org/officeDocument/2006/relationships/oleObject" Target="../embeddings/oleObject59.bin"/><Relationship Id="rId17" Type="http://schemas.openxmlformats.org/officeDocument/2006/relationships/oleObject" Target="../embeddings/oleObject58.bin"/><Relationship Id="rId16" Type="http://schemas.openxmlformats.org/officeDocument/2006/relationships/oleObject" Target="../embeddings/oleObject57.bin"/><Relationship Id="rId15" Type="http://schemas.openxmlformats.org/officeDocument/2006/relationships/oleObject" Target="../embeddings/oleObject56.bin"/><Relationship Id="rId14" Type="http://schemas.openxmlformats.org/officeDocument/2006/relationships/oleObject" Target="../embeddings/oleObject55.bin"/><Relationship Id="rId13" Type="http://schemas.openxmlformats.org/officeDocument/2006/relationships/oleObject" Target="../embeddings/oleObject54.bin"/><Relationship Id="rId12" Type="http://schemas.openxmlformats.org/officeDocument/2006/relationships/oleObject" Target="../embeddings/oleObject53.bin"/><Relationship Id="rId11" Type="http://schemas.openxmlformats.org/officeDocument/2006/relationships/oleObject" Target="../embeddings/oleObject52.bin"/><Relationship Id="rId10" Type="http://schemas.openxmlformats.org/officeDocument/2006/relationships/oleObject" Target="../embeddings/oleObject51.bin"/><Relationship Id="rId1" Type="http://schemas.openxmlformats.org/officeDocument/2006/relationships/oleObject" Target="../embeddings/oleObject44.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66.emf"/><Relationship Id="rId1" Type="http://schemas.openxmlformats.org/officeDocument/2006/relationships/oleObject" Target="../embeddings/oleObject62.bin"/></Relationships>
</file>

<file path=ppt/slides/_rels/slide60.xml.rels><?xml version="1.0" encoding="UTF-8" standalone="yes"?>
<Relationships xmlns="http://schemas.openxmlformats.org/package/2006/relationships"><Relationship Id="rId9" Type="http://schemas.openxmlformats.org/officeDocument/2006/relationships/oleObject" Target="../embeddings/oleObject67.bin"/><Relationship Id="rId8" Type="http://schemas.openxmlformats.org/officeDocument/2006/relationships/image" Target="../media/image70.emf"/><Relationship Id="rId7" Type="http://schemas.openxmlformats.org/officeDocument/2006/relationships/oleObject" Target="../embeddings/oleObject66.bin"/><Relationship Id="rId6" Type="http://schemas.openxmlformats.org/officeDocument/2006/relationships/image" Target="../media/image69.emf"/><Relationship Id="rId5" Type="http://schemas.openxmlformats.org/officeDocument/2006/relationships/oleObject" Target="../embeddings/oleObject65.bin"/><Relationship Id="rId4" Type="http://schemas.openxmlformats.org/officeDocument/2006/relationships/image" Target="../media/image68.emf"/><Relationship Id="rId3" Type="http://schemas.openxmlformats.org/officeDocument/2006/relationships/oleObject" Target="../embeddings/oleObject64.bin"/><Relationship Id="rId2" Type="http://schemas.openxmlformats.org/officeDocument/2006/relationships/image" Target="../media/image67.emf"/><Relationship Id="rId18" Type="http://schemas.openxmlformats.org/officeDocument/2006/relationships/vmlDrawing" Target="../drawings/vmlDrawing17.vml"/><Relationship Id="rId17" Type="http://schemas.openxmlformats.org/officeDocument/2006/relationships/slideLayout" Target="../slideLayouts/slideLayout7.xml"/><Relationship Id="rId16" Type="http://schemas.openxmlformats.org/officeDocument/2006/relationships/image" Target="../media/image74.emf"/><Relationship Id="rId15" Type="http://schemas.openxmlformats.org/officeDocument/2006/relationships/oleObject" Target="../embeddings/oleObject70.bin"/><Relationship Id="rId14" Type="http://schemas.openxmlformats.org/officeDocument/2006/relationships/image" Target="../media/image73.emf"/><Relationship Id="rId13" Type="http://schemas.openxmlformats.org/officeDocument/2006/relationships/oleObject" Target="../embeddings/oleObject69.bin"/><Relationship Id="rId12" Type="http://schemas.openxmlformats.org/officeDocument/2006/relationships/image" Target="../media/image72.emf"/><Relationship Id="rId11" Type="http://schemas.openxmlformats.org/officeDocument/2006/relationships/oleObject" Target="../embeddings/oleObject68.bin"/><Relationship Id="rId10" Type="http://schemas.openxmlformats.org/officeDocument/2006/relationships/image" Target="../media/image71.emf"/><Relationship Id="rId1" Type="http://schemas.openxmlformats.org/officeDocument/2006/relationships/oleObject" Target="../embeddings/oleObject63.bin"/></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75.emf"/><Relationship Id="rId1" Type="http://schemas.openxmlformats.org/officeDocument/2006/relationships/oleObject" Target="../embeddings/oleObject71.bin"/></Relationships>
</file>

<file path=ppt/slides/_rels/slide62.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5" Type="http://schemas.openxmlformats.org/officeDocument/2006/relationships/vmlDrawing" Target="../drawings/vmlDrawing19.vml"/><Relationship Id="rId64" Type="http://schemas.openxmlformats.org/officeDocument/2006/relationships/slideLayout" Target="../slideLayouts/slideLayout7.xml"/><Relationship Id="rId63" Type="http://schemas.openxmlformats.org/officeDocument/2006/relationships/tags" Target="../tags/tag49.xml"/><Relationship Id="rId62" Type="http://schemas.openxmlformats.org/officeDocument/2006/relationships/tags" Target="../tags/tag48.xml"/><Relationship Id="rId61" Type="http://schemas.openxmlformats.org/officeDocument/2006/relationships/tags" Target="../tags/tag47.xml"/><Relationship Id="rId60" Type="http://schemas.openxmlformats.org/officeDocument/2006/relationships/image" Target="../media/image83.emf"/><Relationship Id="rId6" Type="http://schemas.openxmlformats.org/officeDocument/2006/relationships/tags" Target="../tags/tag8.xml"/><Relationship Id="rId59" Type="http://schemas.openxmlformats.org/officeDocument/2006/relationships/oleObject" Target="../embeddings/oleObject79.bin"/><Relationship Id="rId58" Type="http://schemas.openxmlformats.org/officeDocument/2006/relationships/image" Target="../media/image82.emf"/><Relationship Id="rId57" Type="http://schemas.openxmlformats.org/officeDocument/2006/relationships/oleObject" Target="../embeddings/oleObject78.bin"/><Relationship Id="rId56" Type="http://schemas.openxmlformats.org/officeDocument/2006/relationships/image" Target="../media/image81.emf"/><Relationship Id="rId55" Type="http://schemas.openxmlformats.org/officeDocument/2006/relationships/oleObject" Target="../embeddings/oleObject77.bin"/><Relationship Id="rId54" Type="http://schemas.openxmlformats.org/officeDocument/2006/relationships/image" Target="../media/image80.emf"/><Relationship Id="rId53" Type="http://schemas.openxmlformats.org/officeDocument/2006/relationships/oleObject" Target="../embeddings/oleObject76.bin"/><Relationship Id="rId52" Type="http://schemas.openxmlformats.org/officeDocument/2006/relationships/image" Target="../media/image79.emf"/><Relationship Id="rId51" Type="http://schemas.openxmlformats.org/officeDocument/2006/relationships/oleObject" Target="../embeddings/oleObject75.bin"/><Relationship Id="rId50" Type="http://schemas.openxmlformats.org/officeDocument/2006/relationships/image" Target="../media/image78.emf"/><Relationship Id="rId5" Type="http://schemas.openxmlformats.org/officeDocument/2006/relationships/tags" Target="../tags/tag7.xml"/><Relationship Id="rId49" Type="http://schemas.openxmlformats.org/officeDocument/2006/relationships/oleObject" Target="../embeddings/oleObject74.bin"/><Relationship Id="rId48" Type="http://schemas.openxmlformats.org/officeDocument/2006/relationships/image" Target="../media/image77.emf"/><Relationship Id="rId47" Type="http://schemas.openxmlformats.org/officeDocument/2006/relationships/oleObject" Target="../embeddings/oleObject73.bin"/><Relationship Id="rId46" Type="http://schemas.openxmlformats.org/officeDocument/2006/relationships/image" Target="../media/image76.emf"/><Relationship Id="rId45" Type="http://schemas.openxmlformats.org/officeDocument/2006/relationships/oleObject" Target="../embeddings/oleObject72.bin"/><Relationship Id="rId44" Type="http://schemas.openxmlformats.org/officeDocument/2006/relationships/tags" Target="../tags/tag46.xml"/><Relationship Id="rId43" Type="http://schemas.openxmlformats.org/officeDocument/2006/relationships/tags" Target="../tags/tag45.xml"/><Relationship Id="rId42" Type="http://schemas.openxmlformats.org/officeDocument/2006/relationships/tags" Target="../tags/tag44.xml"/><Relationship Id="rId41" Type="http://schemas.openxmlformats.org/officeDocument/2006/relationships/tags" Target="../tags/tag43.xml"/><Relationship Id="rId40" Type="http://schemas.openxmlformats.org/officeDocument/2006/relationships/tags" Target="../tags/tag42.xml"/><Relationship Id="rId4" Type="http://schemas.openxmlformats.org/officeDocument/2006/relationships/tags" Target="../tags/tag6.xml"/><Relationship Id="rId39" Type="http://schemas.openxmlformats.org/officeDocument/2006/relationships/tags" Target="../tags/tag41.xml"/><Relationship Id="rId38" Type="http://schemas.openxmlformats.org/officeDocument/2006/relationships/tags" Target="../tags/tag40.xml"/><Relationship Id="rId37" Type="http://schemas.openxmlformats.org/officeDocument/2006/relationships/tags" Target="../tags/tag39.xml"/><Relationship Id="rId36" Type="http://schemas.openxmlformats.org/officeDocument/2006/relationships/tags" Target="../tags/tag38.xml"/><Relationship Id="rId35" Type="http://schemas.openxmlformats.org/officeDocument/2006/relationships/tags" Target="../tags/tag37.xml"/><Relationship Id="rId34" Type="http://schemas.openxmlformats.org/officeDocument/2006/relationships/tags" Target="../tags/tag36.xml"/><Relationship Id="rId33" Type="http://schemas.openxmlformats.org/officeDocument/2006/relationships/tags" Target="../tags/tag35.xml"/><Relationship Id="rId32" Type="http://schemas.openxmlformats.org/officeDocument/2006/relationships/tags" Target="../tags/tag34.xml"/><Relationship Id="rId31" Type="http://schemas.openxmlformats.org/officeDocument/2006/relationships/tags" Target="../tags/tag33.xml"/><Relationship Id="rId30" Type="http://schemas.openxmlformats.org/officeDocument/2006/relationships/tags" Target="../tags/tag32.xml"/><Relationship Id="rId3" Type="http://schemas.openxmlformats.org/officeDocument/2006/relationships/tags" Target="../tags/tag5.xml"/><Relationship Id="rId29" Type="http://schemas.openxmlformats.org/officeDocument/2006/relationships/tags" Target="../tags/tag31.xml"/><Relationship Id="rId28" Type="http://schemas.openxmlformats.org/officeDocument/2006/relationships/tags" Target="../tags/tag30.xml"/><Relationship Id="rId27" Type="http://schemas.openxmlformats.org/officeDocument/2006/relationships/tags" Target="../tags/tag29.xml"/><Relationship Id="rId26" Type="http://schemas.openxmlformats.org/officeDocument/2006/relationships/tags" Target="../tags/tag28.xml"/><Relationship Id="rId25" Type="http://schemas.openxmlformats.org/officeDocument/2006/relationships/tags" Target="../tags/tag27.xml"/><Relationship Id="rId24" Type="http://schemas.openxmlformats.org/officeDocument/2006/relationships/tags" Target="../tags/tag26.xml"/><Relationship Id="rId23" Type="http://schemas.openxmlformats.org/officeDocument/2006/relationships/tags" Target="../tags/tag25.xml"/><Relationship Id="rId22" Type="http://schemas.openxmlformats.org/officeDocument/2006/relationships/tags" Target="../tags/tag24.xml"/><Relationship Id="rId21" Type="http://schemas.openxmlformats.org/officeDocument/2006/relationships/tags" Target="../tags/tag23.xml"/><Relationship Id="rId20" Type="http://schemas.openxmlformats.org/officeDocument/2006/relationships/tags" Target="../tags/tag22.xml"/><Relationship Id="rId2" Type="http://schemas.openxmlformats.org/officeDocument/2006/relationships/tags" Target="../tags/tag4.xml"/><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3.xml"/></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4.xml"/><Relationship Id="rId2" Type="http://schemas.openxmlformats.org/officeDocument/2006/relationships/image" Target="../media/image84.wmf"/><Relationship Id="rId1" Type="http://schemas.openxmlformats.org/officeDocument/2006/relationships/oleObject" Target="../embeddings/oleObject80.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7.xml"/><Relationship Id="rId2" Type="http://schemas.openxmlformats.org/officeDocument/2006/relationships/image" Target="../media/image85.wmf"/><Relationship Id="rId1" Type="http://schemas.openxmlformats.org/officeDocument/2006/relationships/oleObject" Target="../embeddings/oleObject81.bin"/></Relationships>
</file>

<file path=ppt/slides/_rels/slide66.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7.xml"/><Relationship Id="rId6" Type="http://schemas.openxmlformats.org/officeDocument/2006/relationships/image" Target="../media/image88.emf"/><Relationship Id="rId5" Type="http://schemas.openxmlformats.org/officeDocument/2006/relationships/oleObject" Target="../embeddings/oleObject84.bin"/><Relationship Id="rId4" Type="http://schemas.openxmlformats.org/officeDocument/2006/relationships/image" Target="../media/image87.wmf"/><Relationship Id="rId3" Type="http://schemas.openxmlformats.org/officeDocument/2006/relationships/oleObject" Target="../embeddings/oleObject83.bin"/><Relationship Id="rId2" Type="http://schemas.openxmlformats.org/officeDocument/2006/relationships/image" Target="../media/image86.wmf"/><Relationship Id="rId1" Type="http://schemas.openxmlformats.org/officeDocument/2006/relationships/oleObject" Target="../embeddings/oleObject82.bin"/></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68.xml.rels><?xml version="1.0" encoding="UTF-8" standalone="yes"?>
<Relationships xmlns="http://schemas.openxmlformats.org/package/2006/relationships"><Relationship Id="rId9" Type="http://schemas.openxmlformats.org/officeDocument/2006/relationships/oleObject" Target="../embeddings/oleObject89.bin"/><Relationship Id="rId8" Type="http://schemas.openxmlformats.org/officeDocument/2006/relationships/image" Target="../media/image93.wmf"/><Relationship Id="rId7" Type="http://schemas.openxmlformats.org/officeDocument/2006/relationships/oleObject" Target="../embeddings/oleObject88.bin"/><Relationship Id="rId6" Type="http://schemas.openxmlformats.org/officeDocument/2006/relationships/image" Target="../media/image92.wmf"/><Relationship Id="rId5" Type="http://schemas.openxmlformats.org/officeDocument/2006/relationships/oleObject" Target="../embeddings/oleObject87.bin"/><Relationship Id="rId4" Type="http://schemas.openxmlformats.org/officeDocument/2006/relationships/image" Target="../media/image91.wmf"/><Relationship Id="rId30" Type="http://schemas.openxmlformats.org/officeDocument/2006/relationships/vmlDrawing" Target="../drawings/vmlDrawing23.vml"/><Relationship Id="rId3" Type="http://schemas.openxmlformats.org/officeDocument/2006/relationships/oleObject" Target="../embeddings/oleObject86.bin"/><Relationship Id="rId29" Type="http://schemas.openxmlformats.org/officeDocument/2006/relationships/slideLayout" Target="../slideLayouts/slideLayout2.xml"/><Relationship Id="rId28" Type="http://schemas.openxmlformats.org/officeDocument/2006/relationships/image" Target="../media/image103.wmf"/><Relationship Id="rId27" Type="http://schemas.openxmlformats.org/officeDocument/2006/relationships/oleObject" Target="../embeddings/oleObject98.bin"/><Relationship Id="rId26" Type="http://schemas.openxmlformats.org/officeDocument/2006/relationships/image" Target="../media/image102.wmf"/><Relationship Id="rId25" Type="http://schemas.openxmlformats.org/officeDocument/2006/relationships/oleObject" Target="../embeddings/oleObject97.bin"/><Relationship Id="rId24" Type="http://schemas.openxmlformats.org/officeDocument/2006/relationships/image" Target="../media/image101.wmf"/><Relationship Id="rId23" Type="http://schemas.openxmlformats.org/officeDocument/2006/relationships/oleObject" Target="../embeddings/oleObject96.bin"/><Relationship Id="rId22" Type="http://schemas.openxmlformats.org/officeDocument/2006/relationships/image" Target="../media/image100.wmf"/><Relationship Id="rId21" Type="http://schemas.openxmlformats.org/officeDocument/2006/relationships/oleObject" Target="../embeddings/oleObject95.bin"/><Relationship Id="rId20" Type="http://schemas.openxmlformats.org/officeDocument/2006/relationships/image" Target="../media/image99.wmf"/><Relationship Id="rId2" Type="http://schemas.openxmlformats.org/officeDocument/2006/relationships/image" Target="../media/image90.wmf"/><Relationship Id="rId19" Type="http://schemas.openxmlformats.org/officeDocument/2006/relationships/oleObject" Target="../embeddings/oleObject94.bin"/><Relationship Id="rId18" Type="http://schemas.openxmlformats.org/officeDocument/2006/relationships/image" Target="../media/image98.wmf"/><Relationship Id="rId17" Type="http://schemas.openxmlformats.org/officeDocument/2006/relationships/oleObject" Target="../embeddings/oleObject93.bin"/><Relationship Id="rId16" Type="http://schemas.openxmlformats.org/officeDocument/2006/relationships/image" Target="../media/image97.wmf"/><Relationship Id="rId15" Type="http://schemas.openxmlformats.org/officeDocument/2006/relationships/oleObject" Target="../embeddings/oleObject92.bin"/><Relationship Id="rId14" Type="http://schemas.openxmlformats.org/officeDocument/2006/relationships/image" Target="../media/image96.wmf"/><Relationship Id="rId13" Type="http://schemas.openxmlformats.org/officeDocument/2006/relationships/oleObject" Target="../embeddings/oleObject91.bin"/><Relationship Id="rId12" Type="http://schemas.openxmlformats.org/officeDocument/2006/relationships/image" Target="../media/image95.wmf"/><Relationship Id="rId11" Type="http://schemas.openxmlformats.org/officeDocument/2006/relationships/oleObject" Target="../embeddings/oleObject90.bin"/><Relationship Id="rId10" Type="http://schemas.openxmlformats.org/officeDocument/2006/relationships/image" Target="../media/image94.wmf"/><Relationship Id="rId1" Type="http://schemas.openxmlformats.org/officeDocument/2006/relationships/oleObject" Target="../embeddings/oleObject85.bin"/></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13.xml"/><Relationship Id="rId2" Type="http://schemas.openxmlformats.org/officeDocument/2006/relationships/image" Target="../media/image104.png"/><Relationship Id="rId1" Type="http://schemas.openxmlformats.org/officeDocument/2006/relationships/oleObject" Target="../embeddings/oleObject99.bin"/></Relationships>
</file>

<file path=ppt/slides/_rels/slide70.xml.rels><?xml version="1.0" encoding="UTF-8" standalone="yes"?>
<Relationships xmlns="http://schemas.openxmlformats.org/package/2006/relationships"><Relationship Id="rId90" Type="http://schemas.openxmlformats.org/officeDocument/2006/relationships/vmlDrawing" Target="../drawings/vmlDrawing25.vml"/><Relationship Id="rId9" Type="http://schemas.openxmlformats.org/officeDocument/2006/relationships/oleObject" Target="../embeddings/oleObject104.bin"/><Relationship Id="rId89" Type="http://schemas.openxmlformats.org/officeDocument/2006/relationships/slideLayout" Target="../slideLayouts/slideLayout2.xml"/><Relationship Id="rId88" Type="http://schemas.openxmlformats.org/officeDocument/2006/relationships/image" Target="../media/image148.emf"/><Relationship Id="rId87" Type="http://schemas.openxmlformats.org/officeDocument/2006/relationships/oleObject" Target="../embeddings/oleObject143.bin"/><Relationship Id="rId86" Type="http://schemas.openxmlformats.org/officeDocument/2006/relationships/image" Target="../media/image147.emf"/><Relationship Id="rId85" Type="http://schemas.openxmlformats.org/officeDocument/2006/relationships/oleObject" Target="../embeddings/oleObject142.bin"/><Relationship Id="rId84" Type="http://schemas.openxmlformats.org/officeDocument/2006/relationships/image" Target="../media/image146.emf"/><Relationship Id="rId83" Type="http://schemas.openxmlformats.org/officeDocument/2006/relationships/oleObject" Target="../embeddings/oleObject141.bin"/><Relationship Id="rId82" Type="http://schemas.openxmlformats.org/officeDocument/2006/relationships/image" Target="../media/image145.emf"/><Relationship Id="rId81" Type="http://schemas.openxmlformats.org/officeDocument/2006/relationships/oleObject" Target="../embeddings/oleObject140.bin"/><Relationship Id="rId80" Type="http://schemas.openxmlformats.org/officeDocument/2006/relationships/image" Target="../media/image144.emf"/><Relationship Id="rId8" Type="http://schemas.openxmlformats.org/officeDocument/2006/relationships/image" Target="../media/image108.emf"/><Relationship Id="rId79" Type="http://schemas.openxmlformats.org/officeDocument/2006/relationships/oleObject" Target="../embeddings/oleObject139.bin"/><Relationship Id="rId78" Type="http://schemas.openxmlformats.org/officeDocument/2006/relationships/image" Target="../media/image143.emf"/><Relationship Id="rId77" Type="http://schemas.openxmlformats.org/officeDocument/2006/relationships/oleObject" Target="../embeddings/oleObject138.bin"/><Relationship Id="rId76" Type="http://schemas.openxmlformats.org/officeDocument/2006/relationships/image" Target="../media/image142.emf"/><Relationship Id="rId75" Type="http://schemas.openxmlformats.org/officeDocument/2006/relationships/oleObject" Target="../embeddings/oleObject137.bin"/><Relationship Id="rId74" Type="http://schemas.openxmlformats.org/officeDocument/2006/relationships/image" Target="../media/image141.emf"/><Relationship Id="rId73" Type="http://schemas.openxmlformats.org/officeDocument/2006/relationships/oleObject" Target="../embeddings/oleObject136.bin"/><Relationship Id="rId72" Type="http://schemas.openxmlformats.org/officeDocument/2006/relationships/image" Target="../media/image140.emf"/><Relationship Id="rId71" Type="http://schemas.openxmlformats.org/officeDocument/2006/relationships/oleObject" Target="../embeddings/oleObject135.bin"/><Relationship Id="rId70" Type="http://schemas.openxmlformats.org/officeDocument/2006/relationships/image" Target="../media/image139.emf"/><Relationship Id="rId7" Type="http://schemas.openxmlformats.org/officeDocument/2006/relationships/oleObject" Target="../embeddings/oleObject103.bin"/><Relationship Id="rId69" Type="http://schemas.openxmlformats.org/officeDocument/2006/relationships/oleObject" Target="../embeddings/oleObject134.bin"/><Relationship Id="rId68" Type="http://schemas.openxmlformats.org/officeDocument/2006/relationships/image" Target="../media/image138.emf"/><Relationship Id="rId67" Type="http://schemas.openxmlformats.org/officeDocument/2006/relationships/oleObject" Target="../embeddings/oleObject133.bin"/><Relationship Id="rId66" Type="http://schemas.openxmlformats.org/officeDocument/2006/relationships/image" Target="../media/image137.emf"/><Relationship Id="rId65" Type="http://schemas.openxmlformats.org/officeDocument/2006/relationships/oleObject" Target="../embeddings/oleObject132.bin"/><Relationship Id="rId64" Type="http://schemas.openxmlformats.org/officeDocument/2006/relationships/image" Target="../media/image136.wmf"/><Relationship Id="rId63" Type="http://schemas.openxmlformats.org/officeDocument/2006/relationships/oleObject" Target="../embeddings/oleObject131.bin"/><Relationship Id="rId62" Type="http://schemas.openxmlformats.org/officeDocument/2006/relationships/image" Target="../media/image135.emf"/><Relationship Id="rId61" Type="http://schemas.openxmlformats.org/officeDocument/2006/relationships/oleObject" Target="../embeddings/oleObject130.bin"/><Relationship Id="rId60" Type="http://schemas.openxmlformats.org/officeDocument/2006/relationships/image" Target="../media/image134.emf"/><Relationship Id="rId6" Type="http://schemas.openxmlformats.org/officeDocument/2006/relationships/image" Target="../media/image107.emf"/><Relationship Id="rId59" Type="http://schemas.openxmlformats.org/officeDocument/2006/relationships/oleObject" Target="../embeddings/oleObject129.bin"/><Relationship Id="rId58" Type="http://schemas.openxmlformats.org/officeDocument/2006/relationships/image" Target="../media/image133.emf"/><Relationship Id="rId57" Type="http://schemas.openxmlformats.org/officeDocument/2006/relationships/oleObject" Target="../embeddings/oleObject128.bin"/><Relationship Id="rId56" Type="http://schemas.openxmlformats.org/officeDocument/2006/relationships/image" Target="../media/image132.emf"/><Relationship Id="rId55" Type="http://schemas.openxmlformats.org/officeDocument/2006/relationships/oleObject" Target="../embeddings/oleObject127.bin"/><Relationship Id="rId54" Type="http://schemas.openxmlformats.org/officeDocument/2006/relationships/image" Target="../media/image131.emf"/><Relationship Id="rId53" Type="http://schemas.openxmlformats.org/officeDocument/2006/relationships/oleObject" Target="../embeddings/oleObject126.bin"/><Relationship Id="rId52" Type="http://schemas.openxmlformats.org/officeDocument/2006/relationships/image" Target="../media/image130.emf"/><Relationship Id="rId51" Type="http://schemas.openxmlformats.org/officeDocument/2006/relationships/oleObject" Target="../embeddings/oleObject125.bin"/><Relationship Id="rId50" Type="http://schemas.openxmlformats.org/officeDocument/2006/relationships/image" Target="../media/image129.emf"/><Relationship Id="rId5" Type="http://schemas.openxmlformats.org/officeDocument/2006/relationships/oleObject" Target="../embeddings/oleObject102.bin"/><Relationship Id="rId49" Type="http://schemas.openxmlformats.org/officeDocument/2006/relationships/oleObject" Target="../embeddings/oleObject124.bin"/><Relationship Id="rId48" Type="http://schemas.openxmlformats.org/officeDocument/2006/relationships/image" Target="../media/image128.emf"/><Relationship Id="rId47" Type="http://schemas.openxmlformats.org/officeDocument/2006/relationships/oleObject" Target="../embeddings/oleObject123.bin"/><Relationship Id="rId46" Type="http://schemas.openxmlformats.org/officeDocument/2006/relationships/image" Target="../media/image127.emf"/><Relationship Id="rId45" Type="http://schemas.openxmlformats.org/officeDocument/2006/relationships/oleObject" Target="../embeddings/oleObject122.bin"/><Relationship Id="rId44" Type="http://schemas.openxmlformats.org/officeDocument/2006/relationships/image" Target="../media/image126.emf"/><Relationship Id="rId43" Type="http://schemas.openxmlformats.org/officeDocument/2006/relationships/oleObject" Target="../embeddings/oleObject121.bin"/><Relationship Id="rId42" Type="http://schemas.openxmlformats.org/officeDocument/2006/relationships/image" Target="../media/image125.emf"/><Relationship Id="rId41" Type="http://schemas.openxmlformats.org/officeDocument/2006/relationships/oleObject" Target="../embeddings/oleObject120.bin"/><Relationship Id="rId40" Type="http://schemas.openxmlformats.org/officeDocument/2006/relationships/image" Target="../media/image124.emf"/><Relationship Id="rId4" Type="http://schemas.openxmlformats.org/officeDocument/2006/relationships/image" Target="../media/image106.wmf"/><Relationship Id="rId39" Type="http://schemas.openxmlformats.org/officeDocument/2006/relationships/oleObject" Target="../embeddings/oleObject119.bin"/><Relationship Id="rId38" Type="http://schemas.openxmlformats.org/officeDocument/2006/relationships/image" Target="../media/image123.emf"/><Relationship Id="rId37" Type="http://schemas.openxmlformats.org/officeDocument/2006/relationships/oleObject" Target="../embeddings/oleObject118.bin"/><Relationship Id="rId36" Type="http://schemas.openxmlformats.org/officeDocument/2006/relationships/image" Target="../media/image122.emf"/><Relationship Id="rId35" Type="http://schemas.openxmlformats.org/officeDocument/2006/relationships/oleObject" Target="../embeddings/oleObject117.bin"/><Relationship Id="rId34" Type="http://schemas.openxmlformats.org/officeDocument/2006/relationships/image" Target="../media/image121.emf"/><Relationship Id="rId33" Type="http://schemas.openxmlformats.org/officeDocument/2006/relationships/oleObject" Target="../embeddings/oleObject116.bin"/><Relationship Id="rId32" Type="http://schemas.openxmlformats.org/officeDocument/2006/relationships/image" Target="../media/image120.emf"/><Relationship Id="rId31" Type="http://schemas.openxmlformats.org/officeDocument/2006/relationships/oleObject" Target="../embeddings/oleObject115.bin"/><Relationship Id="rId30" Type="http://schemas.openxmlformats.org/officeDocument/2006/relationships/image" Target="../media/image119.emf"/><Relationship Id="rId3" Type="http://schemas.openxmlformats.org/officeDocument/2006/relationships/oleObject" Target="../embeddings/oleObject101.bin"/><Relationship Id="rId29" Type="http://schemas.openxmlformats.org/officeDocument/2006/relationships/oleObject" Target="../embeddings/oleObject114.bin"/><Relationship Id="rId28" Type="http://schemas.openxmlformats.org/officeDocument/2006/relationships/image" Target="../media/image118.emf"/><Relationship Id="rId27" Type="http://schemas.openxmlformats.org/officeDocument/2006/relationships/oleObject" Target="../embeddings/oleObject113.bin"/><Relationship Id="rId26" Type="http://schemas.openxmlformats.org/officeDocument/2006/relationships/image" Target="../media/image117.emf"/><Relationship Id="rId25" Type="http://schemas.openxmlformats.org/officeDocument/2006/relationships/oleObject" Target="../embeddings/oleObject112.bin"/><Relationship Id="rId24" Type="http://schemas.openxmlformats.org/officeDocument/2006/relationships/image" Target="../media/image116.emf"/><Relationship Id="rId23" Type="http://schemas.openxmlformats.org/officeDocument/2006/relationships/oleObject" Target="../embeddings/oleObject111.bin"/><Relationship Id="rId22" Type="http://schemas.openxmlformats.org/officeDocument/2006/relationships/image" Target="../media/image115.emf"/><Relationship Id="rId21" Type="http://schemas.openxmlformats.org/officeDocument/2006/relationships/oleObject" Target="../embeddings/oleObject110.bin"/><Relationship Id="rId20" Type="http://schemas.openxmlformats.org/officeDocument/2006/relationships/image" Target="../media/image114.emf"/><Relationship Id="rId2" Type="http://schemas.openxmlformats.org/officeDocument/2006/relationships/image" Target="../media/image105.emf"/><Relationship Id="rId19" Type="http://schemas.openxmlformats.org/officeDocument/2006/relationships/oleObject" Target="../embeddings/oleObject109.bin"/><Relationship Id="rId18" Type="http://schemas.openxmlformats.org/officeDocument/2006/relationships/image" Target="../media/image113.emf"/><Relationship Id="rId17" Type="http://schemas.openxmlformats.org/officeDocument/2006/relationships/oleObject" Target="../embeddings/oleObject108.bin"/><Relationship Id="rId16" Type="http://schemas.openxmlformats.org/officeDocument/2006/relationships/image" Target="../media/image112.emf"/><Relationship Id="rId15" Type="http://schemas.openxmlformats.org/officeDocument/2006/relationships/oleObject" Target="../embeddings/oleObject107.bin"/><Relationship Id="rId14" Type="http://schemas.openxmlformats.org/officeDocument/2006/relationships/image" Target="../media/image111.emf"/><Relationship Id="rId13" Type="http://schemas.openxmlformats.org/officeDocument/2006/relationships/oleObject" Target="../embeddings/oleObject106.bin"/><Relationship Id="rId12" Type="http://schemas.openxmlformats.org/officeDocument/2006/relationships/image" Target="../media/image110.emf"/><Relationship Id="rId11" Type="http://schemas.openxmlformats.org/officeDocument/2006/relationships/oleObject" Target="../embeddings/oleObject105.bin"/><Relationship Id="rId10" Type="http://schemas.openxmlformats.org/officeDocument/2006/relationships/image" Target="../media/image109.emf"/><Relationship Id="rId1" Type="http://schemas.openxmlformats.org/officeDocument/2006/relationships/oleObject" Target="../embeddings/oleObject100.bin"/></Relationships>
</file>

<file path=ppt/slides/_rels/slide71.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2.xml"/><Relationship Id="rId2" Type="http://schemas.openxmlformats.org/officeDocument/2006/relationships/image" Target="../media/image149.emf"/><Relationship Id="rId1" Type="http://schemas.openxmlformats.org/officeDocument/2006/relationships/oleObject" Target="../embeddings/oleObject144.bin"/></Relationships>
</file>

<file path=ppt/slides/_rels/slide72.xml.rels><?xml version="1.0" encoding="UTF-8" standalone="yes"?>
<Relationships xmlns="http://schemas.openxmlformats.org/package/2006/relationships"><Relationship Id="rId6" Type="http://schemas.openxmlformats.org/officeDocument/2006/relationships/vmlDrawing" Target="../drawings/vmlDrawing27.vml"/><Relationship Id="rId5" Type="http://schemas.openxmlformats.org/officeDocument/2006/relationships/slideLayout" Target="../slideLayouts/slideLayout2.xml"/><Relationship Id="rId4" Type="http://schemas.openxmlformats.org/officeDocument/2006/relationships/image" Target="../media/image151.emf"/><Relationship Id="rId3" Type="http://schemas.openxmlformats.org/officeDocument/2006/relationships/oleObject" Target="../embeddings/oleObject146.bin"/><Relationship Id="rId2" Type="http://schemas.openxmlformats.org/officeDocument/2006/relationships/image" Target="../media/image150.emf"/><Relationship Id="rId1" Type="http://schemas.openxmlformats.org/officeDocument/2006/relationships/oleObject" Target="../embeddings/oleObject145.bin"/></Relationships>
</file>

<file path=ppt/slides/_rels/slide73.xml.rels><?xml version="1.0" encoding="UTF-8" standalone="yes"?>
<Relationships xmlns="http://schemas.openxmlformats.org/package/2006/relationships"><Relationship Id="rId9" Type="http://schemas.openxmlformats.org/officeDocument/2006/relationships/oleObject" Target="../embeddings/oleObject151.bin"/><Relationship Id="rId8" Type="http://schemas.openxmlformats.org/officeDocument/2006/relationships/image" Target="../media/image155.emf"/><Relationship Id="rId7" Type="http://schemas.openxmlformats.org/officeDocument/2006/relationships/oleObject" Target="../embeddings/oleObject150.bin"/><Relationship Id="rId6" Type="http://schemas.openxmlformats.org/officeDocument/2006/relationships/image" Target="../media/image154.emf"/><Relationship Id="rId5" Type="http://schemas.openxmlformats.org/officeDocument/2006/relationships/oleObject" Target="../embeddings/oleObject149.bin"/><Relationship Id="rId4" Type="http://schemas.openxmlformats.org/officeDocument/2006/relationships/image" Target="../media/image153.emf"/><Relationship Id="rId3" Type="http://schemas.openxmlformats.org/officeDocument/2006/relationships/oleObject" Target="../embeddings/oleObject148.bin"/><Relationship Id="rId28" Type="http://schemas.openxmlformats.org/officeDocument/2006/relationships/vmlDrawing" Target="../drawings/vmlDrawing28.vml"/><Relationship Id="rId27" Type="http://schemas.openxmlformats.org/officeDocument/2006/relationships/slideLayout" Target="../slideLayouts/slideLayout2.xml"/><Relationship Id="rId26" Type="http://schemas.openxmlformats.org/officeDocument/2006/relationships/image" Target="../media/image164.emf"/><Relationship Id="rId25" Type="http://schemas.openxmlformats.org/officeDocument/2006/relationships/oleObject" Target="../embeddings/oleObject159.bin"/><Relationship Id="rId24" Type="http://schemas.openxmlformats.org/officeDocument/2006/relationships/image" Target="../media/image163.emf"/><Relationship Id="rId23" Type="http://schemas.openxmlformats.org/officeDocument/2006/relationships/oleObject" Target="../embeddings/oleObject158.bin"/><Relationship Id="rId22" Type="http://schemas.openxmlformats.org/officeDocument/2006/relationships/image" Target="../media/image162.emf"/><Relationship Id="rId21" Type="http://schemas.openxmlformats.org/officeDocument/2006/relationships/oleObject" Target="../embeddings/oleObject157.bin"/><Relationship Id="rId20" Type="http://schemas.openxmlformats.org/officeDocument/2006/relationships/image" Target="../media/image161.emf"/><Relationship Id="rId2" Type="http://schemas.openxmlformats.org/officeDocument/2006/relationships/image" Target="../media/image152.emf"/><Relationship Id="rId19" Type="http://schemas.openxmlformats.org/officeDocument/2006/relationships/oleObject" Target="../embeddings/oleObject156.bin"/><Relationship Id="rId18" Type="http://schemas.openxmlformats.org/officeDocument/2006/relationships/image" Target="../media/image160.emf"/><Relationship Id="rId17" Type="http://schemas.openxmlformats.org/officeDocument/2006/relationships/oleObject" Target="../embeddings/oleObject155.bin"/><Relationship Id="rId16" Type="http://schemas.openxmlformats.org/officeDocument/2006/relationships/image" Target="../media/image159.emf"/><Relationship Id="rId15" Type="http://schemas.openxmlformats.org/officeDocument/2006/relationships/oleObject" Target="../embeddings/oleObject154.bin"/><Relationship Id="rId14" Type="http://schemas.openxmlformats.org/officeDocument/2006/relationships/image" Target="../media/image158.emf"/><Relationship Id="rId13" Type="http://schemas.openxmlformats.org/officeDocument/2006/relationships/oleObject" Target="../embeddings/oleObject153.bin"/><Relationship Id="rId12" Type="http://schemas.openxmlformats.org/officeDocument/2006/relationships/image" Target="../media/image157.emf"/><Relationship Id="rId11" Type="http://schemas.openxmlformats.org/officeDocument/2006/relationships/oleObject" Target="../embeddings/oleObject152.bin"/><Relationship Id="rId10" Type="http://schemas.openxmlformats.org/officeDocument/2006/relationships/image" Target="../media/image156.emf"/><Relationship Id="rId1" Type="http://schemas.openxmlformats.org/officeDocument/2006/relationships/oleObject" Target="../embeddings/oleObject147.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9" Type="http://schemas.openxmlformats.org/officeDocument/2006/relationships/oleObject" Target="../embeddings/oleObject164.bin"/><Relationship Id="rId8" Type="http://schemas.openxmlformats.org/officeDocument/2006/relationships/image" Target="../media/image168.emf"/><Relationship Id="rId7" Type="http://schemas.openxmlformats.org/officeDocument/2006/relationships/oleObject" Target="../embeddings/oleObject163.bin"/><Relationship Id="rId6" Type="http://schemas.openxmlformats.org/officeDocument/2006/relationships/image" Target="../media/image167.emf"/><Relationship Id="rId5" Type="http://schemas.openxmlformats.org/officeDocument/2006/relationships/oleObject" Target="../embeddings/oleObject162.bin"/><Relationship Id="rId4" Type="http://schemas.openxmlformats.org/officeDocument/2006/relationships/image" Target="../media/image166.emf"/><Relationship Id="rId3" Type="http://schemas.openxmlformats.org/officeDocument/2006/relationships/oleObject" Target="../embeddings/oleObject161.bin"/><Relationship Id="rId26" Type="http://schemas.openxmlformats.org/officeDocument/2006/relationships/vmlDrawing" Target="../drawings/vmlDrawing29.vml"/><Relationship Id="rId25" Type="http://schemas.openxmlformats.org/officeDocument/2006/relationships/slideLayout" Target="../slideLayouts/slideLayout2.xml"/><Relationship Id="rId24" Type="http://schemas.openxmlformats.org/officeDocument/2006/relationships/image" Target="../media/image176.emf"/><Relationship Id="rId23" Type="http://schemas.openxmlformats.org/officeDocument/2006/relationships/oleObject" Target="../embeddings/oleObject171.bin"/><Relationship Id="rId22" Type="http://schemas.openxmlformats.org/officeDocument/2006/relationships/image" Target="../media/image175.emf"/><Relationship Id="rId21" Type="http://schemas.openxmlformats.org/officeDocument/2006/relationships/oleObject" Target="../embeddings/oleObject170.bin"/><Relationship Id="rId20" Type="http://schemas.openxmlformats.org/officeDocument/2006/relationships/image" Target="../media/image174.emf"/><Relationship Id="rId2" Type="http://schemas.openxmlformats.org/officeDocument/2006/relationships/image" Target="../media/image165.emf"/><Relationship Id="rId19" Type="http://schemas.openxmlformats.org/officeDocument/2006/relationships/oleObject" Target="../embeddings/oleObject169.bin"/><Relationship Id="rId18" Type="http://schemas.openxmlformats.org/officeDocument/2006/relationships/image" Target="../media/image173.emf"/><Relationship Id="rId17" Type="http://schemas.openxmlformats.org/officeDocument/2006/relationships/oleObject" Target="../embeddings/oleObject168.bin"/><Relationship Id="rId16" Type="http://schemas.openxmlformats.org/officeDocument/2006/relationships/image" Target="../media/image172.emf"/><Relationship Id="rId15" Type="http://schemas.openxmlformats.org/officeDocument/2006/relationships/oleObject" Target="../embeddings/oleObject167.bin"/><Relationship Id="rId14" Type="http://schemas.openxmlformats.org/officeDocument/2006/relationships/image" Target="../media/image171.emf"/><Relationship Id="rId13" Type="http://schemas.openxmlformats.org/officeDocument/2006/relationships/oleObject" Target="../embeddings/oleObject166.bin"/><Relationship Id="rId12" Type="http://schemas.openxmlformats.org/officeDocument/2006/relationships/image" Target="../media/image170.emf"/><Relationship Id="rId11" Type="http://schemas.openxmlformats.org/officeDocument/2006/relationships/oleObject" Target="../embeddings/oleObject165.bin"/><Relationship Id="rId10" Type="http://schemas.openxmlformats.org/officeDocument/2006/relationships/image" Target="../media/image169.emf"/><Relationship Id="rId1" Type="http://schemas.openxmlformats.org/officeDocument/2006/relationships/oleObject" Target="../embeddings/oleObject160.bin"/></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9" Type="http://schemas.openxmlformats.org/officeDocument/2006/relationships/oleObject" Target="../embeddings/oleObject176.bin"/><Relationship Id="rId8" Type="http://schemas.openxmlformats.org/officeDocument/2006/relationships/image" Target="../media/image180.emf"/><Relationship Id="rId7" Type="http://schemas.openxmlformats.org/officeDocument/2006/relationships/oleObject" Target="../embeddings/oleObject175.bin"/><Relationship Id="rId6" Type="http://schemas.openxmlformats.org/officeDocument/2006/relationships/image" Target="../media/image179.emf"/><Relationship Id="rId5" Type="http://schemas.openxmlformats.org/officeDocument/2006/relationships/oleObject" Target="../embeddings/oleObject174.bin"/><Relationship Id="rId42" Type="http://schemas.openxmlformats.org/officeDocument/2006/relationships/vmlDrawing" Target="../drawings/vmlDrawing30.vml"/><Relationship Id="rId41" Type="http://schemas.openxmlformats.org/officeDocument/2006/relationships/slideLayout" Target="../slideLayouts/slideLayout2.xml"/><Relationship Id="rId40" Type="http://schemas.openxmlformats.org/officeDocument/2006/relationships/image" Target="../media/image196.emf"/><Relationship Id="rId4" Type="http://schemas.openxmlformats.org/officeDocument/2006/relationships/image" Target="../media/image178.emf"/><Relationship Id="rId39" Type="http://schemas.openxmlformats.org/officeDocument/2006/relationships/oleObject" Target="../embeddings/oleObject191.bin"/><Relationship Id="rId38" Type="http://schemas.openxmlformats.org/officeDocument/2006/relationships/image" Target="../media/image195.emf"/><Relationship Id="rId37" Type="http://schemas.openxmlformats.org/officeDocument/2006/relationships/oleObject" Target="../embeddings/oleObject190.bin"/><Relationship Id="rId36" Type="http://schemas.openxmlformats.org/officeDocument/2006/relationships/image" Target="../media/image194.emf"/><Relationship Id="rId35" Type="http://schemas.openxmlformats.org/officeDocument/2006/relationships/oleObject" Target="../embeddings/oleObject189.bin"/><Relationship Id="rId34" Type="http://schemas.openxmlformats.org/officeDocument/2006/relationships/image" Target="../media/image193.emf"/><Relationship Id="rId33" Type="http://schemas.openxmlformats.org/officeDocument/2006/relationships/oleObject" Target="../embeddings/oleObject188.bin"/><Relationship Id="rId32" Type="http://schemas.openxmlformats.org/officeDocument/2006/relationships/image" Target="../media/image192.emf"/><Relationship Id="rId31" Type="http://schemas.openxmlformats.org/officeDocument/2006/relationships/oleObject" Target="../embeddings/oleObject187.bin"/><Relationship Id="rId30" Type="http://schemas.openxmlformats.org/officeDocument/2006/relationships/image" Target="../media/image191.emf"/><Relationship Id="rId3" Type="http://schemas.openxmlformats.org/officeDocument/2006/relationships/oleObject" Target="../embeddings/oleObject173.bin"/><Relationship Id="rId29" Type="http://schemas.openxmlformats.org/officeDocument/2006/relationships/oleObject" Target="../embeddings/oleObject186.bin"/><Relationship Id="rId28" Type="http://schemas.openxmlformats.org/officeDocument/2006/relationships/image" Target="../media/image190.emf"/><Relationship Id="rId27" Type="http://schemas.openxmlformats.org/officeDocument/2006/relationships/oleObject" Target="../embeddings/oleObject185.bin"/><Relationship Id="rId26" Type="http://schemas.openxmlformats.org/officeDocument/2006/relationships/image" Target="../media/image189.emf"/><Relationship Id="rId25" Type="http://schemas.openxmlformats.org/officeDocument/2006/relationships/oleObject" Target="../embeddings/oleObject184.bin"/><Relationship Id="rId24" Type="http://schemas.openxmlformats.org/officeDocument/2006/relationships/image" Target="../media/image188.emf"/><Relationship Id="rId23" Type="http://schemas.openxmlformats.org/officeDocument/2006/relationships/oleObject" Target="../embeddings/oleObject183.bin"/><Relationship Id="rId22" Type="http://schemas.openxmlformats.org/officeDocument/2006/relationships/image" Target="../media/image187.emf"/><Relationship Id="rId21" Type="http://schemas.openxmlformats.org/officeDocument/2006/relationships/oleObject" Target="../embeddings/oleObject182.bin"/><Relationship Id="rId20" Type="http://schemas.openxmlformats.org/officeDocument/2006/relationships/image" Target="../media/image186.emf"/><Relationship Id="rId2" Type="http://schemas.openxmlformats.org/officeDocument/2006/relationships/image" Target="../media/image177.emf"/><Relationship Id="rId19" Type="http://schemas.openxmlformats.org/officeDocument/2006/relationships/oleObject" Target="../embeddings/oleObject181.bin"/><Relationship Id="rId18" Type="http://schemas.openxmlformats.org/officeDocument/2006/relationships/image" Target="../media/image185.emf"/><Relationship Id="rId17" Type="http://schemas.openxmlformats.org/officeDocument/2006/relationships/oleObject" Target="../embeddings/oleObject180.bin"/><Relationship Id="rId16" Type="http://schemas.openxmlformats.org/officeDocument/2006/relationships/image" Target="../media/image184.emf"/><Relationship Id="rId15" Type="http://schemas.openxmlformats.org/officeDocument/2006/relationships/oleObject" Target="../embeddings/oleObject179.bin"/><Relationship Id="rId14" Type="http://schemas.openxmlformats.org/officeDocument/2006/relationships/image" Target="../media/image183.emf"/><Relationship Id="rId13" Type="http://schemas.openxmlformats.org/officeDocument/2006/relationships/oleObject" Target="../embeddings/oleObject178.bin"/><Relationship Id="rId12" Type="http://schemas.openxmlformats.org/officeDocument/2006/relationships/image" Target="../media/image182.emf"/><Relationship Id="rId11" Type="http://schemas.openxmlformats.org/officeDocument/2006/relationships/oleObject" Target="../embeddings/oleObject177.bin"/><Relationship Id="rId10" Type="http://schemas.openxmlformats.org/officeDocument/2006/relationships/image" Target="../media/image181.emf"/><Relationship Id="rId1" Type="http://schemas.openxmlformats.org/officeDocument/2006/relationships/oleObject" Target="../embeddings/oleObject172.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7.xml"/><Relationship Id="rId2" Type="http://schemas.openxmlformats.org/officeDocument/2006/relationships/image" Target="../media/image197.emf"/><Relationship Id="rId1" Type="http://schemas.openxmlformats.org/officeDocument/2006/relationships/oleObject" Target="../embeddings/oleObject192.bin"/></Relationships>
</file>

<file path=ppt/slides/_rels/slide83.xml.rels><?xml version="1.0" encoding="UTF-8" standalone="yes"?>
<Relationships xmlns="http://schemas.openxmlformats.org/package/2006/relationships"><Relationship Id="rId9" Type="http://schemas.openxmlformats.org/officeDocument/2006/relationships/oleObject" Target="../embeddings/oleObject197.bin"/><Relationship Id="rId8" Type="http://schemas.openxmlformats.org/officeDocument/2006/relationships/image" Target="../media/image201.emf"/><Relationship Id="rId7" Type="http://schemas.openxmlformats.org/officeDocument/2006/relationships/oleObject" Target="../embeddings/oleObject196.bin"/><Relationship Id="rId6" Type="http://schemas.openxmlformats.org/officeDocument/2006/relationships/image" Target="../media/image200.emf"/><Relationship Id="rId5" Type="http://schemas.openxmlformats.org/officeDocument/2006/relationships/oleObject" Target="../embeddings/oleObject195.bin"/><Relationship Id="rId4" Type="http://schemas.openxmlformats.org/officeDocument/2006/relationships/image" Target="../media/image199.emf"/><Relationship Id="rId3" Type="http://schemas.openxmlformats.org/officeDocument/2006/relationships/oleObject" Target="../embeddings/oleObject194.bin"/><Relationship Id="rId22" Type="http://schemas.openxmlformats.org/officeDocument/2006/relationships/vmlDrawing" Target="../drawings/vmlDrawing32.vml"/><Relationship Id="rId21" Type="http://schemas.openxmlformats.org/officeDocument/2006/relationships/slideLayout" Target="../slideLayouts/slideLayout7.xml"/><Relationship Id="rId20" Type="http://schemas.openxmlformats.org/officeDocument/2006/relationships/image" Target="../media/image207.emf"/><Relationship Id="rId2" Type="http://schemas.openxmlformats.org/officeDocument/2006/relationships/image" Target="../media/image198.emf"/><Relationship Id="rId19" Type="http://schemas.openxmlformats.org/officeDocument/2006/relationships/oleObject" Target="../embeddings/oleObject202.bin"/><Relationship Id="rId18" Type="http://schemas.openxmlformats.org/officeDocument/2006/relationships/image" Target="../media/image206.emf"/><Relationship Id="rId17" Type="http://schemas.openxmlformats.org/officeDocument/2006/relationships/oleObject" Target="../embeddings/oleObject201.bin"/><Relationship Id="rId16" Type="http://schemas.openxmlformats.org/officeDocument/2006/relationships/image" Target="../media/image205.emf"/><Relationship Id="rId15" Type="http://schemas.openxmlformats.org/officeDocument/2006/relationships/oleObject" Target="../embeddings/oleObject200.bin"/><Relationship Id="rId14" Type="http://schemas.openxmlformats.org/officeDocument/2006/relationships/image" Target="../media/image204.emf"/><Relationship Id="rId13" Type="http://schemas.openxmlformats.org/officeDocument/2006/relationships/oleObject" Target="../embeddings/oleObject199.bin"/><Relationship Id="rId12" Type="http://schemas.openxmlformats.org/officeDocument/2006/relationships/image" Target="../media/image203.emf"/><Relationship Id="rId11" Type="http://schemas.openxmlformats.org/officeDocument/2006/relationships/oleObject" Target="../embeddings/oleObject198.bin"/><Relationship Id="rId10" Type="http://schemas.openxmlformats.org/officeDocument/2006/relationships/image" Target="../media/image202.emf"/><Relationship Id="rId1" Type="http://schemas.openxmlformats.org/officeDocument/2006/relationships/oleObject" Target="../embeddings/oleObject193.bin"/></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6" Type="http://schemas.openxmlformats.org/officeDocument/2006/relationships/vmlDrawing" Target="../drawings/vmlDrawing33.vml"/><Relationship Id="rId5" Type="http://schemas.openxmlformats.org/officeDocument/2006/relationships/slideLayout" Target="../slideLayouts/slideLayout7.xml"/><Relationship Id="rId4" Type="http://schemas.openxmlformats.org/officeDocument/2006/relationships/image" Target="../media/image209.wmf"/><Relationship Id="rId3" Type="http://schemas.openxmlformats.org/officeDocument/2006/relationships/oleObject" Target="../embeddings/oleObject204.bin"/><Relationship Id="rId2" Type="http://schemas.openxmlformats.org/officeDocument/2006/relationships/image" Target="../media/image208.wmf"/><Relationship Id="rId1" Type="http://schemas.openxmlformats.org/officeDocument/2006/relationships/oleObject" Target="../embeddings/oleObject203.bin"/></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6" Type="http://schemas.openxmlformats.org/officeDocument/2006/relationships/vmlDrawing" Target="../drawings/vmlDrawing34.vml"/><Relationship Id="rId5" Type="http://schemas.openxmlformats.org/officeDocument/2006/relationships/slideLayout" Target="../slideLayouts/slideLayout7.xml"/><Relationship Id="rId4" Type="http://schemas.openxmlformats.org/officeDocument/2006/relationships/image" Target="../media/image211.wmf"/><Relationship Id="rId3" Type="http://schemas.openxmlformats.org/officeDocument/2006/relationships/oleObject" Target="../embeddings/oleObject206.bin"/><Relationship Id="rId2" Type="http://schemas.openxmlformats.org/officeDocument/2006/relationships/image" Target="../media/image210.wmf"/><Relationship Id="rId1" Type="http://schemas.openxmlformats.org/officeDocument/2006/relationships/oleObject" Target="../embeddings/oleObject205.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6" Type="http://schemas.openxmlformats.org/officeDocument/2006/relationships/vmlDrawing" Target="../drawings/vmlDrawing35.vml"/><Relationship Id="rId5" Type="http://schemas.openxmlformats.org/officeDocument/2006/relationships/slideLayout" Target="../slideLayouts/slideLayout7.xml"/><Relationship Id="rId4" Type="http://schemas.openxmlformats.org/officeDocument/2006/relationships/image" Target="../media/image213.wmf"/><Relationship Id="rId3" Type="http://schemas.openxmlformats.org/officeDocument/2006/relationships/oleObject" Target="../embeddings/oleObject208.bin"/><Relationship Id="rId2" Type="http://schemas.openxmlformats.org/officeDocument/2006/relationships/image" Target="../media/image212.wmf"/><Relationship Id="rId1" Type="http://schemas.openxmlformats.org/officeDocument/2006/relationships/oleObject" Target="../embeddings/oleObject207.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8" Type="http://schemas.openxmlformats.org/officeDocument/2006/relationships/vmlDrawing" Target="../drawings/vmlDrawing36.vml"/><Relationship Id="rId7" Type="http://schemas.openxmlformats.org/officeDocument/2006/relationships/slideLayout" Target="../slideLayouts/slideLayout2.xml"/><Relationship Id="rId6" Type="http://schemas.openxmlformats.org/officeDocument/2006/relationships/image" Target="../media/image216.emf"/><Relationship Id="rId5" Type="http://schemas.openxmlformats.org/officeDocument/2006/relationships/oleObject" Target="../embeddings/oleObject211.bin"/><Relationship Id="rId4" Type="http://schemas.openxmlformats.org/officeDocument/2006/relationships/image" Target="../media/image215.emf"/><Relationship Id="rId3" Type="http://schemas.openxmlformats.org/officeDocument/2006/relationships/oleObject" Target="../embeddings/oleObject210.bin"/><Relationship Id="rId2" Type="http://schemas.openxmlformats.org/officeDocument/2006/relationships/image" Target="../media/image214.emf"/><Relationship Id="rId1" Type="http://schemas.openxmlformats.org/officeDocument/2006/relationships/oleObject" Target="../embeddings/oleObject209.bin"/></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4" Type="http://schemas.openxmlformats.org/officeDocument/2006/relationships/vmlDrawing" Target="../drawings/vmlDrawing37.vml"/><Relationship Id="rId3" Type="http://schemas.openxmlformats.org/officeDocument/2006/relationships/slideLayout" Target="../slideLayouts/slideLayout7.xml"/><Relationship Id="rId2" Type="http://schemas.openxmlformats.org/officeDocument/2006/relationships/image" Target="../media/image217.emf"/><Relationship Id="rId1" Type="http://schemas.openxmlformats.org/officeDocument/2006/relationships/oleObject" Target="../embeddings/oleObject212.bin"/></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4" Type="http://schemas.openxmlformats.org/officeDocument/2006/relationships/vmlDrawing" Target="../drawings/vmlDrawing38.vml"/><Relationship Id="rId3" Type="http://schemas.openxmlformats.org/officeDocument/2006/relationships/slideLayout" Target="../slideLayouts/slideLayout7.xml"/><Relationship Id="rId2" Type="http://schemas.openxmlformats.org/officeDocument/2006/relationships/image" Target="../media/image218.emf"/><Relationship Id="rId1" Type="http://schemas.openxmlformats.org/officeDocument/2006/relationships/oleObject" Target="../embeddings/oleObject213.bin"/></Relationships>
</file>

<file path=ppt/slides/_rels/slide105.xml.rels><?xml version="1.0" encoding="UTF-8" standalone="yes"?>
<Relationships xmlns="http://schemas.openxmlformats.org/package/2006/relationships"><Relationship Id="rId9" Type="http://schemas.openxmlformats.org/officeDocument/2006/relationships/oleObject" Target="../embeddings/oleObject218.bin"/><Relationship Id="rId8" Type="http://schemas.openxmlformats.org/officeDocument/2006/relationships/image" Target="../media/image222.emf"/><Relationship Id="rId7" Type="http://schemas.openxmlformats.org/officeDocument/2006/relationships/oleObject" Target="../embeddings/oleObject217.bin"/><Relationship Id="rId6" Type="http://schemas.openxmlformats.org/officeDocument/2006/relationships/image" Target="../media/image221.emf"/><Relationship Id="rId5" Type="http://schemas.openxmlformats.org/officeDocument/2006/relationships/oleObject" Target="../embeddings/oleObject216.bin"/><Relationship Id="rId4" Type="http://schemas.openxmlformats.org/officeDocument/2006/relationships/image" Target="../media/image220.emf"/><Relationship Id="rId3" Type="http://schemas.openxmlformats.org/officeDocument/2006/relationships/oleObject" Target="../embeddings/oleObject215.bin"/><Relationship Id="rId2" Type="http://schemas.openxmlformats.org/officeDocument/2006/relationships/image" Target="../media/image219.emf"/><Relationship Id="rId18" Type="http://schemas.openxmlformats.org/officeDocument/2006/relationships/vmlDrawing" Target="../drawings/vmlDrawing39.vml"/><Relationship Id="rId17" Type="http://schemas.openxmlformats.org/officeDocument/2006/relationships/slideLayout" Target="../slideLayouts/slideLayout7.xml"/><Relationship Id="rId16" Type="http://schemas.openxmlformats.org/officeDocument/2006/relationships/image" Target="../media/image226.emf"/><Relationship Id="rId15" Type="http://schemas.openxmlformats.org/officeDocument/2006/relationships/oleObject" Target="../embeddings/oleObject221.bin"/><Relationship Id="rId14" Type="http://schemas.openxmlformats.org/officeDocument/2006/relationships/image" Target="../media/image225.emf"/><Relationship Id="rId13" Type="http://schemas.openxmlformats.org/officeDocument/2006/relationships/oleObject" Target="../embeddings/oleObject220.bin"/><Relationship Id="rId12" Type="http://schemas.openxmlformats.org/officeDocument/2006/relationships/image" Target="../media/image224.emf"/><Relationship Id="rId11" Type="http://schemas.openxmlformats.org/officeDocument/2006/relationships/oleObject" Target="../embeddings/oleObject219.bin"/><Relationship Id="rId10" Type="http://schemas.openxmlformats.org/officeDocument/2006/relationships/image" Target="../media/image223.emf"/><Relationship Id="rId1" Type="http://schemas.openxmlformats.org/officeDocument/2006/relationships/oleObject" Target="../embeddings/oleObject214.bin"/></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6" Type="http://schemas.openxmlformats.org/officeDocument/2006/relationships/vmlDrawing" Target="../drawings/vmlDrawing40.vml"/><Relationship Id="rId5" Type="http://schemas.openxmlformats.org/officeDocument/2006/relationships/slideLayout" Target="../slideLayouts/slideLayout7.xml"/><Relationship Id="rId4" Type="http://schemas.openxmlformats.org/officeDocument/2006/relationships/image" Target="../media/image228.wmf"/><Relationship Id="rId3" Type="http://schemas.openxmlformats.org/officeDocument/2006/relationships/oleObject" Target="../embeddings/oleObject223.bin"/><Relationship Id="rId2" Type="http://schemas.openxmlformats.org/officeDocument/2006/relationships/image" Target="../media/image227.wmf"/><Relationship Id="rId1" Type="http://schemas.openxmlformats.org/officeDocument/2006/relationships/oleObject" Target="../embeddings/oleObject222.bin"/></Relationships>
</file>

<file path=ppt/slides/_rels/slide119.xml.rels><?xml version="1.0" encoding="UTF-8" standalone="yes"?>
<Relationships xmlns="http://schemas.openxmlformats.org/package/2006/relationships"><Relationship Id="rId9" Type="http://schemas.openxmlformats.org/officeDocument/2006/relationships/oleObject" Target="../embeddings/oleObject228.bin"/><Relationship Id="rId8" Type="http://schemas.openxmlformats.org/officeDocument/2006/relationships/image" Target="../media/image232.wmf"/><Relationship Id="rId7" Type="http://schemas.openxmlformats.org/officeDocument/2006/relationships/oleObject" Target="../embeddings/oleObject227.bin"/><Relationship Id="rId6" Type="http://schemas.openxmlformats.org/officeDocument/2006/relationships/image" Target="../media/image231.wmf"/><Relationship Id="rId5" Type="http://schemas.openxmlformats.org/officeDocument/2006/relationships/oleObject" Target="../embeddings/oleObject226.bin"/><Relationship Id="rId4" Type="http://schemas.openxmlformats.org/officeDocument/2006/relationships/image" Target="../media/image230.wmf"/><Relationship Id="rId3" Type="http://schemas.openxmlformats.org/officeDocument/2006/relationships/oleObject" Target="../embeddings/oleObject225.bin"/><Relationship Id="rId2" Type="http://schemas.openxmlformats.org/officeDocument/2006/relationships/image" Target="../media/image229.wmf"/><Relationship Id="rId16" Type="http://schemas.openxmlformats.org/officeDocument/2006/relationships/vmlDrawing" Target="../drawings/vmlDrawing41.vml"/><Relationship Id="rId15" Type="http://schemas.openxmlformats.org/officeDocument/2006/relationships/slideLayout" Target="../slideLayouts/slideLayout7.xml"/><Relationship Id="rId14" Type="http://schemas.openxmlformats.org/officeDocument/2006/relationships/image" Target="../media/image228.wmf"/><Relationship Id="rId13" Type="http://schemas.openxmlformats.org/officeDocument/2006/relationships/oleObject" Target="../embeddings/oleObject230.bin"/><Relationship Id="rId12" Type="http://schemas.openxmlformats.org/officeDocument/2006/relationships/image" Target="../media/image234.wmf"/><Relationship Id="rId11" Type="http://schemas.openxmlformats.org/officeDocument/2006/relationships/oleObject" Target="../embeddings/oleObject229.bin"/><Relationship Id="rId10" Type="http://schemas.openxmlformats.org/officeDocument/2006/relationships/image" Target="../media/image233.wmf"/><Relationship Id="rId1" Type="http://schemas.openxmlformats.org/officeDocument/2006/relationships/oleObject" Target="../embeddings/oleObject224.bin"/></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9" Type="http://schemas.openxmlformats.org/officeDocument/2006/relationships/oleObject" Target="../embeddings/oleObject235.bin"/><Relationship Id="rId8" Type="http://schemas.openxmlformats.org/officeDocument/2006/relationships/image" Target="../media/image237.wmf"/><Relationship Id="rId7" Type="http://schemas.openxmlformats.org/officeDocument/2006/relationships/oleObject" Target="../embeddings/oleObject234.bin"/><Relationship Id="rId6" Type="http://schemas.openxmlformats.org/officeDocument/2006/relationships/image" Target="../media/image236.wmf"/><Relationship Id="rId5" Type="http://schemas.openxmlformats.org/officeDocument/2006/relationships/oleObject" Target="../embeddings/oleObject233.bin"/><Relationship Id="rId4" Type="http://schemas.openxmlformats.org/officeDocument/2006/relationships/image" Target="../media/image235.wmf"/><Relationship Id="rId3" Type="http://schemas.openxmlformats.org/officeDocument/2006/relationships/oleObject" Target="../embeddings/oleObject232.bin"/><Relationship Id="rId2" Type="http://schemas.openxmlformats.org/officeDocument/2006/relationships/image" Target="../media/image229.wmf"/><Relationship Id="rId16" Type="http://schemas.openxmlformats.org/officeDocument/2006/relationships/vmlDrawing" Target="../drawings/vmlDrawing42.vml"/><Relationship Id="rId15" Type="http://schemas.openxmlformats.org/officeDocument/2006/relationships/slideLayout" Target="../slideLayouts/slideLayout14.xml"/><Relationship Id="rId14" Type="http://schemas.openxmlformats.org/officeDocument/2006/relationships/image" Target="../media/image240.wmf"/><Relationship Id="rId13" Type="http://schemas.openxmlformats.org/officeDocument/2006/relationships/oleObject" Target="../embeddings/oleObject237.bin"/><Relationship Id="rId12" Type="http://schemas.openxmlformats.org/officeDocument/2006/relationships/image" Target="../media/image239.wmf"/><Relationship Id="rId11" Type="http://schemas.openxmlformats.org/officeDocument/2006/relationships/oleObject" Target="../embeddings/oleObject236.bin"/><Relationship Id="rId10" Type="http://schemas.openxmlformats.org/officeDocument/2006/relationships/image" Target="../media/image238.wmf"/><Relationship Id="rId1" Type="http://schemas.openxmlformats.org/officeDocument/2006/relationships/oleObject" Target="../embeddings/oleObject231.bin"/></Relationships>
</file>

<file path=ppt/slides/_rels/slide122.xml.rels><?xml version="1.0" encoding="UTF-8" standalone="yes"?>
<Relationships xmlns="http://schemas.openxmlformats.org/package/2006/relationships"><Relationship Id="rId6" Type="http://schemas.openxmlformats.org/officeDocument/2006/relationships/vmlDrawing" Target="../drawings/vmlDrawing43.vml"/><Relationship Id="rId5" Type="http://schemas.openxmlformats.org/officeDocument/2006/relationships/slideLayout" Target="../slideLayouts/slideLayout4.xml"/><Relationship Id="rId4" Type="http://schemas.openxmlformats.org/officeDocument/2006/relationships/image" Target="../media/image242.wmf"/><Relationship Id="rId3" Type="http://schemas.openxmlformats.org/officeDocument/2006/relationships/oleObject" Target="../embeddings/oleObject239.bin"/><Relationship Id="rId2" Type="http://schemas.openxmlformats.org/officeDocument/2006/relationships/image" Target="../media/image241.wmf"/><Relationship Id="rId1" Type="http://schemas.openxmlformats.org/officeDocument/2006/relationships/oleObject" Target="../embeddings/oleObject238.bin"/></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3.png"/></Relationships>
</file>

<file path=ppt/slides/_rels/slide124.xml.rels><?xml version="1.0" encoding="UTF-8" standalone="yes"?>
<Relationships xmlns="http://schemas.openxmlformats.org/package/2006/relationships"><Relationship Id="rId6" Type="http://schemas.openxmlformats.org/officeDocument/2006/relationships/vmlDrawing" Target="../drawings/vmlDrawing44.vml"/><Relationship Id="rId5" Type="http://schemas.openxmlformats.org/officeDocument/2006/relationships/slideLayout" Target="../slideLayouts/slideLayout7.xml"/><Relationship Id="rId4" Type="http://schemas.openxmlformats.org/officeDocument/2006/relationships/image" Target="../media/image245.wmf"/><Relationship Id="rId3" Type="http://schemas.openxmlformats.org/officeDocument/2006/relationships/oleObject" Target="../embeddings/oleObject241.bin"/><Relationship Id="rId2" Type="http://schemas.openxmlformats.org/officeDocument/2006/relationships/image" Target="../media/image244.wmf"/><Relationship Id="rId1" Type="http://schemas.openxmlformats.org/officeDocument/2006/relationships/oleObject" Target="../embeddings/oleObject240.bin"/></Relationships>
</file>

<file path=ppt/slides/_rels/slide125.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7.xml"/><Relationship Id="rId2" Type="http://schemas.openxmlformats.org/officeDocument/2006/relationships/image" Target="../media/image246.emf"/><Relationship Id="rId1" Type="http://schemas.openxmlformats.org/officeDocument/2006/relationships/oleObject" Target="../embeddings/oleObject242.bin"/></Relationships>
</file>

<file path=ppt/slides/_rels/slide126.xml.rels><?xml version="1.0" encoding="UTF-8" standalone="yes"?>
<Relationships xmlns="http://schemas.openxmlformats.org/package/2006/relationships"><Relationship Id="rId8" Type="http://schemas.openxmlformats.org/officeDocument/2006/relationships/vmlDrawing" Target="../drawings/vmlDrawing46.vml"/><Relationship Id="rId7" Type="http://schemas.openxmlformats.org/officeDocument/2006/relationships/slideLayout" Target="../slideLayouts/slideLayout7.xml"/><Relationship Id="rId6" Type="http://schemas.openxmlformats.org/officeDocument/2006/relationships/image" Target="../media/image249.wmf"/><Relationship Id="rId5" Type="http://schemas.openxmlformats.org/officeDocument/2006/relationships/oleObject" Target="../embeddings/oleObject245.bin"/><Relationship Id="rId4" Type="http://schemas.openxmlformats.org/officeDocument/2006/relationships/image" Target="../media/image248.emf"/><Relationship Id="rId3" Type="http://schemas.openxmlformats.org/officeDocument/2006/relationships/oleObject" Target="../embeddings/oleObject244.bin"/><Relationship Id="rId2" Type="http://schemas.openxmlformats.org/officeDocument/2006/relationships/image" Target="../media/image247.emf"/><Relationship Id="rId1" Type="http://schemas.openxmlformats.org/officeDocument/2006/relationships/oleObject" Target="../embeddings/oleObject243.bin"/></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8" Type="http://schemas.openxmlformats.org/officeDocument/2006/relationships/vmlDrawing" Target="../drawings/vmlDrawing47.vml"/><Relationship Id="rId7" Type="http://schemas.openxmlformats.org/officeDocument/2006/relationships/slideLayout" Target="../slideLayouts/slideLayout7.xml"/><Relationship Id="rId6" Type="http://schemas.openxmlformats.org/officeDocument/2006/relationships/image" Target="../media/image252.emf"/><Relationship Id="rId5" Type="http://schemas.openxmlformats.org/officeDocument/2006/relationships/oleObject" Target="../embeddings/oleObject248.bin"/><Relationship Id="rId4" Type="http://schemas.openxmlformats.org/officeDocument/2006/relationships/image" Target="../media/image251.emf"/><Relationship Id="rId3" Type="http://schemas.openxmlformats.org/officeDocument/2006/relationships/oleObject" Target="../embeddings/oleObject247.bin"/><Relationship Id="rId2" Type="http://schemas.openxmlformats.org/officeDocument/2006/relationships/image" Target="../media/image250.emf"/><Relationship Id="rId1" Type="http://schemas.openxmlformats.org/officeDocument/2006/relationships/oleObject" Target="../embeddings/oleObject246.bin"/></Relationships>
</file>

<file path=ppt/slides/_rels/slide138.xml.rels><?xml version="1.0" encoding="UTF-8" standalone="yes"?>
<Relationships xmlns="http://schemas.openxmlformats.org/package/2006/relationships"><Relationship Id="rId4" Type="http://schemas.openxmlformats.org/officeDocument/2006/relationships/vmlDrawing" Target="../drawings/vmlDrawing48.vml"/><Relationship Id="rId3" Type="http://schemas.openxmlformats.org/officeDocument/2006/relationships/slideLayout" Target="../slideLayouts/slideLayout7.xml"/><Relationship Id="rId2" Type="http://schemas.openxmlformats.org/officeDocument/2006/relationships/image" Target="../media/image253.emf"/><Relationship Id="rId1" Type="http://schemas.openxmlformats.org/officeDocument/2006/relationships/oleObject" Target="../embeddings/oleObject249.bin"/></Relationships>
</file>

<file path=ppt/slides/_rels/slide139.xml.rels><?xml version="1.0" encoding="UTF-8" standalone="yes"?>
<Relationships xmlns="http://schemas.openxmlformats.org/package/2006/relationships"><Relationship Id="rId6" Type="http://schemas.openxmlformats.org/officeDocument/2006/relationships/vmlDrawing" Target="../drawings/vmlDrawing49.vml"/><Relationship Id="rId5" Type="http://schemas.openxmlformats.org/officeDocument/2006/relationships/slideLayout" Target="../slideLayouts/slideLayout7.xml"/><Relationship Id="rId4" Type="http://schemas.openxmlformats.org/officeDocument/2006/relationships/image" Target="../media/image255.emf"/><Relationship Id="rId3" Type="http://schemas.openxmlformats.org/officeDocument/2006/relationships/oleObject" Target="../embeddings/oleObject251.bin"/><Relationship Id="rId2" Type="http://schemas.openxmlformats.org/officeDocument/2006/relationships/image" Target="../media/image254.emf"/><Relationship Id="rId1" Type="http://schemas.openxmlformats.org/officeDocument/2006/relationships/oleObject" Target="../embeddings/oleObject250.bin"/></Relationships>
</file>

<file path=ppt/slides/_rels/slide140.xml.rels><?xml version="1.0" encoding="UTF-8" standalone="yes"?>
<Relationships xmlns="http://schemas.openxmlformats.org/package/2006/relationships"><Relationship Id="rId8" Type="http://schemas.openxmlformats.org/officeDocument/2006/relationships/vmlDrawing" Target="../drawings/vmlDrawing50.vml"/><Relationship Id="rId7" Type="http://schemas.openxmlformats.org/officeDocument/2006/relationships/slideLayout" Target="../slideLayouts/slideLayout7.xml"/><Relationship Id="rId6" Type="http://schemas.openxmlformats.org/officeDocument/2006/relationships/image" Target="../media/image258.emf"/><Relationship Id="rId5" Type="http://schemas.openxmlformats.org/officeDocument/2006/relationships/oleObject" Target="../embeddings/oleObject254.bin"/><Relationship Id="rId4" Type="http://schemas.openxmlformats.org/officeDocument/2006/relationships/image" Target="../media/image257.emf"/><Relationship Id="rId3" Type="http://schemas.openxmlformats.org/officeDocument/2006/relationships/oleObject" Target="../embeddings/oleObject253.bin"/><Relationship Id="rId2" Type="http://schemas.openxmlformats.org/officeDocument/2006/relationships/image" Target="../media/image256.emf"/><Relationship Id="rId1" Type="http://schemas.openxmlformats.org/officeDocument/2006/relationships/oleObject" Target="../embeddings/oleObject252.bin"/></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8" Type="http://schemas.openxmlformats.org/officeDocument/2006/relationships/vmlDrawing" Target="../drawings/vmlDrawing51.vml"/><Relationship Id="rId7" Type="http://schemas.openxmlformats.org/officeDocument/2006/relationships/slideLayout" Target="../slideLayouts/slideLayout7.xml"/><Relationship Id="rId6" Type="http://schemas.openxmlformats.org/officeDocument/2006/relationships/image" Target="../media/image261.emf"/><Relationship Id="rId5" Type="http://schemas.openxmlformats.org/officeDocument/2006/relationships/oleObject" Target="../embeddings/oleObject257.bin"/><Relationship Id="rId4" Type="http://schemas.openxmlformats.org/officeDocument/2006/relationships/image" Target="../media/image260.emf"/><Relationship Id="rId3" Type="http://schemas.openxmlformats.org/officeDocument/2006/relationships/oleObject" Target="../embeddings/oleObject256.bin"/><Relationship Id="rId2" Type="http://schemas.openxmlformats.org/officeDocument/2006/relationships/image" Target="../media/image259.emf"/><Relationship Id="rId1" Type="http://schemas.openxmlformats.org/officeDocument/2006/relationships/oleObject" Target="../embeddings/oleObject255.bin"/></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65.wmf"/><Relationship Id="rId7" Type="http://schemas.openxmlformats.org/officeDocument/2006/relationships/oleObject" Target="../embeddings/oleObject261.bin"/><Relationship Id="rId6" Type="http://schemas.openxmlformats.org/officeDocument/2006/relationships/image" Target="../media/image264.wmf"/><Relationship Id="rId5" Type="http://schemas.openxmlformats.org/officeDocument/2006/relationships/oleObject" Target="../embeddings/oleObject260.bin"/><Relationship Id="rId4" Type="http://schemas.openxmlformats.org/officeDocument/2006/relationships/image" Target="../media/image263.wmf"/><Relationship Id="rId3" Type="http://schemas.openxmlformats.org/officeDocument/2006/relationships/oleObject" Target="../embeddings/oleObject259.bin"/><Relationship Id="rId2" Type="http://schemas.openxmlformats.org/officeDocument/2006/relationships/image" Target="../media/image262.wmf"/><Relationship Id="rId10" Type="http://schemas.openxmlformats.org/officeDocument/2006/relationships/vmlDrawing" Target="../drawings/vmlDrawing52.vml"/><Relationship Id="rId1" Type="http://schemas.openxmlformats.org/officeDocument/2006/relationships/oleObject" Target="../embeddings/oleObject258.bin"/></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4" Type="http://schemas.openxmlformats.org/officeDocument/2006/relationships/vmlDrawing" Target="../drawings/vmlDrawing53.vml"/><Relationship Id="rId3" Type="http://schemas.openxmlformats.org/officeDocument/2006/relationships/slideLayout" Target="../slideLayouts/slideLayout7.xml"/><Relationship Id="rId2" Type="http://schemas.openxmlformats.org/officeDocument/2006/relationships/image" Target="../media/image266.emf"/><Relationship Id="rId1" Type="http://schemas.openxmlformats.org/officeDocument/2006/relationships/oleObject" Target="../embeddings/oleObject262.bin"/></Relationships>
</file>

<file path=ppt/slides/_rels/slide152.xml.rels><?xml version="1.0" encoding="UTF-8" standalone="yes"?>
<Relationships xmlns="http://schemas.openxmlformats.org/package/2006/relationships"><Relationship Id="rId6" Type="http://schemas.openxmlformats.org/officeDocument/2006/relationships/vmlDrawing" Target="../drawings/vmlDrawing54.vml"/><Relationship Id="rId5" Type="http://schemas.openxmlformats.org/officeDocument/2006/relationships/slideLayout" Target="../slideLayouts/slideLayout7.xml"/><Relationship Id="rId4" Type="http://schemas.openxmlformats.org/officeDocument/2006/relationships/image" Target="../media/image268.emf"/><Relationship Id="rId3" Type="http://schemas.openxmlformats.org/officeDocument/2006/relationships/oleObject" Target="../embeddings/oleObject264.bin"/><Relationship Id="rId2" Type="http://schemas.openxmlformats.org/officeDocument/2006/relationships/image" Target="../media/image267.emf"/><Relationship Id="rId1" Type="http://schemas.openxmlformats.org/officeDocument/2006/relationships/oleObject" Target="../embeddings/oleObject263.bin"/></Relationships>
</file>

<file path=ppt/slides/_rels/slide15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72.emf"/><Relationship Id="rId7" Type="http://schemas.openxmlformats.org/officeDocument/2006/relationships/oleObject" Target="../embeddings/oleObject268.bin"/><Relationship Id="rId6" Type="http://schemas.openxmlformats.org/officeDocument/2006/relationships/image" Target="../media/image271.emf"/><Relationship Id="rId5" Type="http://schemas.openxmlformats.org/officeDocument/2006/relationships/oleObject" Target="../embeddings/oleObject267.bin"/><Relationship Id="rId4" Type="http://schemas.openxmlformats.org/officeDocument/2006/relationships/image" Target="../media/image270.emf"/><Relationship Id="rId3" Type="http://schemas.openxmlformats.org/officeDocument/2006/relationships/oleObject" Target="../embeddings/oleObject266.bin"/><Relationship Id="rId2" Type="http://schemas.openxmlformats.org/officeDocument/2006/relationships/image" Target="../media/image269.emf"/><Relationship Id="rId10" Type="http://schemas.openxmlformats.org/officeDocument/2006/relationships/vmlDrawing" Target="../drawings/vmlDrawing55.vml"/><Relationship Id="rId1" Type="http://schemas.openxmlformats.org/officeDocument/2006/relationships/oleObject" Target="../embeddings/oleObject265.bin"/></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4" Type="http://schemas.openxmlformats.org/officeDocument/2006/relationships/vmlDrawing" Target="../drawings/vmlDrawing56.vml"/><Relationship Id="rId3" Type="http://schemas.openxmlformats.org/officeDocument/2006/relationships/slideLayout" Target="../slideLayouts/slideLayout7.xml"/><Relationship Id="rId2" Type="http://schemas.openxmlformats.org/officeDocument/2006/relationships/image" Target="../media/image273.wmf"/><Relationship Id="rId1" Type="http://schemas.openxmlformats.org/officeDocument/2006/relationships/oleObject" Target="../embeddings/oleObject269.bin"/></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image" Target="../media/image275.emf"/><Relationship Id="rId7" Type="http://schemas.openxmlformats.org/officeDocument/2006/relationships/oleObject" Target="../embeddings/oleObject271.bin"/><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image" Target="../media/image274.emf"/><Relationship Id="rId2" Type="http://schemas.openxmlformats.org/officeDocument/2006/relationships/oleObject" Target="../embeddings/oleObject270.bin"/><Relationship Id="rId12" Type="http://schemas.openxmlformats.org/officeDocument/2006/relationships/vmlDrawing" Target="../drawings/vmlDrawing57.vml"/><Relationship Id="rId11" Type="http://schemas.openxmlformats.org/officeDocument/2006/relationships/slideLayout" Target="../slideLayouts/slideLayout7.xml"/><Relationship Id="rId10" Type="http://schemas.openxmlformats.org/officeDocument/2006/relationships/tags" Target="../tags/tag55.xml"/><Relationship Id="rId1" Type="http://schemas.openxmlformats.org/officeDocument/2006/relationships/tags" Target="../tags/tag5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8" Type="http://schemas.openxmlformats.org/officeDocument/2006/relationships/vmlDrawing" Target="../drawings/vmlDrawing58.vml"/><Relationship Id="rId7" Type="http://schemas.openxmlformats.org/officeDocument/2006/relationships/slideLayout" Target="../slideLayouts/slideLayout7.xml"/><Relationship Id="rId6" Type="http://schemas.openxmlformats.org/officeDocument/2006/relationships/image" Target="../media/image278.wmf"/><Relationship Id="rId5" Type="http://schemas.openxmlformats.org/officeDocument/2006/relationships/oleObject" Target="../embeddings/oleObject274.bin"/><Relationship Id="rId4" Type="http://schemas.openxmlformats.org/officeDocument/2006/relationships/image" Target="../media/image277.wmf"/><Relationship Id="rId3" Type="http://schemas.openxmlformats.org/officeDocument/2006/relationships/oleObject" Target="../embeddings/oleObject273.bin"/><Relationship Id="rId2" Type="http://schemas.openxmlformats.org/officeDocument/2006/relationships/image" Target="../media/image276.wmf"/><Relationship Id="rId1" Type="http://schemas.openxmlformats.org/officeDocument/2006/relationships/oleObject" Target="../embeddings/oleObject272.bin"/></Relationships>
</file>

<file path=ppt/slides/_rels/slide162.xml.rels><?xml version="1.0" encoding="UTF-8" standalone="yes"?>
<Relationships xmlns="http://schemas.openxmlformats.org/package/2006/relationships"><Relationship Id="rId6" Type="http://schemas.openxmlformats.org/officeDocument/2006/relationships/vmlDrawing" Target="../drawings/vmlDrawing59.vml"/><Relationship Id="rId5" Type="http://schemas.openxmlformats.org/officeDocument/2006/relationships/slideLayout" Target="../slideLayouts/slideLayout7.xml"/><Relationship Id="rId4" Type="http://schemas.openxmlformats.org/officeDocument/2006/relationships/image" Target="../media/image280.wmf"/><Relationship Id="rId3" Type="http://schemas.openxmlformats.org/officeDocument/2006/relationships/oleObject" Target="../embeddings/oleObject276.bin"/><Relationship Id="rId2" Type="http://schemas.openxmlformats.org/officeDocument/2006/relationships/image" Target="../media/image279.wmf"/><Relationship Id="rId1" Type="http://schemas.openxmlformats.org/officeDocument/2006/relationships/oleObject" Target="../embeddings/oleObject275.bin"/></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6" Type="http://schemas.openxmlformats.org/officeDocument/2006/relationships/vmlDrawing" Target="../drawings/vmlDrawing60.vml"/><Relationship Id="rId5" Type="http://schemas.openxmlformats.org/officeDocument/2006/relationships/slideLayout" Target="../slideLayouts/slideLayout7.xml"/><Relationship Id="rId4" Type="http://schemas.openxmlformats.org/officeDocument/2006/relationships/image" Target="../media/image282.wmf"/><Relationship Id="rId3" Type="http://schemas.openxmlformats.org/officeDocument/2006/relationships/oleObject" Target="../embeddings/oleObject278.bin"/><Relationship Id="rId2" Type="http://schemas.openxmlformats.org/officeDocument/2006/relationships/image" Target="../media/image281.wmf"/><Relationship Id="rId1" Type="http://schemas.openxmlformats.org/officeDocument/2006/relationships/oleObject" Target="../embeddings/oleObject277.bin"/></Relationships>
</file>

<file path=ppt/slides/_rels/slide165.xml.rels><?xml version="1.0" encoding="UTF-8" standalone="yes"?>
<Relationships xmlns="http://schemas.openxmlformats.org/package/2006/relationships"><Relationship Id="rId6" Type="http://schemas.openxmlformats.org/officeDocument/2006/relationships/vmlDrawing" Target="../drawings/vmlDrawing61.vml"/><Relationship Id="rId5" Type="http://schemas.openxmlformats.org/officeDocument/2006/relationships/slideLayout" Target="../slideLayouts/slideLayout7.xml"/><Relationship Id="rId4" Type="http://schemas.openxmlformats.org/officeDocument/2006/relationships/image" Target="../media/image284.wmf"/><Relationship Id="rId3" Type="http://schemas.openxmlformats.org/officeDocument/2006/relationships/oleObject" Target="../embeddings/oleObject280.bin"/><Relationship Id="rId2" Type="http://schemas.openxmlformats.org/officeDocument/2006/relationships/image" Target="../media/image283.wmf"/><Relationship Id="rId1" Type="http://schemas.openxmlformats.org/officeDocument/2006/relationships/oleObject" Target="../embeddings/oleObject279.bin"/></Relationships>
</file>

<file path=ppt/slides/_rels/slide166.xml.rels><?xml version="1.0" encoding="UTF-8" standalone="yes"?>
<Relationships xmlns="http://schemas.openxmlformats.org/package/2006/relationships"><Relationship Id="rId6" Type="http://schemas.openxmlformats.org/officeDocument/2006/relationships/vmlDrawing" Target="../drawings/vmlDrawing62.vml"/><Relationship Id="rId5" Type="http://schemas.openxmlformats.org/officeDocument/2006/relationships/slideLayout" Target="../slideLayouts/slideLayout7.xml"/><Relationship Id="rId4" Type="http://schemas.openxmlformats.org/officeDocument/2006/relationships/image" Target="../media/image286.wmf"/><Relationship Id="rId3" Type="http://schemas.openxmlformats.org/officeDocument/2006/relationships/oleObject" Target="../embeddings/oleObject282.bin"/><Relationship Id="rId2" Type="http://schemas.openxmlformats.org/officeDocument/2006/relationships/image" Target="../media/image285.wmf"/><Relationship Id="rId1" Type="http://schemas.openxmlformats.org/officeDocument/2006/relationships/oleObject" Target="../embeddings/oleObject281.bin"/></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6" name="Text Box 4"/>
          <p:cNvSpPr txBox="1">
            <a:spLocks noChangeArrowheads="1"/>
          </p:cNvSpPr>
          <p:nvPr/>
        </p:nvSpPr>
        <p:spPr bwMode="auto">
          <a:xfrm>
            <a:off x="428625" y="2600325"/>
            <a:ext cx="8715375" cy="1106805"/>
          </a:xfrm>
          <a:prstGeom prst="rect">
            <a:avLst/>
          </a:prstGeom>
          <a:noFill/>
          <a:ln w="12700">
            <a:noFill/>
            <a:miter lim="800000"/>
            <a:tailEnd type="none" w="sm" len="lg"/>
          </a:ln>
          <a:effectLst/>
        </p:spPr>
        <p:txBody>
          <a:bodyPr>
            <a:spAutoFit/>
          </a:bodyPr>
          <a:lstStyle/>
          <a:p>
            <a:pPr marR="0" defTabSz="914400">
              <a:buClrTx/>
              <a:buSzTx/>
              <a:buFontTx/>
              <a:buNone/>
              <a:defRPr/>
            </a:pPr>
            <a:r>
              <a:rPr kumimoji="1" lang="zh-CN" altLang="en-US" sz="6600" b="1" i="0" kern="1200" cap="none" spc="0" normalizeH="0" baseline="0" noProof="0" dirty="0" smtClean="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n-cs"/>
              </a:rPr>
              <a:t>第</a:t>
            </a:r>
            <a:r>
              <a:rPr kumimoji="1" lang="zh-CN" altLang="en-US" sz="6600" b="1" i="0" kern="1200" cap="none" spc="0" normalizeH="0" baseline="0" noProof="0" dirty="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n-cs"/>
              </a:rPr>
              <a:t>五</a:t>
            </a:r>
            <a:r>
              <a:rPr kumimoji="1" lang="zh-CN" altLang="en-US" sz="6600" b="1" i="0" kern="1200" cap="none" spc="0" normalizeH="0" baseline="0" noProof="0" dirty="0" smtClean="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n-cs"/>
              </a:rPr>
              <a:t>章 </a:t>
            </a:r>
            <a:r>
              <a:rPr kumimoji="1" lang="zh-CN" altLang="en-US" sz="6600" b="1" i="0" kern="1200" cap="none" spc="0" normalizeH="0" baseline="0" noProof="0" dirty="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n-cs"/>
              </a:rPr>
              <a:t>组合逻辑电路</a:t>
            </a:r>
            <a:endParaRPr kumimoji="1" lang="zh-CN" altLang="en-US" sz="6600" b="1" i="0" kern="1200" cap="none" spc="0" normalizeH="0" baseline="0" noProof="0" dirty="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2" name="Text Box 2"/>
          <p:cNvSpPr txBox="1">
            <a:spLocks noChangeArrowheads="1"/>
          </p:cNvSpPr>
          <p:nvPr/>
        </p:nvSpPr>
        <p:spPr bwMode="auto">
          <a:xfrm>
            <a:off x="309563" y="560388"/>
            <a:ext cx="7958138" cy="5502275"/>
          </a:xfrm>
          <a:prstGeom prst="rect">
            <a:avLst/>
          </a:prstGeom>
          <a:noFill/>
          <a:ln w="9525">
            <a:noFill/>
            <a:miter lim="800000"/>
          </a:ln>
          <a:effectLst/>
        </p:spPr>
        <p:txBody>
          <a:bodyPr>
            <a:spAutoFit/>
          </a:bodyPr>
          <a:lstStyle/>
          <a:p>
            <a:pPr marR="0" defTabSz="914400">
              <a:lnSpc>
                <a:spcPct val="160000"/>
              </a:lnSpc>
              <a:spcBef>
                <a:spcPct val="50000"/>
              </a:spcBef>
              <a:buClrTx/>
              <a:buSzTx/>
              <a:buFontTx/>
              <a:buNone/>
              <a:defRPr/>
            </a:pPr>
            <a:r>
              <a:rPr kumimoji="1" lang="zh-CN" altLang="en-US" sz="3600" b="1" i="0"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学习要求：</a:t>
            </a:r>
            <a:endParaRPr kumimoji="1" lang="zh-CN" altLang="en-US" sz="3600" b="1" i="0"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L="914400" marR="0" lvl="2" indent="0" algn="l" defTabSz="914400" rtl="0" eaLnBrk="1" fontAlgn="base" latinLnBrk="0" hangingPunct="1">
              <a:lnSpc>
                <a:spcPct val="160000"/>
              </a:lnSpc>
              <a:spcBef>
                <a:spcPct val="50000"/>
              </a:spcBef>
              <a:spcAft>
                <a:spcPct val="0"/>
              </a:spcAft>
              <a:buClrTx/>
              <a:buSzTx/>
              <a:buFontTx/>
              <a:buChar char="•"/>
              <a:defRPr/>
            </a:pPr>
            <a:r>
              <a:rPr kumimoji="1" lang="zh-CN" alt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掌握逻辑门电路；</a:t>
            </a:r>
            <a:endParaRPr kumimoji="1" lang="en-US" altLang="zh-CN"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1" fontAlgn="base" latinLnBrk="0" hangingPunct="1">
              <a:lnSpc>
                <a:spcPct val="160000"/>
              </a:lnSpc>
              <a:spcBef>
                <a:spcPct val="50000"/>
              </a:spcBef>
              <a:spcAft>
                <a:spcPct val="0"/>
              </a:spcAft>
              <a:buClrTx/>
              <a:buSzTx/>
              <a:buFontTx/>
              <a:buChar char="•"/>
              <a:defRPr/>
            </a:pPr>
            <a:r>
              <a:rPr kumimoji="1" lang="zh-CN" alt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了解组合逻辑电路</a:t>
            </a:r>
            <a:r>
              <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的特点；</a:t>
            </a:r>
            <a:endPar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1" fontAlgn="base" latinLnBrk="0" hangingPunct="1">
              <a:lnSpc>
                <a:spcPct val="160000"/>
              </a:lnSpc>
              <a:spcBef>
                <a:spcPct val="50000"/>
              </a:spcBef>
              <a:spcAft>
                <a:spcPct val="0"/>
              </a:spcAft>
              <a:buClrTx/>
              <a:buSzTx/>
              <a:buFontTx/>
              <a:buChar char="•"/>
              <a:defRPr/>
            </a:pPr>
            <a:r>
              <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熟练掌握组合电路分析和设计的基本方法；</a:t>
            </a:r>
            <a:endPar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1" fontAlgn="base" latinLnBrk="0" hangingPunct="1">
              <a:lnSpc>
                <a:spcPct val="160000"/>
              </a:lnSpc>
              <a:spcBef>
                <a:spcPct val="50000"/>
              </a:spcBef>
              <a:spcAft>
                <a:spcPct val="0"/>
              </a:spcAft>
              <a:buClrTx/>
              <a:buSzTx/>
              <a:buFontTx/>
              <a:buChar char="•"/>
              <a:defRPr/>
            </a:pPr>
            <a:r>
              <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了解竞争、冒险的概念；</a:t>
            </a:r>
            <a:endPar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1" fontAlgn="base" latinLnBrk="0" hangingPunct="1">
              <a:lnSpc>
                <a:spcPct val="160000"/>
              </a:lnSpc>
              <a:spcBef>
                <a:spcPct val="50000"/>
              </a:spcBef>
              <a:spcAft>
                <a:spcPct val="0"/>
              </a:spcAft>
              <a:buClrTx/>
              <a:buSzTx/>
              <a:buFontTx/>
              <a:buChar char="•"/>
              <a:defRPr/>
            </a:pPr>
            <a:r>
              <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掌握消除冒险的基本方法。</a:t>
            </a:r>
            <a:endPar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5" name="Text Box 3"/>
          <p:cNvSpPr txBox="1">
            <a:spLocks noChangeArrowheads="1"/>
          </p:cNvSpPr>
          <p:nvPr/>
        </p:nvSpPr>
        <p:spPr bwMode="auto">
          <a:xfrm>
            <a:off x="696913" y="2471738"/>
            <a:ext cx="5632450" cy="549275"/>
          </a:xfrm>
          <a:prstGeom prst="rect">
            <a:avLst/>
          </a:prstGeom>
          <a:noFill/>
          <a:ln w="9525">
            <a:noFill/>
            <a:miter lim="800000"/>
          </a:ln>
          <a:effectLst/>
        </p:spPr>
        <p:txBody>
          <a:bodyPr>
            <a:spAutoFit/>
          </a:bodyPr>
          <a:lstStyle/>
          <a:p>
            <a:pPr marR="0" algn="ctr" defTabSz="914400">
              <a:buClrTx/>
              <a:buSzTx/>
              <a:buFontTx/>
              <a:buNone/>
              <a:defRPr/>
            </a:pPr>
            <a:r>
              <a:rPr kumimoji="1" lang="en-US" altLang="zh-CN"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1</a:t>
            </a:r>
            <a:r>
              <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、简单逻辑门电路</a:t>
            </a:r>
            <a:endPar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076" name="Text Box 4"/>
          <p:cNvSpPr txBox="1"/>
          <p:nvPr/>
        </p:nvSpPr>
        <p:spPr>
          <a:xfrm>
            <a:off x="708025" y="2970213"/>
            <a:ext cx="7772400" cy="1031875"/>
          </a:xfrm>
          <a:prstGeom prst="rect">
            <a:avLst/>
          </a:prstGeom>
          <a:noFill/>
          <a:ln w="9525">
            <a:noFill/>
          </a:ln>
        </p:spPr>
        <p:txBody>
          <a:bodyPr anchor="t" anchorCtr="0">
            <a:spAutoFit/>
          </a:bodyPr>
          <a:p>
            <a:pPr indent="669925" algn="ctr">
              <a:lnSpc>
                <a:spcPct val="110000"/>
              </a:lnSpc>
              <a:spcBef>
                <a:spcPct val="50000"/>
              </a:spcBef>
            </a:pPr>
            <a:r>
              <a:rPr lang="zh-CN" altLang="en-US" sz="2800" i="0" dirty="0">
                <a:latin typeface="Times New Roman" panose="02020603050405020304" pitchFamily="18" charset="0"/>
                <a:ea typeface="宋体" panose="02010600030101010101" pitchFamily="2" charset="-122"/>
              </a:rPr>
              <a:t>实现</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三种基本运算的门电路称为简单门电路。</a:t>
            </a:r>
            <a:endParaRPr lang="zh-CN" altLang="en-US" sz="2800" i="0" dirty="0">
              <a:latin typeface="Times New Roman" panose="02020603050405020304" pitchFamily="18" charset="0"/>
              <a:ea typeface="宋体" panose="02010600030101010101" pitchFamily="2" charset="-122"/>
            </a:endParaRPr>
          </a:p>
        </p:txBody>
      </p:sp>
      <p:grpSp>
        <p:nvGrpSpPr>
          <p:cNvPr id="2" name="Group 42"/>
          <p:cNvGrpSpPr/>
          <p:nvPr/>
        </p:nvGrpSpPr>
        <p:grpSpPr>
          <a:xfrm>
            <a:off x="1533525" y="3946525"/>
            <a:ext cx="1441450" cy="2406650"/>
            <a:chOff x="966" y="1726"/>
            <a:chExt cx="908" cy="1516"/>
          </a:xfrm>
        </p:grpSpPr>
        <p:sp>
          <p:nvSpPr>
            <p:cNvPr id="9220" name="Rectangle 5"/>
            <p:cNvSpPr/>
            <p:nvPr/>
          </p:nvSpPr>
          <p:spPr>
            <a:xfrm>
              <a:off x="1061" y="2112"/>
              <a:ext cx="720" cy="38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221" name="Line 6"/>
            <p:cNvSpPr/>
            <p:nvPr/>
          </p:nvSpPr>
          <p:spPr>
            <a:xfrm flipV="1">
              <a:off x="1445" y="1824"/>
              <a:ext cx="0" cy="288"/>
            </a:xfrm>
            <a:prstGeom prst="line">
              <a:avLst/>
            </a:prstGeom>
            <a:ln w="9525" cap="flat" cmpd="sng">
              <a:solidFill>
                <a:schemeClr val="tx1"/>
              </a:solidFill>
              <a:prstDash val="solid"/>
              <a:round/>
              <a:headEnd type="none" w="med" len="med"/>
              <a:tailEnd type="none" w="med" len="med"/>
            </a:ln>
          </p:spPr>
        </p:sp>
        <p:sp>
          <p:nvSpPr>
            <p:cNvPr id="9222" name="Line 7"/>
            <p:cNvSpPr/>
            <p:nvPr/>
          </p:nvSpPr>
          <p:spPr>
            <a:xfrm flipV="1">
              <a:off x="1205" y="2496"/>
              <a:ext cx="0" cy="288"/>
            </a:xfrm>
            <a:prstGeom prst="line">
              <a:avLst/>
            </a:prstGeom>
            <a:ln w="9525" cap="flat" cmpd="sng">
              <a:solidFill>
                <a:schemeClr val="tx1"/>
              </a:solidFill>
              <a:prstDash val="solid"/>
              <a:round/>
              <a:headEnd type="none" w="med" len="med"/>
              <a:tailEnd type="none" w="med" len="med"/>
            </a:ln>
          </p:spPr>
        </p:sp>
        <p:sp>
          <p:nvSpPr>
            <p:cNvPr id="9223" name="Line 8"/>
            <p:cNvSpPr/>
            <p:nvPr/>
          </p:nvSpPr>
          <p:spPr>
            <a:xfrm flipV="1">
              <a:off x="1611" y="2496"/>
              <a:ext cx="0" cy="288"/>
            </a:xfrm>
            <a:prstGeom prst="line">
              <a:avLst/>
            </a:prstGeom>
            <a:ln w="9525" cap="flat" cmpd="sng">
              <a:solidFill>
                <a:schemeClr val="tx1"/>
              </a:solidFill>
              <a:prstDash val="solid"/>
              <a:round/>
              <a:headEnd type="none" w="med" len="med"/>
              <a:tailEnd type="none" w="med" len="med"/>
            </a:ln>
          </p:spPr>
        </p:sp>
        <p:sp>
          <p:nvSpPr>
            <p:cNvPr id="9224" name="Text Box 9"/>
            <p:cNvSpPr txBox="1"/>
            <p:nvPr/>
          </p:nvSpPr>
          <p:spPr>
            <a:xfrm>
              <a:off x="1232" y="1726"/>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9225" name="Text Box 10"/>
            <p:cNvSpPr txBox="1"/>
            <p:nvPr/>
          </p:nvSpPr>
          <p:spPr>
            <a:xfrm>
              <a:off x="966" y="2493"/>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9226" name="Text Box 11"/>
            <p:cNvSpPr txBox="1"/>
            <p:nvPr/>
          </p:nvSpPr>
          <p:spPr>
            <a:xfrm>
              <a:off x="1621" y="2493"/>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9227" name="Text Box 12"/>
            <p:cNvSpPr txBox="1"/>
            <p:nvPr/>
          </p:nvSpPr>
          <p:spPr>
            <a:xfrm>
              <a:off x="1055" y="2071"/>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9228" name="Text Box 35"/>
            <p:cNvSpPr txBox="1"/>
            <p:nvPr/>
          </p:nvSpPr>
          <p:spPr>
            <a:xfrm>
              <a:off x="1221" y="2915"/>
              <a:ext cx="365"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grpSp>
      <p:sp>
        <p:nvSpPr>
          <p:cNvPr id="3091" name="Text Box 19"/>
          <p:cNvSpPr txBox="1"/>
          <p:nvPr/>
        </p:nvSpPr>
        <p:spPr>
          <a:xfrm>
            <a:off x="4354513" y="3946525"/>
            <a:ext cx="401637" cy="519113"/>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grpSp>
        <p:nvGrpSpPr>
          <p:cNvPr id="3" name="Group 43"/>
          <p:cNvGrpSpPr/>
          <p:nvPr/>
        </p:nvGrpSpPr>
        <p:grpSpPr>
          <a:xfrm>
            <a:off x="3932238" y="4102100"/>
            <a:ext cx="1441450" cy="2251075"/>
            <a:chOff x="2477" y="1824"/>
            <a:chExt cx="908" cy="1418"/>
          </a:xfrm>
        </p:grpSpPr>
        <p:sp>
          <p:nvSpPr>
            <p:cNvPr id="9231" name="Rectangle 15"/>
            <p:cNvSpPr/>
            <p:nvPr/>
          </p:nvSpPr>
          <p:spPr>
            <a:xfrm>
              <a:off x="2572" y="2112"/>
              <a:ext cx="720" cy="38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232" name="Line 16"/>
            <p:cNvSpPr/>
            <p:nvPr/>
          </p:nvSpPr>
          <p:spPr>
            <a:xfrm flipV="1">
              <a:off x="2956" y="1824"/>
              <a:ext cx="0" cy="288"/>
            </a:xfrm>
            <a:prstGeom prst="line">
              <a:avLst/>
            </a:prstGeom>
            <a:ln w="9525" cap="flat" cmpd="sng">
              <a:solidFill>
                <a:schemeClr val="tx1"/>
              </a:solidFill>
              <a:prstDash val="solid"/>
              <a:round/>
              <a:headEnd type="none" w="med" len="med"/>
              <a:tailEnd type="none" w="med" len="med"/>
            </a:ln>
          </p:spPr>
        </p:sp>
        <p:sp>
          <p:nvSpPr>
            <p:cNvPr id="9233" name="Line 17"/>
            <p:cNvSpPr/>
            <p:nvPr/>
          </p:nvSpPr>
          <p:spPr>
            <a:xfrm flipV="1">
              <a:off x="2716" y="2496"/>
              <a:ext cx="0" cy="288"/>
            </a:xfrm>
            <a:prstGeom prst="line">
              <a:avLst/>
            </a:prstGeom>
            <a:ln w="9525" cap="flat" cmpd="sng">
              <a:solidFill>
                <a:schemeClr val="tx1"/>
              </a:solidFill>
              <a:prstDash val="solid"/>
              <a:round/>
              <a:headEnd type="none" w="med" len="med"/>
              <a:tailEnd type="none" w="med" len="med"/>
            </a:ln>
          </p:spPr>
        </p:sp>
        <p:sp>
          <p:nvSpPr>
            <p:cNvPr id="9234" name="Line 18"/>
            <p:cNvSpPr/>
            <p:nvPr/>
          </p:nvSpPr>
          <p:spPr>
            <a:xfrm flipV="1">
              <a:off x="3122" y="2496"/>
              <a:ext cx="0" cy="288"/>
            </a:xfrm>
            <a:prstGeom prst="line">
              <a:avLst/>
            </a:prstGeom>
            <a:ln w="9525" cap="flat" cmpd="sng">
              <a:solidFill>
                <a:schemeClr val="tx1"/>
              </a:solidFill>
              <a:prstDash val="solid"/>
              <a:round/>
              <a:headEnd type="none" w="med" len="med"/>
              <a:tailEnd type="none" w="med" len="med"/>
            </a:ln>
          </p:spPr>
        </p:sp>
        <p:sp>
          <p:nvSpPr>
            <p:cNvPr id="9235" name="Text Box 20"/>
            <p:cNvSpPr txBox="1"/>
            <p:nvPr/>
          </p:nvSpPr>
          <p:spPr>
            <a:xfrm>
              <a:off x="2477" y="2493"/>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9236" name="Text Box 21"/>
            <p:cNvSpPr txBox="1"/>
            <p:nvPr/>
          </p:nvSpPr>
          <p:spPr>
            <a:xfrm>
              <a:off x="3132" y="2493"/>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9237" name="Text Box 22"/>
            <p:cNvSpPr txBox="1"/>
            <p:nvPr/>
          </p:nvSpPr>
          <p:spPr>
            <a:xfrm>
              <a:off x="2789" y="2145"/>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9238" name="Text Box 36"/>
            <p:cNvSpPr txBox="1"/>
            <p:nvPr/>
          </p:nvSpPr>
          <p:spPr>
            <a:xfrm>
              <a:off x="2783" y="2915"/>
              <a:ext cx="37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grpSp>
      <p:grpSp>
        <p:nvGrpSpPr>
          <p:cNvPr id="4" name="Group 44"/>
          <p:cNvGrpSpPr/>
          <p:nvPr/>
        </p:nvGrpSpPr>
        <p:grpSpPr>
          <a:xfrm>
            <a:off x="6483350" y="3908425"/>
            <a:ext cx="1143000" cy="2406650"/>
            <a:chOff x="4084" y="1702"/>
            <a:chExt cx="720" cy="1516"/>
          </a:xfrm>
        </p:grpSpPr>
        <p:sp>
          <p:nvSpPr>
            <p:cNvPr id="9240" name="Rectangle 24"/>
            <p:cNvSpPr/>
            <p:nvPr/>
          </p:nvSpPr>
          <p:spPr>
            <a:xfrm>
              <a:off x="4084" y="2088"/>
              <a:ext cx="720" cy="38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241" name="Line 25"/>
            <p:cNvSpPr/>
            <p:nvPr/>
          </p:nvSpPr>
          <p:spPr>
            <a:xfrm flipV="1">
              <a:off x="4468" y="1800"/>
              <a:ext cx="0" cy="288"/>
            </a:xfrm>
            <a:prstGeom prst="line">
              <a:avLst/>
            </a:prstGeom>
            <a:ln w="9525" cap="flat" cmpd="sng">
              <a:solidFill>
                <a:schemeClr val="tx1"/>
              </a:solidFill>
              <a:prstDash val="solid"/>
              <a:round/>
              <a:headEnd type="none" w="med" len="med"/>
              <a:tailEnd type="none" w="med" len="med"/>
            </a:ln>
          </p:spPr>
        </p:sp>
        <p:sp>
          <p:nvSpPr>
            <p:cNvPr id="9242" name="Line 26"/>
            <p:cNvSpPr/>
            <p:nvPr/>
          </p:nvSpPr>
          <p:spPr>
            <a:xfrm flipV="1">
              <a:off x="4481" y="2472"/>
              <a:ext cx="0" cy="288"/>
            </a:xfrm>
            <a:prstGeom prst="line">
              <a:avLst/>
            </a:prstGeom>
            <a:ln w="9525" cap="flat" cmpd="sng">
              <a:solidFill>
                <a:schemeClr val="tx1"/>
              </a:solidFill>
              <a:prstDash val="solid"/>
              <a:round/>
              <a:headEnd type="none" w="med" len="med"/>
              <a:tailEnd type="none" w="med" len="med"/>
            </a:ln>
          </p:spPr>
        </p:sp>
        <p:sp>
          <p:nvSpPr>
            <p:cNvPr id="9243" name="Text Box 28"/>
            <p:cNvSpPr txBox="1"/>
            <p:nvPr/>
          </p:nvSpPr>
          <p:spPr>
            <a:xfrm>
              <a:off x="4255" y="170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9244" name="Text Box 29"/>
            <p:cNvSpPr txBox="1"/>
            <p:nvPr/>
          </p:nvSpPr>
          <p:spPr>
            <a:xfrm>
              <a:off x="4242" y="2469"/>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9245" name="Text Box 31"/>
            <p:cNvSpPr txBox="1"/>
            <p:nvPr/>
          </p:nvSpPr>
          <p:spPr>
            <a:xfrm>
              <a:off x="4367" y="2114"/>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9246" name="Oval 33"/>
            <p:cNvSpPr/>
            <p:nvPr/>
          </p:nvSpPr>
          <p:spPr>
            <a:xfrm>
              <a:off x="4446" y="2060"/>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247" name="Text Box 37"/>
            <p:cNvSpPr txBox="1"/>
            <p:nvPr/>
          </p:nvSpPr>
          <p:spPr>
            <a:xfrm>
              <a:off x="4310" y="2891"/>
              <a:ext cx="365"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p:txBody>
        </p:sp>
      </p:grpSp>
      <p:sp>
        <p:nvSpPr>
          <p:cNvPr id="3117" name="Text Box 45"/>
          <p:cNvSpPr txBox="1">
            <a:spLocks noChangeArrowheads="1"/>
          </p:cNvSpPr>
          <p:nvPr/>
        </p:nvSpPr>
        <p:spPr bwMode="auto">
          <a:xfrm>
            <a:off x="533400" y="558800"/>
            <a:ext cx="5105400" cy="553085"/>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en-US" altLang="zh-CN" sz="3000" b="1" i="0" kern="1200" cap="none" spc="0" normalizeH="0" baseline="0" noProof="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cs typeface="+mn-cs"/>
              </a:rPr>
              <a:t>5.1 </a:t>
            </a:r>
            <a:r>
              <a:rPr kumimoji="1" lang="zh-CN" altLang="en-US" sz="3000" b="1" i="0" kern="1200" cap="none" spc="0" normalizeH="0" baseline="0" noProof="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cs typeface="+mn-cs"/>
              </a:rPr>
              <a:t>概述</a:t>
            </a:r>
            <a:endParaRPr kumimoji="1" lang="zh-CN" altLang="en-US" sz="3000" b="1" i="0" kern="1200" cap="none" spc="0" normalizeH="0" baseline="0" noProof="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cs typeface="+mn-cs"/>
            </a:endParaRPr>
          </a:p>
        </p:txBody>
      </p:sp>
      <p:sp>
        <p:nvSpPr>
          <p:cNvPr id="3118" name="Text Box 46"/>
          <p:cNvSpPr txBox="1"/>
          <p:nvPr/>
        </p:nvSpPr>
        <p:spPr>
          <a:xfrm>
            <a:off x="696913" y="1277938"/>
            <a:ext cx="7772400" cy="1031875"/>
          </a:xfrm>
          <a:prstGeom prst="rect">
            <a:avLst/>
          </a:prstGeom>
          <a:noFill/>
          <a:ln w="9525">
            <a:noFill/>
          </a:ln>
        </p:spPr>
        <p:txBody>
          <a:bodyPr anchor="t" anchorCtr="0">
            <a:spAutoFit/>
          </a:bodyPr>
          <a:p>
            <a:pPr indent="669925" algn="ctr">
              <a:lnSpc>
                <a:spcPct val="110000"/>
              </a:lnSpc>
              <a:spcBef>
                <a:spcPct val="50000"/>
              </a:spcBef>
            </a:pPr>
            <a:r>
              <a:rPr lang="zh-CN" altLang="en-US" sz="2800" i="0" dirty="0">
                <a:latin typeface="Times New Roman" panose="02020603050405020304" pitchFamily="18" charset="0"/>
                <a:ea typeface="宋体" panose="02010600030101010101" pitchFamily="2" charset="-122"/>
              </a:rPr>
              <a:t>在数字电路中，能够实现基本逻辑运算及复合逻辑运算功能的电路称为逻辑门电路。</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18"/>
                                        </p:tgtEl>
                                        <p:attrNameLst>
                                          <p:attrName>style.visibility</p:attrName>
                                        </p:attrNameLst>
                                      </p:cBhvr>
                                      <p:to>
                                        <p:strVal val="visible"/>
                                      </p:to>
                                    </p:set>
                                    <p:animEffect transition="in" filter="blinds(horizontal)">
                                      <p:cBhvr>
                                        <p:cTn id="7" dur="500"/>
                                        <p:tgtEl>
                                          <p:spTgt spid="31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5"/>
                                        </p:tgtEl>
                                        <p:attrNameLst>
                                          <p:attrName>style.visibility</p:attrName>
                                        </p:attrNameLst>
                                      </p:cBhvr>
                                      <p:to>
                                        <p:strVal val="visible"/>
                                      </p:to>
                                    </p:set>
                                    <p:animEffect transition="in" filter="wipe(left)">
                                      <p:cBhvr>
                                        <p:cTn id="12" dur="500"/>
                                        <p:tgtEl>
                                          <p:spTgt spid="30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6"/>
                                        </p:tgtEl>
                                        <p:attrNameLst>
                                          <p:attrName>style.visibility</p:attrName>
                                        </p:attrNameLst>
                                      </p:cBhvr>
                                      <p:to>
                                        <p:strVal val="visible"/>
                                      </p:to>
                                    </p:set>
                                    <p:animEffect transition="in" filter="wipe(left)">
                                      <p:cBhvr>
                                        <p:cTn id="17" dur="500"/>
                                        <p:tgtEl>
                                          <p:spTgt spid="307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par>
                                <p:cTn id="23" presetID="4" presetClass="entr" presetSubtype="32" fill="hold" grpId="0" nodeType="withEffect">
                                  <p:stCondLst>
                                    <p:cond delay="0"/>
                                  </p:stCondLst>
                                  <p:childTnLst>
                                    <p:set>
                                      <p:cBhvr>
                                        <p:cTn id="24" dur="1" fill="hold">
                                          <p:stCondLst>
                                            <p:cond delay="0"/>
                                          </p:stCondLst>
                                        </p:cTn>
                                        <p:tgtEl>
                                          <p:spTgt spid="3091"/>
                                        </p:tgtEl>
                                        <p:attrNameLst>
                                          <p:attrName>style.visibility</p:attrName>
                                        </p:attrNameLst>
                                      </p:cBhvr>
                                      <p:to>
                                        <p:strVal val="visible"/>
                                      </p:to>
                                    </p:set>
                                    <p:animEffect transition="in" filter="box(out)">
                                      <p:cBhvr>
                                        <p:cTn id="25" dur="500"/>
                                        <p:tgtEl>
                                          <p:spTgt spid="3091"/>
                                        </p:tgtEl>
                                      </p:cBhvr>
                                    </p:animEffect>
                                  </p:childTnLst>
                                </p:cTn>
                              </p:par>
                              <p:par>
                                <p:cTn id="26" presetID="4" presetClass="entr" presetSubtype="32"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ox(out)">
                                      <p:cBhvr>
                                        <p:cTn id="28" dur="500"/>
                                        <p:tgtEl>
                                          <p:spTgt spid="3"/>
                                        </p:tgtEl>
                                      </p:cBhvr>
                                    </p:animEffect>
                                  </p:childTnLst>
                                </p:cTn>
                              </p:par>
                              <p:par>
                                <p:cTn id="29" presetID="4" presetClass="entr" presetSubtype="32"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box(out)">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p:bldP spid="3076" grpId="0"/>
      <p:bldP spid="3091" grpId="0"/>
      <p:bldP spid="31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44"/>
          <p:cNvGrpSpPr/>
          <p:nvPr/>
        </p:nvGrpSpPr>
        <p:grpSpPr>
          <a:xfrm>
            <a:off x="820738" y="482600"/>
            <a:ext cx="7954962" cy="2646363"/>
            <a:chOff x="589" y="398"/>
            <a:chExt cx="5011" cy="1667"/>
          </a:xfrm>
        </p:grpSpPr>
        <p:sp>
          <p:nvSpPr>
            <p:cNvPr id="5122" name="Text Box 2"/>
            <p:cNvSpPr txBox="1">
              <a:spLocks noChangeArrowheads="1"/>
            </p:cNvSpPr>
            <p:nvPr/>
          </p:nvSpPr>
          <p:spPr bwMode="auto">
            <a:xfrm>
              <a:off x="721" y="398"/>
              <a:ext cx="1152" cy="329"/>
            </a:xfrm>
            <a:prstGeom prst="rect">
              <a:avLst/>
            </a:prstGeom>
            <a:noFill/>
            <a:ln w="9525">
              <a:noFill/>
              <a:miter lim="800000"/>
            </a:ln>
            <a:effectLst/>
          </p:spPr>
          <p:txBody>
            <a:bodyPr wrap="none">
              <a:spAutoFit/>
            </a:bodyPr>
            <a:lstStyle/>
            <a:p>
              <a:pPr marR="0" algn="ctr" defTabSz="914400">
                <a:buClrTx/>
                <a:buSzTx/>
                <a:buFontTx/>
                <a:buNone/>
                <a:defRPr/>
              </a:pP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与</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门</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0243" name="Text Box 3"/>
            <p:cNvSpPr txBox="1"/>
            <p:nvPr/>
          </p:nvSpPr>
          <p:spPr>
            <a:xfrm>
              <a:off x="589" y="700"/>
              <a:ext cx="4588" cy="1027"/>
            </a:xfrm>
            <a:prstGeom prst="rect">
              <a:avLst/>
            </a:prstGeom>
            <a:noFill/>
            <a:ln w="9525">
              <a:noFill/>
            </a:ln>
          </p:spPr>
          <p:txBody>
            <a:bodyPr anchor="t" anchorCtr="0">
              <a:spAutoFit/>
            </a:bodyPr>
            <a:p>
              <a:pPr indent="669925" algn="ctr">
                <a:lnSpc>
                  <a:spcPct val="120000"/>
                </a:lnSpc>
                <a:spcBef>
                  <a:spcPct val="50000"/>
                </a:spcBef>
              </a:pPr>
              <a:r>
                <a:rPr lang="zh-CN" altLang="en-US" sz="2800" i="0" dirty="0">
                  <a:latin typeface="Times New Roman" panose="02020603050405020304" pitchFamily="18" charset="0"/>
                  <a:ea typeface="宋体" panose="02010600030101010101" pitchFamily="2" charset="-122"/>
                </a:rPr>
                <a:t>有两个或两个以上的输入端、一个输出端。右图</a:t>
              </a:r>
              <a:r>
                <a:rPr lang="zh-CN" altLang="zh-CN" sz="2800" i="0" dirty="0">
                  <a:latin typeface="Times New Roman" panose="02020603050405020304" pitchFamily="18" charset="0"/>
                  <a:ea typeface="宋体" panose="02010600030101010101" pitchFamily="2" charset="-122"/>
                </a:rPr>
                <a:t>的逻辑表达式为</a:t>
              </a:r>
              <a:br>
                <a:rPr lang="zh-CN" altLang="zh-CN" sz="2800" i="0" dirty="0">
                  <a:latin typeface="Times New Roman" panose="02020603050405020304" pitchFamily="18" charset="0"/>
                  <a:ea typeface="宋体" panose="02010600030101010101" pitchFamily="2" charset="-122"/>
                </a:rPr>
              </a:br>
              <a:r>
                <a:rPr lang="zh-CN"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F</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 </a:t>
              </a:r>
              <a:r>
                <a:rPr lang="en-US" altLang="zh-CN" sz="2800" dirty="0">
                  <a:latin typeface="Times New Roman" panose="02020603050405020304" pitchFamily="18" charset="0"/>
                  <a:ea typeface="宋体" panose="02010600030101010101" pitchFamily="2" charset="-122"/>
                  <a:sym typeface="Symbol" panose="05050102010706020507" pitchFamily="18" charset="2"/>
                </a:rPr>
                <a:t>B</a:t>
              </a:r>
              <a:endParaRPr lang="en-US" altLang="zh-CN" sz="2800" dirty="0">
                <a:latin typeface="Times New Roman" panose="02020603050405020304" pitchFamily="18" charset="0"/>
                <a:ea typeface="宋体" panose="02010600030101010101" pitchFamily="2" charset="-122"/>
              </a:endParaRPr>
            </a:p>
          </p:txBody>
        </p:sp>
        <p:grpSp>
          <p:nvGrpSpPr>
            <p:cNvPr id="10244" name="Group 41"/>
            <p:cNvGrpSpPr/>
            <p:nvPr/>
          </p:nvGrpSpPr>
          <p:grpSpPr>
            <a:xfrm>
              <a:off x="4686" y="1054"/>
              <a:ext cx="914" cy="1011"/>
              <a:chOff x="4686" y="1054"/>
              <a:chExt cx="914" cy="1011"/>
            </a:xfrm>
          </p:grpSpPr>
          <p:sp>
            <p:nvSpPr>
              <p:cNvPr id="10245" name="Rectangle 11"/>
              <p:cNvSpPr/>
              <p:nvPr/>
            </p:nvSpPr>
            <p:spPr>
              <a:xfrm>
                <a:off x="4782" y="1398"/>
                <a:ext cx="725" cy="34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246" name="Line 12"/>
              <p:cNvSpPr/>
              <p:nvPr/>
            </p:nvSpPr>
            <p:spPr>
              <a:xfrm flipV="1">
                <a:off x="5169" y="1141"/>
                <a:ext cx="0" cy="257"/>
              </a:xfrm>
              <a:prstGeom prst="line">
                <a:avLst/>
              </a:prstGeom>
              <a:ln w="9525" cap="flat" cmpd="sng">
                <a:solidFill>
                  <a:schemeClr val="tx1"/>
                </a:solidFill>
                <a:prstDash val="solid"/>
                <a:round/>
                <a:headEnd type="none" w="med" len="med"/>
                <a:tailEnd type="none" w="med" len="med"/>
              </a:ln>
            </p:spPr>
          </p:sp>
          <p:sp>
            <p:nvSpPr>
              <p:cNvPr id="10247" name="Line 13"/>
              <p:cNvSpPr/>
              <p:nvPr/>
            </p:nvSpPr>
            <p:spPr>
              <a:xfrm flipV="1">
                <a:off x="4927" y="1740"/>
                <a:ext cx="0" cy="257"/>
              </a:xfrm>
              <a:prstGeom prst="line">
                <a:avLst/>
              </a:prstGeom>
              <a:ln w="9525" cap="flat" cmpd="sng">
                <a:solidFill>
                  <a:schemeClr val="tx1"/>
                </a:solidFill>
                <a:prstDash val="solid"/>
                <a:round/>
                <a:headEnd type="none" w="med" len="med"/>
                <a:tailEnd type="none" w="med" len="med"/>
              </a:ln>
            </p:spPr>
          </p:sp>
          <p:sp>
            <p:nvSpPr>
              <p:cNvPr id="10248" name="Line 14"/>
              <p:cNvSpPr/>
              <p:nvPr/>
            </p:nvSpPr>
            <p:spPr>
              <a:xfrm flipV="1">
                <a:off x="5336" y="1740"/>
                <a:ext cx="0" cy="257"/>
              </a:xfrm>
              <a:prstGeom prst="line">
                <a:avLst/>
              </a:prstGeom>
              <a:ln w="9525" cap="flat" cmpd="sng">
                <a:solidFill>
                  <a:schemeClr val="tx1"/>
                </a:solidFill>
                <a:prstDash val="solid"/>
                <a:round/>
                <a:headEnd type="none" w="med" len="med"/>
                <a:tailEnd type="none" w="med" len="med"/>
              </a:ln>
            </p:spPr>
          </p:sp>
          <p:sp>
            <p:nvSpPr>
              <p:cNvPr id="10249" name="Text Box 15"/>
              <p:cNvSpPr txBox="1"/>
              <p:nvPr/>
            </p:nvSpPr>
            <p:spPr>
              <a:xfrm>
                <a:off x="4953" y="1054"/>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0250" name="Text Box 16"/>
              <p:cNvSpPr txBox="1"/>
              <p:nvPr/>
            </p:nvSpPr>
            <p:spPr>
              <a:xfrm>
                <a:off x="4686" y="1738"/>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0251" name="Text Box 17"/>
              <p:cNvSpPr txBox="1"/>
              <p:nvPr/>
            </p:nvSpPr>
            <p:spPr>
              <a:xfrm>
                <a:off x="5347" y="1738"/>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0252" name="Text Box 18"/>
              <p:cNvSpPr txBox="1"/>
              <p:nvPr/>
            </p:nvSpPr>
            <p:spPr>
              <a:xfrm>
                <a:off x="4776" y="1362"/>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grpSp>
      <p:grpSp>
        <p:nvGrpSpPr>
          <p:cNvPr id="4" name="Group 45"/>
          <p:cNvGrpSpPr/>
          <p:nvPr/>
        </p:nvGrpSpPr>
        <p:grpSpPr>
          <a:xfrm>
            <a:off x="531813" y="2425700"/>
            <a:ext cx="8224837" cy="2393950"/>
            <a:chOff x="433" y="1716"/>
            <a:chExt cx="5181" cy="1508"/>
          </a:xfrm>
        </p:grpSpPr>
        <p:sp>
          <p:nvSpPr>
            <p:cNvPr id="5124" name="Text Box 4"/>
            <p:cNvSpPr txBox="1">
              <a:spLocks noChangeArrowheads="1"/>
            </p:cNvSpPr>
            <p:nvPr/>
          </p:nvSpPr>
          <p:spPr bwMode="auto">
            <a:xfrm>
              <a:off x="721" y="1716"/>
              <a:ext cx="1264" cy="329"/>
            </a:xfrm>
            <a:prstGeom prst="rect">
              <a:avLst/>
            </a:prstGeom>
            <a:noFill/>
            <a:ln w="9525">
              <a:noFill/>
              <a:miter lim="800000"/>
            </a:ln>
            <a:effectLst/>
          </p:spPr>
          <p:txBody>
            <a:bodyPr wrap="none">
              <a:spAutoFit/>
            </a:bodyPr>
            <a:lstStyle/>
            <a:p>
              <a:pPr marR="0" algn="ctr" defTabSz="914400">
                <a:buClrTx/>
                <a:buSzTx/>
                <a:buFontTx/>
                <a:buNone/>
                <a:defRPr/>
              </a:pP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2</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或</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门</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0255" name="Text Box 5"/>
            <p:cNvSpPr txBox="1"/>
            <p:nvPr/>
          </p:nvSpPr>
          <p:spPr>
            <a:xfrm>
              <a:off x="433" y="1982"/>
              <a:ext cx="4588" cy="1027"/>
            </a:xfrm>
            <a:prstGeom prst="rect">
              <a:avLst/>
            </a:prstGeom>
            <a:noFill/>
            <a:ln w="9525">
              <a:noFill/>
            </a:ln>
          </p:spPr>
          <p:txBody>
            <a:bodyPr anchor="t" anchorCtr="0">
              <a:spAutoFit/>
            </a:bodyPr>
            <a:p>
              <a:pPr indent="669925" algn="ctr">
                <a:lnSpc>
                  <a:spcPct val="120000"/>
                </a:lnSpc>
                <a:spcBef>
                  <a:spcPct val="50000"/>
                </a:spcBef>
              </a:pPr>
              <a:r>
                <a:rPr lang="zh-CN" altLang="en-US" sz="2800" i="0" dirty="0">
                  <a:latin typeface="Times New Roman" panose="02020603050405020304" pitchFamily="18" charset="0"/>
                  <a:ea typeface="宋体" panose="02010600030101010101" pitchFamily="2" charset="-122"/>
                </a:rPr>
                <a:t>有两个或两个以上的输入端，一个输出端。右图</a:t>
              </a:r>
              <a:r>
                <a:rPr lang="zh-CN" altLang="zh-CN" sz="2800" i="0" dirty="0">
                  <a:latin typeface="Times New Roman" panose="02020603050405020304" pitchFamily="18" charset="0"/>
                  <a:ea typeface="宋体" panose="02010600030101010101" pitchFamily="2" charset="-122"/>
                </a:rPr>
                <a:t>的逻辑表达式为</a:t>
              </a:r>
              <a:br>
                <a:rPr lang="zh-CN" altLang="zh-CN" sz="2800" i="0" dirty="0">
                  <a:latin typeface="Times New Roman" panose="02020603050405020304" pitchFamily="18" charset="0"/>
                  <a:ea typeface="宋体" panose="02010600030101010101" pitchFamily="2" charset="-122"/>
                </a:rPr>
              </a:br>
              <a:r>
                <a:rPr lang="zh-CN"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F</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 </a:t>
              </a:r>
              <a:r>
                <a:rPr lang="en-US" altLang="zh-CN" sz="2800" dirty="0">
                  <a:latin typeface="Times New Roman" panose="02020603050405020304" pitchFamily="18" charset="0"/>
                  <a:ea typeface="宋体" panose="02010600030101010101" pitchFamily="2" charset="-122"/>
                  <a:sym typeface="Symbol" panose="05050102010706020507" pitchFamily="18" charset="2"/>
                </a:rPr>
                <a:t>+B</a:t>
              </a:r>
              <a:endParaRPr lang="en-US" altLang="zh-CN" sz="2800" dirty="0">
                <a:latin typeface="Times New Roman" panose="02020603050405020304" pitchFamily="18" charset="0"/>
                <a:ea typeface="宋体" panose="02010600030101010101" pitchFamily="2" charset="-122"/>
              </a:endParaRPr>
            </a:p>
          </p:txBody>
        </p:sp>
        <p:grpSp>
          <p:nvGrpSpPr>
            <p:cNvPr id="10256" name="Group 42"/>
            <p:cNvGrpSpPr/>
            <p:nvPr/>
          </p:nvGrpSpPr>
          <p:grpSpPr>
            <a:xfrm>
              <a:off x="4599" y="2098"/>
              <a:ext cx="1015" cy="1126"/>
              <a:chOff x="4599" y="2098"/>
              <a:chExt cx="1015" cy="1126"/>
            </a:xfrm>
          </p:grpSpPr>
          <p:sp>
            <p:nvSpPr>
              <p:cNvPr id="10257" name="Text Box 19"/>
              <p:cNvSpPr txBox="1"/>
              <p:nvPr/>
            </p:nvSpPr>
            <p:spPr>
              <a:xfrm>
                <a:off x="4937" y="2098"/>
                <a:ext cx="116" cy="327"/>
              </a:xfrm>
              <a:prstGeom prst="rect">
                <a:avLst/>
              </a:prstGeom>
              <a:noFill/>
              <a:ln w="9525">
                <a:noFill/>
              </a:ln>
            </p:spPr>
            <p:txBody>
              <a:bodyPr wrap="none" anchor="t" anchorCtr="0">
                <a:spAutoFit/>
              </a:bodyPr>
              <a:p>
                <a:pPr algn="ctr"/>
                <a:endParaRPr lang="zh-CN" altLang="zh-CN" sz="2800" i="0" dirty="0">
                  <a:latin typeface="Times New Roman" panose="02020603050405020304" pitchFamily="18" charset="0"/>
                  <a:ea typeface="宋体" panose="02010600030101010101" pitchFamily="2" charset="-122"/>
                </a:endParaRPr>
              </a:p>
            </p:txBody>
          </p:sp>
          <p:sp>
            <p:nvSpPr>
              <p:cNvPr id="10258" name="Rectangle 22"/>
              <p:cNvSpPr/>
              <p:nvPr/>
            </p:nvSpPr>
            <p:spPr>
              <a:xfrm>
                <a:off x="4734" y="2541"/>
                <a:ext cx="838" cy="357"/>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259" name="Line 23"/>
              <p:cNvSpPr/>
              <p:nvPr/>
            </p:nvSpPr>
            <p:spPr>
              <a:xfrm flipV="1">
                <a:off x="5181" y="2273"/>
                <a:ext cx="0" cy="268"/>
              </a:xfrm>
              <a:prstGeom prst="line">
                <a:avLst/>
              </a:prstGeom>
              <a:ln w="9525" cap="flat" cmpd="sng">
                <a:solidFill>
                  <a:schemeClr val="tx1"/>
                </a:solidFill>
                <a:prstDash val="solid"/>
                <a:round/>
                <a:headEnd type="none" w="med" len="med"/>
                <a:tailEnd type="none" w="med" len="med"/>
              </a:ln>
            </p:spPr>
          </p:sp>
          <p:sp>
            <p:nvSpPr>
              <p:cNvPr id="10260" name="Line 24"/>
              <p:cNvSpPr/>
              <p:nvPr/>
            </p:nvSpPr>
            <p:spPr>
              <a:xfrm flipV="1">
                <a:off x="4902" y="2898"/>
                <a:ext cx="0" cy="268"/>
              </a:xfrm>
              <a:prstGeom prst="line">
                <a:avLst/>
              </a:prstGeom>
              <a:ln w="9525" cap="flat" cmpd="sng">
                <a:solidFill>
                  <a:schemeClr val="tx1"/>
                </a:solidFill>
                <a:prstDash val="solid"/>
                <a:round/>
                <a:headEnd type="none" w="med" len="med"/>
                <a:tailEnd type="none" w="med" len="med"/>
              </a:ln>
            </p:spPr>
          </p:sp>
          <p:sp>
            <p:nvSpPr>
              <p:cNvPr id="10261" name="Line 25"/>
              <p:cNvSpPr/>
              <p:nvPr/>
            </p:nvSpPr>
            <p:spPr>
              <a:xfrm flipV="1">
                <a:off x="5374" y="2898"/>
                <a:ext cx="0" cy="268"/>
              </a:xfrm>
              <a:prstGeom prst="line">
                <a:avLst/>
              </a:prstGeom>
              <a:ln w="9525" cap="flat" cmpd="sng">
                <a:solidFill>
                  <a:schemeClr val="tx1"/>
                </a:solidFill>
                <a:prstDash val="solid"/>
                <a:round/>
                <a:headEnd type="none" w="med" len="med"/>
                <a:tailEnd type="none" w="med" len="med"/>
              </a:ln>
            </p:spPr>
          </p:sp>
          <p:sp>
            <p:nvSpPr>
              <p:cNvPr id="10262" name="Text Box 26"/>
              <p:cNvSpPr txBox="1"/>
              <p:nvPr/>
            </p:nvSpPr>
            <p:spPr>
              <a:xfrm>
                <a:off x="4933" y="2182"/>
                <a:ext cx="445" cy="327"/>
              </a:xfrm>
              <a:prstGeom prst="rect">
                <a:avLst/>
              </a:prstGeom>
              <a:noFill/>
              <a:ln w="9525">
                <a:noFill/>
              </a:ln>
            </p:spPr>
            <p:txBody>
              <a:bodyPr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0263" name="Text Box 27"/>
              <p:cNvSpPr txBox="1"/>
              <p:nvPr/>
            </p:nvSpPr>
            <p:spPr>
              <a:xfrm>
                <a:off x="4599" y="2897"/>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0264" name="Text Box 28"/>
              <p:cNvSpPr txBox="1"/>
              <p:nvPr/>
            </p:nvSpPr>
            <p:spPr>
              <a:xfrm>
                <a:off x="5361" y="2897"/>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0265" name="Text Box 29"/>
              <p:cNvSpPr txBox="1"/>
              <p:nvPr/>
            </p:nvSpPr>
            <p:spPr>
              <a:xfrm>
                <a:off x="4985" y="2570"/>
                <a:ext cx="410" cy="327"/>
              </a:xfrm>
              <a:prstGeom prst="rect">
                <a:avLst/>
              </a:prstGeom>
              <a:noFill/>
              <a:ln w="9525">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grpSp>
      </p:grpSp>
      <p:grpSp>
        <p:nvGrpSpPr>
          <p:cNvPr id="6" name="Group 46"/>
          <p:cNvGrpSpPr/>
          <p:nvPr/>
        </p:nvGrpSpPr>
        <p:grpSpPr>
          <a:xfrm>
            <a:off x="795338" y="4459288"/>
            <a:ext cx="7904162" cy="2276475"/>
            <a:chOff x="589" y="2817"/>
            <a:chExt cx="4979" cy="1434"/>
          </a:xfrm>
        </p:grpSpPr>
        <p:sp>
          <p:nvSpPr>
            <p:cNvPr id="5126" name="Text Box 6"/>
            <p:cNvSpPr txBox="1">
              <a:spLocks noChangeArrowheads="1"/>
            </p:cNvSpPr>
            <p:nvPr/>
          </p:nvSpPr>
          <p:spPr bwMode="auto">
            <a:xfrm>
              <a:off x="680" y="2817"/>
              <a:ext cx="1194" cy="329"/>
            </a:xfrm>
            <a:prstGeom prst="rect">
              <a:avLst/>
            </a:prstGeom>
            <a:noFill/>
            <a:ln w="9525">
              <a:noFill/>
              <a:miter lim="800000"/>
            </a:ln>
            <a:effectLst/>
          </p:spPr>
          <p:txBody>
            <a:bodyPr wrap="none">
              <a:spAutoFit/>
            </a:bodyPr>
            <a:lstStyle/>
            <a:p>
              <a:pPr marR="0" algn="ctr" defTabSz="914400">
                <a:buClrTx/>
                <a:buSzTx/>
                <a:buFontTx/>
                <a:buNone/>
                <a:defRPr/>
              </a:pPr>
              <a:r>
                <a:rPr kumimoji="1" lang="en-US" altLang="zh-CN" sz="2800"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3</a:t>
              </a:r>
              <a:r>
                <a:rPr kumimoji="1" lang="zh-CN" altLang="en-US" sz="2800"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非</a:t>
              </a:r>
              <a:r>
                <a:rPr kumimoji="1" lang="en-US" altLang="zh-CN" sz="2800"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门</a:t>
              </a:r>
              <a:endParaRPr kumimoji="1" lang="zh-CN" altLang="en-US" sz="2800"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0268" name="Text Box 7"/>
            <p:cNvSpPr txBox="1"/>
            <p:nvPr/>
          </p:nvSpPr>
          <p:spPr>
            <a:xfrm>
              <a:off x="589" y="3273"/>
              <a:ext cx="4288" cy="596"/>
            </a:xfrm>
            <a:prstGeom prst="rect">
              <a:avLst/>
            </a:prstGeom>
            <a:noFill/>
            <a:ln w="9525">
              <a:noFill/>
            </a:ln>
          </p:spPr>
          <p:txBody>
            <a:bodyPr anchor="t" anchorCtr="0">
              <a:spAutoFit/>
            </a:bodyPr>
            <a:p>
              <a:pPr indent="669925" algn="ctr">
                <a:spcBef>
                  <a:spcPct val="50000"/>
                </a:spcBef>
              </a:pP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只 有 一 个 输 入 端</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一个输出端。如右图</a:t>
              </a:r>
              <a:r>
                <a:rPr lang="zh-CN" altLang="zh-CN" sz="2800" i="0" dirty="0">
                  <a:latin typeface="Times New Roman" panose="02020603050405020304" pitchFamily="18" charset="0"/>
                  <a:ea typeface="宋体" panose="02010600030101010101" pitchFamily="2" charset="-122"/>
                </a:rPr>
                <a:t>的逻辑表达式为</a:t>
              </a:r>
              <a:endParaRPr lang="zh-CN" altLang="en-US" sz="2800" i="0" dirty="0">
                <a:latin typeface="Times New Roman" panose="02020603050405020304" pitchFamily="18" charset="0"/>
                <a:ea typeface="宋体" panose="02010600030101010101" pitchFamily="2" charset="-122"/>
              </a:endParaRPr>
            </a:p>
          </p:txBody>
        </p:sp>
        <p:graphicFrame>
          <p:nvGraphicFramePr>
            <p:cNvPr id="10269" name="Object 8"/>
            <p:cNvGraphicFramePr>
              <a:graphicFrameLocks noChangeAspect="1"/>
            </p:cNvGraphicFramePr>
            <p:nvPr/>
          </p:nvGraphicFramePr>
          <p:xfrm>
            <a:off x="2406" y="3799"/>
            <a:ext cx="568" cy="223"/>
          </p:xfrm>
          <a:graphic>
            <a:graphicData uri="http://schemas.openxmlformats.org/presentationml/2006/ole">
              <mc:AlternateContent xmlns:mc="http://schemas.openxmlformats.org/markup-compatibility/2006">
                <mc:Choice xmlns:v="urn:schemas-microsoft-com:vml" Requires="v">
                  <p:oleObj spid="_x0000_s3078" name="" r:id="rId1" imgW="901065" imgH="355600" progId="Equation.3">
                    <p:embed/>
                  </p:oleObj>
                </mc:Choice>
                <mc:Fallback>
                  <p:oleObj name="" r:id="rId1" imgW="901065" imgH="355600" progId="Equation.3">
                    <p:embed/>
                    <p:pic>
                      <p:nvPicPr>
                        <p:cNvPr id="0" name="图片 3077"/>
                        <p:cNvPicPr/>
                        <p:nvPr/>
                      </p:nvPicPr>
                      <p:blipFill>
                        <a:blip r:embed="rId2"/>
                        <a:stretch>
                          <a:fillRect/>
                        </a:stretch>
                      </p:blipFill>
                      <p:spPr>
                        <a:xfrm>
                          <a:off x="2406" y="3799"/>
                          <a:ext cx="568" cy="223"/>
                        </a:xfrm>
                        <a:prstGeom prst="rect">
                          <a:avLst/>
                        </a:prstGeom>
                        <a:noFill/>
                        <a:ln w="38100">
                          <a:noFill/>
                          <a:miter/>
                        </a:ln>
                      </p:spPr>
                    </p:pic>
                  </p:oleObj>
                </mc:Fallback>
              </mc:AlternateContent>
            </a:graphicData>
          </a:graphic>
        </p:graphicFrame>
        <p:sp>
          <p:nvSpPr>
            <p:cNvPr id="10270" name="Text Box 37"/>
            <p:cNvSpPr txBox="1"/>
            <p:nvPr/>
          </p:nvSpPr>
          <p:spPr>
            <a:xfrm>
              <a:off x="4944" y="3924"/>
              <a:ext cx="336" cy="327"/>
            </a:xfrm>
            <a:prstGeom prst="rect">
              <a:avLst/>
            </a:prstGeom>
            <a:noFill/>
            <a:ln w="9525">
              <a:noFill/>
            </a:ln>
          </p:spPr>
          <p:txBody>
            <a:bodyPr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grpSp>
          <p:nvGrpSpPr>
            <p:cNvPr id="10271" name="Group 43"/>
            <p:cNvGrpSpPr/>
            <p:nvPr/>
          </p:nvGrpSpPr>
          <p:grpSpPr>
            <a:xfrm>
              <a:off x="4768" y="3278"/>
              <a:ext cx="800" cy="886"/>
              <a:chOff x="4768" y="3278"/>
              <a:chExt cx="800" cy="886"/>
            </a:xfrm>
          </p:grpSpPr>
          <p:sp>
            <p:nvSpPr>
              <p:cNvPr id="10272" name="Text Box 30"/>
              <p:cNvSpPr txBox="1"/>
              <p:nvPr/>
            </p:nvSpPr>
            <p:spPr>
              <a:xfrm>
                <a:off x="4975" y="3278"/>
                <a:ext cx="116" cy="326"/>
              </a:xfrm>
              <a:prstGeom prst="rect">
                <a:avLst/>
              </a:prstGeom>
              <a:noFill/>
              <a:ln w="9525">
                <a:noFill/>
              </a:ln>
            </p:spPr>
            <p:txBody>
              <a:bodyPr wrap="none" anchor="t" anchorCtr="0">
                <a:spAutoFit/>
              </a:bodyPr>
              <a:p>
                <a:pPr algn="ctr"/>
                <a:endParaRPr lang="zh-CN" altLang="zh-CN" sz="2800" i="0" dirty="0">
                  <a:latin typeface="Times New Roman" panose="02020603050405020304" pitchFamily="18" charset="0"/>
                  <a:ea typeface="宋体" panose="02010600030101010101" pitchFamily="2" charset="-122"/>
                </a:endParaRPr>
              </a:p>
            </p:txBody>
          </p:sp>
          <p:sp>
            <p:nvSpPr>
              <p:cNvPr id="10273" name="Rectangle 33"/>
              <p:cNvSpPr/>
              <p:nvPr/>
            </p:nvSpPr>
            <p:spPr>
              <a:xfrm>
                <a:off x="4768" y="3606"/>
                <a:ext cx="800" cy="319"/>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274" name="Line 34"/>
              <p:cNvSpPr/>
              <p:nvPr/>
            </p:nvSpPr>
            <p:spPr>
              <a:xfrm flipV="1">
                <a:off x="5195" y="3366"/>
                <a:ext cx="0" cy="240"/>
              </a:xfrm>
              <a:prstGeom prst="line">
                <a:avLst/>
              </a:prstGeom>
              <a:ln w="9525" cap="flat" cmpd="sng">
                <a:solidFill>
                  <a:schemeClr val="tx1"/>
                </a:solidFill>
                <a:prstDash val="solid"/>
                <a:round/>
                <a:headEnd type="none" w="med" len="med"/>
                <a:tailEnd type="none" w="med" len="med"/>
              </a:ln>
            </p:spPr>
          </p:sp>
          <p:sp>
            <p:nvSpPr>
              <p:cNvPr id="10275" name="Line 35"/>
              <p:cNvSpPr/>
              <p:nvPr/>
            </p:nvSpPr>
            <p:spPr>
              <a:xfrm flipV="1">
                <a:off x="5209" y="3925"/>
                <a:ext cx="0" cy="239"/>
              </a:xfrm>
              <a:prstGeom prst="line">
                <a:avLst/>
              </a:prstGeom>
              <a:ln w="9525" cap="flat" cmpd="sng">
                <a:solidFill>
                  <a:schemeClr val="tx1"/>
                </a:solidFill>
                <a:prstDash val="solid"/>
                <a:round/>
                <a:headEnd type="none" w="med" len="med"/>
                <a:tailEnd type="none" w="med" len="med"/>
              </a:ln>
            </p:spPr>
          </p:sp>
          <p:sp>
            <p:nvSpPr>
              <p:cNvPr id="10276" name="Text Box 36"/>
              <p:cNvSpPr txBox="1"/>
              <p:nvPr/>
            </p:nvSpPr>
            <p:spPr>
              <a:xfrm>
                <a:off x="4957" y="3285"/>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0277" name="Text Box 38"/>
              <p:cNvSpPr txBox="1"/>
              <p:nvPr/>
            </p:nvSpPr>
            <p:spPr>
              <a:xfrm>
                <a:off x="5080" y="3628"/>
                <a:ext cx="228" cy="327"/>
              </a:xfrm>
              <a:prstGeom prst="rect">
                <a:avLst/>
              </a:prstGeom>
              <a:noFill/>
              <a:ln w="9525">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0278" name="Oval 39"/>
              <p:cNvSpPr/>
              <p:nvPr/>
            </p:nvSpPr>
            <p:spPr>
              <a:xfrm>
                <a:off x="5170" y="3582"/>
                <a:ext cx="52" cy="39"/>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5" name="Picture 3" descr="2"/>
          <p:cNvPicPr>
            <a:picLocks noChangeAspect="1"/>
          </p:cNvPicPr>
          <p:nvPr/>
        </p:nvPicPr>
        <p:blipFill>
          <a:blip r:embed="rId1"/>
          <a:srcRect t="4633"/>
          <a:stretch>
            <a:fillRect/>
          </a:stretch>
        </p:blipFill>
        <p:spPr>
          <a:xfrm>
            <a:off x="695325" y="828675"/>
            <a:ext cx="7942263" cy="4805363"/>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0034" name="Text Box 2"/>
          <p:cNvSpPr txBox="1">
            <a:spLocks noChangeArrowheads="1"/>
          </p:cNvSpPr>
          <p:nvPr/>
        </p:nvSpPr>
        <p:spPr bwMode="auto">
          <a:xfrm>
            <a:off x="736600" y="708025"/>
            <a:ext cx="6310313" cy="549275"/>
          </a:xfrm>
          <a:prstGeom prst="rect">
            <a:avLst/>
          </a:prstGeom>
          <a:noFill/>
          <a:ln w="9525">
            <a:noFill/>
            <a:miter lim="800000"/>
          </a:ln>
          <a:effectLst/>
        </p:spPr>
        <p:txBody>
          <a:bodyPr>
            <a:spAutoFit/>
          </a:bodyPr>
          <a:lstStyle/>
          <a:p>
            <a:pPr marR="0" algn="ctr" defTabSz="914400">
              <a:buClrTx/>
              <a:buSzTx/>
              <a:buFontTx/>
              <a:buNone/>
              <a:defRPr/>
            </a:pPr>
            <a:r>
              <a:rPr kumimoji="1" lang="en-US" altLang="zh-CN"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2</a:t>
            </a:r>
            <a:r>
              <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、复合逻辑门电路</a:t>
            </a:r>
            <a:endPar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00035" name="Text Box 3"/>
          <p:cNvSpPr txBox="1"/>
          <p:nvPr/>
        </p:nvSpPr>
        <p:spPr>
          <a:xfrm>
            <a:off x="811213" y="1604963"/>
            <a:ext cx="7373937" cy="2143125"/>
          </a:xfrm>
          <a:prstGeom prst="rect">
            <a:avLst/>
          </a:prstGeom>
          <a:noFill/>
          <a:ln w="9525">
            <a:noFill/>
          </a:ln>
        </p:spPr>
        <p:txBody>
          <a:bodyPr anchor="t" anchorCtr="0">
            <a:spAutoFit/>
          </a:bodyPr>
          <a:p>
            <a:pPr indent="669925" algn="ctr">
              <a:lnSpc>
                <a:spcPct val="120000"/>
              </a:lnSpc>
              <a:spcBef>
                <a:spcPct val="50000"/>
              </a:spcBef>
            </a:pPr>
            <a:r>
              <a:rPr lang="zh-CN" altLang="en-US" sz="2800" i="0" dirty="0">
                <a:latin typeface="Times New Roman" panose="02020603050405020304" pitchFamily="18" charset="0"/>
                <a:ea typeface="宋体" panose="02010600030101010101" pitchFamily="2" charset="-122"/>
              </a:rPr>
              <a:t>复合门在逻辑功能上是简单逻辑门的组合，实际性能上有所提高。常用的复合门有</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与或非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门和</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异或</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门等。</a:t>
            </a:r>
            <a:endParaRPr lang="zh-CN" altLang="en-US" sz="2800" i="0" dirty="0">
              <a:latin typeface="Times New Roman" panose="02020603050405020304" pitchFamily="18" charset="0"/>
              <a:ea typeface="宋体" panose="02010600030101010101" pitchFamily="2" charset="-122"/>
            </a:endParaRPr>
          </a:p>
        </p:txBody>
      </p:sp>
      <p:grpSp>
        <p:nvGrpSpPr>
          <p:cNvPr id="2" name="Group 4"/>
          <p:cNvGrpSpPr/>
          <p:nvPr/>
        </p:nvGrpSpPr>
        <p:grpSpPr>
          <a:xfrm>
            <a:off x="852488" y="3732213"/>
            <a:ext cx="7513637" cy="2476500"/>
            <a:chOff x="537" y="2399"/>
            <a:chExt cx="4733" cy="1560"/>
          </a:xfrm>
        </p:grpSpPr>
        <p:grpSp>
          <p:nvGrpSpPr>
            <p:cNvPr id="12292" name="Group 5"/>
            <p:cNvGrpSpPr/>
            <p:nvPr/>
          </p:nvGrpSpPr>
          <p:grpSpPr>
            <a:xfrm>
              <a:off x="1728" y="2421"/>
              <a:ext cx="908" cy="1516"/>
              <a:chOff x="1715" y="2542"/>
              <a:chExt cx="908" cy="1516"/>
            </a:xfrm>
          </p:grpSpPr>
          <p:grpSp>
            <p:nvGrpSpPr>
              <p:cNvPr id="12293" name="Group 6"/>
              <p:cNvGrpSpPr/>
              <p:nvPr/>
            </p:nvGrpSpPr>
            <p:grpSpPr>
              <a:xfrm>
                <a:off x="1715" y="2542"/>
                <a:ext cx="908" cy="1516"/>
                <a:chOff x="1715" y="2520"/>
                <a:chExt cx="908" cy="1516"/>
              </a:xfrm>
            </p:grpSpPr>
            <p:sp>
              <p:nvSpPr>
                <p:cNvPr id="12294" name="Rectangle 7"/>
                <p:cNvSpPr/>
                <p:nvPr/>
              </p:nvSpPr>
              <p:spPr>
                <a:xfrm>
                  <a:off x="1722" y="2906"/>
                  <a:ext cx="896" cy="450"/>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295" name="Line 8"/>
                <p:cNvSpPr/>
                <p:nvPr/>
              </p:nvSpPr>
              <p:spPr>
                <a:xfrm flipV="1">
                  <a:off x="2194" y="2618"/>
                  <a:ext cx="0" cy="288"/>
                </a:xfrm>
                <a:prstGeom prst="line">
                  <a:avLst/>
                </a:prstGeom>
                <a:ln w="9525" cap="flat" cmpd="sng">
                  <a:solidFill>
                    <a:schemeClr val="tx1"/>
                  </a:solidFill>
                  <a:prstDash val="solid"/>
                  <a:round/>
                  <a:headEnd type="none" w="med" len="med"/>
                  <a:tailEnd type="none" w="med" len="med"/>
                </a:ln>
              </p:spPr>
            </p:sp>
            <p:sp>
              <p:nvSpPr>
                <p:cNvPr id="12296" name="Line 9"/>
                <p:cNvSpPr/>
                <p:nvPr/>
              </p:nvSpPr>
              <p:spPr>
                <a:xfrm flipV="1">
                  <a:off x="1954" y="3345"/>
                  <a:ext cx="0" cy="288"/>
                </a:xfrm>
                <a:prstGeom prst="line">
                  <a:avLst/>
                </a:prstGeom>
                <a:ln w="9525" cap="flat" cmpd="sng">
                  <a:solidFill>
                    <a:schemeClr val="tx1"/>
                  </a:solidFill>
                  <a:prstDash val="solid"/>
                  <a:round/>
                  <a:headEnd type="none" w="med" len="med"/>
                  <a:tailEnd type="none" w="med" len="med"/>
                </a:ln>
              </p:spPr>
            </p:sp>
            <p:sp>
              <p:nvSpPr>
                <p:cNvPr id="12297" name="Line 10"/>
                <p:cNvSpPr/>
                <p:nvPr/>
              </p:nvSpPr>
              <p:spPr>
                <a:xfrm flipV="1">
                  <a:off x="2360" y="3345"/>
                  <a:ext cx="0" cy="288"/>
                </a:xfrm>
                <a:prstGeom prst="line">
                  <a:avLst/>
                </a:prstGeom>
                <a:ln w="9525" cap="flat" cmpd="sng">
                  <a:solidFill>
                    <a:schemeClr val="tx1"/>
                  </a:solidFill>
                  <a:prstDash val="solid"/>
                  <a:round/>
                  <a:headEnd type="none" w="med" len="med"/>
                  <a:tailEnd type="none" w="med" len="med"/>
                </a:ln>
              </p:spPr>
            </p:sp>
            <p:sp>
              <p:nvSpPr>
                <p:cNvPr id="12298" name="Text Box 11"/>
                <p:cNvSpPr txBox="1"/>
                <p:nvPr/>
              </p:nvSpPr>
              <p:spPr>
                <a:xfrm>
                  <a:off x="1981" y="252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2299" name="Text Box 12"/>
                <p:cNvSpPr txBox="1"/>
                <p:nvPr/>
              </p:nvSpPr>
              <p:spPr>
                <a:xfrm>
                  <a:off x="1715" y="334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2300" name="Text Box 13"/>
                <p:cNvSpPr txBox="1"/>
                <p:nvPr/>
              </p:nvSpPr>
              <p:spPr>
                <a:xfrm>
                  <a:off x="2370" y="334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dirty="0">
                    <a:latin typeface="Times New Roman" panose="02020603050405020304" pitchFamily="18" charset="0"/>
                    <a:ea typeface="宋体" panose="02010600030101010101" pitchFamily="2" charset="-122"/>
                  </a:endParaRPr>
                </a:p>
              </p:txBody>
            </p:sp>
            <p:sp>
              <p:nvSpPr>
                <p:cNvPr id="12301" name="Text Box 14"/>
                <p:cNvSpPr txBox="1"/>
                <p:nvPr/>
              </p:nvSpPr>
              <p:spPr>
                <a:xfrm>
                  <a:off x="2027" y="2961"/>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12302" name="Text Box 15"/>
                <p:cNvSpPr txBox="1"/>
                <p:nvPr/>
              </p:nvSpPr>
              <p:spPr>
                <a:xfrm>
                  <a:off x="2021" y="3709"/>
                  <a:ext cx="37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grpSp>
          <p:sp>
            <p:nvSpPr>
              <p:cNvPr id="12303" name="Oval 16"/>
              <p:cNvSpPr/>
              <p:nvPr/>
            </p:nvSpPr>
            <p:spPr>
              <a:xfrm>
                <a:off x="2167" y="2901"/>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2304" name="Group 17"/>
            <p:cNvGrpSpPr/>
            <p:nvPr/>
          </p:nvGrpSpPr>
          <p:grpSpPr>
            <a:xfrm>
              <a:off x="537" y="2421"/>
              <a:ext cx="944" cy="1516"/>
              <a:chOff x="559" y="2520"/>
              <a:chExt cx="944" cy="1516"/>
            </a:xfrm>
          </p:grpSpPr>
          <p:sp>
            <p:nvSpPr>
              <p:cNvPr id="12305" name="Rectangle 18"/>
              <p:cNvSpPr/>
              <p:nvPr/>
            </p:nvSpPr>
            <p:spPr>
              <a:xfrm>
                <a:off x="559" y="2906"/>
                <a:ext cx="944" cy="451"/>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06" name="Line 19"/>
              <p:cNvSpPr/>
              <p:nvPr/>
            </p:nvSpPr>
            <p:spPr>
              <a:xfrm flipV="1">
                <a:off x="1055" y="2618"/>
                <a:ext cx="0" cy="288"/>
              </a:xfrm>
              <a:prstGeom prst="line">
                <a:avLst/>
              </a:prstGeom>
              <a:ln w="9525" cap="flat" cmpd="sng">
                <a:solidFill>
                  <a:schemeClr val="tx1"/>
                </a:solidFill>
                <a:prstDash val="solid"/>
                <a:round/>
                <a:headEnd type="none" w="med" len="med"/>
                <a:tailEnd type="none" w="med" len="med"/>
              </a:ln>
            </p:spPr>
          </p:sp>
          <p:sp>
            <p:nvSpPr>
              <p:cNvPr id="12307" name="Line 20"/>
              <p:cNvSpPr/>
              <p:nvPr/>
            </p:nvSpPr>
            <p:spPr>
              <a:xfrm flipV="1">
                <a:off x="815" y="3345"/>
                <a:ext cx="0" cy="288"/>
              </a:xfrm>
              <a:prstGeom prst="line">
                <a:avLst/>
              </a:prstGeom>
              <a:ln w="9525" cap="flat" cmpd="sng">
                <a:solidFill>
                  <a:schemeClr val="tx1"/>
                </a:solidFill>
                <a:prstDash val="solid"/>
                <a:round/>
                <a:headEnd type="none" w="med" len="med"/>
                <a:tailEnd type="none" w="med" len="med"/>
              </a:ln>
            </p:spPr>
          </p:sp>
          <p:sp>
            <p:nvSpPr>
              <p:cNvPr id="12308" name="Line 21"/>
              <p:cNvSpPr/>
              <p:nvPr/>
            </p:nvSpPr>
            <p:spPr>
              <a:xfrm flipV="1">
                <a:off x="1221" y="3345"/>
                <a:ext cx="0" cy="288"/>
              </a:xfrm>
              <a:prstGeom prst="line">
                <a:avLst/>
              </a:prstGeom>
              <a:ln w="9525" cap="flat" cmpd="sng">
                <a:solidFill>
                  <a:schemeClr val="tx1"/>
                </a:solidFill>
                <a:prstDash val="solid"/>
                <a:round/>
                <a:headEnd type="none" w="med" len="med"/>
                <a:tailEnd type="none" w="med" len="med"/>
              </a:ln>
            </p:spPr>
          </p:sp>
          <p:sp>
            <p:nvSpPr>
              <p:cNvPr id="12309" name="Text Box 22"/>
              <p:cNvSpPr txBox="1"/>
              <p:nvPr/>
            </p:nvSpPr>
            <p:spPr>
              <a:xfrm>
                <a:off x="842" y="252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2310" name="Text Box 23"/>
              <p:cNvSpPr txBox="1"/>
              <p:nvPr/>
            </p:nvSpPr>
            <p:spPr>
              <a:xfrm>
                <a:off x="576" y="334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2311" name="Text Box 24"/>
              <p:cNvSpPr txBox="1"/>
              <p:nvPr/>
            </p:nvSpPr>
            <p:spPr>
              <a:xfrm>
                <a:off x="1231" y="3353"/>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2312" name="Text Box 25"/>
              <p:cNvSpPr txBox="1"/>
              <p:nvPr/>
            </p:nvSpPr>
            <p:spPr>
              <a:xfrm>
                <a:off x="888" y="2975"/>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313" name="Text Box 26"/>
              <p:cNvSpPr txBox="1"/>
              <p:nvPr/>
            </p:nvSpPr>
            <p:spPr>
              <a:xfrm>
                <a:off x="831" y="3709"/>
                <a:ext cx="365"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2314" name="Oval 27"/>
              <p:cNvSpPr/>
              <p:nvPr/>
            </p:nvSpPr>
            <p:spPr>
              <a:xfrm>
                <a:off x="1034" y="2878"/>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2315" name="Group 28"/>
            <p:cNvGrpSpPr/>
            <p:nvPr/>
          </p:nvGrpSpPr>
          <p:grpSpPr>
            <a:xfrm>
              <a:off x="2895" y="2399"/>
              <a:ext cx="1251" cy="1516"/>
              <a:chOff x="2863" y="2520"/>
              <a:chExt cx="1251" cy="1516"/>
            </a:xfrm>
          </p:grpSpPr>
          <p:sp>
            <p:nvSpPr>
              <p:cNvPr id="12316" name="Text Box 29"/>
              <p:cNvSpPr txBox="1"/>
              <p:nvPr/>
            </p:nvSpPr>
            <p:spPr>
              <a:xfrm>
                <a:off x="3343" y="252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2317" name="Rectangle 30"/>
              <p:cNvSpPr/>
              <p:nvPr/>
            </p:nvSpPr>
            <p:spPr>
              <a:xfrm>
                <a:off x="2950" y="2906"/>
                <a:ext cx="1164" cy="47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18" name="Line 31"/>
              <p:cNvSpPr/>
              <p:nvPr/>
            </p:nvSpPr>
            <p:spPr>
              <a:xfrm flipV="1">
                <a:off x="3556" y="2618"/>
                <a:ext cx="0" cy="288"/>
              </a:xfrm>
              <a:prstGeom prst="line">
                <a:avLst/>
              </a:prstGeom>
              <a:ln w="9525" cap="flat" cmpd="sng">
                <a:solidFill>
                  <a:schemeClr val="tx1"/>
                </a:solidFill>
                <a:prstDash val="solid"/>
                <a:round/>
                <a:headEnd type="none" w="med" len="med"/>
                <a:tailEnd type="none" w="med" len="med"/>
              </a:ln>
            </p:spPr>
          </p:sp>
          <p:sp>
            <p:nvSpPr>
              <p:cNvPr id="12319" name="Line 32"/>
              <p:cNvSpPr/>
              <p:nvPr/>
            </p:nvSpPr>
            <p:spPr>
              <a:xfrm flipV="1">
                <a:off x="3369" y="3378"/>
                <a:ext cx="0" cy="288"/>
              </a:xfrm>
              <a:prstGeom prst="line">
                <a:avLst/>
              </a:prstGeom>
              <a:ln w="9525" cap="flat" cmpd="sng">
                <a:solidFill>
                  <a:schemeClr val="tx1"/>
                </a:solidFill>
                <a:prstDash val="solid"/>
                <a:round/>
                <a:headEnd type="none" w="med" len="med"/>
                <a:tailEnd type="none" w="med" len="med"/>
              </a:ln>
            </p:spPr>
          </p:sp>
          <p:sp>
            <p:nvSpPr>
              <p:cNvPr id="12320" name="Text Box 33"/>
              <p:cNvSpPr txBox="1"/>
              <p:nvPr/>
            </p:nvSpPr>
            <p:spPr>
              <a:xfrm>
                <a:off x="2863" y="3388"/>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2321" name="Line 34"/>
              <p:cNvSpPr/>
              <p:nvPr/>
            </p:nvSpPr>
            <p:spPr>
              <a:xfrm>
                <a:off x="2945" y="3155"/>
                <a:ext cx="1167" cy="0"/>
              </a:xfrm>
              <a:prstGeom prst="line">
                <a:avLst/>
              </a:prstGeom>
              <a:ln w="9525" cap="flat" cmpd="sng">
                <a:solidFill>
                  <a:srgbClr val="FF00FF"/>
                </a:solidFill>
                <a:prstDash val="solid"/>
                <a:round/>
                <a:headEnd type="none" w="med" len="med"/>
                <a:tailEnd type="none" w="med" len="med"/>
              </a:ln>
            </p:spPr>
          </p:sp>
          <p:sp>
            <p:nvSpPr>
              <p:cNvPr id="12322" name="Line 35"/>
              <p:cNvSpPr/>
              <p:nvPr/>
            </p:nvSpPr>
            <p:spPr>
              <a:xfrm>
                <a:off x="3556" y="3155"/>
                <a:ext cx="0" cy="211"/>
              </a:xfrm>
              <a:prstGeom prst="line">
                <a:avLst/>
              </a:prstGeom>
              <a:ln w="9525" cap="flat" cmpd="sng">
                <a:solidFill>
                  <a:srgbClr val="FF00FF"/>
                </a:solidFill>
                <a:prstDash val="solid"/>
                <a:round/>
                <a:headEnd type="none" w="med" len="med"/>
                <a:tailEnd type="none" w="med" len="med"/>
              </a:ln>
            </p:spPr>
          </p:sp>
          <p:sp>
            <p:nvSpPr>
              <p:cNvPr id="12323" name="Line 36"/>
              <p:cNvSpPr/>
              <p:nvPr/>
            </p:nvSpPr>
            <p:spPr>
              <a:xfrm flipV="1">
                <a:off x="3714" y="3378"/>
                <a:ext cx="0" cy="288"/>
              </a:xfrm>
              <a:prstGeom prst="line">
                <a:avLst/>
              </a:prstGeom>
              <a:ln w="9525" cap="flat" cmpd="sng">
                <a:solidFill>
                  <a:schemeClr val="tx1"/>
                </a:solidFill>
                <a:prstDash val="solid"/>
                <a:round/>
                <a:headEnd type="none" w="med" len="med"/>
                <a:tailEnd type="none" w="med" len="med"/>
              </a:ln>
            </p:spPr>
          </p:sp>
          <p:sp>
            <p:nvSpPr>
              <p:cNvPr id="12324" name="Line 37"/>
              <p:cNvSpPr/>
              <p:nvPr/>
            </p:nvSpPr>
            <p:spPr>
              <a:xfrm flipV="1">
                <a:off x="3991" y="3378"/>
                <a:ext cx="0" cy="288"/>
              </a:xfrm>
              <a:prstGeom prst="line">
                <a:avLst/>
              </a:prstGeom>
              <a:ln w="9525" cap="flat" cmpd="sng">
                <a:solidFill>
                  <a:schemeClr val="tx1"/>
                </a:solidFill>
                <a:prstDash val="solid"/>
                <a:round/>
                <a:headEnd type="none" w="med" len="med"/>
                <a:tailEnd type="none" w="med" len="med"/>
              </a:ln>
            </p:spPr>
          </p:sp>
          <p:sp>
            <p:nvSpPr>
              <p:cNvPr id="12325" name="Line 38"/>
              <p:cNvSpPr/>
              <p:nvPr/>
            </p:nvSpPr>
            <p:spPr>
              <a:xfrm flipV="1">
                <a:off x="3091" y="3378"/>
                <a:ext cx="0" cy="288"/>
              </a:xfrm>
              <a:prstGeom prst="line">
                <a:avLst/>
              </a:prstGeom>
              <a:ln w="9525" cap="flat" cmpd="sng">
                <a:solidFill>
                  <a:schemeClr val="tx1"/>
                </a:solidFill>
                <a:prstDash val="solid"/>
                <a:round/>
                <a:headEnd type="none" w="med" len="med"/>
                <a:tailEnd type="none" w="med" len="med"/>
              </a:ln>
            </p:spPr>
          </p:sp>
          <p:sp>
            <p:nvSpPr>
              <p:cNvPr id="12326" name="Text Box 39"/>
              <p:cNvSpPr txBox="1"/>
              <p:nvPr/>
            </p:nvSpPr>
            <p:spPr>
              <a:xfrm>
                <a:off x="3339" y="2873"/>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12327" name="Text Box 40"/>
              <p:cNvSpPr txBox="1"/>
              <p:nvPr/>
            </p:nvSpPr>
            <p:spPr>
              <a:xfrm>
                <a:off x="3099" y="3086"/>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328" name="Text Box 41"/>
              <p:cNvSpPr txBox="1"/>
              <p:nvPr/>
            </p:nvSpPr>
            <p:spPr>
              <a:xfrm>
                <a:off x="3152" y="3388"/>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2329" name="Text Box 42"/>
              <p:cNvSpPr txBox="1"/>
              <p:nvPr/>
            </p:nvSpPr>
            <p:spPr>
              <a:xfrm>
                <a:off x="3496" y="3399"/>
                <a:ext cx="265"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p:txBody>
          </p:sp>
          <p:sp>
            <p:nvSpPr>
              <p:cNvPr id="12330" name="Text Box 43"/>
              <p:cNvSpPr txBox="1"/>
              <p:nvPr/>
            </p:nvSpPr>
            <p:spPr>
              <a:xfrm>
                <a:off x="3774" y="3388"/>
                <a:ext cx="278"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12331" name="Text Box 44"/>
              <p:cNvSpPr txBox="1"/>
              <p:nvPr/>
            </p:nvSpPr>
            <p:spPr>
              <a:xfrm>
                <a:off x="3308" y="3709"/>
                <a:ext cx="365" cy="327"/>
              </a:xfrm>
              <a:prstGeom prst="rect">
                <a:avLst/>
              </a:prstGeom>
              <a:noFill/>
              <a:ln w="9525">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p:txBody>
          </p:sp>
        </p:grpSp>
        <p:grpSp>
          <p:nvGrpSpPr>
            <p:cNvPr id="12332" name="Group 45"/>
            <p:cNvGrpSpPr/>
            <p:nvPr/>
          </p:nvGrpSpPr>
          <p:grpSpPr>
            <a:xfrm>
              <a:off x="4394" y="2399"/>
              <a:ext cx="876" cy="1560"/>
              <a:chOff x="4416" y="2520"/>
              <a:chExt cx="876" cy="1560"/>
            </a:xfrm>
          </p:grpSpPr>
          <p:sp>
            <p:nvSpPr>
              <p:cNvPr id="12333" name="Rectangle 46"/>
              <p:cNvSpPr/>
              <p:nvPr/>
            </p:nvSpPr>
            <p:spPr>
              <a:xfrm>
                <a:off x="4416" y="2916"/>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34" name="Line 47"/>
              <p:cNvSpPr/>
              <p:nvPr/>
            </p:nvSpPr>
            <p:spPr>
              <a:xfrm flipV="1">
                <a:off x="4878" y="2618"/>
                <a:ext cx="0" cy="288"/>
              </a:xfrm>
              <a:prstGeom prst="line">
                <a:avLst/>
              </a:prstGeom>
              <a:ln w="9525" cap="flat" cmpd="sng">
                <a:solidFill>
                  <a:schemeClr val="tx1"/>
                </a:solidFill>
                <a:prstDash val="solid"/>
                <a:round/>
                <a:headEnd type="none" w="med" len="med"/>
                <a:tailEnd type="none" w="med" len="med"/>
              </a:ln>
            </p:spPr>
          </p:sp>
          <p:sp>
            <p:nvSpPr>
              <p:cNvPr id="12335" name="Line 48"/>
              <p:cNvSpPr/>
              <p:nvPr/>
            </p:nvSpPr>
            <p:spPr>
              <a:xfrm flipV="1">
                <a:off x="5069" y="3356"/>
                <a:ext cx="0" cy="288"/>
              </a:xfrm>
              <a:prstGeom prst="line">
                <a:avLst/>
              </a:prstGeom>
              <a:ln w="9525" cap="flat" cmpd="sng">
                <a:solidFill>
                  <a:schemeClr val="tx1"/>
                </a:solidFill>
                <a:prstDash val="solid"/>
                <a:round/>
                <a:headEnd type="none" w="med" len="med"/>
                <a:tailEnd type="none" w="med" len="med"/>
              </a:ln>
            </p:spPr>
          </p:sp>
          <p:sp>
            <p:nvSpPr>
              <p:cNvPr id="12336" name="Text Box 49"/>
              <p:cNvSpPr txBox="1"/>
              <p:nvPr/>
            </p:nvSpPr>
            <p:spPr>
              <a:xfrm>
                <a:off x="4665" y="252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2337" name="Text Box 50"/>
              <p:cNvSpPr txBox="1"/>
              <p:nvPr/>
            </p:nvSpPr>
            <p:spPr>
              <a:xfrm>
                <a:off x="4441" y="3364"/>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2338" name="Text Box 51"/>
              <p:cNvSpPr txBox="1"/>
              <p:nvPr/>
            </p:nvSpPr>
            <p:spPr>
              <a:xfrm>
                <a:off x="4711" y="2998"/>
                <a:ext cx="354"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39" name="Text Box 52"/>
              <p:cNvSpPr txBox="1"/>
              <p:nvPr/>
            </p:nvSpPr>
            <p:spPr>
              <a:xfrm>
                <a:off x="4720" y="3753"/>
                <a:ext cx="410" cy="327"/>
              </a:xfrm>
              <a:prstGeom prst="rect">
                <a:avLst/>
              </a:prstGeom>
              <a:noFill/>
              <a:ln w="9525">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12340" name="Line 53"/>
              <p:cNvSpPr/>
              <p:nvPr/>
            </p:nvSpPr>
            <p:spPr>
              <a:xfrm flipV="1">
                <a:off x="4668" y="3356"/>
                <a:ext cx="0" cy="288"/>
              </a:xfrm>
              <a:prstGeom prst="line">
                <a:avLst/>
              </a:prstGeom>
              <a:ln w="9525" cap="flat" cmpd="sng">
                <a:solidFill>
                  <a:schemeClr val="tx1"/>
                </a:solidFill>
                <a:prstDash val="solid"/>
                <a:round/>
                <a:headEnd type="none" w="med" len="med"/>
                <a:tailEnd type="none" w="med" len="med"/>
              </a:ln>
            </p:spPr>
          </p:sp>
          <p:sp>
            <p:nvSpPr>
              <p:cNvPr id="12341" name="Text Box 54"/>
              <p:cNvSpPr txBox="1"/>
              <p:nvPr/>
            </p:nvSpPr>
            <p:spPr>
              <a:xfrm>
                <a:off x="5030" y="3364"/>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grpSp>
      </p:grpSp>
      <p:sp>
        <p:nvSpPr>
          <p:cNvPr id="12342" name="Oval 16"/>
          <p:cNvSpPr/>
          <p:nvPr/>
        </p:nvSpPr>
        <p:spPr>
          <a:xfrm>
            <a:off x="5670550" y="4306888"/>
            <a:ext cx="74613" cy="74612"/>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0035"/>
                                        </p:tgtEl>
                                        <p:attrNameLst>
                                          <p:attrName>style.visibility</p:attrName>
                                        </p:attrNameLst>
                                      </p:cBhvr>
                                      <p:to>
                                        <p:strVal val="visible"/>
                                      </p:to>
                                    </p:set>
                                    <p:animEffect transition="in" filter="wipe(left)">
                                      <p:cBhvr>
                                        <p:cTn id="7" dur="500"/>
                                        <p:tgtEl>
                                          <p:spTgt spid="3000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8"/>
          <p:cNvGrpSpPr/>
          <p:nvPr/>
        </p:nvGrpSpPr>
        <p:grpSpPr>
          <a:xfrm>
            <a:off x="266700" y="828675"/>
            <a:ext cx="7570788" cy="2436813"/>
            <a:chOff x="168" y="698"/>
            <a:chExt cx="4769" cy="1535"/>
          </a:xfrm>
        </p:grpSpPr>
        <p:sp>
          <p:nvSpPr>
            <p:cNvPr id="301075" name="Text Box 19"/>
            <p:cNvSpPr txBox="1">
              <a:spLocks noChangeArrowheads="1"/>
            </p:cNvSpPr>
            <p:nvPr/>
          </p:nvSpPr>
          <p:spPr bwMode="auto">
            <a:xfrm>
              <a:off x="308" y="698"/>
              <a:ext cx="1377" cy="329"/>
            </a:xfrm>
            <a:prstGeom prst="rect">
              <a:avLst/>
            </a:prstGeom>
            <a:noFill/>
            <a:ln w="9525">
              <a:noFill/>
              <a:miter lim="800000"/>
            </a:ln>
            <a:effectLst/>
          </p:spPr>
          <p:txBody>
            <a:bodyPr wrap="none">
              <a:spAutoFit/>
            </a:bodyPr>
            <a:lstStyle/>
            <a:p>
              <a:pPr marR="0" algn="ctr" defTabSz="914400">
                <a:buClrTx/>
                <a:buSzTx/>
                <a:buFontTx/>
                <a:buNone/>
                <a:defRPr/>
              </a:pP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与非</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门</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aphicFrame>
          <p:nvGraphicFramePr>
            <p:cNvPr id="13315" name="Object 20"/>
            <p:cNvGraphicFramePr>
              <a:graphicFrameLocks noChangeAspect="1"/>
            </p:cNvGraphicFramePr>
            <p:nvPr/>
          </p:nvGraphicFramePr>
          <p:xfrm>
            <a:off x="2057" y="779"/>
            <a:ext cx="720" cy="223"/>
          </p:xfrm>
          <a:graphic>
            <a:graphicData uri="http://schemas.openxmlformats.org/presentationml/2006/ole">
              <mc:AlternateContent xmlns:mc="http://schemas.openxmlformats.org/markup-compatibility/2006">
                <mc:Choice xmlns:v="urn:schemas-microsoft-com:vml" Requires="v">
                  <p:oleObj spid="_x0000_s3076" name="" r:id="rId1" imgW="1143000" imgH="355600" progId="Equation.3">
                    <p:embed/>
                  </p:oleObj>
                </mc:Choice>
                <mc:Fallback>
                  <p:oleObj name="" r:id="rId1" imgW="1143000" imgH="355600" progId="Equation.3">
                    <p:embed/>
                    <p:pic>
                      <p:nvPicPr>
                        <p:cNvPr id="0" name="图片 3075"/>
                        <p:cNvPicPr/>
                        <p:nvPr/>
                      </p:nvPicPr>
                      <p:blipFill>
                        <a:blip r:embed="rId2"/>
                        <a:stretch>
                          <a:fillRect/>
                        </a:stretch>
                      </p:blipFill>
                      <p:spPr>
                        <a:xfrm>
                          <a:off x="2057" y="779"/>
                          <a:ext cx="720" cy="223"/>
                        </a:xfrm>
                        <a:prstGeom prst="rect">
                          <a:avLst/>
                        </a:prstGeom>
                        <a:noFill/>
                        <a:ln w="38100">
                          <a:noFill/>
                          <a:miter/>
                        </a:ln>
                      </p:spPr>
                    </p:pic>
                  </p:oleObj>
                </mc:Fallback>
              </mc:AlternateContent>
            </a:graphicData>
          </a:graphic>
        </p:graphicFrame>
        <p:sp>
          <p:nvSpPr>
            <p:cNvPr id="13316" name="Text Box 21"/>
            <p:cNvSpPr txBox="1"/>
            <p:nvPr/>
          </p:nvSpPr>
          <p:spPr>
            <a:xfrm>
              <a:off x="168" y="1125"/>
              <a:ext cx="3757" cy="1108"/>
            </a:xfrm>
            <a:prstGeom prst="rect">
              <a:avLst/>
            </a:prstGeom>
            <a:noFill/>
            <a:ln w="9525">
              <a:noFill/>
            </a:ln>
          </p:spPr>
          <p:txBody>
            <a:bodyPr anchor="t" anchorCtr="0">
              <a:spAutoFit/>
            </a:bodyPr>
            <a:p>
              <a:pPr indent="669925" algn="ctr">
                <a:lnSpc>
                  <a:spcPct val="130000"/>
                </a:lnSpc>
                <a:spcBef>
                  <a:spcPct val="50000"/>
                </a:spcBef>
              </a:pPr>
              <a:r>
                <a:rPr lang="zh-CN" altLang="en-US" sz="2800" i="0" dirty="0">
                  <a:latin typeface="Times New Roman" panose="02020603050405020304" pitchFamily="18" charset="0"/>
                  <a:ea typeface="宋体" panose="02010600030101010101" pitchFamily="2" charset="-122"/>
                </a:rPr>
                <a:t>使用</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门可以实现</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非</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种基本运算</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并可构成任何逻辑电路</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故称为通用逻辑门。</a:t>
              </a:r>
              <a:endParaRPr lang="zh-CN" altLang="en-US" sz="2800" i="0" dirty="0">
                <a:latin typeface="Times New Roman" panose="02020603050405020304" pitchFamily="18" charset="0"/>
                <a:ea typeface="宋体" panose="02010600030101010101" pitchFamily="2" charset="-122"/>
              </a:endParaRPr>
            </a:p>
          </p:txBody>
        </p:sp>
        <p:sp>
          <p:nvSpPr>
            <p:cNvPr id="13317" name="Rectangle 22"/>
            <p:cNvSpPr/>
            <p:nvPr/>
          </p:nvSpPr>
          <p:spPr>
            <a:xfrm>
              <a:off x="3993" y="1103"/>
              <a:ext cx="944" cy="451"/>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318" name="Line 23"/>
            <p:cNvSpPr/>
            <p:nvPr/>
          </p:nvSpPr>
          <p:spPr>
            <a:xfrm flipV="1">
              <a:off x="4489" y="815"/>
              <a:ext cx="0" cy="288"/>
            </a:xfrm>
            <a:prstGeom prst="line">
              <a:avLst/>
            </a:prstGeom>
            <a:ln w="9525" cap="flat" cmpd="sng">
              <a:solidFill>
                <a:schemeClr val="tx1"/>
              </a:solidFill>
              <a:prstDash val="solid"/>
              <a:round/>
              <a:headEnd type="none" w="med" len="med"/>
              <a:tailEnd type="none" w="med" len="med"/>
            </a:ln>
          </p:spPr>
        </p:sp>
        <p:sp>
          <p:nvSpPr>
            <p:cNvPr id="13319" name="Line 24"/>
            <p:cNvSpPr/>
            <p:nvPr/>
          </p:nvSpPr>
          <p:spPr>
            <a:xfrm flipV="1">
              <a:off x="4249" y="1542"/>
              <a:ext cx="0" cy="288"/>
            </a:xfrm>
            <a:prstGeom prst="line">
              <a:avLst/>
            </a:prstGeom>
            <a:ln w="9525" cap="flat" cmpd="sng">
              <a:solidFill>
                <a:schemeClr val="tx1"/>
              </a:solidFill>
              <a:prstDash val="solid"/>
              <a:round/>
              <a:headEnd type="none" w="med" len="med"/>
              <a:tailEnd type="none" w="med" len="med"/>
            </a:ln>
          </p:spPr>
        </p:sp>
        <p:sp>
          <p:nvSpPr>
            <p:cNvPr id="13320" name="Line 25"/>
            <p:cNvSpPr/>
            <p:nvPr/>
          </p:nvSpPr>
          <p:spPr>
            <a:xfrm flipV="1">
              <a:off x="4655" y="1542"/>
              <a:ext cx="0" cy="288"/>
            </a:xfrm>
            <a:prstGeom prst="line">
              <a:avLst/>
            </a:prstGeom>
            <a:ln w="9525" cap="flat" cmpd="sng">
              <a:solidFill>
                <a:schemeClr val="tx1"/>
              </a:solidFill>
              <a:prstDash val="solid"/>
              <a:round/>
              <a:headEnd type="none" w="med" len="med"/>
              <a:tailEnd type="none" w="med" len="med"/>
            </a:ln>
          </p:spPr>
        </p:sp>
        <p:sp>
          <p:nvSpPr>
            <p:cNvPr id="13321" name="Text Box 26"/>
            <p:cNvSpPr txBox="1"/>
            <p:nvPr/>
          </p:nvSpPr>
          <p:spPr>
            <a:xfrm>
              <a:off x="4276" y="717"/>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3322" name="Text Box 27"/>
            <p:cNvSpPr txBox="1"/>
            <p:nvPr/>
          </p:nvSpPr>
          <p:spPr>
            <a:xfrm>
              <a:off x="4010" y="1539"/>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3323" name="Text Box 28"/>
            <p:cNvSpPr txBox="1"/>
            <p:nvPr/>
          </p:nvSpPr>
          <p:spPr>
            <a:xfrm>
              <a:off x="4665" y="155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3324" name="Text Box 29"/>
            <p:cNvSpPr txBox="1"/>
            <p:nvPr/>
          </p:nvSpPr>
          <p:spPr>
            <a:xfrm>
              <a:off x="4322" y="1172"/>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3325" name="Text Box 30"/>
            <p:cNvSpPr txBox="1"/>
            <p:nvPr/>
          </p:nvSpPr>
          <p:spPr>
            <a:xfrm>
              <a:off x="4265" y="1906"/>
              <a:ext cx="365"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3326" name="Oval 31"/>
            <p:cNvSpPr/>
            <p:nvPr/>
          </p:nvSpPr>
          <p:spPr>
            <a:xfrm>
              <a:off x="4468" y="1075"/>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3" name="Group 56"/>
          <p:cNvGrpSpPr/>
          <p:nvPr/>
        </p:nvGrpSpPr>
        <p:grpSpPr>
          <a:xfrm>
            <a:off x="5124450" y="3370263"/>
            <a:ext cx="3468688" cy="3028950"/>
            <a:chOff x="3228" y="2123"/>
            <a:chExt cx="2185" cy="1908"/>
          </a:xfrm>
        </p:grpSpPr>
        <p:grpSp>
          <p:nvGrpSpPr>
            <p:cNvPr id="13328" name="Group 38"/>
            <p:cNvGrpSpPr/>
            <p:nvPr/>
          </p:nvGrpSpPr>
          <p:grpSpPr>
            <a:xfrm>
              <a:off x="3776" y="3754"/>
              <a:ext cx="1205" cy="277"/>
              <a:chOff x="300" y="3774"/>
              <a:chExt cx="1205" cy="277"/>
            </a:xfrm>
          </p:grpSpPr>
          <p:sp>
            <p:nvSpPr>
              <p:cNvPr id="13329" name="Text Box 34"/>
              <p:cNvSpPr txBox="1"/>
              <p:nvPr/>
            </p:nvSpPr>
            <p:spPr>
              <a:xfrm>
                <a:off x="300" y="3801"/>
                <a:ext cx="1205" cy="250"/>
              </a:xfrm>
              <a:prstGeom prst="rect">
                <a:avLst/>
              </a:prstGeom>
              <a:noFill/>
              <a:ln w="9525">
                <a:noFill/>
              </a:ln>
            </p:spPr>
            <p:txBody>
              <a:bodyPr anchor="t" anchorCtr="0">
                <a:spAutoFit/>
              </a:bodyPr>
              <a:p>
                <a:pPr algn="ctr"/>
                <a:r>
                  <a:rPr lang="en-US" altLang="zh-CN" b="1" i="0" dirty="0">
                    <a:latin typeface="Arial" panose="020B0604020202020204" pitchFamily="34" charset="0"/>
                    <a:ea typeface="宋体" panose="02010600030101010101" pitchFamily="2" charset="-122"/>
                  </a:rPr>
                  <a:t>F=A+B=A</a:t>
                </a:r>
                <a:r>
                  <a:rPr lang="en-US" altLang="zh-CN" b="1" i="0" dirty="0">
                    <a:latin typeface="Arial" panose="020B0604020202020204" pitchFamily="34" charset="0"/>
                    <a:ea typeface="宋体" panose="02010600030101010101" pitchFamily="2" charset="-122"/>
                    <a:sym typeface="Arial" panose="020B0604020202020204" pitchFamily="34" charset="0"/>
                  </a:rPr>
                  <a:t> · B</a:t>
                </a:r>
                <a:endParaRPr lang="en-US" altLang="zh-CN" b="1" i="0" dirty="0">
                  <a:latin typeface="Arial" panose="020B0604020202020204" pitchFamily="34" charset="0"/>
                  <a:ea typeface="宋体" panose="02010600030101010101" pitchFamily="2" charset="-122"/>
                  <a:sym typeface="Arial" panose="020B0604020202020204" pitchFamily="34" charset="0"/>
                </a:endParaRPr>
              </a:p>
            </p:txBody>
          </p:sp>
          <p:sp>
            <p:nvSpPr>
              <p:cNvPr id="13330" name="Line 35"/>
              <p:cNvSpPr/>
              <p:nvPr/>
            </p:nvSpPr>
            <p:spPr>
              <a:xfrm flipV="1">
                <a:off x="820" y="3824"/>
                <a:ext cx="136" cy="1"/>
              </a:xfrm>
              <a:prstGeom prst="line">
                <a:avLst/>
              </a:prstGeom>
              <a:ln w="9525" cap="flat" cmpd="sng">
                <a:solidFill>
                  <a:schemeClr val="tx1"/>
                </a:solidFill>
                <a:prstDash val="solid"/>
                <a:round/>
                <a:headEnd type="none" w="med" len="med"/>
                <a:tailEnd type="none" w="med" len="med"/>
              </a:ln>
            </p:spPr>
          </p:sp>
          <p:sp>
            <p:nvSpPr>
              <p:cNvPr id="13331" name="Line 36"/>
              <p:cNvSpPr/>
              <p:nvPr/>
            </p:nvSpPr>
            <p:spPr>
              <a:xfrm>
                <a:off x="587" y="3824"/>
                <a:ext cx="136" cy="1"/>
              </a:xfrm>
              <a:prstGeom prst="line">
                <a:avLst/>
              </a:prstGeom>
              <a:ln w="9525" cap="flat" cmpd="sng">
                <a:solidFill>
                  <a:schemeClr val="tx1"/>
                </a:solidFill>
                <a:prstDash val="solid"/>
                <a:round/>
                <a:headEnd type="none" w="med" len="med"/>
                <a:tailEnd type="none" w="med" len="med"/>
              </a:ln>
            </p:spPr>
          </p:sp>
          <p:sp>
            <p:nvSpPr>
              <p:cNvPr id="13332" name="Line 37"/>
              <p:cNvSpPr/>
              <p:nvPr/>
            </p:nvSpPr>
            <p:spPr>
              <a:xfrm>
                <a:off x="592" y="3774"/>
                <a:ext cx="368" cy="0"/>
              </a:xfrm>
              <a:prstGeom prst="line">
                <a:avLst/>
              </a:prstGeom>
              <a:ln w="9525" cap="flat" cmpd="sng">
                <a:solidFill>
                  <a:schemeClr val="tx1"/>
                </a:solidFill>
                <a:prstDash val="solid"/>
                <a:round/>
                <a:headEnd type="none" w="med" len="med"/>
                <a:tailEnd type="none" w="med" len="med"/>
              </a:ln>
            </p:spPr>
          </p:sp>
        </p:grpSp>
        <p:pic>
          <p:nvPicPr>
            <p:cNvPr id="13333" name="Picture 40"/>
            <p:cNvPicPr>
              <a:picLocks noChangeAspect="1"/>
            </p:cNvPicPr>
            <p:nvPr/>
          </p:nvPicPr>
          <p:blipFill>
            <a:blip r:embed="rId3"/>
            <a:stretch>
              <a:fillRect/>
            </a:stretch>
          </p:blipFill>
          <p:spPr>
            <a:xfrm>
              <a:off x="3228" y="2123"/>
              <a:ext cx="2185" cy="1618"/>
            </a:xfrm>
            <a:prstGeom prst="rect">
              <a:avLst/>
            </a:prstGeom>
            <a:noFill/>
            <a:ln w="9525">
              <a:noFill/>
            </a:ln>
          </p:spPr>
        </p:pic>
      </p:grpSp>
      <p:grpSp>
        <p:nvGrpSpPr>
          <p:cNvPr id="5" name="Group 55"/>
          <p:cNvGrpSpPr/>
          <p:nvPr/>
        </p:nvGrpSpPr>
        <p:grpSpPr>
          <a:xfrm>
            <a:off x="582613" y="3433763"/>
            <a:ext cx="3473450" cy="1546225"/>
            <a:chOff x="367" y="2163"/>
            <a:chExt cx="2188" cy="974"/>
          </a:xfrm>
        </p:grpSpPr>
        <p:pic>
          <p:nvPicPr>
            <p:cNvPr id="13335" name="Picture 39"/>
            <p:cNvPicPr>
              <a:picLocks noChangeAspect="1"/>
            </p:cNvPicPr>
            <p:nvPr/>
          </p:nvPicPr>
          <p:blipFill>
            <a:blip r:embed="rId4"/>
            <a:stretch>
              <a:fillRect/>
            </a:stretch>
          </p:blipFill>
          <p:spPr>
            <a:xfrm>
              <a:off x="367" y="2163"/>
              <a:ext cx="2188" cy="615"/>
            </a:xfrm>
            <a:prstGeom prst="rect">
              <a:avLst/>
            </a:prstGeom>
            <a:noFill/>
            <a:ln w="9525">
              <a:noFill/>
            </a:ln>
          </p:spPr>
        </p:pic>
        <p:grpSp>
          <p:nvGrpSpPr>
            <p:cNvPr id="13336" name="Group 48"/>
            <p:cNvGrpSpPr/>
            <p:nvPr/>
          </p:nvGrpSpPr>
          <p:grpSpPr>
            <a:xfrm>
              <a:off x="676" y="2884"/>
              <a:ext cx="1205" cy="253"/>
              <a:chOff x="676" y="2884"/>
              <a:chExt cx="1205" cy="253"/>
            </a:xfrm>
          </p:grpSpPr>
          <p:sp>
            <p:nvSpPr>
              <p:cNvPr id="13337" name="Text Box 43"/>
              <p:cNvSpPr txBox="1"/>
              <p:nvPr/>
            </p:nvSpPr>
            <p:spPr>
              <a:xfrm>
                <a:off x="676" y="2887"/>
                <a:ext cx="1205" cy="250"/>
              </a:xfrm>
              <a:prstGeom prst="rect">
                <a:avLst/>
              </a:prstGeom>
              <a:noFill/>
              <a:ln w="9525">
                <a:noFill/>
              </a:ln>
            </p:spPr>
            <p:txBody>
              <a:bodyPr anchor="t" anchorCtr="0">
                <a:spAutoFit/>
              </a:bodyPr>
              <a:p>
                <a:pPr algn="ctr"/>
                <a:r>
                  <a:rPr lang="en-US" altLang="zh-CN" b="1" i="0" dirty="0">
                    <a:latin typeface="Arial" panose="020B0604020202020204" pitchFamily="34" charset="0"/>
                    <a:ea typeface="宋体" panose="02010600030101010101" pitchFamily="2" charset="-122"/>
                  </a:rPr>
                  <a:t>F=AB=A</a:t>
                </a:r>
                <a:r>
                  <a:rPr lang="en-US" altLang="zh-CN" b="1" i="0" dirty="0">
                    <a:latin typeface="Arial" panose="020B0604020202020204" pitchFamily="34" charset="0"/>
                    <a:ea typeface="宋体" panose="02010600030101010101" pitchFamily="2" charset="-122"/>
                    <a:sym typeface="Arial" panose="020B0604020202020204" pitchFamily="34" charset="0"/>
                  </a:rPr>
                  <a:t> · B</a:t>
                </a:r>
                <a:endParaRPr lang="en-US" altLang="zh-CN" b="1" i="0" dirty="0">
                  <a:latin typeface="Arial" panose="020B0604020202020204" pitchFamily="34" charset="0"/>
                  <a:ea typeface="宋体" panose="02010600030101010101" pitchFamily="2" charset="-122"/>
                  <a:sym typeface="Arial" panose="020B0604020202020204" pitchFamily="34" charset="0"/>
                </a:endParaRPr>
              </a:p>
            </p:txBody>
          </p:sp>
          <p:sp>
            <p:nvSpPr>
              <p:cNvPr id="13338" name="Line 46"/>
              <p:cNvSpPr/>
              <p:nvPr/>
            </p:nvSpPr>
            <p:spPr>
              <a:xfrm>
                <a:off x="1038" y="2912"/>
                <a:ext cx="254" cy="0"/>
              </a:xfrm>
              <a:prstGeom prst="line">
                <a:avLst/>
              </a:prstGeom>
              <a:ln w="9525" cap="flat" cmpd="sng">
                <a:solidFill>
                  <a:schemeClr val="tx1"/>
                </a:solidFill>
                <a:prstDash val="solid"/>
                <a:round/>
                <a:headEnd type="none" w="med" len="med"/>
                <a:tailEnd type="none" w="med" len="med"/>
              </a:ln>
            </p:spPr>
          </p:sp>
          <p:sp>
            <p:nvSpPr>
              <p:cNvPr id="13339" name="Line 47"/>
              <p:cNvSpPr/>
              <p:nvPr/>
            </p:nvSpPr>
            <p:spPr>
              <a:xfrm>
                <a:off x="1029" y="2884"/>
                <a:ext cx="263" cy="5"/>
              </a:xfrm>
              <a:prstGeom prst="line">
                <a:avLst/>
              </a:prstGeom>
              <a:ln w="9525" cap="flat" cmpd="sng">
                <a:solidFill>
                  <a:schemeClr val="tx1"/>
                </a:solidFill>
                <a:prstDash val="solid"/>
                <a:round/>
                <a:headEnd type="none" w="med" len="med"/>
                <a:tailEnd type="none" w="med" len="med"/>
              </a:ln>
            </p:spPr>
          </p:sp>
        </p:grpSp>
      </p:grpSp>
      <p:grpSp>
        <p:nvGrpSpPr>
          <p:cNvPr id="7" name="Group 57"/>
          <p:cNvGrpSpPr/>
          <p:nvPr/>
        </p:nvGrpSpPr>
        <p:grpSpPr>
          <a:xfrm>
            <a:off x="1058863" y="5216525"/>
            <a:ext cx="2206625" cy="1514475"/>
            <a:chOff x="667" y="3286"/>
            <a:chExt cx="1390" cy="954"/>
          </a:xfrm>
        </p:grpSpPr>
        <p:pic>
          <p:nvPicPr>
            <p:cNvPr id="13341" name="Picture 41"/>
            <p:cNvPicPr>
              <a:picLocks noChangeAspect="1"/>
            </p:cNvPicPr>
            <p:nvPr/>
          </p:nvPicPr>
          <p:blipFill>
            <a:blip r:embed="rId5"/>
            <a:stretch>
              <a:fillRect/>
            </a:stretch>
          </p:blipFill>
          <p:spPr>
            <a:xfrm>
              <a:off x="667" y="3286"/>
              <a:ext cx="1390" cy="659"/>
            </a:xfrm>
            <a:prstGeom prst="rect">
              <a:avLst/>
            </a:prstGeom>
            <a:noFill/>
            <a:ln w="9525">
              <a:noFill/>
            </a:ln>
          </p:spPr>
        </p:pic>
        <p:grpSp>
          <p:nvGrpSpPr>
            <p:cNvPr id="13342" name="Group 54"/>
            <p:cNvGrpSpPr/>
            <p:nvPr/>
          </p:nvGrpSpPr>
          <p:grpSpPr>
            <a:xfrm>
              <a:off x="749" y="3990"/>
              <a:ext cx="1205" cy="250"/>
              <a:chOff x="749" y="3990"/>
              <a:chExt cx="1205" cy="250"/>
            </a:xfrm>
          </p:grpSpPr>
          <p:sp>
            <p:nvSpPr>
              <p:cNvPr id="13343" name="Text Box 50"/>
              <p:cNvSpPr txBox="1"/>
              <p:nvPr/>
            </p:nvSpPr>
            <p:spPr>
              <a:xfrm>
                <a:off x="749" y="3990"/>
                <a:ext cx="1205" cy="250"/>
              </a:xfrm>
              <a:prstGeom prst="rect">
                <a:avLst/>
              </a:prstGeom>
              <a:noFill/>
              <a:ln w="9525">
                <a:noFill/>
              </a:ln>
            </p:spPr>
            <p:txBody>
              <a:bodyPr anchor="t" anchorCtr="0">
                <a:spAutoFit/>
              </a:bodyPr>
              <a:p>
                <a:pPr algn="ctr"/>
                <a:r>
                  <a:rPr lang="en-US" altLang="zh-CN" b="1" i="0" dirty="0">
                    <a:latin typeface="Arial" panose="020B0604020202020204" pitchFamily="34" charset="0"/>
                    <a:ea typeface="宋体" panose="02010600030101010101" pitchFamily="2" charset="-122"/>
                  </a:rPr>
                  <a:t>F=A</a:t>
                </a:r>
                <a:endParaRPr lang="en-US" altLang="zh-CN" b="1" i="0" dirty="0">
                  <a:latin typeface="Arial" panose="020B0604020202020204" pitchFamily="34" charset="0"/>
                  <a:ea typeface="宋体" panose="02010600030101010101" pitchFamily="2" charset="-122"/>
                  <a:sym typeface="Arial" panose="020B0604020202020204" pitchFamily="34" charset="0"/>
                </a:endParaRPr>
              </a:p>
            </p:txBody>
          </p:sp>
          <p:sp>
            <p:nvSpPr>
              <p:cNvPr id="13344" name="Line 52"/>
              <p:cNvSpPr/>
              <p:nvPr/>
            </p:nvSpPr>
            <p:spPr>
              <a:xfrm>
                <a:off x="1381" y="4035"/>
                <a:ext cx="136" cy="1"/>
              </a:xfrm>
              <a:prstGeom prst="line">
                <a:avLst/>
              </a:prstGeom>
              <a:ln w="9525" cap="flat" cmpd="sng">
                <a:solidFill>
                  <a:schemeClr val="tx1"/>
                </a:solidFill>
                <a:prstDash val="solid"/>
                <a:round/>
                <a:headEnd type="none" w="med" len="med"/>
                <a:tailEnd type="none" w="med" len="med"/>
              </a:ln>
            </p:spPr>
          </p:sp>
        </p:grpSp>
      </p:grpSp>
      <p:pic>
        <p:nvPicPr>
          <p:cNvPr id="13345" name="图片 5"/>
          <p:cNvPicPr>
            <a:picLocks noChangeAspect="1"/>
          </p:cNvPicPr>
          <p:nvPr/>
        </p:nvPicPr>
        <p:blipFill>
          <a:blip r:embed="rId6"/>
          <a:stretch>
            <a:fillRect/>
          </a:stretch>
        </p:blipFill>
        <p:spPr>
          <a:xfrm>
            <a:off x="566738" y="3373438"/>
            <a:ext cx="8008937" cy="32766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79425" y="646113"/>
            <a:ext cx="7305675" cy="2406650"/>
            <a:chOff x="302" y="2397"/>
            <a:chExt cx="4602" cy="1516"/>
          </a:xfrm>
        </p:grpSpPr>
        <p:sp>
          <p:nvSpPr>
            <p:cNvPr id="318467" name="Text Box 3"/>
            <p:cNvSpPr txBox="1">
              <a:spLocks noChangeArrowheads="1"/>
            </p:cNvSpPr>
            <p:nvPr/>
          </p:nvSpPr>
          <p:spPr bwMode="auto">
            <a:xfrm>
              <a:off x="341" y="2577"/>
              <a:ext cx="1377" cy="329"/>
            </a:xfrm>
            <a:prstGeom prst="rect">
              <a:avLst/>
            </a:prstGeom>
            <a:noFill/>
            <a:ln w="9525">
              <a:noFill/>
              <a:miter lim="800000"/>
            </a:ln>
            <a:effectLst/>
          </p:spPr>
          <p:txBody>
            <a:bodyPr wrap="none">
              <a:spAutoFit/>
            </a:bodyPr>
            <a:lstStyle/>
            <a:p>
              <a:pPr marR="0" algn="ctr" defTabSz="914400">
                <a:buClrTx/>
                <a:buSzTx/>
                <a:buFontTx/>
                <a:buNone/>
                <a:defRPr/>
              </a:pP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或非</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门</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aphicFrame>
          <p:nvGraphicFramePr>
            <p:cNvPr id="14339" name="Object 4"/>
            <p:cNvGraphicFramePr>
              <a:graphicFrameLocks noChangeAspect="1"/>
            </p:cNvGraphicFramePr>
            <p:nvPr/>
          </p:nvGraphicFramePr>
          <p:xfrm>
            <a:off x="2069" y="2668"/>
            <a:ext cx="928" cy="223"/>
          </p:xfrm>
          <a:graphic>
            <a:graphicData uri="http://schemas.openxmlformats.org/presentationml/2006/ole">
              <mc:AlternateContent xmlns:mc="http://schemas.openxmlformats.org/markup-compatibility/2006">
                <mc:Choice xmlns:v="urn:schemas-microsoft-com:vml" Requires="v">
                  <p:oleObj spid="_x0000_s3077" name="" r:id="rId1" imgW="1473200" imgH="355600" progId="Equation.3">
                    <p:embed/>
                  </p:oleObj>
                </mc:Choice>
                <mc:Fallback>
                  <p:oleObj name="" r:id="rId1" imgW="1473200" imgH="355600" progId="Equation.3">
                    <p:embed/>
                    <p:pic>
                      <p:nvPicPr>
                        <p:cNvPr id="0" name="图片 3076"/>
                        <p:cNvPicPr/>
                        <p:nvPr/>
                      </p:nvPicPr>
                      <p:blipFill>
                        <a:blip r:embed="rId2"/>
                        <a:stretch>
                          <a:fillRect/>
                        </a:stretch>
                      </p:blipFill>
                      <p:spPr>
                        <a:xfrm>
                          <a:off x="2069" y="2668"/>
                          <a:ext cx="928" cy="223"/>
                        </a:xfrm>
                        <a:prstGeom prst="rect">
                          <a:avLst/>
                        </a:prstGeom>
                        <a:noFill/>
                        <a:ln w="38100">
                          <a:noFill/>
                          <a:miter/>
                        </a:ln>
                      </p:spPr>
                    </p:pic>
                  </p:oleObj>
                </mc:Fallback>
              </mc:AlternateContent>
            </a:graphicData>
          </a:graphic>
        </p:graphicFrame>
        <p:sp>
          <p:nvSpPr>
            <p:cNvPr id="14340" name="Text Box 5"/>
            <p:cNvSpPr txBox="1"/>
            <p:nvPr/>
          </p:nvSpPr>
          <p:spPr>
            <a:xfrm>
              <a:off x="302" y="3143"/>
              <a:ext cx="2762"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门也是一种通用门。</a:t>
              </a:r>
              <a:endParaRPr lang="zh-CN" altLang="en-US" sz="2800" i="0" dirty="0">
                <a:latin typeface="Times New Roman" panose="02020603050405020304" pitchFamily="18" charset="0"/>
                <a:ea typeface="宋体" panose="02010600030101010101" pitchFamily="2" charset="-122"/>
              </a:endParaRPr>
            </a:p>
          </p:txBody>
        </p:sp>
        <p:grpSp>
          <p:nvGrpSpPr>
            <p:cNvPr id="14341" name="Group 6"/>
            <p:cNvGrpSpPr/>
            <p:nvPr/>
          </p:nvGrpSpPr>
          <p:grpSpPr>
            <a:xfrm>
              <a:off x="3996" y="2397"/>
              <a:ext cx="908" cy="1516"/>
              <a:chOff x="1715" y="2542"/>
              <a:chExt cx="908" cy="1516"/>
            </a:xfrm>
          </p:grpSpPr>
          <p:grpSp>
            <p:nvGrpSpPr>
              <p:cNvPr id="14342" name="Group 7"/>
              <p:cNvGrpSpPr/>
              <p:nvPr/>
            </p:nvGrpSpPr>
            <p:grpSpPr>
              <a:xfrm>
                <a:off x="1715" y="2542"/>
                <a:ext cx="908" cy="1516"/>
                <a:chOff x="1715" y="2520"/>
                <a:chExt cx="908" cy="1516"/>
              </a:xfrm>
            </p:grpSpPr>
            <p:sp>
              <p:nvSpPr>
                <p:cNvPr id="14343" name="Rectangle 8"/>
                <p:cNvSpPr/>
                <p:nvPr/>
              </p:nvSpPr>
              <p:spPr>
                <a:xfrm>
                  <a:off x="1722" y="2906"/>
                  <a:ext cx="896" cy="450"/>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44" name="Line 9"/>
                <p:cNvSpPr/>
                <p:nvPr/>
              </p:nvSpPr>
              <p:spPr>
                <a:xfrm flipV="1">
                  <a:off x="2194" y="2618"/>
                  <a:ext cx="0" cy="288"/>
                </a:xfrm>
                <a:prstGeom prst="line">
                  <a:avLst/>
                </a:prstGeom>
                <a:ln w="9525" cap="flat" cmpd="sng">
                  <a:solidFill>
                    <a:schemeClr val="tx1"/>
                  </a:solidFill>
                  <a:prstDash val="solid"/>
                  <a:round/>
                  <a:headEnd type="none" w="med" len="med"/>
                  <a:tailEnd type="none" w="med" len="med"/>
                </a:ln>
              </p:spPr>
            </p:sp>
            <p:sp>
              <p:nvSpPr>
                <p:cNvPr id="14345" name="Line 10"/>
                <p:cNvSpPr/>
                <p:nvPr/>
              </p:nvSpPr>
              <p:spPr>
                <a:xfrm flipV="1">
                  <a:off x="1954" y="3345"/>
                  <a:ext cx="0" cy="288"/>
                </a:xfrm>
                <a:prstGeom prst="line">
                  <a:avLst/>
                </a:prstGeom>
                <a:ln w="9525" cap="flat" cmpd="sng">
                  <a:solidFill>
                    <a:schemeClr val="tx1"/>
                  </a:solidFill>
                  <a:prstDash val="solid"/>
                  <a:round/>
                  <a:headEnd type="none" w="med" len="med"/>
                  <a:tailEnd type="none" w="med" len="med"/>
                </a:ln>
              </p:spPr>
            </p:sp>
            <p:sp>
              <p:nvSpPr>
                <p:cNvPr id="14346" name="Line 11"/>
                <p:cNvSpPr/>
                <p:nvPr/>
              </p:nvSpPr>
              <p:spPr>
                <a:xfrm flipV="1">
                  <a:off x="2360" y="3345"/>
                  <a:ext cx="0" cy="288"/>
                </a:xfrm>
                <a:prstGeom prst="line">
                  <a:avLst/>
                </a:prstGeom>
                <a:ln w="9525" cap="flat" cmpd="sng">
                  <a:solidFill>
                    <a:schemeClr val="tx1"/>
                  </a:solidFill>
                  <a:prstDash val="solid"/>
                  <a:round/>
                  <a:headEnd type="none" w="med" len="med"/>
                  <a:tailEnd type="none" w="med" len="med"/>
                </a:ln>
              </p:spPr>
            </p:sp>
            <p:sp>
              <p:nvSpPr>
                <p:cNvPr id="14347" name="Text Box 12"/>
                <p:cNvSpPr txBox="1"/>
                <p:nvPr/>
              </p:nvSpPr>
              <p:spPr>
                <a:xfrm>
                  <a:off x="1981" y="252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4348" name="Text Box 13"/>
                <p:cNvSpPr txBox="1"/>
                <p:nvPr/>
              </p:nvSpPr>
              <p:spPr>
                <a:xfrm>
                  <a:off x="1715" y="334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4349" name="Text Box 14"/>
                <p:cNvSpPr txBox="1"/>
                <p:nvPr/>
              </p:nvSpPr>
              <p:spPr>
                <a:xfrm>
                  <a:off x="2370" y="334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dirty="0">
                    <a:latin typeface="Times New Roman" panose="02020603050405020304" pitchFamily="18" charset="0"/>
                    <a:ea typeface="宋体" panose="02010600030101010101" pitchFamily="2" charset="-122"/>
                  </a:endParaRPr>
                </a:p>
              </p:txBody>
            </p:sp>
            <p:sp>
              <p:nvSpPr>
                <p:cNvPr id="14350" name="Text Box 15"/>
                <p:cNvSpPr txBox="1"/>
                <p:nvPr/>
              </p:nvSpPr>
              <p:spPr>
                <a:xfrm>
                  <a:off x="2027" y="2961"/>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14351" name="Text Box 16"/>
                <p:cNvSpPr txBox="1"/>
                <p:nvPr/>
              </p:nvSpPr>
              <p:spPr>
                <a:xfrm>
                  <a:off x="2021" y="3709"/>
                  <a:ext cx="37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grpSp>
          <p:sp>
            <p:nvSpPr>
              <p:cNvPr id="14352" name="Oval 17"/>
              <p:cNvSpPr/>
              <p:nvPr/>
            </p:nvSpPr>
            <p:spPr>
              <a:xfrm>
                <a:off x="2167" y="2911"/>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grpSp>
        <p:nvGrpSpPr>
          <p:cNvPr id="5" name="Group 54"/>
          <p:cNvGrpSpPr/>
          <p:nvPr/>
        </p:nvGrpSpPr>
        <p:grpSpPr>
          <a:xfrm>
            <a:off x="541338" y="3371850"/>
            <a:ext cx="7497762" cy="2406650"/>
            <a:chOff x="341" y="2124"/>
            <a:chExt cx="4723" cy="1516"/>
          </a:xfrm>
        </p:grpSpPr>
        <p:grpSp>
          <p:nvGrpSpPr>
            <p:cNvPr id="14354" name="Group 32"/>
            <p:cNvGrpSpPr/>
            <p:nvPr/>
          </p:nvGrpSpPr>
          <p:grpSpPr>
            <a:xfrm>
              <a:off x="341" y="2521"/>
              <a:ext cx="3043" cy="758"/>
              <a:chOff x="341" y="621"/>
              <a:chExt cx="3043" cy="758"/>
            </a:xfrm>
          </p:grpSpPr>
          <p:sp>
            <p:nvSpPr>
              <p:cNvPr id="318497" name="Text Box 33"/>
              <p:cNvSpPr txBox="1">
                <a:spLocks noChangeArrowheads="1"/>
              </p:cNvSpPr>
              <p:nvPr/>
            </p:nvSpPr>
            <p:spPr bwMode="auto">
              <a:xfrm>
                <a:off x="341" y="621"/>
                <a:ext cx="1602" cy="329"/>
              </a:xfrm>
              <a:prstGeom prst="rect">
                <a:avLst/>
              </a:prstGeom>
              <a:noFill/>
              <a:ln w="9525">
                <a:noFill/>
                <a:miter lim="800000"/>
              </a:ln>
              <a:effectLst/>
            </p:spPr>
            <p:txBody>
              <a:bodyPr wrap="none">
                <a:spAutoFit/>
              </a:bodyPr>
              <a:lstStyle/>
              <a:p>
                <a:pPr marR="0" algn="ctr" defTabSz="914400">
                  <a:buClrTx/>
                  <a:buSzTx/>
                  <a:buFontTx/>
                  <a:buNone/>
                  <a:defRPr/>
                </a:pP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与或非</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门</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aphicFrame>
            <p:nvGraphicFramePr>
              <p:cNvPr id="14356" name="Object 34"/>
              <p:cNvGraphicFramePr>
                <a:graphicFrameLocks noChangeAspect="1"/>
              </p:cNvGraphicFramePr>
              <p:nvPr/>
            </p:nvGraphicFramePr>
            <p:xfrm>
              <a:off x="2117" y="700"/>
              <a:ext cx="1240" cy="232"/>
            </p:xfrm>
            <a:graphic>
              <a:graphicData uri="http://schemas.openxmlformats.org/presentationml/2006/ole">
                <mc:AlternateContent xmlns:mc="http://schemas.openxmlformats.org/markup-compatibility/2006">
                  <mc:Choice xmlns:v="urn:schemas-microsoft-com:vml" Requires="v">
                    <p:oleObj spid="_x0000_s3079" name="" r:id="rId3" imgW="1968500" imgH="368300" progId="Equation.3">
                      <p:embed/>
                    </p:oleObj>
                  </mc:Choice>
                  <mc:Fallback>
                    <p:oleObj name="" r:id="rId3" imgW="1968500" imgH="368300" progId="Equation.3">
                      <p:embed/>
                      <p:pic>
                        <p:nvPicPr>
                          <p:cNvPr id="0" name="图片 3078"/>
                          <p:cNvPicPr/>
                          <p:nvPr/>
                        </p:nvPicPr>
                        <p:blipFill>
                          <a:blip r:embed="rId4"/>
                          <a:stretch>
                            <a:fillRect/>
                          </a:stretch>
                        </p:blipFill>
                        <p:spPr>
                          <a:xfrm>
                            <a:off x="2117" y="700"/>
                            <a:ext cx="1240" cy="232"/>
                          </a:xfrm>
                          <a:prstGeom prst="rect">
                            <a:avLst/>
                          </a:prstGeom>
                          <a:noFill/>
                          <a:ln w="38100">
                            <a:noFill/>
                            <a:miter/>
                          </a:ln>
                        </p:spPr>
                      </p:pic>
                    </p:oleObj>
                  </mc:Fallback>
                </mc:AlternateContent>
              </a:graphicData>
            </a:graphic>
          </p:graphicFrame>
          <p:sp>
            <p:nvSpPr>
              <p:cNvPr id="14357" name="Text Box 35"/>
              <p:cNvSpPr txBox="1"/>
              <p:nvPr/>
            </p:nvSpPr>
            <p:spPr>
              <a:xfrm>
                <a:off x="398" y="1052"/>
                <a:ext cx="2986"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与或非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门也是一种通用门。</a:t>
                </a:r>
                <a:endParaRPr lang="zh-CN" altLang="en-US" sz="2800" i="0" dirty="0">
                  <a:latin typeface="Times New Roman" panose="02020603050405020304" pitchFamily="18" charset="0"/>
                  <a:ea typeface="宋体" panose="02010600030101010101" pitchFamily="2" charset="-122"/>
                </a:endParaRPr>
              </a:p>
            </p:txBody>
          </p:sp>
        </p:grpSp>
        <p:grpSp>
          <p:nvGrpSpPr>
            <p:cNvPr id="14358" name="Group 36"/>
            <p:cNvGrpSpPr/>
            <p:nvPr/>
          </p:nvGrpSpPr>
          <p:grpSpPr>
            <a:xfrm>
              <a:off x="3813" y="2124"/>
              <a:ext cx="1251" cy="1516"/>
              <a:chOff x="3813" y="224"/>
              <a:chExt cx="1251" cy="1516"/>
            </a:xfrm>
          </p:grpSpPr>
          <p:sp>
            <p:nvSpPr>
              <p:cNvPr id="14359" name="Text Box 37"/>
              <p:cNvSpPr txBox="1"/>
              <p:nvPr/>
            </p:nvSpPr>
            <p:spPr>
              <a:xfrm>
                <a:off x="4293" y="224"/>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4360" name="Rectangle 38"/>
              <p:cNvSpPr/>
              <p:nvPr/>
            </p:nvSpPr>
            <p:spPr>
              <a:xfrm>
                <a:off x="3900" y="610"/>
                <a:ext cx="1164" cy="47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61" name="Line 39"/>
              <p:cNvSpPr/>
              <p:nvPr/>
            </p:nvSpPr>
            <p:spPr>
              <a:xfrm flipV="1">
                <a:off x="4506" y="322"/>
                <a:ext cx="0" cy="288"/>
              </a:xfrm>
              <a:prstGeom prst="line">
                <a:avLst/>
              </a:prstGeom>
              <a:ln w="9525" cap="flat" cmpd="sng">
                <a:solidFill>
                  <a:schemeClr val="tx1"/>
                </a:solidFill>
                <a:prstDash val="solid"/>
                <a:round/>
                <a:headEnd type="none" w="med" len="med"/>
                <a:tailEnd type="none" w="med" len="med"/>
              </a:ln>
            </p:spPr>
          </p:sp>
          <p:sp>
            <p:nvSpPr>
              <p:cNvPr id="14362" name="Line 40"/>
              <p:cNvSpPr/>
              <p:nvPr/>
            </p:nvSpPr>
            <p:spPr>
              <a:xfrm flipV="1">
                <a:off x="4319" y="1082"/>
                <a:ext cx="0" cy="288"/>
              </a:xfrm>
              <a:prstGeom prst="line">
                <a:avLst/>
              </a:prstGeom>
              <a:ln w="9525" cap="flat" cmpd="sng">
                <a:solidFill>
                  <a:schemeClr val="tx1"/>
                </a:solidFill>
                <a:prstDash val="solid"/>
                <a:round/>
                <a:headEnd type="none" w="med" len="med"/>
                <a:tailEnd type="none" w="med" len="med"/>
              </a:ln>
            </p:spPr>
          </p:sp>
          <p:sp>
            <p:nvSpPr>
              <p:cNvPr id="14363" name="Text Box 41"/>
              <p:cNvSpPr txBox="1"/>
              <p:nvPr/>
            </p:nvSpPr>
            <p:spPr>
              <a:xfrm>
                <a:off x="3813" y="109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4364" name="Line 42"/>
              <p:cNvSpPr/>
              <p:nvPr/>
            </p:nvSpPr>
            <p:spPr>
              <a:xfrm>
                <a:off x="3895" y="859"/>
                <a:ext cx="1167" cy="0"/>
              </a:xfrm>
              <a:prstGeom prst="line">
                <a:avLst/>
              </a:prstGeom>
              <a:ln w="9525" cap="flat" cmpd="sng">
                <a:solidFill>
                  <a:srgbClr val="FF00FF"/>
                </a:solidFill>
                <a:prstDash val="solid"/>
                <a:round/>
                <a:headEnd type="none" w="med" len="med"/>
                <a:tailEnd type="none" w="med" len="med"/>
              </a:ln>
            </p:spPr>
          </p:sp>
          <p:sp>
            <p:nvSpPr>
              <p:cNvPr id="14365" name="Line 43"/>
              <p:cNvSpPr/>
              <p:nvPr/>
            </p:nvSpPr>
            <p:spPr>
              <a:xfrm>
                <a:off x="4506" y="859"/>
                <a:ext cx="0" cy="211"/>
              </a:xfrm>
              <a:prstGeom prst="line">
                <a:avLst/>
              </a:prstGeom>
              <a:ln w="9525" cap="flat" cmpd="sng">
                <a:solidFill>
                  <a:srgbClr val="FF00FF"/>
                </a:solidFill>
                <a:prstDash val="solid"/>
                <a:round/>
                <a:headEnd type="none" w="med" len="med"/>
                <a:tailEnd type="none" w="med" len="med"/>
              </a:ln>
            </p:spPr>
          </p:sp>
          <p:sp>
            <p:nvSpPr>
              <p:cNvPr id="14366" name="Line 44"/>
              <p:cNvSpPr/>
              <p:nvPr/>
            </p:nvSpPr>
            <p:spPr>
              <a:xfrm flipV="1">
                <a:off x="4664" y="1082"/>
                <a:ext cx="0" cy="288"/>
              </a:xfrm>
              <a:prstGeom prst="line">
                <a:avLst/>
              </a:prstGeom>
              <a:ln w="9525" cap="flat" cmpd="sng">
                <a:solidFill>
                  <a:schemeClr val="tx1"/>
                </a:solidFill>
                <a:prstDash val="solid"/>
                <a:round/>
                <a:headEnd type="none" w="med" len="med"/>
                <a:tailEnd type="none" w="med" len="med"/>
              </a:ln>
            </p:spPr>
          </p:sp>
          <p:sp>
            <p:nvSpPr>
              <p:cNvPr id="14367" name="Line 45"/>
              <p:cNvSpPr/>
              <p:nvPr/>
            </p:nvSpPr>
            <p:spPr>
              <a:xfrm flipV="1">
                <a:off x="4941" y="1082"/>
                <a:ext cx="0" cy="288"/>
              </a:xfrm>
              <a:prstGeom prst="line">
                <a:avLst/>
              </a:prstGeom>
              <a:ln w="9525" cap="flat" cmpd="sng">
                <a:solidFill>
                  <a:schemeClr val="tx1"/>
                </a:solidFill>
                <a:prstDash val="solid"/>
                <a:round/>
                <a:headEnd type="none" w="med" len="med"/>
                <a:tailEnd type="none" w="med" len="med"/>
              </a:ln>
            </p:spPr>
          </p:sp>
          <p:sp>
            <p:nvSpPr>
              <p:cNvPr id="14368" name="Line 46"/>
              <p:cNvSpPr/>
              <p:nvPr/>
            </p:nvSpPr>
            <p:spPr>
              <a:xfrm flipV="1">
                <a:off x="4041" y="1082"/>
                <a:ext cx="0" cy="288"/>
              </a:xfrm>
              <a:prstGeom prst="line">
                <a:avLst/>
              </a:prstGeom>
              <a:ln w="9525" cap="flat" cmpd="sng">
                <a:solidFill>
                  <a:schemeClr val="tx1"/>
                </a:solidFill>
                <a:prstDash val="solid"/>
                <a:round/>
                <a:headEnd type="none" w="med" len="med"/>
                <a:tailEnd type="none" w="med" len="med"/>
              </a:ln>
            </p:spPr>
          </p:sp>
          <p:sp>
            <p:nvSpPr>
              <p:cNvPr id="14369" name="Text Box 47"/>
              <p:cNvSpPr txBox="1"/>
              <p:nvPr/>
            </p:nvSpPr>
            <p:spPr>
              <a:xfrm>
                <a:off x="4289" y="577"/>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14370" name="Text Box 48"/>
              <p:cNvSpPr txBox="1"/>
              <p:nvPr/>
            </p:nvSpPr>
            <p:spPr>
              <a:xfrm>
                <a:off x="4049" y="790"/>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4371" name="Text Box 49"/>
              <p:cNvSpPr txBox="1"/>
              <p:nvPr/>
            </p:nvSpPr>
            <p:spPr>
              <a:xfrm>
                <a:off x="4102" y="109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4372" name="Text Box 50"/>
              <p:cNvSpPr txBox="1"/>
              <p:nvPr/>
            </p:nvSpPr>
            <p:spPr>
              <a:xfrm>
                <a:off x="4446" y="1103"/>
                <a:ext cx="265"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p:txBody>
          </p:sp>
          <p:sp>
            <p:nvSpPr>
              <p:cNvPr id="14373" name="Text Box 51"/>
              <p:cNvSpPr txBox="1"/>
              <p:nvPr/>
            </p:nvSpPr>
            <p:spPr>
              <a:xfrm>
                <a:off x="4724" y="1092"/>
                <a:ext cx="278"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14374" name="Text Box 52"/>
              <p:cNvSpPr txBox="1"/>
              <p:nvPr/>
            </p:nvSpPr>
            <p:spPr>
              <a:xfrm>
                <a:off x="4258" y="1413"/>
                <a:ext cx="365" cy="327"/>
              </a:xfrm>
              <a:prstGeom prst="rect">
                <a:avLst/>
              </a:prstGeom>
              <a:noFill/>
              <a:ln w="9525">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p:txBody>
          </p:sp>
        </p:grpSp>
      </p:grpSp>
      <p:sp>
        <p:nvSpPr>
          <p:cNvPr id="14375" name="Oval 17"/>
          <p:cNvSpPr/>
          <p:nvPr/>
        </p:nvSpPr>
        <p:spPr>
          <a:xfrm>
            <a:off x="7121525" y="3898900"/>
            <a:ext cx="74613" cy="7461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6146800" y="1049338"/>
            <a:ext cx="1390650" cy="2476500"/>
            <a:chOff x="4416" y="2520"/>
            <a:chExt cx="876" cy="1560"/>
          </a:xfrm>
        </p:grpSpPr>
        <p:sp>
          <p:nvSpPr>
            <p:cNvPr id="15362" name="Rectangle 3"/>
            <p:cNvSpPr/>
            <p:nvPr/>
          </p:nvSpPr>
          <p:spPr>
            <a:xfrm>
              <a:off x="4416" y="2916"/>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363" name="Line 4"/>
            <p:cNvSpPr/>
            <p:nvPr/>
          </p:nvSpPr>
          <p:spPr>
            <a:xfrm flipV="1">
              <a:off x="4878" y="2618"/>
              <a:ext cx="0" cy="288"/>
            </a:xfrm>
            <a:prstGeom prst="line">
              <a:avLst/>
            </a:prstGeom>
            <a:ln w="9525" cap="flat" cmpd="sng">
              <a:solidFill>
                <a:schemeClr val="tx1"/>
              </a:solidFill>
              <a:prstDash val="solid"/>
              <a:round/>
              <a:headEnd type="none" w="med" len="med"/>
              <a:tailEnd type="none" w="med" len="med"/>
            </a:ln>
          </p:spPr>
        </p:sp>
        <p:sp>
          <p:nvSpPr>
            <p:cNvPr id="15364" name="Line 5"/>
            <p:cNvSpPr/>
            <p:nvPr/>
          </p:nvSpPr>
          <p:spPr>
            <a:xfrm flipV="1">
              <a:off x="5069" y="3356"/>
              <a:ext cx="0" cy="288"/>
            </a:xfrm>
            <a:prstGeom prst="line">
              <a:avLst/>
            </a:prstGeom>
            <a:ln w="9525" cap="flat" cmpd="sng">
              <a:solidFill>
                <a:schemeClr val="tx1"/>
              </a:solidFill>
              <a:prstDash val="solid"/>
              <a:round/>
              <a:headEnd type="none" w="med" len="med"/>
              <a:tailEnd type="none" w="med" len="med"/>
            </a:ln>
          </p:spPr>
        </p:sp>
        <p:sp>
          <p:nvSpPr>
            <p:cNvPr id="15365" name="Text Box 6"/>
            <p:cNvSpPr txBox="1"/>
            <p:nvPr/>
          </p:nvSpPr>
          <p:spPr>
            <a:xfrm>
              <a:off x="4665" y="252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5366" name="Text Box 7"/>
            <p:cNvSpPr txBox="1"/>
            <p:nvPr/>
          </p:nvSpPr>
          <p:spPr>
            <a:xfrm>
              <a:off x="4441" y="3364"/>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5367" name="Text Box 8"/>
            <p:cNvSpPr txBox="1"/>
            <p:nvPr/>
          </p:nvSpPr>
          <p:spPr>
            <a:xfrm>
              <a:off x="4711" y="2998"/>
              <a:ext cx="354"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5368" name="Text Box 9"/>
            <p:cNvSpPr txBox="1"/>
            <p:nvPr/>
          </p:nvSpPr>
          <p:spPr>
            <a:xfrm>
              <a:off x="4720" y="3753"/>
              <a:ext cx="410" cy="327"/>
            </a:xfrm>
            <a:prstGeom prst="rect">
              <a:avLst/>
            </a:prstGeom>
            <a:noFill/>
            <a:ln w="9525">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15369" name="Line 10"/>
            <p:cNvSpPr/>
            <p:nvPr/>
          </p:nvSpPr>
          <p:spPr>
            <a:xfrm flipV="1">
              <a:off x="4668" y="3356"/>
              <a:ext cx="0" cy="288"/>
            </a:xfrm>
            <a:prstGeom prst="line">
              <a:avLst/>
            </a:prstGeom>
            <a:ln w="9525" cap="flat" cmpd="sng">
              <a:solidFill>
                <a:schemeClr val="tx1"/>
              </a:solidFill>
              <a:prstDash val="solid"/>
              <a:round/>
              <a:headEnd type="none" w="med" len="med"/>
              <a:tailEnd type="none" w="med" len="med"/>
            </a:ln>
          </p:spPr>
        </p:sp>
        <p:sp>
          <p:nvSpPr>
            <p:cNvPr id="15370" name="Text Box 11"/>
            <p:cNvSpPr txBox="1"/>
            <p:nvPr/>
          </p:nvSpPr>
          <p:spPr>
            <a:xfrm>
              <a:off x="5030" y="3364"/>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grpSp>
      <p:grpSp>
        <p:nvGrpSpPr>
          <p:cNvPr id="3" name="Group 12"/>
          <p:cNvGrpSpPr/>
          <p:nvPr/>
        </p:nvGrpSpPr>
        <p:grpSpPr>
          <a:xfrm>
            <a:off x="6296025" y="4100513"/>
            <a:ext cx="1390650" cy="2457450"/>
            <a:chOff x="4250" y="2519"/>
            <a:chExt cx="876" cy="1548"/>
          </a:xfrm>
        </p:grpSpPr>
        <p:sp>
          <p:nvSpPr>
            <p:cNvPr id="15372" name="Rectangle 13"/>
            <p:cNvSpPr/>
            <p:nvPr/>
          </p:nvSpPr>
          <p:spPr>
            <a:xfrm>
              <a:off x="4250" y="2903"/>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373" name="Line 14"/>
            <p:cNvSpPr/>
            <p:nvPr/>
          </p:nvSpPr>
          <p:spPr>
            <a:xfrm flipV="1">
              <a:off x="4724" y="2605"/>
              <a:ext cx="0" cy="288"/>
            </a:xfrm>
            <a:prstGeom prst="line">
              <a:avLst/>
            </a:prstGeom>
            <a:ln w="9525" cap="flat" cmpd="sng">
              <a:solidFill>
                <a:schemeClr val="tx1"/>
              </a:solidFill>
              <a:prstDash val="solid"/>
              <a:round/>
              <a:headEnd type="none" w="med" len="med"/>
              <a:tailEnd type="none" w="med" len="med"/>
            </a:ln>
          </p:spPr>
        </p:sp>
        <p:sp>
          <p:nvSpPr>
            <p:cNvPr id="15374" name="Line 15"/>
            <p:cNvSpPr/>
            <p:nvPr/>
          </p:nvSpPr>
          <p:spPr>
            <a:xfrm flipV="1">
              <a:off x="4903" y="3343"/>
              <a:ext cx="0" cy="288"/>
            </a:xfrm>
            <a:prstGeom prst="line">
              <a:avLst/>
            </a:prstGeom>
            <a:ln w="9525" cap="flat" cmpd="sng">
              <a:solidFill>
                <a:schemeClr val="tx1"/>
              </a:solidFill>
              <a:prstDash val="solid"/>
              <a:round/>
              <a:headEnd type="none" w="med" len="med"/>
              <a:tailEnd type="none" w="med" len="med"/>
            </a:ln>
          </p:spPr>
        </p:sp>
        <p:sp>
          <p:nvSpPr>
            <p:cNvPr id="15375" name="Text Box 16"/>
            <p:cNvSpPr txBox="1"/>
            <p:nvPr/>
          </p:nvSpPr>
          <p:spPr>
            <a:xfrm>
              <a:off x="4499" y="2519"/>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5376" name="Text Box 17"/>
            <p:cNvSpPr txBox="1"/>
            <p:nvPr/>
          </p:nvSpPr>
          <p:spPr>
            <a:xfrm>
              <a:off x="4275" y="3351"/>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5377" name="Text Box 18"/>
            <p:cNvSpPr txBox="1"/>
            <p:nvPr/>
          </p:nvSpPr>
          <p:spPr>
            <a:xfrm>
              <a:off x="4545" y="2985"/>
              <a:ext cx="354"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5378" name="Text Box 19"/>
            <p:cNvSpPr txBox="1"/>
            <p:nvPr/>
          </p:nvSpPr>
          <p:spPr>
            <a:xfrm>
              <a:off x="4554" y="3740"/>
              <a:ext cx="410" cy="327"/>
            </a:xfrm>
            <a:prstGeom prst="rect">
              <a:avLst/>
            </a:prstGeom>
            <a:noFill/>
            <a:ln w="9525">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rPr>
                <a:t>(e)</a:t>
              </a:r>
              <a:endParaRPr lang="en-US" altLang="zh-CN" sz="2800" i="0" dirty="0">
                <a:latin typeface="Times New Roman" panose="02020603050405020304" pitchFamily="18" charset="0"/>
                <a:ea typeface="宋体" panose="02010600030101010101" pitchFamily="2" charset="-122"/>
              </a:endParaRPr>
            </a:p>
          </p:txBody>
        </p:sp>
        <p:sp>
          <p:nvSpPr>
            <p:cNvPr id="15379" name="Line 20"/>
            <p:cNvSpPr/>
            <p:nvPr/>
          </p:nvSpPr>
          <p:spPr>
            <a:xfrm flipV="1">
              <a:off x="4502" y="3343"/>
              <a:ext cx="0" cy="288"/>
            </a:xfrm>
            <a:prstGeom prst="line">
              <a:avLst/>
            </a:prstGeom>
            <a:ln w="9525" cap="flat" cmpd="sng">
              <a:solidFill>
                <a:schemeClr val="tx1"/>
              </a:solidFill>
              <a:prstDash val="solid"/>
              <a:round/>
              <a:headEnd type="none" w="med" len="med"/>
              <a:tailEnd type="none" w="med" len="med"/>
            </a:ln>
          </p:spPr>
        </p:sp>
        <p:sp>
          <p:nvSpPr>
            <p:cNvPr id="15380" name="Text Box 21"/>
            <p:cNvSpPr txBox="1"/>
            <p:nvPr/>
          </p:nvSpPr>
          <p:spPr>
            <a:xfrm>
              <a:off x="4864" y="3351"/>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5381" name="Oval 22"/>
            <p:cNvSpPr/>
            <p:nvPr/>
          </p:nvSpPr>
          <p:spPr>
            <a:xfrm>
              <a:off x="4708" y="2887"/>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4" name="Group 23"/>
          <p:cNvGrpSpPr/>
          <p:nvPr/>
        </p:nvGrpSpPr>
        <p:grpSpPr>
          <a:xfrm>
            <a:off x="361950" y="4044950"/>
            <a:ext cx="4824413" cy="1412875"/>
            <a:chOff x="228" y="3058"/>
            <a:chExt cx="2403" cy="890"/>
          </a:xfrm>
        </p:grpSpPr>
        <p:sp>
          <p:nvSpPr>
            <p:cNvPr id="15383" name="Text Box 24"/>
            <p:cNvSpPr txBox="1"/>
            <p:nvPr/>
          </p:nvSpPr>
          <p:spPr>
            <a:xfrm>
              <a:off x="228" y="3058"/>
              <a:ext cx="2372" cy="557"/>
            </a:xfrm>
            <a:prstGeom prst="rect">
              <a:avLst/>
            </a:prstGeom>
            <a:noFill/>
            <a:ln w="9525">
              <a:noFill/>
            </a:ln>
          </p:spPr>
          <p:txBody>
            <a:bodyPr anchor="t" anchorCtr="0">
              <a:spAutoFit/>
            </a:bodyPr>
            <a:p>
              <a:pPr algn="ctr">
                <a:spcBef>
                  <a:spcPct val="50000"/>
                </a:spcBef>
              </a:pP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同或”运算用符号</a:t>
              </a:r>
              <a:r>
                <a:rPr lang="zh-CN" altLang="en-US" sz="2400" i="0" dirty="0">
                  <a:latin typeface="Times New Roman" panose="02020603050405020304" pitchFamily="18" charset="0"/>
                  <a:ea typeface="宋体" panose="02010600030101010101" pitchFamily="2" charset="-122"/>
                  <a:sym typeface="Wingdings 2" panose="05020102010507070707" pitchFamily="18" charset="2"/>
                </a:rPr>
                <a:t>表示，逻辑表达式为：</a:t>
              </a:r>
              <a:endParaRPr lang="zh-CN" altLang="en-US" sz="2400" i="0" dirty="0">
                <a:latin typeface="Times New Roman" panose="02020603050405020304" pitchFamily="18" charset="0"/>
                <a:ea typeface="宋体" panose="02010600030101010101" pitchFamily="2" charset="-122"/>
                <a:sym typeface="Wingdings 2" panose="05020102010507070707" pitchFamily="18" charset="2"/>
              </a:endParaRPr>
            </a:p>
          </p:txBody>
        </p:sp>
        <p:grpSp>
          <p:nvGrpSpPr>
            <p:cNvPr id="15384" name="Group 25"/>
            <p:cNvGrpSpPr/>
            <p:nvPr/>
          </p:nvGrpSpPr>
          <p:grpSpPr>
            <a:xfrm>
              <a:off x="514" y="3613"/>
              <a:ext cx="2117" cy="335"/>
              <a:chOff x="514" y="3697"/>
              <a:chExt cx="2117" cy="335"/>
            </a:xfrm>
          </p:grpSpPr>
          <p:graphicFrame>
            <p:nvGraphicFramePr>
              <p:cNvPr id="15385" name="Object 26"/>
              <p:cNvGraphicFramePr>
                <a:graphicFrameLocks noChangeAspect="1"/>
              </p:cNvGraphicFramePr>
              <p:nvPr/>
            </p:nvGraphicFramePr>
            <p:xfrm>
              <a:off x="514" y="3697"/>
              <a:ext cx="2117" cy="308"/>
            </p:xfrm>
            <a:graphic>
              <a:graphicData uri="http://schemas.openxmlformats.org/presentationml/2006/ole">
                <mc:AlternateContent xmlns:mc="http://schemas.openxmlformats.org/markup-compatibility/2006">
                  <mc:Choice xmlns:v="urn:schemas-microsoft-com:vml" Requires="v">
                    <p:oleObj spid="_x0000_s3081" name="" r:id="rId1" imgW="1371600" imgH="203200" progId="Equation.3">
                      <p:embed/>
                    </p:oleObj>
                  </mc:Choice>
                  <mc:Fallback>
                    <p:oleObj name="" r:id="rId1" imgW="1371600" imgH="203200" progId="Equation.3">
                      <p:embed/>
                      <p:pic>
                        <p:nvPicPr>
                          <p:cNvPr id="0" name="图片 3080"/>
                          <p:cNvPicPr/>
                          <p:nvPr/>
                        </p:nvPicPr>
                        <p:blipFill>
                          <a:blip r:embed="rId2"/>
                          <a:stretch>
                            <a:fillRect/>
                          </a:stretch>
                        </p:blipFill>
                        <p:spPr>
                          <a:xfrm>
                            <a:off x="514" y="3697"/>
                            <a:ext cx="2117" cy="308"/>
                          </a:xfrm>
                          <a:prstGeom prst="rect">
                            <a:avLst/>
                          </a:prstGeom>
                          <a:noFill/>
                          <a:ln w="38100">
                            <a:noFill/>
                            <a:miter/>
                          </a:ln>
                        </p:spPr>
                      </p:pic>
                    </p:oleObj>
                  </mc:Fallback>
                </mc:AlternateContent>
              </a:graphicData>
            </a:graphic>
          </p:graphicFrame>
          <p:sp>
            <p:nvSpPr>
              <p:cNvPr id="15386" name="Rectangle 27"/>
              <p:cNvSpPr/>
              <p:nvPr/>
            </p:nvSpPr>
            <p:spPr>
              <a:xfrm>
                <a:off x="1089" y="3744"/>
                <a:ext cx="232" cy="288"/>
              </a:xfrm>
              <a:prstGeom prst="rect">
                <a:avLst/>
              </a:prstGeom>
              <a:noFill/>
              <a:ln w="12700">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sym typeface="Wingdings 2" panose="05020102010507070707" pitchFamily="18" charset="2"/>
                  </a:rPr>
                  <a:t></a:t>
                </a:r>
                <a:endParaRPr lang="en-US" altLang="zh-CN" sz="2400" i="0" dirty="0">
                  <a:latin typeface="Times New Roman" panose="02020603050405020304" pitchFamily="18" charset="0"/>
                  <a:ea typeface="宋体" panose="02010600030101010101" pitchFamily="2" charset="-122"/>
                  <a:sym typeface="Wingdings 2" panose="05020102010507070707" pitchFamily="18" charset="2"/>
                </a:endParaRPr>
              </a:p>
            </p:txBody>
          </p:sp>
        </p:grpSp>
      </p:grpSp>
      <p:grpSp>
        <p:nvGrpSpPr>
          <p:cNvPr id="6" name="Group 28"/>
          <p:cNvGrpSpPr/>
          <p:nvPr/>
        </p:nvGrpSpPr>
        <p:grpSpPr>
          <a:xfrm>
            <a:off x="419100" y="741363"/>
            <a:ext cx="4660900" cy="2403475"/>
            <a:chOff x="264" y="1437"/>
            <a:chExt cx="2744" cy="1514"/>
          </a:xfrm>
        </p:grpSpPr>
        <p:sp>
          <p:nvSpPr>
            <p:cNvPr id="15388" name="Text Box 29"/>
            <p:cNvSpPr txBox="1"/>
            <p:nvPr/>
          </p:nvSpPr>
          <p:spPr>
            <a:xfrm>
              <a:off x="264" y="1918"/>
              <a:ext cx="2744" cy="733"/>
            </a:xfrm>
            <a:prstGeom prst="rect">
              <a:avLst/>
            </a:prstGeom>
            <a:noFill/>
            <a:ln w="9525">
              <a:noFill/>
            </a:ln>
          </p:spPr>
          <p:txBody>
            <a:bodyPr anchor="t" anchorCtr="0">
              <a:spAutoFit/>
            </a:bodyPr>
            <a:p>
              <a:pPr algn="ctr">
                <a:lnSpc>
                  <a:spcPct val="50000"/>
                </a:lnSpc>
                <a:spcBef>
                  <a:spcPct val="50000"/>
                </a:spcBef>
              </a:pP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异或”运算是一种特殊的</a:t>
              </a:r>
              <a:endParaRPr lang="zh-CN" altLang="en-US" sz="2800" i="0" dirty="0">
                <a:latin typeface="Times New Roman" panose="02020603050405020304" pitchFamily="18" charset="0"/>
                <a:ea typeface="宋体" panose="02010600030101010101" pitchFamily="2" charset="-122"/>
              </a:endParaRPr>
            </a:p>
            <a:p>
              <a:pPr algn="ctr">
                <a:lnSpc>
                  <a:spcPct val="50000"/>
                </a:lnSpc>
                <a:spcBef>
                  <a:spcPct val="50000"/>
                </a:spcBef>
              </a:pPr>
              <a:r>
                <a:rPr lang="zh-CN" altLang="en-US" sz="2800" i="0" dirty="0">
                  <a:latin typeface="Times New Roman" panose="02020603050405020304" pitchFamily="18" charset="0"/>
                  <a:ea typeface="宋体" panose="02010600030101010101" pitchFamily="2" charset="-122"/>
                </a:rPr>
                <a:t>逻辑运算</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用符号</a:t>
              </a:r>
              <a:r>
                <a:rPr lang="zh-CN" altLang="en-US" sz="2800" i="0" dirty="0">
                  <a:latin typeface="Times New Roman" panose="02020603050405020304" pitchFamily="18" charset="0"/>
                  <a:ea typeface="宋体" panose="02010600030101010101" pitchFamily="2" charset="-122"/>
                  <a:sym typeface="Symbol" panose="05050102010706020507" pitchFamily="18" charset="2"/>
                </a:rPr>
                <a:t>表示，</a:t>
              </a:r>
              <a:endParaRPr lang="zh-CN" altLang="en-US" sz="2800" i="0" dirty="0">
                <a:latin typeface="Times New Roman" panose="02020603050405020304" pitchFamily="18" charset="0"/>
                <a:ea typeface="宋体" panose="02010600030101010101" pitchFamily="2" charset="-122"/>
                <a:sym typeface="Symbol" panose="05050102010706020507" pitchFamily="18" charset="2"/>
              </a:endParaRPr>
            </a:p>
            <a:p>
              <a:pPr algn="ctr">
                <a:lnSpc>
                  <a:spcPct val="50000"/>
                </a:lnSpc>
                <a:spcBef>
                  <a:spcPct val="50000"/>
                </a:spcBef>
              </a:pPr>
              <a:r>
                <a:rPr lang="zh-CN" altLang="en-US" sz="2800" i="0" dirty="0">
                  <a:latin typeface="Times New Roman" panose="02020603050405020304" pitchFamily="18" charset="0"/>
                  <a:ea typeface="宋体" panose="02010600030101010101" pitchFamily="2" charset="-122"/>
                  <a:sym typeface="Symbol" panose="05050102010706020507" pitchFamily="18" charset="2"/>
                </a:rPr>
                <a:t>逻辑表达式为：</a:t>
              </a:r>
              <a:endParaRPr lang="zh-CN" altLang="en-US" sz="2800" i="0" dirty="0">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15389" name="Object 30"/>
            <p:cNvGraphicFramePr>
              <a:graphicFrameLocks noChangeAspect="1"/>
            </p:cNvGraphicFramePr>
            <p:nvPr/>
          </p:nvGraphicFramePr>
          <p:xfrm>
            <a:off x="505" y="2719"/>
            <a:ext cx="2040" cy="232"/>
          </p:xfrm>
          <a:graphic>
            <a:graphicData uri="http://schemas.openxmlformats.org/presentationml/2006/ole">
              <mc:AlternateContent xmlns:mc="http://schemas.openxmlformats.org/markup-compatibility/2006">
                <mc:Choice xmlns:v="urn:schemas-microsoft-com:vml" Requires="v">
                  <p:oleObj spid="_x0000_s3080" name="" r:id="rId3" imgW="3175000" imgH="368300" progId="Equation.3">
                    <p:embed/>
                  </p:oleObj>
                </mc:Choice>
                <mc:Fallback>
                  <p:oleObj name="" r:id="rId3" imgW="3175000" imgH="368300" progId="Equation.3">
                    <p:embed/>
                    <p:pic>
                      <p:nvPicPr>
                        <p:cNvPr id="0" name="图片 3079"/>
                        <p:cNvPicPr/>
                        <p:nvPr/>
                      </p:nvPicPr>
                      <p:blipFill>
                        <a:blip r:embed="rId4"/>
                        <a:stretch>
                          <a:fillRect/>
                        </a:stretch>
                      </p:blipFill>
                      <p:spPr>
                        <a:xfrm>
                          <a:off x="505" y="2719"/>
                          <a:ext cx="2040" cy="232"/>
                        </a:xfrm>
                        <a:prstGeom prst="rect">
                          <a:avLst/>
                        </a:prstGeom>
                        <a:noFill/>
                        <a:ln w="38100">
                          <a:noFill/>
                          <a:miter/>
                        </a:ln>
                      </p:spPr>
                    </p:pic>
                  </p:oleObj>
                </mc:Fallback>
              </mc:AlternateContent>
            </a:graphicData>
          </a:graphic>
        </p:graphicFrame>
        <p:sp>
          <p:nvSpPr>
            <p:cNvPr id="305183" name="Text Box 31"/>
            <p:cNvSpPr txBox="1">
              <a:spLocks noChangeArrowheads="1"/>
            </p:cNvSpPr>
            <p:nvPr/>
          </p:nvSpPr>
          <p:spPr bwMode="auto">
            <a:xfrm>
              <a:off x="392" y="1437"/>
              <a:ext cx="1287" cy="329"/>
            </a:xfrm>
            <a:prstGeom prst="rect">
              <a:avLst/>
            </a:prstGeom>
            <a:noFill/>
            <a:ln w="9525">
              <a:noFill/>
              <a:miter lim="800000"/>
            </a:ln>
            <a:effectLst/>
          </p:spPr>
          <p:txBody>
            <a:bodyPr wrap="none">
              <a:spAutoFit/>
            </a:bodyPr>
            <a:lstStyle/>
            <a:p>
              <a:pPr marR="0" algn="ctr" defTabSz="914400">
                <a:buClrTx/>
                <a:buSzTx/>
                <a:buFontTx/>
                <a:buNone/>
                <a:defRPr/>
              </a:pP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异或</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门</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in)">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409" name="Picture 2" descr="2"/>
          <p:cNvPicPr>
            <a:picLocks noChangeAspect="1"/>
          </p:cNvPicPr>
          <p:nvPr/>
        </p:nvPicPr>
        <p:blipFill>
          <a:blip r:embed="rId1"/>
          <a:stretch>
            <a:fillRect/>
          </a:stretch>
        </p:blipFill>
        <p:spPr>
          <a:xfrm>
            <a:off x="1228725" y="519113"/>
            <a:ext cx="6732588" cy="6224587"/>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4306" name="Rectangle 2"/>
          <p:cNvSpPr>
            <a:spLocks noGrp="1"/>
          </p:cNvSpPr>
          <p:nvPr>
            <p:ph idx="1"/>
          </p:nvPr>
        </p:nvSpPr>
        <p:spPr>
          <a:xfrm>
            <a:off x="533400" y="4067175"/>
            <a:ext cx="4038600" cy="2590800"/>
          </a:xfrm>
        </p:spPr>
        <p:txBody>
          <a:bodyPr vert="horz" wrap="square" lIns="91440" tIns="45720" rIns="91440" bIns="45720" anchor="t" anchorCtr="0"/>
          <a:p>
            <a:pPr algn="just" eaLnBrk="1" hangingPunct="1">
              <a:buNone/>
            </a:pPr>
            <a:endParaRPr lang="en-US" altLang="zh-CN" sz="2000" b="1" dirty="0">
              <a:latin typeface="宋体" panose="02010600030101010101" pitchFamily="2" charset="-122"/>
            </a:endParaRPr>
          </a:p>
          <a:p>
            <a:pPr algn="just" eaLnBrk="1" hangingPunct="1">
              <a:lnSpc>
                <a:spcPct val="125000"/>
              </a:lnSpc>
              <a:buNone/>
            </a:pPr>
            <a:r>
              <a:rPr lang="zh-CN" altLang="en-US" sz="2000" b="1" dirty="0">
                <a:latin typeface="宋体" panose="02010600030101010101" pitchFamily="2" charset="-122"/>
              </a:rPr>
              <a:t>（</a:t>
            </a:r>
            <a:r>
              <a:rPr lang="en-US" altLang="zh-CN" sz="2000" b="1" dirty="0">
                <a:latin typeface="宋体" panose="02010600030101010101" pitchFamily="2" charset="-122"/>
              </a:rPr>
              <a:t>2</a:t>
            </a:r>
            <a:r>
              <a:rPr lang="zh-CN" altLang="en-US" sz="2000" b="1" dirty="0">
                <a:latin typeface="宋体" panose="02010600030101010101" pitchFamily="2" charset="-122"/>
              </a:rPr>
              <a:t>）对于或非门及或门，多余输入端应接低电平，比如直接接地；也可以与有用的输入端并联使用。</a:t>
            </a:r>
            <a:endParaRPr lang="zh-CN" altLang="en-US" sz="2000" b="1" dirty="0">
              <a:latin typeface="宋体" panose="02010600030101010101" pitchFamily="2" charset="-122"/>
            </a:endParaRPr>
          </a:p>
        </p:txBody>
      </p:sp>
      <p:sp>
        <p:nvSpPr>
          <p:cNvPr id="18434" name="Rectangle 3"/>
          <p:cNvSpPr/>
          <p:nvPr/>
        </p:nvSpPr>
        <p:spPr>
          <a:xfrm>
            <a:off x="609600" y="1171575"/>
            <a:ext cx="5791200" cy="457200"/>
          </a:xfrm>
          <a:prstGeom prst="rect">
            <a:avLst/>
          </a:prstGeom>
          <a:noFill/>
          <a:ln w="9525">
            <a:noFill/>
          </a:ln>
        </p:spPr>
        <p:txBody>
          <a:bodyPr anchor="t" anchorCtr="0"/>
          <a:p>
            <a:pPr marL="342900" indent="-342900" algn="just">
              <a:spcBef>
                <a:spcPct val="20000"/>
              </a:spcBef>
            </a:pPr>
            <a:r>
              <a:rPr lang="en-US" altLang="zh-CN" sz="2400" b="1" dirty="0">
                <a:solidFill>
                  <a:srgbClr val="FF0000"/>
                </a:solidFill>
                <a:latin typeface="宋体" panose="02010600030101010101" pitchFamily="2" charset="-122"/>
                <a:ea typeface="宋体" panose="02010600030101010101" pitchFamily="2" charset="-122"/>
              </a:rPr>
              <a:t>1</a:t>
            </a:r>
            <a:r>
              <a:rPr lang="zh-CN" altLang="en-US" sz="2400" b="1" dirty="0">
                <a:solidFill>
                  <a:srgbClr val="FF0000"/>
                </a:solidFill>
                <a:latin typeface="宋体" panose="02010600030101010101" pitchFamily="2" charset="-122"/>
                <a:ea typeface="宋体" panose="02010600030101010101" pitchFamily="2" charset="-122"/>
              </a:rPr>
              <a:t>）多余输入端的处理</a:t>
            </a:r>
            <a:endParaRPr lang="zh-CN" altLang="en-US" sz="2400" b="1" dirty="0">
              <a:solidFill>
                <a:srgbClr val="FF0000"/>
              </a:solidFill>
              <a:latin typeface="宋体" panose="02010600030101010101" pitchFamily="2" charset="-122"/>
              <a:ea typeface="宋体" panose="02010600030101010101" pitchFamily="2" charset="-122"/>
            </a:endParaRPr>
          </a:p>
        </p:txBody>
      </p:sp>
      <p:sp>
        <p:nvSpPr>
          <p:cNvPr id="354308" name="Rectangle 4"/>
          <p:cNvSpPr/>
          <p:nvPr/>
        </p:nvSpPr>
        <p:spPr>
          <a:xfrm>
            <a:off x="304800" y="1704975"/>
            <a:ext cx="4419600" cy="2438400"/>
          </a:xfrm>
          <a:prstGeom prst="rect">
            <a:avLst/>
          </a:prstGeom>
          <a:noFill/>
          <a:ln w="9525">
            <a:noFill/>
          </a:ln>
        </p:spPr>
        <p:txBody>
          <a:bodyPr anchor="t" anchorCtr="0"/>
          <a:p>
            <a:pPr marL="342900" indent="-342900" algn="ctr">
              <a:lnSpc>
                <a:spcPct val="120000"/>
              </a:lnSpc>
            </a:pP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）对于与非门及与门，多余输入端应接高电平，比如直接接电源正端，或通过一个上拉电阻（</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3</a:t>
            </a:r>
            <a:r>
              <a:rPr lang="en-US" altLang="zh-CN" b="1" dirty="0">
                <a:latin typeface="Times New Roman" panose="02020603050405020304" pitchFamily="18" charset="0"/>
                <a:ea typeface="宋体" panose="02010600030101010101" pitchFamily="2" charset="-122"/>
              </a:rPr>
              <a:t>k</a:t>
            </a:r>
            <a:r>
              <a:rPr lang="en-US" altLang="zh-CN" b="1" dirty="0">
                <a:latin typeface="Symbol" panose="05050102010706020507" pitchFamily="18" charset="2"/>
                <a:ea typeface="宋体" panose="02010600030101010101" pitchFamily="2" charset="-122"/>
              </a:rPr>
              <a:t>W</a:t>
            </a:r>
            <a:r>
              <a:rPr lang="zh-CN" altLang="en-US" b="1" dirty="0">
                <a:latin typeface="宋体" panose="02010600030101010101" pitchFamily="2" charset="-122"/>
                <a:ea typeface="宋体" panose="02010600030101010101" pitchFamily="2" charset="-122"/>
              </a:rPr>
              <a:t>）接电源正端；在前级驱动能力允许时，也可以与有用的输入端并联使用。</a:t>
            </a:r>
            <a:endParaRPr lang="zh-CN" altLang="en-US" b="1" dirty="0">
              <a:latin typeface="宋体" panose="02010600030101010101" pitchFamily="2" charset="-122"/>
              <a:ea typeface="宋体" panose="02010600030101010101" pitchFamily="2" charset="-122"/>
            </a:endParaRPr>
          </a:p>
          <a:p>
            <a:pPr marL="342900" indent="-342900" algn="ctr">
              <a:lnSpc>
                <a:spcPct val="120000"/>
              </a:lnSpc>
            </a:pPr>
            <a:endParaRPr lang="en-US" altLang="zh-CN" b="1" dirty="0">
              <a:latin typeface="宋体" panose="02010600030101010101" pitchFamily="2" charset="-122"/>
              <a:ea typeface="宋体" panose="02010600030101010101" pitchFamily="2" charset="-122"/>
            </a:endParaRPr>
          </a:p>
        </p:txBody>
      </p:sp>
      <p:pic>
        <p:nvPicPr>
          <p:cNvPr id="354309" name="Picture 5"/>
          <p:cNvPicPr>
            <a:picLocks noChangeAspect="1"/>
          </p:cNvPicPr>
          <p:nvPr/>
        </p:nvPicPr>
        <p:blipFill>
          <a:blip r:embed="rId1"/>
          <a:stretch>
            <a:fillRect/>
          </a:stretch>
        </p:blipFill>
        <p:spPr>
          <a:xfrm>
            <a:off x="5105400" y="1933575"/>
            <a:ext cx="3429000" cy="1797050"/>
          </a:xfrm>
          <a:prstGeom prst="rect">
            <a:avLst/>
          </a:prstGeom>
          <a:noFill/>
          <a:ln w="9525">
            <a:noFill/>
          </a:ln>
        </p:spPr>
      </p:pic>
      <p:pic>
        <p:nvPicPr>
          <p:cNvPr id="354310" name="Picture 6"/>
          <p:cNvPicPr>
            <a:picLocks noChangeAspect="1"/>
          </p:cNvPicPr>
          <p:nvPr/>
        </p:nvPicPr>
        <p:blipFill>
          <a:blip r:embed="rId2"/>
          <a:stretch>
            <a:fillRect/>
          </a:stretch>
        </p:blipFill>
        <p:spPr>
          <a:xfrm>
            <a:off x="5076825" y="4587875"/>
            <a:ext cx="3581400" cy="1325563"/>
          </a:xfrm>
          <a:prstGeom prst="rect">
            <a:avLst/>
          </a:prstGeom>
          <a:noFill/>
          <a:ln w="9525">
            <a:noFill/>
          </a:ln>
        </p:spPr>
      </p:pic>
      <p:sp>
        <p:nvSpPr>
          <p:cNvPr id="18438" name="Rectangle 7"/>
          <p:cNvSpPr/>
          <p:nvPr/>
        </p:nvSpPr>
        <p:spPr>
          <a:xfrm>
            <a:off x="681038" y="544513"/>
            <a:ext cx="5897562" cy="519112"/>
          </a:xfrm>
          <a:prstGeom prst="rect">
            <a:avLst/>
          </a:prstGeom>
          <a:noFill/>
          <a:ln w="9525">
            <a:noFill/>
          </a:ln>
        </p:spPr>
        <p:txBody>
          <a:bodyPr anchor="t" anchorCtr="0">
            <a:spAutoFit/>
          </a:bodyPr>
          <a:p>
            <a:pPr algn="ctr"/>
            <a:r>
              <a:rPr lang="en-US" altLang="zh-CN" sz="2800" b="1" dirty="0">
                <a:latin typeface="Times New Roman" panose="02020603050405020304" pitchFamily="18" charset="0"/>
                <a:ea typeface="宋体" panose="02010600030101010101" pitchFamily="2" charset="-122"/>
              </a:rPr>
              <a:t>3</a:t>
            </a:r>
            <a:r>
              <a:rPr lang="zh-CN" altLang="en-US" sz="2800" b="1" dirty="0">
                <a:latin typeface="Times New Roman" panose="02020603050405020304" pitchFamily="18" charset="0"/>
                <a:ea typeface="宋体" panose="02010600030101010101" pitchFamily="2" charset="-122"/>
              </a:rPr>
              <a:t>、集成逻辑门电路的应用问题</a:t>
            </a:r>
            <a:endParaRPr lang="zh-CN" altLang="en-US" sz="2800" b="1" dirty="0">
              <a:latin typeface="Times New Roman" panose="02020603050405020304" pitchFamily="18" charset="0"/>
              <a:ea typeface="宋体" panose="02010600030101010101" pitchFamily="2" charset="-122"/>
            </a:endParaRPr>
          </a:p>
        </p:txBody>
      </p:sp>
    </p:spTree>
    <p:custDataLst>
      <p:tags r:id="rId3"/>
    </p:custDataLst>
  </p:cSld>
  <p:clrMapOvr>
    <a:masterClrMapping/>
  </p:clrMapOvr>
  <p:transition spd="slow" advTm="27018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4308">
                                            <p:txEl>
                                              <p:charRg st="0" end="82"/>
                                            </p:txEl>
                                          </p:spTgt>
                                        </p:tgtEl>
                                        <p:attrNameLst>
                                          <p:attrName>style.visibility</p:attrName>
                                        </p:attrNameLst>
                                      </p:cBhvr>
                                      <p:to>
                                        <p:strVal val="visible"/>
                                      </p:to>
                                    </p:set>
                                    <p:anim calcmode="lin" valueType="num">
                                      <p:cBhvr additive="base">
                                        <p:cTn id="7" dur="500" fill="hold"/>
                                        <p:tgtEl>
                                          <p:spTgt spid="354308">
                                            <p:txEl>
                                              <p:charRg st="0" end="8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4308">
                                            <p:txEl>
                                              <p:charRg st="0" end="8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54309"/>
                                        </p:tgtEl>
                                        <p:attrNameLst>
                                          <p:attrName>style.visibility</p:attrName>
                                        </p:attrNameLst>
                                      </p:cBhvr>
                                      <p:to>
                                        <p:strVal val="visible"/>
                                      </p:to>
                                    </p:set>
                                    <p:animEffect transition="in" filter="blinds(horizontal)">
                                      <p:cBhvr>
                                        <p:cTn id="13" dur="500"/>
                                        <p:tgtEl>
                                          <p:spTgt spid="35430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54306">
                                            <p:txEl>
                                              <p:charRg st="1" end="47"/>
                                            </p:txEl>
                                          </p:spTgt>
                                        </p:tgtEl>
                                        <p:attrNameLst>
                                          <p:attrName>style.visibility</p:attrName>
                                        </p:attrNameLst>
                                      </p:cBhvr>
                                      <p:to>
                                        <p:strVal val="visible"/>
                                      </p:to>
                                    </p:set>
                                    <p:anim calcmode="lin" valueType="num">
                                      <p:cBhvr additive="base">
                                        <p:cTn id="18" dur="500" fill="hold"/>
                                        <p:tgtEl>
                                          <p:spTgt spid="354306">
                                            <p:txEl>
                                              <p:charRg st="1" end="47"/>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54306">
                                            <p:txEl>
                                              <p:charRg st="1" end="47"/>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354310"/>
                                        </p:tgtEl>
                                        <p:attrNameLst>
                                          <p:attrName>style.visibility</p:attrName>
                                        </p:attrNameLst>
                                      </p:cBhvr>
                                      <p:to>
                                        <p:strVal val="visible"/>
                                      </p:to>
                                    </p:set>
                                    <p:anim calcmode="lin" valueType="num">
                                      <p:cBhvr additive="base">
                                        <p:cTn id="24" dur="500" fill="hold"/>
                                        <p:tgtEl>
                                          <p:spTgt spid="354310"/>
                                        </p:tgtEl>
                                        <p:attrNameLst>
                                          <p:attrName>ppt_x</p:attrName>
                                        </p:attrNameLst>
                                      </p:cBhvr>
                                      <p:tavLst>
                                        <p:tav tm="0">
                                          <p:val>
                                            <p:strVal val="0-#ppt_w/2"/>
                                          </p:val>
                                        </p:tav>
                                        <p:tav tm="100000">
                                          <p:val>
                                            <p:strVal val="#ppt_x"/>
                                          </p:val>
                                        </p:tav>
                                      </p:tavLst>
                                    </p:anim>
                                    <p:anim calcmode="lin" valueType="num">
                                      <p:cBhvr additive="base">
                                        <p:cTn id="25" dur="500" fill="hold"/>
                                        <p:tgtEl>
                                          <p:spTgt spid="3543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6" grpId="0" build="p"/>
      <p:bldP spid="354308"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5330" name="Rectangle 2"/>
          <p:cNvSpPr>
            <a:spLocks noGrp="1"/>
          </p:cNvSpPr>
          <p:nvPr>
            <p:ph idx="1"/>
          </p:nvPr>
        </p:nvSpPr>
        <p:spPr>
          <a:xfrm>
            <a:off x="457200" y="4310063"/>
            <a:ext cx="8178800" cy="914400"/>
          </a:xfrm>
        </p:spPr>
        <p:txBody>
          <a:bodyPr vert="horz" wrap="square" lIns="91440" tIns="45720" rIns="91440" bIns="45720" anchor="t" anchorCtr="0"/>
          <a:p>
            <a:pPr lvl="2" eaLnBrk="1" hangingPunct="1">
              <a:buNone/>
            </a:pPr>
            <a:endParaRPr lang="en-US" altLang="zh-CN" sz="1600" b="1" dirty="0">
              <a:latin typeface="宋体" panose="02010600030101010101" pitchFamily="2" charset="-122"/>
            </a:endParaRPr>
          </a:p>
          <a:p>
            <a:pPr algn="just" eaLnBrk="1" hangingPunct="1">
              <a:buNone/>
            </a:pPr>
            <a:r>
              <a:rPr lang="en-US" altLang="zh-CN" sz="2000" b="1" dirty="0">
                <a:latin typeface="宋体" panose="02010600030101010101" pitchFamily="2" charset="-122"/>
              </a:rPr>
              <a:t>3</a:t>
            </a:r>
            <a:r>
              <a:rPr lang="zh-CN" altLang="en-US" sz="2000" b="1" dirty="0">
                <a:latin typeface="宋体" panose="02010600030101010101" pitchFamily="2" charset="-122"/>
              </a:rPr>
              <a:t>）一端消去或加上小圆圈，同时将相应变量取反，其逻辑关系不变。</a:t>
            </a:r>
            <a:endParaRPr lang="zh-CN" altLang="en-US" sz="2000" dirty="0">
              <a:latin typeface="宋体" panose="02010600030101010101" pitchFamily="2" charset="-122"/>
            </a:endParaRPr>
          </a:p>
          <a:p>
            <a:pPr algn="just" eaLnBrk="1" hangingPunct="1"/>
            <a:endParaRPr lang="en-US" altLang="zh-CN" sz="2000" dirty="0">
              <a:latin typeface="宋体" panose="02010600030101010101" pitchFamily="2" charset="-122"/>
            </a:endParaRPr>
          </a:p>
        </p:txBody>
      </p:sp>
      <p:sp>
        <p:nvSpPr>
          <p:cNvPr id="355331" name="Rectangle 3"/>
          <p:cNvSpPr/>
          <p:nvPr/>
        </p:nvSpPr>
        <p:spPr>
          <a:xfrm>
            <a:off x="533400" y="2709863"/>
            <a:ext cx="8610600" cy="457200"/>
          </a:xfrm>
          <a:prstGeom prst="rect">
            <a:avLst/>
          </a:prstGeom>
          <a:noFill/>
          <a:ln w="9525">
            <a:noFill/>
          </a:ln>
        </p:spPr>
        <p:txBody>
          <a:bodyPr anchor="t" anchorCtr="0"/>
          <a:p>
            <a:pPr marL="342900" indent="-342900" algn="just">
              <a:spcBef>
                <a:spcPct val="20000"/>
              </a:spcBef>
              <a:buClr>
                <a:schemeClr val="bg2"/>
              </a:buClr>
              <a:buSzPct val="75000"/>
              <a:buFont typeface="Wingdings" panose="05000000000000000000" pitchFamily="2" charset="2"/>
            </a:pP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）任一条线一端上的小圆圈移到另一端，其逻辑关系不变。</a:t>
            </a:r>
            <a:endParaRPr lang="zh-CN" altLang="en-US" b="1" dirty="0">
              <a:latin typeface="宋体" panose="02010600030101010101" pitchFamily="2" charset="-122"/>
              <a:ea typeface="宋体" panose="02010600030101010101" pitchFamily="2" charset="-122"/>
            </a:endParaRPr>
          </a:p>
        </p:txBody>
      </p:sp>
      <p:sp>
        <p:nvSpPr>
          <p:cNvPr id="19459" name="Rectangle 4"/>
          <p:cNvSpPr/>
          <p:nvPr/>
        </p:nvSpPr>
        <p:spPr>
          <a:xfrm>
            <a:off x="609600" y="500063"/>
            <a:ext cx="7239000" cy="457200"/>
          </a:xfrm>
          <a:prstGeom prst="rect">
            <a:avLst/>
          </a:prstGeom>
          <a:noFill/>
          <a:ln w="9525">
            <a:noFill/>
          </a:ln>
        </p:spPr>
        <p:txBody>
          <a:bodyPr anchor="t" anchorCtr="0"/>
          <a:p>
            <a:pPr marL="342900" indent="-342900" algn="just">
              <a:spcBef>
                <a:spcPct val="20000"/>
              </a:spcBef>
            </a:pPr>
            <a:r>
              <a:rPr lang="en-US" altLang="zh-CN" sz="2400" b="1" dirty="0">
                <a:solidFill>
                  <a:srgbClr val="FF0000"/>
                </a:solidFill>
                <a:latin typeface="幼圆" panose="02010509060101010101" pitchFamily="49" charset="-122"/>
                <a:ea typeface="幼圆" panose="02010509060101010101" pitchFamily="49" charset="-122"/>
              </a:rPr>
              <a:t>2</a:t>
            </a:r>
            <a:r>
              <a:rPr lang="zh-CN" altLang="en-US" sz="2400" b="1" dirty="0">
                <a:solidFill>
                  <a:srgbClr val="FF0000"/>
                </a:solidFill>
                <a:latin typeface="幼圆" panose="02010509060101010101" pitchFamily="49" charset="-122"/>
                <a:ea typeface="幼圆" panose="02010509060101010101" pitchFamily="49" charset="-122"/>
              </a:rPr>
              <a:t>）</a:t>
            </a:r>
            <a:r>
              <a:rPr lang="zh-CN" altLang="en-US" sz="2400" b="1" dirty="0">
                <a:solidFill>
                  <a:srgbClr val="FF0000"/>
                </a:solidFill>
                <a:latin typeface="宋体" panose="02010600030101010101" pitchFamily="2" charset="-122"/>
                <a:ea typeface="宋体" panose="02010600030101010101" pitchFamily="2" charset="-122"/>
              </a:rPr>
              <a:t>混合逻辑中逻辑符号的变换</a:t>
            </a:r>
            <a:endParaRPr lang="zh-CN" altLang="en-US" sz="2400" b="1" dirty="0">
              <a:solidFill>
                <a:srgbClr val="FF0000"/>
              </a:solidFill>
              <a:latin typeface="宋体" panose="02010600030101010101" pitchFamily="2" charset="-122"/>
              <a:ea typeface="宋体" panose="02010600030101010101" pitchFamily="2" charset="-122"/>
            </a:endParaRPr>
          </a:p>
        </p:txBody>
      </p:sp>
      <p:sp>
        <p:nvSpPr>
          <p:cNvPr id="355333" name="Rectangle 5"/>
          <p:cNvSpPr/>
          <p:nvPr/>
        </p:nvSpPr>
        <p:spPr>
          <a:xfrm>
            <a:off x="304800" y="1033463"/>
            <a:ext cx="8839200" cy="685800"/>
          </a:xfrm>
          <a:prstGeom prst="rect">
            <a:avLst/>
          </a:prstGeom>
          <a:noFill/>
          <a:ln w="9525">
            <a:noFill/>
          </a:ln>
        </p:spPr>
        <p:txBody>
          <a:bodyPr anchor="t" anchorCtr="0"/>
          <a:p>
            <a:pPr marL="342900" indent="-342900" algn="ctr">
              <a:lnSpc>
                <a:spcPct val="120000"/>
              </a:lnSpc>
            </a:pP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）逻辑图中任一条线的两端同时加上或消去小圆圈，其逻辑关系不变。</a:t>
            </a:r>
            <a:endParaRPr lang="zh-CN" altLang="en-US" b="1" dirty="0">
              <a:latin typeface="宋体" panose="02010600030101010101" pitchFamily="2" charset="-122"/>
              <a:ea typeface="宋体" panose="02010600030101010101" pitchFamily="2" charset="-122"/>
            </a:endParaRPr>
          </a:p>
        </p:txBody>
      </p:sp>
      <p:pic>
        <p:nvPicPr>
          <p:cNvPr id="355334" name="Picture 6"/>
          <p:cNvPicPr>
            <a:picLocks noChangeAspect="1"/>
          </p:cNvPicPr>
          <p:nvPr/>
        </p:nvPicPr>
        <p:blipFill>
          <a:blip r:embed="rId1"/>
          <a:stretch>
            <a:fillRect/>
          </a:stretch>
        </p:blipFill>
        <p:spPr>
          <a:xfrm>
            <a:off x="1600200" y="1589088"/>
            <a:ext cx="6248400" cy="882650"/>
          </a:xfrm>
          <a:prstGeom prst="rect">
            <a:avLst/>
          </a:prstGeom>
          <a:noFill/>
          <a:ln w="9525">
            <a:noFill/>
          </a:ln>
        </p:spPr>
      </p:pic>
      <p:pic>
        <p:nvPicPr>
          <p:cNvPr id="355335" name="Picture 7"/>
          <p:cNvPicPr>
            <a:picLocks noChangeAspect="1"/>
          </p:cNvPicPr>
          <p:nvPr/>
        </p:nvPicPr>
        <p:blipFill>
          <a:blip r:embed="rId2"/>
          <a:stretch>
            <a:fillRect/>
          </a:stretch>
        </p:blipFill>
        <p:spPr>
          <a:xfrm>
            <a:off x="1309688" y="3319463"/>
            <a:ext cx="6705600" cy="946150"/>
          </a:xfrm>
          <a:prstGeom prst="rect">
            <a:avLst/>
          </a:prstGeom>
          <a:noFill/>
          <a:ln w="9525">
            <a:noFill/>
          </a:ln>
        </p:spPr>
      </p:pic>
      <p:pic>
        <p:nvPicPr>
          <p:cNvPr id="355336" name="Picture 8"/>
          <p:cNvPicPr>
            <a:picLocks noChangeAspect="1"/>
          </p:cNvPicPr>
          <p:nvPr/>
        </p:nvPicPr>
        <p:blipFill>
          <a:blip r:embed="rId3"/>
          <a:stretch>
            <a:fillRect/>
          </a:stretch>
        </p:blipFill>
        <p:spPr>
          <a:xfrm>
            <a:off x="1371600" y="5148263"/>
            <a:ext cx="6629400" cy="852487"/>
          </a:xfrm>
          <a:prstGeom prst="rect">
            <a:avLst/>
          </a:prstGeom>
          <a:noFill/>
          <a:ln w="9525">
            <a:noFill/>
          </a:ln>
        </p:spPr>
      </p:pic>
    </p:spTree>
    <p:custDataLst>
      <p:tags r:id="rId4"/>
    </p:custDataLst>
  </p:cSld>
  <p:clrMapOvr>
    <a:masterClrMapping/>
  </p:clrMapOvr>
  <p:transition spd="slow" advTm="23397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355333"/>
                                        </p:tgtEl>
                                        <p:attrNameLst>
                                          <p:attrName>style.visibility</p:attrName>
                                        </p:attrNameLst>
                                      </p:cBhvr>
                                      <p:to>
                                        <p:strVal val="visible"/>
                                      </p:to>
                                    </p:set>
                                    <p:anim calcmode="lin" valueType="num">
                                      <p:cBhvr>
                                        <p:cTn id="7" dur="500" fill="hold"/>
                                        <p:tgtEl>
                                          <p:spTgt spid="355333"/>
                                        </p:tgtEl>
                                        <p:attrNameLst>
                                          <p:attrName>ppt_w</p:attrName>
                                        </p:attrNameLst>
                                      </p:cBhvr>
                                      <p:tavLst>
                                        <p:tav tm="0">
                                          <p:val>
                                            <p:fltVal val="0.000000"/>
                                          </p:val>
                                        </p:tav>
                                        <p:tav tm="100000">
                                          <p:val>
                                            <p:strVal val="#ppt_w"/>
                                          </p:val>
                                        </p:tav>
                                      </p:tavLst>
                                    </p:anim>
                                    <p:anim calcmode="lin" valueType="num">
                                      <p:cBhvr>
                                        <p:cTn id="8" dur="500" fill="hold"/>
                                        <p:tgtEl>
                                          <p:spTgt spid="355333"/>
                                        </p:tgtEl>
                                        <p:attrNameLst>
                                          <p:attrName>ppt_h</p:attrName>
                                        </p:attrNameLst>
                                      </p:cBhvr>
                                      <p:tavLst>
                                        <p:tav tm="0">
                                          <p:val>
                                            <p:fltVal val="0.000000"/>
                                          </p:val>
                                        </p:tav>
                                        <p:tav tm="100000">
                                          <p:val>
                                            <p:strVal val="#ppt_h"/>
                                          </p:val>
                                        </p:tav>
                                      </p:tavLst>
                                    </p:anim>
                                    <p:anim calcmode="lin" valueType="num">
                                      <p:cBhvr>
                                        <p:cTn id="9" dur="500" fill="hold"/>
                                        <p:tgtEl>
                                          <p:spTgt spid="355333"/>
                                        </p:tgtEl>
                                        <p:attrNameLst>
                                          <p:attrName>ppt_x</p:attrName>
                                        </p:attrNameLst>
                                      </p:cBhvr>
                                      <p:tavLst>
                                        <p:tav tm="0">
                                          <p:val>
                                            <p:fltVal val="0.500000"/>
                                          </p:val>
                                        </p:tav>
                                        <p:tav tm="100000">
                                          <p:val>
                                            <p:strVal val="#ppt_x"/>
                                          </p:val>
                                        </p:tav>
                                      </p:tavLst>
                                    </p:anim>
                                    <p:anim calcmode="lin" valueType="num">
                                      <p:cBhvr>
                                        <p:cTn id="10" dur="500" fill="hold"/>
                                        <p:tgtEl>
                                          <p:spTgt spid="355333"/>
                                        </p:tgtEl>
                                        <p:attrNameLst>
                                          <p:attrName>ppt_y</p:attrName>
                                        </p:attrNameLst>
                                      </p:cBhvr>
                                      <p:tavLst>
                                        <p:tav tm="0">
                                          <p:val>
                                            <p:fltVal val="0.500000"/>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355334"/>
                                        </p:tgtEl>
                                        <p:attrNameLst>
                                          <p:attrName>style.visibility</p:attrName>
                                        </p:attrNameLst>
                                      </p:cBhvr>
                                      <p:to>
                                        <p:strVal val="visible"/>
                                      </p:to>
                                    </p:set>
                                    <p:anim calcmode="lin" valueType="num">
                                      <p:cBhvr additive="base">
                                        <p:cTn id="15" dur="500" fill="hold"/>
                                        <p:tgtEl>
                                          <p:spTgt spid="355334"/>
                                        </p:tgtEl>
                                        <p:attrNameLst>
                                          <p:attrName>ppt_x</p:attrName>
                                        </p:attrNameLst>
                                      </p:cBhvr>
                                      <p:tavLst>
                                        <p:tav tm="0">
                                          <p:val>
                                            <p:strVal val="0-#ppt_w/2"/>
                                          </p:val>
                                        </p:tav>
                                        <p:tav tm="100000">
                                          <p:val>
                                            <p:strVal val="#ppt_x"/>
                                          </p:val>
                                        </p:tav>
                                      </p:tavLst>
                                    </p:anim>
                                    <p:anim calcmode="lin" valueType="num">
                                      <p:cBhvr additive="base">
                                        <p:cTn id="16" dur="500" fill="hold"/>
                                        <p:tgtEl>
                                          <p:spTgt spid="355334"/>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528" fill="hold" grpId="0" nodeType="clickEffect">
                                  <p:stCondLst>
                                    <p:cond delay="0"/>
                                  </p:stCondLst>
                                  <p:childTnLst>
                                    <p:set>
                                      <p:cBhvr>
                                        <p:cTn id="20" dur="1" fill="hold">
                                          <p:stCondLst>
                                            <p:cond delay="0"/>
                                          </p:stCondLst>
                                        </p:cTn>
                                        <p:tgtEl>
                                          <p:spTgt spid="355331"/>
                                        </p:tgtEl>
                                        <p:attrNameLst>
                                          <p:attrName>style.visibility</p:attrName>
                                        </p:attrNameLst>
                                      </p:cBhvr>
                                      <p:to>
                                        <p:strVal val="visible"/>
                                      </p:to>
                                    </p:set>
                                    <p:anim calcmode="lin" valueType="num">
                                      <p:cBhvr>
                                        <p:cTn id="21" dur="500" fill="hold"/>
                                        <p:tgtEl>
                                          <p:spTgt spid="355331"/>
                                        </p:tgtEl>
                                        <p:attrNameLst>
                                          <p:attrName>ppt_w</p:attrName>
                                        </p:attrNameLst>
                                      </p:cBhvr>
                                      <p:tavLst>
                                        <p:tav tm="0">
                                          <p:val>
                                            <p:fltVal val="0.000000"/>
                                          </p:val>
                                        </p:tav>
                                        <p:tav tm="100000">
                                          <p:val>
                                            <p:strVal val="#ppt_w"/>
                                          </p:val>
                                        </p:tav>
                                      </p:tavLst>
                                    </p:anim>
                                    <p:anim calcmode="lin" valueType="num">
                                      <p:cBhvr>
                                        <p:cTn id="22" dur="500" fill="hold"/>
                                        <p:tgtEl>
                                          <p:spTgt spid="355331"/>
                                        </p:tgtEl>
                                        <p:attrNameLst>
                                          <p:attrName>ppt_h</p:attrName>
                                        </p:attrNameLst>
                                      </p:cBhvr>
                                      <p:tavLst>
                                        <p:tav tm="0">
                                          <p:val>
                                            <p:fltVal val="0.000000"/>
                                          </p:val>
                                        </p:tav>
                                        <p:tav tm="100000">
                                          <p:val>
                                            <p:strVal val="#ppt_h"/>
                                          </p:val>
                                        </p:tav>
                                      </p:tavLst>
                                    </p:anim>
                                    <p:anim calcmode="lin" valueType="num">
                                      <p:cBhvr>
                                        <p:cTn id="23" dur="500" fill="hold"/>
                                        <p:tgtEl>
                                          <p:spTgt spid="355331"/>
                                        </p:tgtEl>
                                        <p:attrNameLst>
                                          <p:attrName>ppt_x</p:attrName>
                                        </p:attrNameLst>
                                      </p:cBhvr>
                                      <p:tavLst>
                                        <p:tav tm="0">
                                          <p:val>
                                            <p:fltVal val="0.500000"/>
                                          </p:val>
                                        </p:tav>
                                        <p:tav tm="100000">
                                          <p:val>
                                            <p:strVal val="#ppt_x"/>
                                          </p:val>
                                        </p:tav>
                                      </p:tavLst>
                                    </p:anim>
                                    <p:anim calcmode="lin" valueType="num">
                                      <p:cBhvr>
                                        <p:cTn id="24" dur="500" fill="hold"/>
                                        <p:tgtEl>
                                          <p:spTgt spid="355331"/>
                                        </p:tgtEl>
                                        <p:attrNameLst>
                                          <p:attrName>ppt_y</p:attrName>
                                        </p:attrNameLst>
                                      </p:cBhvr>
                                      <p:tavLst>
                                        <p:tav tm="0">
                                          <p:val>
                                            <p:fltVal val="0.500000"/>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355335"/>
                                        </p:tgtEl>
                                        <p:attrNameLst>
                                          <p:attrName>style.visibility</p:attrName>
                                        </p:attrNameLst>
                                      </p:cBhvr>
                                      <p:to>
                                        <p:strVal val="visible"/>
                                      </p:to>
                                    </p:set>
                                    <p:anim calcmode="lin" valueType="num">
                                      <p:cBhvr additive="base">
                                        <p:cTn id="29" dur="500" fill="hold"/>
                                        <p:tgtEl>
                                          <p:spTgt spid="355335"/>
                                        </p:tgtEl>
                                        <p:attrNameLst>
                                          <p:attrName>ppt_x</p:attrName>
                                        </p:attrNameLst>
                                      </p:cBhvr>
                                      <p:tavLst>
                                        <p:tav tm="0">
                                          <p:val>
                                            <p:strVal val="0-#ppt_w/2"/>
                                          </p:val>
                                        </p:tav>
                                        <p:tav tm="100000">
                                          <p:val>
                                            <p:strVal val="#ppt_x"/>
                                          </p:val>
                                        </p:tav>
                                      </p:tavLst>
                                    </p:anim>
                                    <p:anim calcmode="lin" valueType="num">
                                      <p:cBhvr additive="base">
                                        <p:cTn id="30" dur="500" fill="hold"/>
                                        <p:tgtEl>
                                          <p:spTgt spid="355335"/>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3" presetClass="entr" presetSubtype="528" fill="hold" grpId="0" nodeType="clickEffect">
                                  <p:stCondLst>
                                    <p:cond delay="0"/>
                                  </p:stCondLst>
                                  <p:childTnLst>
                                    <p:set>
                                      <p:cBhvr>
                                        <p:cTn id="34" dur="1" fill="hold">
                                          <p:stCondLst>
                                            <p:cond delay="0"/>
                                          </p:stCondLst>
                                        </p:cTn>
                                        <p:tgtEl>
                                          <p:spTgt spid="355330">
                                            <p:txEl>
                                              <p:charRg st="1" end="33"/>
                                            </p:txEl>
                                          </p:spTgt>
                                        </p:tgtEl>
                                        <p:attrNameLst>
                                          <p:attrName>style.visibility</p:attrName>
                                        </p:attrNameLst>
                                      </p:cBhvr>
                                      <p:to>
                                        <p:strVal val="visible"/>
                                      </p:to>
                                    </p:set>
                                    <p:anim calcmode="lin" valueType="num">
                                      <p:cBhvr>
                                        <p:cTn id="35" dur="500" fill="hold"/>
                                        <p:tgtEl>
                                          <p:spTgt spid="355330">
                                            <p:txEl>
                                              <p:charRg st="1" end="33"/>
                                            </p:txEl>
                                          </p:spTgt>
                                        </p:tgtEl>
                                        <p:attrNameLst>
                                          <p:attrName>ppt_w</p:attrName>
                                        </p:attrNameLst>
                                      </p:cBhvr>
                                      <p:tavLst>
                                        <p:tav tm="0">
                                          <p:val>
                                            <p:fltVal val="0.000000"/>
                                          </p:val>
                                        </p:tav>
                                        <p:tav tm="100000">
                                          <p:val>
                                            <p:strVal val="#ppt_w"/>
                                          </p:val>
                                        </p:tav>
                                      </p:tavLst>
                                    </p:anim>
                                    <p:anim calcmode="lin" valueType="num">
                                      <p:cBhvr>
                                        <p:cTn id="36" dur="500" fill="hold"/>
                                        <p:tgtEl>
                                          <p:spTgt spid="355330">
                                            <p:txEl>
                                              <p:charRg st="1" end="33"/>
                                            </p:txEl>
                                          </p:spTgt>
                                        </p:tgtEl>
                                        <p:attrNameLst>
                                          <p:attrName>ppt_h</p:attrName>
                                        </p:attrNameLst>
                                      </p:cBhvr>
                                      <p:tavLst>
                                        <p:tav tm="0">
                                          <p:val>
                                            <p:fltVal val="0.000000"/>
                                          </p:val>
                                        </p:tav>
                                        <p:tav tm="100000">
                                          <p:val>
                                            <p:strVal val="#ppt_h"/>
                                          </p:val>
                                        </p:tav>
                                      </p:tavLst>
                                    </p:anim>
                                    <p:anim calcmode="lin" valueType="num">
                                      <p:cBhvr>
                                        <p:cTn id="37" dur="500" fill="hold"/>
                                        <p:tgtEl>
                                          <p:spTgt spid="355330">
                                            <p:txEl>
                                              <p:charRg st="1" end="33"/>
                                            </p:txEl>
                                          </p:spTgt>
                                        </p:tgtEl>
                                        <p:attrNameLst>
                                          <p:attrName>ppt_x</p:attrName>
                                        </p:attrNameLst>
                                      </p:cBhvr>
                                      <p:tavLst>
                                        <p:tav tm="0">
                                          <p:val>
                                            <p:fltVal val="0.500000"/>
                                          </p:val>
                                        </p:tav>
                                        <p:tav tm="100000">
                                          <p:val>
                                            <p:strVal val="#ppt_x"/>
                                          </p:val>
                                        </p:tav>
                                      </p:tavLst>
                                    </p:anim>
                                    <p:anim calcmode="lin" valueType="num">
                                      <p:cBhvr>
                                        <p:cTn id="38" dur="500" fill="hold"/>
                                        <p:tgtEl>
                                          <p:spTgt spid="355330">
                                            <p:txEl>
                                              <p:charRg st="1" end="33"/>
                                            </p:txEl>
                                          </p:spTgt>
                                        </p:tgtEl>
                                        <p:attrNameLst>
                                          <p:attrName>ppt_y</p:attrName>
                                        </p:attrNameLst>
                                      </p:cBhvr>
                                      <p:tavLst>
                                        <p:tav tm="0">
                                          <p:val>
                                            <p:fltVal val="0.500000"/>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355336"/>
                                        </p:tgtEl>
                                        <p:attrNameLst>
                                          <p:attrName>style.visibility</p:attrName>
                                        </p:attrNameLst>
                                      </p:cBhvr>
                                      <p:to>
                                        <p:strVal val="visible"/>
                                      </p:to>
                                    </p:set>
                                    <p:anim calcmode="lin" valueType="num">
                                      <p:cBhvr additive="base">
                                        <p:cTn id="43" dur="500" fill="hold"/>
                                        <p:tgtEl>
                                          <p:spTgt spid="355336"/>
                                        </p:tgtEl>
                                        <p:attrNameLst>
                                          <p:attrName>ppt_x</p:attrName>
                                        </p:attrNameLst>
                                      </p:cBhvr>
                                      <p:tavLst>
                                        <p:tav tm="0">
                                          <p:val>
                                            <p:strVal val="0-#ppt_w/2"/>
                                          </p:val>
                                        </p:tav>
                                        <p:tav tm="100000">
                                          <p:val>
                                            <p:strVal val="#ppt_x"/>
                                          </p:val>
                                        </p:tav>
                                      </p:tavLst>
                                    </p:anim>
                                    <p:anim calcmode="lin" valueType="num">
                                      <p:cBhvr additive="base">
                                        <p:cTn id="44" dur="500" fill="hold"/>
                                        <p:tgtEl>
                                          <p:spTgt spid="3553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0" grpId="0" build="p"/>
      <p:bldP spid="355331" grpId="0"/>
      <p:bldP spid="35533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4" name="Text Box 4"/>
          <p:cNvSpPr txBox="1">
            <a:spLocks noChangeArrowheads="1"/>
          </p:cNvSpPr>
          <p:nvPr/>
        </p:nvSpPr>
        <p:spPr bwMode="auto">
          <a:xfrm>
            <a:off x="496888" y="506413"/>
            <a:ext cx="5276850" cy="549275"/>
          </a:xfrm>
          <a:prstGeom prst="rect">
            <a:avLst/>
          </a:prstGeom>
          <a:noFill/>
          <a:ln w="9525">
            <a:noFill/>
            <a:miter lim="800000"/>
          </a:ln>
          <a:effectLst/>
        </p:spPr>
        <p:txBody>
          <a:bodyPr>
            <a:spAutoFit/>
          </a:bodyPr>
          <a:lstStyle/>
          <a:p>
            <a:pPr marR="0" algn="ctr" defTabSz="914400">
              <a:buClrTx/>
              <a:buSzTx/>
              <a:buFontTx/>
              <a:buNone/>
              <a:defRPr/>
            </a:pPr>
            <a:r>
              <a:rPr kumimoji="1" lang="en-US" altLang="zh-CN" sz="3000" b="1" i="0" kern="1200" cap="none" spc="0" normalizeH="0" baseline="0" noProof="0" dirty="0" smtClean="0">
                <a:solidFill>
                  <a:srgbClr val="FF3300"/>
                </a:solidFill>
                <a:effectLst>
                  <a:outerShdw blurRad="38100" dist="38100" dir="2700000" algn="tl">
                    <a:srgbClr val="C0C0C0"/>
                  </a:outerShdw>
                </a:effectLst>
                <a:latin typeface="幼圆" panose="02010509060101010101" pitchFamily="49" charset="-122"/>
                <a:ea typeface="幼圆" panose="02010509060101010101" pitchFamily="49" charset="-122"/>
                <a:cs typeface="+mn-cs"/>
              </a:rPr>
              <a:t>4. </a:t>
            </a:r>
            <a:r>
              <a:rPr kumimoji="1" lang="zh-CN" altLang="en-US" sz="3000" b="1" i="0" kern="1200" cap="none" spc="0" normalizeH="0" baseline="0" noProof="0" dirty="0">
                <a:solidFill>
                  <a:srgbClr val="FF3300"/>
                </a:solidFill>
                <a:effectLst>
                  <a:outerShdw blurRad="38100" dist="38100" dir="2700000" algn="tl">
                    <a:srgbClr val="C0C0C0"/>
                  </a:outerShdw>
                </a:effectLst>
                <a:latin typeface="幼圆" panose="02010509060101010101" pitchFamily="49" charset="-122"/>
                <a:ea typeface="幼圆" panose="02010509060101010101" pitchFamily="49" charset="-122"/>
                <a:cs typeface="+mn-cs"/>
              </a:rPr>
              <a:t>逻辑函数的实现</a:t>
            </a:r>
            <a:endParaRPr kumimoji="1" lang="zh-CN" altLang="en-US" sz="3000" b="1" i="0" kern="1200" cap="none" spc="0" normalizeH="0" baseline="0" noProof="0" dirty="0">
              <a:solidFill>
                <a:srgbClr val="FF3300"/>
              </a:solidFill>
              <a:effectLst>
                <a:outerShdw blurRad="38100" dist="38100" dir="2700000" algn="tl">
                  <a:srgbClr val="C0C0C0"/>
                </a:outerShdw>
              </a:effectLst>
              <a:latin typeface="幼圆" panose="02010509060101010101" pitchFamily="49" charset="-122"/>
              <a:ea typeface="幼圆" panose="02010509060101010101" pitchFamily="49" charset="-122"/>
              <a:cs typeface="+mn-cs"/>
            </a:endParaRPr>
          </a:p>
        </p:txBody>
      </p:sp>
      <p:sp>
        <p:nvSpPr>
          <p:cNvPr id="56325" name="Text Box 5"/>
          <p:cNvSpPr txBox="1"/>
          <p:nvPr/>
        </p:nvSpPr>
        <p:spPr>
          <a:xfrm>
            <a:off x="252413" y="1481138"/>
            <a:ext cx="8647112" cy="1771650"/>
          </a:xfrm>
          <a:prstGeom prst="rect">
            <a:avLst/>
          </a:prstGeom>
          <a:noFill/>
          <a:ln w="12700">
            <a:noFill/>
          </a:ln>
        </p:spPr>
        <p:txBody>
          <a:bodyPr anchor="t" anchorCtr="0">
            <a:spAutoFit/>
          </a:bodyPr>
          <a:p>
            <a:pPr>
              <a:lnSpc>
                <a:spcPct val="135000"/>
              </a:lnSpc>
            </a:pP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函数的表现形式和实际的逻辑电路之间有着对应</a:t>
            </a:r>
            <a:endParaRPr lang="zh-CN" altLang="en-US" sz="2800" i="0" dirty="0">
              <a:latin typeface="Times New Roman" panose="02020603050405020304" pitchFamily="18" charset="0"/>
              <a:ea typeface="宋体" panose="02010600030101010101" pitchFamily="2" charset="-122"/>
            </a:endParaRPr>
          </a:p>
          <a:p>
            <a:pPr>
              <a:lnSpc>
                <a:spcPct val="135000"/>
              </a:lnSpc>
            </a:pPr>
            <a:r>
              <a:rPr lang="zh-CN" altLang="en-US" sz="2800" i="0" dirty="0">
                <a:latin typeface="Times New Roman" panose="02020603050405020304" pitchFamily="18" charset="0"/>
                <a:ea typeface="宋体" panose="02010600030101010101" pitchFamily="2" charset="-122"/>
              </a:rPr>
              <a:t>的关系，而实际逻辑电路大量使用“与非”门、“或非”门、“与或非”门等。</a:t>
            </a:r>
            <a:endParaRPr lang="zh-CN" altLang="en-US" sz="2800" i="0" dirty="0">
              <a:latin typeface="Times New Roman" panose="02020603050405020304" pitchFamily="18" charset="0"/>
              <a:ea typeface="宋体" panose="02010600030101010101" pitchFamily="2" charset="-122"/>
            </a:endParaRPr>
          </a:p>
        </p:txBody>
      </p:sp>
      <p:sp>
        <p:nvSpPr>
          <p:cNvPr id="56326" name="Text Box 6"/>
          <p:cNvSpPr txBox="1">
            <a:spLocks noChangeArrowheads="1"/>
          </p:cNvSpPr>
          <p:nvPr/>
        </p:nvSpPr>
        <p:spPr bwMode="auto">
          <a:xfrm>
            <a:off x="963613" y="1119188"/>
            <a:ext cx="6324600" cy="552450"/>
          </a:xfrm>
          <a:prstGeom prst="rect">
            <a:avLst/>
          </a:prstGeom>
          <a:noFill/>
          <a:ln w="9525">
            <a:noFill/>
            <a:miter lim="800000"/>
          </a:ln>
          <a:effectLst/>
        </p:spPr>
        <p:txBody>
          <a:bodyPr>
            <a:spAutoFit/>
          </a:bodyPr>
          <a:lstStyle/>
          <a:p>
            <a:pPr marR="0" algn="ctr" defTabSz="914400">
              <a:buClrTx/>
              <a:buSzTx/>
              <a:buFontTx/>
              <a:buNone/>
              <a:defRPr/>
            </a:pPr>
            <a:r>
              <a:rPr kumimoji="1" lang="en-US" altLang="zh-CN"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1</a:t>
            </a:r>
            <a:r>
              <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）用“与非”门实现逻辑函数</a:t>
            </a:r>
            <a:endPar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56327" name="Text Box 7"/>
          <p:cNvSpPr txBox="1"/>
          <p:nvPr/>
        </p:nvSpPr>
        <p:spPr>
          <a:xfrm>
            <a:off x="1127125" y="3648075"/>
            <a:ext cx="6899275"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第一步    求出函数的最简“与</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或”表达式。</a:t>
            </a:r>
            <a:endParaRPr lang="zh-CN" altLang="en-US" sz="2800" i="0" dirty="0">
              <a:latin typeface="Times New Roman" panose="02020603050405020304" pitchFamily="18" charset="0"/>
              <a:ea typeface="宋体" panose="02010600030101010101" pitchFamily="2" charset="-122"/>
            </a:endParaRPr>
          </a:p>
        </p:txBody>
      </p:sp>
      <p:sp>
        <p:nvSpPr>
          <p:cNvPr id="56328" name="Text Box 8"/>
          <p:cNvSpPr txBox="1"/>
          <p:nvPr/>
        </p:nvSpPr>
        <p:spPr>
          <a:xfrm>
            <a:off x="1089025" y="4448175"/>
            <a:ext cx="6899275"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第二步    将其变换成“与非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与非”表达式。</a:t>
            </a:r>
            <a:endParaRPr lang="zh-CN" altLang="en-US" sz="2800" i="0" dirty="0">
              <a:latin typeface="Times New Roman" panose="02020603050405020304" pitchFamily="18" charset="0"/>
              <a:ea typeface="宋体" panose="02010600030101010101" pitchFamily="2" charset="-122"/>
            </a:endParaRPr>
          </a:p>
        </p:txBody>
      </p:sp>
      <p:sp>
        <p:nvSpPr>
          <p:cNvPr id="56329" name="Text Box 9"/>
          <p:cNvSpPr txBox="1"/>
          <p:nvPr/>
        </p:nvSpPr>
        <p:spPr>
          <a:xfrm>
            <a:off x="1108075" y="5229225"/>
            <a:ext cx="72961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第三步    画出函数表达式对应的逻辑电路图。</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25"/>
                                        </p:tgtEl>
                                        <p:attrNameLst>
                                          <p:attrName>style.visibility</p:attrName>
                                        </p:attrNameLst>
                                      </p:cBhvr>
                                      <p:to>
                                        <p:strVal val="visible"/>
                                      </p:to>
                                    </p:set>
                                    <p:animEffect transition="in" filter="wipe(left)">
                                      <p:cBhvr>
                                        <p:cTn id="7" dur="500"/>
                                        <p:tgtEl>
                                          <p:spTgt spid="5632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632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6327"/>
                                        </p:tgtEl>
                                        <p:attrNameLst>
                                          <p:attrName>style.visibility</p:attrName>
                                        </p:attrNameLst>
                                      </p:cBhvr>
                                      <p:to>
                                        <p:strVal val="visible"/>
                                      </p:to>
                                    </p:set>
                                    <p:animEffect transition="in" filter="wipe(left)">
                                      <p:cBhvr>
                                        <p:cTn id="16" dur="500"/>
                                        <p:tgtEl>
                                          <p:spTgt spid="5632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6328"/>
                                        </p:tgtEl>
                                        <p:attrNameLst>
                                          <p:attrName>style.visibility</p:attrName>
                                        </p:attrNameLst>
                                      </p:cBhvr>
                                      <p:to>
                                        <p:strVal val="visible"/>
                                      </p:to>
                                    </p:set>
                                    <p:animEffect transition="in" filter="wipe(left)">
                                      <p:cBhvr>
                                        <p:cTn id="21" dur="500"/>
                                        <p:tgtEl>
                                          <p:spTgt spid="5632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6329"/>
                                        </p:tgtEl>
                                        <p:attrNameLst>
                                          <p:attrName>style.visibility</p:attrName>
                                        </p:attrNameLst>
                                      </p:cBhvr>
                                      <p:to>
                                        <p:strVal val="visible"/>
                                      </p:to>
                                    </p:set>
                                    <p:animEffect transition="in" filter="wipe(left)">
                                      <p:cBhvr>
                                        <p:cTn id="26" dur="500"/>
                                        <p:tgtEl>
                                          <p:spTgt spid="56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p:bldP spid="56326" grpId="0" bldLvl="0" animBg="1"/>
      <p:bldP spid="56327" grpId="0"/>
      <p:bldP spid="56328" grpId="0"/>
      <p:bldP spid="5632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1505" name="Group 9"/>
          <p:cNvGrpSpPr/>
          <p:nvPr/>
        </p:nvGrpSpPr>
        <p:grpSpPr>
          <a:xfrm>
            <a:off x="803275" y="638175"/>
            <a:ext cx="6227763" cy="946150"/>
            <a:chOff x="506" y="402"/>
            <a:chExt cx="3923" cy="596"/>
          </a:xfrm>
        </p:grpSpPr>
        <p:sp>
          <p:nvSpPr>
            <p:cNvPr id="21506" name="Text Box 4"/>
            <p:cNvSpPr txBox="1"/>
            <p:nvPr/>
          </p:nvSpPr>
          <p:spPr>
            <a:xfrm>
              <a:off x="506" y="402"/>
              <a:ext cx="3923" cy="596"/>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例：用“与非”门实现逻辑函数</a:t>
              </a:r>
              <a:endParaRPr lang="zh-CN" altLang="en-US" sz="2800" i="0" dirty="0">
                <a:latin typeface="Times New Roman" panose="02020603050405020304" pitchFamily="18" charset="0"/>
                <a:ea typeface="宋体" panose="02010600030101010101" pitchFamily="2" charset="-122"/>
              </a:endParaRPr>
            </a:p>
            <a:p>
              <a:pPr algn="ctr"/>
              <a:r>
                <a:rPr lang="zh-CN" altLang="en-US" sz="2800" i="0" dirty="0">
                  <a:latin typeface="Times New Roman" panose="02020603050405020304" pitchFamily="18" charset="0"/>
                  <a:ea typeface="宋体" panose="02010600030101010101" pitchFamily="2" charset="-122"/>
                </a:rPr>
                <a:t>          </a:t>
              </a:r>
              <a:r>
                <a:rPr lang="en-US" altLang="zh-CN" sz="2800" i="0" dirty="0">
                  <a:latin typeface="Times New Roman" panose="02020603050405020304" pitchFamily="18" charset="0"/>
                  <a:ea typeface="宋体" panose="02010600030101010101" pitchFamily="2" charset="-122"/>
                </a:rPr>
                <a:t>F(A,B,C,D)=ABC+ABC+BCD+BC</a:t>
              </a:r>
              <a:endParaRPr lang="en-US" altLang="zh-CN" sz="2800" i="0" dirty="0">
                <a:latin typeface="Times New Roman" panose="02020603050405020304" pitchFamily="18" charset="0"/>
                <a:ea typeface="宋体" panose="02010600030101010101" pitchFamily="2" charset="-122"/>
              </a:endParaRPr>
            </a:p>
          </p:txBody>
        </p:sp>
        <p:sp>
          <p:nvSpPr>
            <p:cNvPr id="21507" name="Line 5"/>
            <p:cNvSpPr/>
            <p:nvPr/>
          </p:nvSpPr>
          <p:spPr>
            <a:xfrm>
              <a:off x="2340" y="744"/>
              <a:ext cx="144" cy="0"/>
            </a:xfrm>
            <a:prstGeom prst="line">
              <a:avLst/>
            </a:prstGeom>
            <a:ln w="12700" cap="flat" cmpd="sng">
              <a:solidFill>
                <a:schemeClr val="tx1"/>
              </a:solidFill>
              <a:prstDash val="solid"/>
              <a:round/>
              <a:headEnd type="none" w="med" len="med"/>
              <a:tailEnd type="none" w="sm" len="lg"/>
            </a:ln>
          </p:spPr>
        </p:sp>
        <p:sp>
          <p:nvSpPr>
            <p:cNvPr id="21508" name="Line 6"/>
            <p:cNvSpPr/>
            <p:nvPr/>
          </p:nvSpPr>
          <p:spPr>
            <a:xfrm>
              <a:off x="3228" y="732"/>
              <a:ext cx="144" cy="0"/>
            </a:xfrm>
            <a:prstGeom prst="line">
              <a:avLst/>
            </a:prstGeom>
            <a:ln w="12700" cap="flat" cmpd="sng">
              <a:solidFill>
                <a:schemeClr val="tx1"/>
              </a:solidFill>
              <a:prstDash val="solid"/>
              <a:round/>
              <a:headEnd type="none" w="med" len="med"/>
              <a:tailEnd type="none" w="sm" len="lg"/>
            </a:ln>
          </p:spPr>
        </p:sp>
        <p:sp>
          <p:nvSpPr>
            <p:cNvPr id="21509" name="Line 7"/>
            <p:cNvSpPr/>
            <p:nvPr/>
          </p:nvSpPr>
          <p:spPr>
            <a:xfrm flipV="1">
              <a:off x="3648" y="732"/>
              <a:ext cx="144" cy="0"/>
            </a:xfrm>
            <a:prstGeom prst="line">
              <a:avLst/>
            </a:prstGeom>
            <a:ln w="12700" cap="flat" cmpd="sng">
              <a:solidFill>
                <a:schemeClr val="tx1"/>
              </a:solidFill>
              <a:prstDash val="solid"/>
              <a:round/>
              <a:headEnd type="none" w="med" len="med"/>
              <a:tailEnd type="none" w="sm" len="lg"/>
            </a:ln>
          </p:spPr>
        </p:sp>
        <p:sp>
          <p:nvSpPr>
            <p:cNvPr id="21510" name="Line 8"/>
            <p:cNvSpPr/>
            <p:nvPr/>
          </p:nvSpPr>
          <p:spPr>
            <a:xfrm>
              <a:off x="3828" y="732"/>
              <a:ext cx="132" cy="0"/>
            </a:xfrm>
            <a:prstGeom prst="line">
              <a:avLst/>
            </a:prstGeom>
            <a:ln w="12700" cap="flat" cmpd="sng">
              <a:solidFill>
                <a:schemeClr val="tx1"/>
              </a:solidFill>
              <a:prstDash val="solid"/>
              <a:round/>
              <a:headEnd type="none" w="med" len="med"/>
              <a:tailEnd type="none" w="sm" len="lg"/>
            </a:ln>
          </p:spPr>
        </p:sp>
      </p:grpSp>
      <p:sp>
        <p:nvSpPr>
          <p:cNvPr id="21511" name="Text Box 10"/>
          <p:cNvSpPr txBox="1"/>
          <p:nvPr/>
        </p:nvSpPr>
        <p:spPr>
          <a:xfrm>
            <a:off x="708025" y="1682750"/>
            <a:ext cx="8953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57355" name="Text Box 11"/>
          <p:cNvSpPr txBox="1"/>
          <p:nvPr/>
        </p:nvSpPr>
        <p:spPr>
          <a:xfrm>
            <a:off x="1298575" y="2295525"/>
            <a:ext cx="1379538" cy="519113"/>
          </a:xfrm>
          <a:prstGeom prst="rect">
            <a:avLst/>
          </a:prstGeom>
          <a:noFill/>
          <a:ln w="12700">
            <a:noFill/>
          </a:ln>
        </p:spPr>
        <p:txBody>
          <a:bodyPr wrap="none"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第一步</a:t>
            </a:r>
            <a:r>
              <a:rPr lang="en-US" altLang="zh-CN" sz="2800" b="1" i="0" dirty="0">
                <a:solidFill>
                  <a:srgbClr val="3333FF"/>
                </a:solidFill>
                <a:latin typeface="Times New Roman" panose="02020603050405020304" pitchFamily="18" charset="0"/>
                <a:ea typeface="宋体" panose="02010600030101010101" pitchFamily="2" charset="-122"/>
              </a:rPr>
              <a:t>:</a:t>
            </a:r>
            <a:endParaRPr lang="en-US" altLang="zh-CN" sz="2800" b="1" i="0" dirty="0">
              <a:solidFill>
                <a:srgbClr val="3333FF"/>
              </a:solidFill>
              <a:latin typeface="Times New Roman" panose="02020603050405020304" pitchFamily="18" charset="0"/>
              <a:ea typeface="宋体" panose="02010600030101010101" pitchFamily="2" charset="-122"/>
            </a:endParaRPr>
          </a:p>
        </p:txBody>
      </p:sp>
      <p:grpSp>
        <p:nvGrpSpPr>
          <p:cNvPr id="3" name="Group 58"/>
          <p:cNvGrpSpPr/>
          <p:nvPr/>
        </p:nvGrpSpPr>
        <p:grpSpPr>
          <a:xfrm>
            <a:off x="4146550" y="2324100"/>
            <a:ext cx="3644900" cy="3200400"/>
            <a:chOff x="2612" y="1464"/>
            <a:chExt cx="2296" cy="2016"/>
          </a:xfrm>
        </p:grpSpPr>
        <p:sp>
          <p:nvSpPr>
            <p:cNvPr id="21514" name="AutoShape 38"/>
            <p:cNvSpPr/>
            <p:nvPr/>
          </p:nvSpPr>
          <p:spPr>
            <a:xfrm rot="5400000" flipV="1">
              <a:off x="3861" y="2857"/>
              <a:ext cx="333" cy="862"/>
            </a:xfrm>
            <a:prstGeom prst="leftBracket">
              <a:avLst>
                <a:gd name="adj" fmla="val 56625"/>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1515" name="AutoShape 39"/>
            <p:cNvSpPr/>
            <p:nvPr/>
          </p:nvSpPr>
          <p:spPr>
            <a:xfrm rot="-5400000" flipV="1">
              <a:off x="3807" y="1591"/>
              <a:ext cx="441" cy="862"/>
            </a:xfrm>
            <a:prstGeom prst="leftBracket">
              <a:avLst>
                <a:gd name="adj" fmla="val 42757"/>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1516" name="AutoShape 13"/>
            <p:cNvSpPr/>
            <p:nvPr/>
          </p:nvSpPr>
          <p:spPr>
            <a:xfrm>
              <a:off x="3684" y="2726"/>
              <a:ext cx="731" cy="681"/>
            </a:xfrm>
            <a:prstGeom prst="roundRect">
              <a:avLst>
                <a:gd name="adj" fmla="val 16667"/>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1517" name="Oval 15"/>
            <p:cNvSpPr/>
            <p:nvPr/>
          </p:nvSpPr>
          <p:spPr>
            <a:xfrm>
              <a:off x="4115" y="1869"/>
              <a:ext cx="305" cy="1570"/>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1518" name="Line 16"/>
            <p:cNvSpPr/>
            <p:nvPr/>
          </p:nvSpPr>
          <p:spPr>
            <a:xfrm>
              <a:off x="3160" y="2273"/>
              <a:ext cx="1748" cy="0"/>
            </a:xfrm>
            <a:prstGeom prst="line">
              <a:avLst/>
            </a:prstGeom>
            <a:ln w="28575" cap="flat" cmpd="sng">
              <a:solidFill>
                <a:srgbClr val="3333FF"/>
              </a:solidFill>
              <a:prstDash val="solid"/>
              <a:round/>
              <a:headEnd type="none" w="med" len="med"/>
              <a:tailEnd type="none" w="med" len="med"/>
            </a:ln>
          </p:spPr>
        </p:sp>
        <p:sp>
          <p:nvSpPr>
            <p:cNvPr id="21519" name="Text Box 17"/>
            <p:cNvSpPr txBox="1"/>
            <p:nvPr/>
          </p:nvSpPr>
          <p:spPr>
            <a:xfrm>
              <a:off x="3245" y="1508"/>
              <a:ext cx="1628" cy="327"/>
            </a:xfrm>
            <a:prstGeom prst="rect">
              <a:avLst/>
            </a:prstGeom>
            <a:noFill/>
            <a:ln w="9525">
              <a:noFill/>
            </a:ln>
          </p:spPr>
          <p:txBody>
            <a:bodyPr wrap="none" anchor="t" anchorCtr="0">
              <a:spAutoFit/>
            </a:bodyPr>
            <a:p>
              <a:pPr algn="ct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21520" name="Text Box 18"/>
            <p:cNvSpPr txBox="1"/>
            <p:nvPr/>
          </p:nvSpPr>
          <p:spPr>
            <a:xfrm>
              <a:off x="2795" y="1806"/>
              <a:ext cx="364" cy="1674"/>
            </a:xfrm>
            <a:prstGeom prst="rect">
              <a:avLst/>
            </a:prstGeom>
            <a:noFill/>
            <a:ln w="9525">
              <a:noFill/>
            </a:ln>
          </p:spPr>
          <p:txBody>
            <a:bodyPr anchor="t" anchorCtr="0">
              <a:spAutoFit/>
            </a:bodyPr>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21521" name="Text Box 19"/>
            <p:cNvSpPr txBox="1"/>
            <p:nvPr/>
          </p:nvSpPr>
          <p:spPr>
            <a:xfrm>
              <a:off x="2892" y="1464"/>
              <a:ext cx="390"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21522" name="Text Box 20"/>
            <p:cNvSpPr txBox="1"/>
            <p:nvPr/>
          </p:nvSpPr>
          <p:spPr>
            <a:xfrm>
              <a:off x="2612" y="1595"/>
              <a:ext cx="427"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grpSp>
          <p:nvGrpSpPr>
            <p:cNvPr id="21523" name="Group 21"/>
            <p:cNvGrpSpPr/>
            <p:nvPr/>
          </p:nvGrpSpPr>
          <p:grpSpPr>
            <a:xfrm>
              <a:off x="3141" y="1828"/>
              <a:ext cx="1754" cy="1604"/>
              <a:chOff x="520" y="702"/>
              <a:chExt cx="1281" cy="1403"/>
            </a:xfrm>
          </p:grpSpPr>
          <p:sp>
            <p:nvSpPr>
              <p:cNvPr id="21524" name="Rectangle 22"/>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21525" name="Group 23"/>
              <p:cNvGrpSpPr/>
              <p:nvPr/>
            </p:nvGrpSpPr>
            <p:grpSpPr>
              <a:xfrm>
                <a:off x="858" y="702"/>
                <a:ext cx="645" cy="1403"/>
                <a:chOff x="858" y="702"/>
                <a:chExt cx="645" cy="1380"/>
              </a:xfrm>
            </p:grpSpPr>
            <p:sp>
              <p:nvSpPr>
                <p:cNvPr id="21526" name="Line 24"/>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21527" name="Line 25"/>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21528" name="Line 26"/>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grpSp>
        <p:sp>
          <p:nvSpPr>
            <p:cNvPr id="21529" name="Line 27"/>
            <p:cNvSpPr/>
            <p:nvPr/>
          </p:nvSpPr>
          <p:spPr>
            <a:xfrm>
              <a:off x="3160" y="2671"/>
              <a:ext cx="1748" cy="0"/>
            </a:xfrm>
            <a:prstGeom prst="line">
              <a:avLst/>
            </a:prstGeom>
            <a:ln w="28575" cap="flat" cmpd="sng">
              <a:solidFill>
                <a:srgbClr val="3333FF"/>
              </a:solidFill>
              <a:prstDash val="solid"/>
              <a:round/>
              <a:headEnd type="none" w="med" len="med"/>
              <a:tailEnd type="none" w="med" len="med"/>
            </a:ln>
          </p:spPr>
        </p:sp>
        <p:sp>
          <p:nvSpPr>
            <p:cNvPr id="21530" name="Line 28"/>
            <p:cNvSpPr/>
            <p:nvPr/>
          </p:nvSpPr>
          <p:spPr>
            <a:xfrm>
              <a:off x="3142" y="3114"/>
              <a:ext cx="1748" cy="0"/>
            </a:xfrm>
            <a:prstGeom prst="line">
              <a:avLst/>
            </a:prstGeom>
            <a:ln w="28575" cap="flat" cmpd="sng">
              <a:solidFill>
                <a:srgbClr val="3333FF"/>
              </a:solidFill>
              <a:prstDash val="solid"/>
              <a:round/>
              <a:headEnd type="none" w="med" len="med"/>
              <a:tailEnd type="none" w="med" len="med"/>
            </a:ln>
          </p:spPr>
        </p:sp>
        <p:sp>
          <p:nvSpPr>
            <p:cNvPr id="21531" name="Rectangle 29"/>
            <p:cNvSpPr/>
            <p:nvPr/>
          </p:nvSpPr>
          <p:spPr>
            <a:xfrm>
              <a:off x="3712" y="3131"/>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1532" name="Rectangle 30"/>
            <p:cNvSpPr/>
            <p:nvPr/>
          </p:nvSpPr>
          <p:spPr>
            <a:xfrm>
              <a:off x="4161" y="3130"/>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1533" name="Rectangle 31"/>
            <p:cNvSpPr/>
            <p:nvPr/>
          </p:nvSpPr>
          <p:spPr>
            <a:xfrm>
              <a:off x="3711" y="2731"/>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1534" name="Rectangle 32"/>
            <p:cNvSpPr/>
            <p:nvPr/>
          </p:nvSpPr>
          <p:spPr>
            <a:xfrm>
              <a:off x="4161" y="2714"/>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1535" name="Text Box 33"/>
            <p:cNvSpPr txBox="1"/>
            <p:nvPr/>
          </p:nvSpPr>
          <p:spPr>
            <a:xfrm>
              <a:off x="4151" y="1884"/>
              <a:ext cx="237" cy="381"/>
            </a:xfrm>
            <a:prstGeom prst="rect">
              <a:avLst/>
            </a:prstGeom>
            <a:noFill/>
            <a:ln w="9525">
              <a:noFill/>
            </a:ln>
          </p:spPr>
          <p:txBody>
            <a:bodyPr anchor="t" anchorCtr="0">
              <a:spAutoFit/>
            </a:bodyPr>
            <a:p>
              <a:pPr algn="ct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1536" name="Rectangle 34"/>
            <p:cNvSpPr/>
            <p:nvPr/>
          </p:nvSpPr>
          <p:spPr>
            <a:xfrm>
              <a:off x="3696" y="1923"/>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1537" name="Rectangle 35"/>
            <p:cNvSpPr/>
            <p:nvPr/>
          </p:nvSpPr>
          <p:spPr>
            <a:xfrm>
              <a:off x="4157" y="2303"/>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1538" name="Line 37"/>
            <p:cNvSpPr/>
            <p:nvPr/>
          </p:nvSpPr>
          <p:spPr>
            <a:xfrm>
              <a:off x="2833" y="1576"/>
              <a:ext cx="306" cy="304"/>
            </a:xfrm>
            <a:prstGeom prst="line">
              <a:avLst/>
            </a:prstGeom>
            <a:ln w="28575" cap="flat" cmpd="sng">
              <a:solidFill>
                <a:srgbClr val="3333FF"/>
              </a:solidFill>
              <a:prstDash val="solid"/>
              <a:round/>
              <a:headEnd type="none" w="med" len="med"/>
              <a:tailEnd type="none" w="med" len="med"/>
            </a:ln>
          </p:spPr>
        </p:sp>
      </p:grpSp>
      <p:grpSp>
        <p:nvGrpSpPr>
          <p:cNvPr id="6" name="Group 44"/>
          <p:cNvGrpSpPr/>
          <p:nvPr/>
        </p:nvGrpSpPr>
        <p:grpSpPr>
          <a:xfrm>
            <a:off x="1374775" y="3076575"/>
            <a:ext cx="2443163" cy="519113"/>
            <a:chOff x="878" y="1950"/>
            <a:chExt cx="1539" cy="327"/>
          </a:xfrm>
        </p:grpSpPr>
        <p:sp>
          <p:nvSpPr>
            <p:cNvPr id="21540" name="Text Box 42"/>
            <p:cNvSpPr txBox="1"/>
            <p:nvPr/>
          </p:nvSpPr>
          <p:spPr>
            <a:xfrm>
              <a:off x="878" y="1950"/>
              <a:ext cx="1539"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F=AB+BC+BD</a:t>
              </a:r>
              <a:endParaRPr lang="en-US" altLang="zh-CN" sz="2800" i="0" dirty="0">
                <a:latin typeface="Times New Roman" panose="02020603050405020304" pitchFamily="18" charset="0"/>
                <a:ea typeface="宋体" panose="02010600030101010101" pitchFamily="2" charset="-122"/>
              </a:endParaRPr>
            </a:p>
          </p:txBody>
        </p:sp>
        <p:sp>
          <p:nvSpPr>
            <p:cNvPr id="21541" name="Line 43"/>
            <p:cNvSpPr/>
            <p:nvPr/>
          </p:nvSpPr>
          <p:spPr>
            <a:xfrm>
              <a:off x="2208" y="2016"/>
              <a:ext cx="156" cy="0"/>
            </a:xfrm>
            <a:prstGeom prst="line">
              <a:avLst/>
            </a:prstGeom>
            <a:ln w="12700" cap="flat" cmpd="sng">
              <a:solidFill>
                <a:schemeClr val="tx1"/>
              </a:solidFill>
              <a:prstDash val="solid"/>
              <a:round/>
              <a:headEnd type="none" w="med" len="med"/>
              <a:tailEnd type="none" w="sm" len="lg"/>
            </a:ln>
          </p:spPr>
        </p:sp>
      </p:grpSp>
      <p:sp>
        <p:nvSpPr>
          <p:cNvPr id="57389" name="Text Box 45"/>
          <p:cNvSpPr txBox="1"/>
          <p:nvPr/>
        </p:nvSpPr>
        <p:spPr>
          <a:xfrm>
            <a:off x="1393825" y="3987800"/>
            <a:ext cx="2414588" cy="519113"/>
          </a:xfrm>
          <a:prstGeom prst="rect">
            <a:avLst/>
          </a:prstGeom>
          <a:noFill/>
          <a:ln w="12700">
            <a:noFill/>
          </a:ln>
        </p:spPr>
        <p:txBody>
          <a:bodyPr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第二步：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grpSp>
        <p:nvGrpSpPr>
          <p:cNvPr id="7" name="Group 55"/>
          <p:cNvGrpSpPr/>
          <p:nvPr/>
        </p:nvGrpSpPr>
        <p:grpSpPr>
          <a:xfrm>
            <a:off x="1508125" y="4857750"/>
            <a:ext cx="2220913" cy="528638"/>
            <a:chOff x="830" y="2808"/>
            <a:chExt cx="1399" cy="333"/>
          </a:xfrm>
        </p:grpSpPr>
        <p:sp>
          <p:nvSpPr>
            <p:cNvPr id="21544" name="Text Box 46"/>
            <p:cNvSpPr txBox="1"/>
            <p:nvPr/>
          </p:nvSpPr>
          <p:spPr>
            <a:xfrm>
              <a:off x="830" y="2814"/>
              <a:ext cx="1399"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F=AB</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BC</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BD</a:t>
              </a:r>
              <a:endParaRPr lang="en-US" altLang="zh-CN" sz="2800" i="0" dirty="0">
                <a:latin typeface="Times New Roman" panose="02020603050405020304" pitchFamily="18" charset="0"/>
                <a:ea typeface="宋体" panose="02010600030101010101" pitchFamily="2" charset="-122"/>
              </a:endParaRPr>
            </a:p>
          </p:txBody>
        </p:sp>
        <p:sp>
          <p:nvSpPr>
            <p:cNvPr id="21545" name="Line 47"/>
            <p:cNvSpPr/>
            <p:nvPr/>
          </p:nvSpPr>
          <p:spPr>
            <a:xfrm>
              <a:off x="1164" y="2880"/>
              <a:ext cx="288" cy="0"/>
            </a:xfrm>
            <a:prstGeom prst="line">
              <a:avLst/>
            </a:prstGeom>
            <a:ln w="12700" cap="flat" cmpd="sng">
              <a:solidFill>
                <a:schemeClr val="tx1"/>
              </a:solidFill>
              <a:prstDash val="solid"/>
              <a:round/>
              <a:headEnd type="none" w="med" len="med"/>
              <a:tailEnd type="none" w="sm" len="lg"/>
            </a:ln>
          </p:spPr>
        </p:sp>
        <p:sp>
          <p:nvSpPr>
            <p:cNvPr id="21546" name="Line 50"/>
            <p:cNvSpPr/>
            <p:nvPr/>
          </p:nvSpPr>
          <p:spPr>
            <a:xfrm>
              <a:off x="1512" y="2880"/>
              <a:ext cx="300" cy="0"/>
            </a:xfrm>
            <a:prstGeom prst="line">
              <a:avLst/>
            </a:prstGeom>
            <a:ln w="12700" cap="flat" cmpd="sng">
              <a:solidFill>
                <a:schemeClr val="tx1"/>
              </a:solidFill>
              <a:prstDash val="solid"/>
              <a:round/>
              <a:headEnd type="none" w="med" len="med"/>
              <a:tailEnd type="none" w="sm" len="lg"/>
            </a:ln>
          </p:spPr>
        </p:sp>
        <p:sp>
          <p:nvSpPr>
            <p:cNvPr id="21547" name="Line 51"/>
            <p:cNvSpPr/>
            <p:nvPr/>
          </p:nvSpPr>
          <p:spPr>
            <a:xfrm>
              <a:off x="2016" y="2880"/>
              <a:ext cx="132" cy="0"/>
            </a:xfrm>
            <a:prstGeom prst="line">
              <a:avLst/>
            </a:prstGeom>
            <a:ln w="12700" cap="flat" cmpd="sng">
              <a:solidFill>
                <a:schemeClr val="tx1"/>
              </a:solidFill>
              <a:prstDash val="solid"/>
              <a:round/>
              <a:headEnd type="none" w="med" len="med"/>
              <a:tailEnd type="none" w="sm" len="lg"/>
            </a:ln>
          </p:spPr>
        </p:sp>
        <p:sp>
          <p:nvSpPr>
            <p:cNvPr id="21548" name="Line 52"/>
            <p:cNvSpPr/>
            <p:nvPr/>
          </p:nvSpPr>
          <p:spPr>
            <a:xfrm>
              <a:off x="1872" y="2844"/>
              <a:ext cx="300" cy="0"/>
            </a:xfrm>
            <a:prstGeom prst="line">
              <a:avLst/>
            </a:prstGeom>
            <a:ln w="12700" cap="flat" cmpd="sng">
              <a:solidFill>
                <a:schemeClr val="tx1"/>
              </a:solidFill>
              <a:prstDash val="solid"/>
              <a:round/>
              <a:headEnd type="none" w="med" len="med"/>
              <a:tailEnd type="none" w="sm" len="lg"/>
            </a:ln>
          </p:spPr>
        </p:sp>
        <p:sp>
          <p:nvSpPr>
            <p:cNvPr id="21549" name="Line 54"/>
            <p:cNvSpPr/>
            <p:nvPr/>
          </p:nvSpPr>
          <p:spPr>
            <a:xfrm flipH="1">
              <a:off x="1140" y="2808"/>
              <a:ext cx="1032" cy="0"/>
            </a:xfrm>
            <a:prstGeom prst="line">
              <a:avLst/>
            </a:prstGeom>
            <a:ln w="12700" cap="flat" cmpd="sng">
              <a:solidFill>
                <a:schemeClr val="tx1"/>
              </a:solidFill>
              <a:prstDash val="solid"/>
              <a:round/>
              <a:headEnd type="none" w="med" len="med"/>
              <a:tailEnd type="none" w="sm"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7355"/>
                                        </p:tgtEl>
                                        <p:attrNameLst>
                                          <p:attrName>style.visibility</p:attrName>
                                        </p:attrNameLst>
                                      </p:cBhvr>
                                      <p:to>
                                        <p:strVal val="visible"/>
                                      </p:to>
                                    </p:set>
                                    <p:animEffect transition="in" filter="wipe(down)">
                                      <p:cBhvr>
                                        <p:cTn id="7" dur="500"/>
                                        <p:tgtEl>
                                          <p:spTgt spid="5735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7389"/>
                                        </p:tgtEl>
                                        <p:attrNameLst>
                                          <p:attrName>style.visibility</p:attrName>
                                        </p:attrNameLst>
                                      </p:cBhvr>
                                      <p:to>
                                        <p:strVal val="visible"/>
                                      </p:to>
                                    </p:set>
                                    <p:animEffect transition="in" filter="wipe(down)">
                                      <p:cBhvr>
                                        <p:cTn id="22" dur="500"/>
                                        <p:tgtEl>
                                          <p:spTgt spid="573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5" grpId="0"/>
      <p:bldP spid="5738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67" name="Text Box 1075"/>
          <p:cNvSpPr txBox="1"/>
          <p:nvPr/>
        </p:nvSpPr>
        <p:spPr>
          <a:xfrm>
            <a:off x="841375" y="1244600"/>
            <a:ext cx="2533650" cy="519113"/>
          </a:xfrm>
          <a:prstGeom prst="rect">
            <a:avLst/>
          </a:prstGeom>
          <a:noFill/>
          <a:ln w="12700">
            <a:noFill/>
          </a:ln>
        </p:spPr>
        <p:txBody>
          <a:bodyPr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第三步：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sp>
        <p:nvSpPr>
          <p:cNvPr id="60468" name="Text Box 1076"/>
          <p:cNvSpPr txBox="1"/>
          <p:nvPr/>
        </p:nvSpPr>
        <p:spPr>
          <a:xfrm>
            <a:off x="736600" y="2238375"/>
            <a:ext cx="3740150" cy="946150"/>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该电路是一个两级</a:t>
            </a:r>
            <a:endParaRPr lang="zh-CN" altLang="en-US" sz="2800" i="0" dirty="0">
              <a:latin typeface="Times New Roman" panose="02020603050405020304" pitchFamily="18" charset="0"/>
              <a:ea typeface="宋体" panose="02010600030101010101" pitchFamily="2" charset="-122"/>
            </a:endParaRPr>
          </a:p>
          <a:p>
            <a:pPr algn="ctr"/>
            <a:r>
              <a:rPr lang="zh-CN" altLang="en-US" sz="2800" i="0" dirty="0">
                <a:latin typeface="Times New Roman" panose="02020603050405020304" pitchFamily="18" charset="0"/>
                <a:ea typeface="宋体" panose="02010600030101010101" pitchFamily="2" charset="-122"/>
              </a:rPr>
              <a:t>“与非”电路。</a:t>
            </a:r>
            <a:endParaRPr lang="zh-CN" altLang="en-US" sz="2800" i="0" dirty="0">
              <a:latin typeface="Times New Roman" panose="02020603050405020304" pitchFamily="18" charset="0"/>
              <a:ea typeface="宋体" panose="02010600030101010101" pitchFamily="2" charset="-122"/>
            </a:endParaRPr>
          </a:p>
        </p:txBody>
      </p:sp>
      <p:sp>
        <p:nvSpPr>
          <p:cNvPr id="60469" name="Text Box 1077"/>
          <p:cNvSpPr txBox="1"/>
          <p:nvPr/>
        </p:nvSpPr>
        <p:spPr>
          <a:xfrm>
            <a:off x="955675" y="3495675"/>
            <a:ext cx="3562350" cy="946150"/>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如不限制级数，该</a:t>
            </a:r>
            <a:endParaRPr lang="zh-CN" altLang="en-US" sz="2800" i="0" dirty="0">
              <a:latin typeface="Times New Roman" panose="02020603050405020304" pitchFamily="18" charset="0"/>
              <a:ea typeface="宋体" panose="02010600030101010101" pitchFamily="2" charset="-122"/>
            </a:endParaRPr>
          </a:p>
          <a:p>
            <a:pPr algn="ctr"/>
            <a:r>
              <a:rPr lang="zh-CN" altLang="en-US" sz="2800" i="0" dirty="0">
                <a:latin typeface="Times New Roman" panose="02020603050405020304" pitchFamily="18" charset="0"/>
                <a:ea typeface="宋体" panose="02010600030101010101" pitchFamily="2" charset="-122"/>
              </a:rPr>
              <a:t>电路可进一步简化。</a:t>
            </a:r>
            <a:endParaRPr lang="zh-CN" altLang="en-US" sz="2800" i="0" dirty="0">
              <a:latin typeface="Times New Roman" panose="02020603050405020304" pitchFamily="18" charset="0"/>
              <a:ea typeface="宋体" panose="02010600030101010101" pitchFamily="2" charset="-122"/>
            </a:endParaRPr>
          </a:p>
        </p:txBody>
      </p:sp>
      <p:grpSp>
        <p:nvGrpSpPr>
          <p:cNvPr id="2" name="Group 1079"/>
          <p:cNvGrpSpPr/>
          <p:nvPr/>
        </p:nvGrpSpPr>
        <p:grpSpPr>
          <a:xfrm>
            <a:off x="1127125" y="4578350"/>
            <a:ext cx="2443163" cy="519113"/>
            <a:chOff x="878" y="1950"/>
            <a:chExt cx="1539" cy="327"/>
          </a:xfrm>
        </p:grpSpPr>
        <p:sp>
          <p:nvSpPr>
            <p:cNvPr id="22533" name="Text Box 1080"/>
            <p:cNvSpPr txBox="1"/>
            <p:nvPr/>
          </p:nvSpPr>
          <p:spPr>
            <a:xfrm>
              <a:off x="878" y="1950"/>
              <a:ext cx="1539"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F=AB+BC+BD</a:t>
              </a:r>
              <a:endParaRPr lang="en-US" altLang="zh-CN" sz="2800" i="0" dirty="0">
                <a:latin typeface="Times New Roman" panose="02020603050405020304" pitchFamily="18" charset="0"/>
                <a:ea typeface="宋体" panose="02010600030101010101" pitchFamily="2" charset="-122"/>
              </a:endParaRPr>
            </a:p>
          </p:txBody>
        </p:sp>
        <p:sp>
          <p:nvSpPr>
            <p:cNvPr id="22534" name="Line 1081"/>
            <p:cNvSpPr/>
            <p:nvPr/>
          </p:nvSpPr>
          <p:spPr>
            <a:xfrm>
              <a:off x="2208" y="2016"/>
              <a:ext cx="156" cy="0"/>
            </a:xfrm>
            <a:prstGeom prst="line">
              <a:avLst/>
            </a:prstGeom>
            <a:ln w="12700" cap="flat" cmpd="sng">
              <a:solidFill>
                <a:schemeClr val="tx1"/>
              </a:solidFill>
              <a:prstDash val="solid"/>
              <a:round/>
              <a:headEnd type="none" w="med" len="med"/>
              <a:tailEnd type="none" w="sm" len="lg"/>
            </a:ln>
          </p:spPr>
        </p:sp>
      </p:grpSp>
      <p:grpSp>
        <p:nvGrpSpPr>
          <p:cNvPr id="3" name="Group 1084"/>
          <p:cNvGrpSpPr/>
          <p:nvPr/>
        </p:nvGrpSpPr>
        <p:grpSpPr>
          <a:xfrm>
            <a:off x="1355725" y="5057775"/>
            <a:ext cx="2009775" cy="519113"/>
            <a:chOff x="854" y="3186"/>
            <a:chExt cx="1266" cy="327"/>
          </a:xfrm>
        </p:grpSpPr>
        <p:sp>
          <p:nvSpPr>
            <p:cNvPr id="22536" name="Text Box 1082"/>
            <p:cNvSpPr txBox="1"/>
            <p:nvPr/>
          </p:nvSpPr>
          <p:spPr>
            <a:xfrm>
              <a:off x="854" y="3186"/>
              <a:ext cx="1266"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=B(A+C+D)</a:t>
              </a:r>
              <a:endParaRPr lang="en-US" altLang="zh-CN" sz="2800" i="0" dirty="0">
                <a:latin typeface="Times New Roman" panose="02020603050405020304" pitchFamily="18" charset="0"/>
                <a:ea typeface="宋体" panose="02010600030101010101" pitchFamily="2" charset="-122"/>
              </a:endParaRPr>
            </a:p>
          </p:txBody>
        </p:sp>
        <p:sp>
          <p:nvSpPr>
            <p:cNvPr id="22537" name="Line 1083"/>
            <p:cNvSpPr/>
            <p:nvPr/>
          </p:nvSpPr>
          <p:spPr>
            <a:xfrm>
              <a:off x="1848" y="3252"/>
              <a:ext cx="132" cy="0"/>
            </a:xfrm>
            <a:prstGeom prst="line">
              <a:avLst/>
            </a:prstGeom>
            <a:ln w="12700" cap="flat" cmpd="sng">
              <a:solidFill>
                <a:schemeClr val="tx1"/>
              </a:solidFill>
              <a:prstDash val="solid"/>
              <a:round/>
              <a:headEnd type="none" w="med" len="med"/>
              <a:tailEnd type="none" w="sm" len="lg"/>
            </a:ln>
          </p:spPr>
        </p:sp>
      </p:grpSp>
      <p:grpSp>
        <p:nvGrpSpPr>
          <p:cNvPr id="4" name="Group 1089"/>
          <p:cNvGrpSpPr/>
          <p:nvPr/>
        </p:nvGrpSpPr>
        <p:grpSpPr>
          <a:xfrm>
            <a:off x="1393825" y="5610225"/>
            <a:ext cx="1460500" cy="519113"/>
            <a:chOff x="890" y="3558"/>
            <a:chExt cx="920" cy="327"/>
          </a:xfrm>
        </p:grpSpPr>
        <p:sp>
          <p:nvSpPr>
            <p:cNvPr id="22539" name="Text Box 1085"/>
            <p:cNvSpPr txBox="1"/>
            <p:nvPr/>
          </p:nvSpPr>
          <p:spPr>
            <a:xfrm>
              <a:off x="890" y="3558"/>
              <a:ext cx="920"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=B</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ACD</a:t>
              </a:r>
              <a:endParaRPr lang="en-US" altLang="zh-CN" sz="2800" i="0" dirty="0">
                <a:latin typeface="Times New Roman" panose="02020603050405020304" pitchFamily="18" charset="0"/>
                <a:ea typeface="宋体" panose="02010600030101010101" pitchFamily="2" charset="-122"/>
              </a:endParaRPr>
            </a:p>
          </p:txBody>
        </p:sp>
        <p:sp>
          <p:nvSpPr>
            <p:cNvPr id="22540" name="Line 1086"/>
            <p:cNvSpPr/>
            <p:nvPr/>
          </p:nvSpPr>
          <p:spPr>
            <a:xfrm>
              <a:off x="1284" y="3624"/>
              <a:ext cx="144" cy="0"/>
            </a:xfrm>
            <a:prstGeom prst="line">
              <a:avLst/>
            </a:prstGeom>
            <a:ln w="12700" cap="flat" cmpd="sng">
              <a:solidFill>
                <a:schemeClr val="tx1"/>
              </a:solidFill>
              <a:prstDash val="solid"/>
              <a:round/>
              <a:headEnd type="none" w="med" len="med"/>
              <a:tailEnd type="none" w="sm" len="lg"/>
            </a:ln>
          </p:spPr>
        </p:sp>
        <p:sp>
          <p:nvSpPr>
            <p:cNvPr id="22541" name="Line 1087"/>
            <p:cNvSpPr/>
            <p:nvPr/>
          </p:nvSpPr>
          <p:spPr>
            <a:xfrm>
              <a:off x="1464" y="3624"/>
              <a:ext cx="120" cy="0"/>
            </a:xfrm>
            <a:prstGeom prst="line">
              <a:avLst/>
            </a:prstGeom>
            <a:ln w="12700" cap="flat" cmpd="sng">
              <a:solidFill>
                <a:schemeClr val="tx1"/>
              </a:solidFill>
              <a:prstDash val="solid"/>
              <a:round/>
              <a:headEnd type="none" w="med" len="med"/>
              <a:tailEnd type="none" w="sm" len="lg"/>
            </a:ln>
          </p:spPr>
        </p:sp>
        <p:sp>
          <p:nvSpPr>
            <p:cNvPr id="22542" name="Line 1088"/>
            <p:cNvSpPr/>
            <p:nvPr/>
          </p:nvSpPr>
          <p:spPr>
            <a:xfrm>
              <a:off x="1272" y="3600"/>
              <a:ext cx="468" cy="0"/>
            </a:xfrm>
            <a:prstGeom prst="line">
              <a:avLst/>
            </a:prstGeom>
            <a:ln w="12700" cap="flat" cmpd="sng">
              <a:solidFill>
                <a:schemeClr val="tx1"/>
              </a:solidFill>
              <a:prstDash val="solid"/>
              <a:round/>
              <a:headEnd type="none" w="med" len="med"/>
              <a:tailEnd type="none" w="sm" len="lg"/>
            </a:ln>
          </p:spPr>
        </p:sp>
      </p:grpSp>
      <p:grpSp>
        <p:nvGrpSpPr>
          <p:cNvPr id="5" name="Group 1141"/>
          <p:cNvGrpSpPr/>
          <p:nvPr/>
        </p:nvGrpSpPr>
        <p:grpSpPr>
          <a:xfrm>
            <a:off x="1393825" y="6153150"/>
            <a:ext cx="1460500" cy="533400"/>
            <a:chOff x="878" y="3876"/>
            <a:chExt cx="920" cy="336"/>
          </a:xfrm>
        </p:grpSpPr>
        <p:grpSp>
          <p:nvGrpSpPr>
            <p:cNvPr id="22544" name="Group 1090"/>
            <p:cNvGrpSpPr/>
            <p:nvPr/>
          </p:nvGrpSpPr>
          <p:grpSpPr>
            <a:xfrm>
              <a:off x="878" y="3885"/>
              <a:ext cx="920" cy="327"/>
              <a:chOff x="890" y="3558"/>
              <a:chExt cx="920" cy="327"/>
            </a:xfrm>
          </p:grpSpPr>
          <p:sp>
            <p:nvSpPr>
              <p:cNvPr id="22545" name="Text Box 1091"/>
              <p:cNvSpPr txBox="1"/>
              <p:nvPr/>
            </p:nvSpPr>
            <p:spPr>
              <a:xfrm>
                <a:off x="890" y="3558"/>
                <a:ext cx="920"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=B</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ACD</a:t>
                </a:r>
                <a:endParaRPr lang="en-US" altLang="zh-CN" sz="2800" i="0" dirty="0">
                  <a:latin typeface="Times New Roman" panose="02020603050405020304" pitchFamily="18" charset="0"/>
                  <a:ea typeface="宋体" panose="02010600030101010101" pitchFamily="2" charset="-122"/>
                </a:endParaRPr>
              </a:p>
            </p:txBody>
          </p:sp>
          <p:sp>
            <p:nvSpPr>
              <p:cNvPr id="22546" name="Line 1092"/>
              <p:cNvSpPr/>
              <p:nvPr/>
            </p:nvSpPr>
            <p:spPr>
              <a:xfrm>
                <a:off x="1284" y="3624"/>
                <a:ext cx="144" cy="0"/>
              </a:xfrm>
              <a:prstGeom prst="line">
                <a:avLst/>
              </a:prstGeom>
              <a:ln w="12700" cap="flat" cmpd="sng">
                <a:solidFill>
                  <a:schemeClr val="tx1"/>
                </a:solidFill>
                <a:prstDash val="solid"/>
                <a:round/>
                <a:headEnd type="none" w="med" len="med"/>
                <a:tailEnd type="none" w="sm" len="lg"/>
              </a:ln>
            </p:spPr>
          </p:sp>
          <p:sp>
            <p:nvSpPr>
              <p:cNvPr id="22547" name="Line 1093"/>
              <p:cNvSpPr/>
              <p:nvPr/>
            </p:nvSpPr>
            <p:spPr>
              <a:xfrm>
                <a:off x="1464" y="3624"/>
                <a:ext cx="120" cy="0"/>
              </a:xfrm>
              <a:prstGeom prst="line">
                <a:avLst/>
              </a:prstGeom>
              <a:ln w="12700" cap="flat" cmpd="sng">
                <a:solidFill>
                  <a:schemeClr val="tx1"/>
                </a:solidFill>
                <a:prstDash val="solid"/>
                <a:round/>
                <a:headEnd type="none" w="med" len="med"/>
                <a:tailEnd type="none" w="sm" len="lg"/>
              </a:ln>
            </p:spPr>
          </p:sp>
          <p:sp>
            <p:nvSpPr>
              <p:cNvPr id="22548" name="Line 1094"/>
              <p:cNvSpPr/>
              <p:nvPr/>
            </p:nvSpPr>
            <p:spPr>
              <a:xfrm>
                <a:off x="1272" y="3600"/>
                <a:ext cx="468" cy="0"/>
              </a:xfrm>
              <a:prstGeom prst="line">
                <a:avLst/>
              </a:prstGeom>
              <a:ln w="12700" cap="flat" cmpd="sng">
                <a:solidFill>
                  <a:schemeClr val="tx1"/>
                </a:solidFill>
                <a:prstDash val="solid"/>
                <a:round/>
                <a:headEnd type="none" w="med" len="med"/>
                <a:tailEnd type="none" w="sm" len="lg"/>
              </a:ln>
            </p:spPr>
          </p:sp>
        </p:grpSp>
        <p:sp>
          <p:nvSpPr>
            <p:cNvPr id="22549" name="Line 1096"/>
            <p:cNvSpPr/>
            <p:nvPr/>
          </p:nvSpPr>
          <p:spPr>
            <a:xfrm flipH="1">
              <a:off x="1056" y="3900"/>
              <a:ext cx="696" cy="0"/>
            </a:xfrm>
            <a:prstGeom prst="line">
              <a:avLst/>
            </a:prstGeom>
            <a:ln w="12700" cap="flat" cmpd="sng">
              <a:solidFill>
                <a:schemeClr val="tx1"/>
              </a:solidFill>
              <a:prstDash val="solid"/>
              <a:round/>
              <a:headEnd type="none" w="med" len="med"/>
              <a:tailEnd type="none" w="sm" len="lg"/>
            </a:ln>
          </p:spPr>
        </p:sp>
        <p:sp>
          <p:nvSpPr>
            <p:cNvPr id="22550" name="Line 1098"/>
            <p:cNvSpPr/>
            <p:nvPr/>
          </p:nvSpPr>
          <p:spPr>
            <a:xfrm flipH="1">
              <a:off x="1032" y="3876"/>
              <a:ext cx="732" cy="0"/>
            </a:xfrm>
            <a:prstGeom prst="line">
              <a:avLst/>
            </a:prstGeom>
            <a:ln w="12700" cap="flat" cmpd="sng">
              <a:solidFill>
                <a:schemeClr val="tx1"/>
              </a:solidFill>
              <a:prstDash val="solid"/>
              <a:round/>
              <a:headEnd type="none" w="med" len="med"/>
              <a:tailEnd type="none" w="sm" len="lg"/>
            </a:ln>
          </p:spPr>
        </p:sp>
      </p:grpSp>
      <p:grpSp>
        <p:nvGrpSpPr>
          <p:cNvPr id="7" name="Group 1099"/>
          <p:cNvGrpSpPr/>
          <p:nvPr/>
        </p:nvGrpSpPr>
        <p:grpSpPr>
          <a:xfrm>
            <a:off x="4864100" y="800100"/>
            <a:ext cx="3384550" cy="3176588"/>
            <a:chOff x="1972" y="696"/>
            <a:chExt cx="2132" cy="2001"/>
          </a:xfrm>
        </p:grpSpPr>
        <p:sp>
          <p:nvSpPr>
            <p:cNvPr id="22552" name="Line 1100"/>
            <p:cNvSpPr/>
            <p:nvPr/>
          </p:nvSpPr>
          <p:spPr>
            <a:xfrm>
              <a:off x="2730" y="1732"/>
              <a:ext cx="1200" cy="0"/>
            </a:xfrm>
            <a:prstGeom prst="line">
              <a:avLst/>
            </a:prstGeom>
            <a:ln w="19050" cap="flat" cmpd="sng">
              <a:solidFill>
                <a:schemeClr val="tx1"/>
              </a:solidFill>
              <a:prstDash val="solid"/>
              <a:round/>
              <a:headEnd type="none" w="med" len="med"/>
              <a:tailEnd type="none" w="med" len="med"/>
            </a:ln>
          </p:spPr>
        </p:sp>
        <p:sp>
          <p:nvSpPr>
            <p:cNvPr id="22553" name="Line 1101"/>
            <p:cNvSpPr/>
            <p:nvPr/>
          </p:nvSpPr>
          <p:spPr>
            <a:xfrm>
              <a:off x="2204" y="1644"/>
              <a:ext cx="258" cy="0"/>
            </a:xfrm>
            <a:prstGeom prst="line">
              <a:avLst/>
            </a:prstGeom>
            <a:ln w="19050" cap="flat" cmpd="sng">
              <a:solidFill>
                <a:schemeClr val="tx1"/>
              </a:solidFill>
              <a:prstDash val="solid"/>
              <a:round/>
              <a:headEnd type="none" w="med" len="med"/>
              <a:tailEnd type="none" w="med" len="med"/>
            </a:ln>
          </p:spPr>
        </p:sp>
        <p:sp>
          <p:nvSpPr>
            <p:cNvPr id="22554" name="Rectangle 1102"/>
            <p:cNvSpPr/>
            <p:nvPr/>
          </p:nvSpPr>
          <p:spPr>
            <a:xfrm>
              <a:off x="2465" y="776"/>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55" name="Rectangle 1103"/>
            <p:cNvSpPr/>
            <p:nvPr/>
          </p:nvSpPr>
          <p:spPr>
            <a:xfrm>
              <a:off x="2465" y="1509"/>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56" name="Rectangle 1104"/>
            <p:cNvSpPr/>
            <p:nvPr/>
          </p:nvSpPr>
          <p:spPr>
            <a:xfrm>
              <a:off x="2465" y="2220"/>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57" name="Rectangle 1105"/>
            <p:cNvSpPr/>
            <p:nvPr/>
          </p:nvSpPr>
          <p:spPr>
            <a:xfrm>
              <a:off x="3387" y="1509"/>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58" name="Oval 1106"/>
            <p:cNvSpPr/>
            <p:nvPr/>
          </p:nvSpPr>
          <p:spPr>
            <a:xfrm>
              <a:off x="3653" y="1710"/>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59" name="Line 1107"/>
            <p:cNvSpPr/>
            <p:nvPr/>
          </p:nvSpPr>
          <p:spPr>
            <a:xfrm>
              <a:off x="2197" y="888"/>
              <a:ext cx="267" cy="0"/>
            </a:xfrm>
            <a:prstGeom prst="line">
              <a:avLst/>
            </a:prstGeom>
            <a:ln w="19050" cap="flat" cmpd="sng">
              <a:solidFill>
                <a:schemeClr val="tx1"/>
              </a:solidFill>
              <a:prstDash val="solid"/>
              <a:round/>
              <a:headEnd type="none" w="med" len="med"/>
              <a:tailEnd type="none" w="med" len="med"/>
            </a:ln>
          </p:spPr>
        </p:sp>
        <p:sp>
          <p:nvSpPr>
            <p:cNvPr id="22560" name="Line 1108"/>
            <p:cNvSpPr/>
            <p:nvPr/>
          </p:nvSpPr>
          <p:spPr>
            <a:xfrm>
              <a:off x="2186" y="2543"/>
              <a:ext cx="267" cy="0"/>
            </a:xfrm>
            <a:prstGeom prst="line">
              <a:avLst/>
            </a:prstGeom>
            <a:ln w="19050" cap="flat" cmpd="sng">
              <a:solidFill>
                <a:schemeClr val="tx1"/>
              </a:solidFill>
              <a:prstDash val="solid"/>
              <a:round/>
              <a:headEnd type="none" w="med" len="med"/>
              <a:tailEnd type="none" w="med" len="med"/>
            </a:ln>
          </p:spPr>
        </p:sp>
        <p:sp>
          <p:nvSpPr>
            <p:cNvPr id="22561" name="Line 1109"/>
            <p:cNvSpPr/>
            <p:nvPr/>
          </p:nvSpPr>
          <p:spPr>
            <a:xfrm>
              <a:off x="2197" y="1832"/>
              <a:ext cx="267" cy="0"/>
            </a:xfrm>
            <a:prstGeom prst="line">
              <a:avLst/>
            </a:prstGeom>
            <a:ln w="19050" cap="flat" cmpd="sng">
              <a:solidFill>
                <a:schemeClr val="tx1"/>
              </a:solidFill>
              <a:prstDash val="solid"/>
              <a:round/>
              <a:headEnd type="none" w="med" len="med"/>
              <a:tailEnd type="none" w="med" len="med"/>
            </a:ln>
          </p:spPr>
        </p:sp>
        <p:sp>
          <p:nvSpPr>
            <p:cNvPr id="22562" name="Freeform 1110"/>
            <p:cNvSpPr/>
            <p:nvPr/>
          </p:nvSpPr>
          <p:spPr>
            <a:xfrm>
              <a:off x="2730" y="987"/>
              <a:ext cx="656" cy="589"/>
            </a:xfrm>
            <a:custGeom>
              <a:avLst/>
              <a:gdLst/>
              <a:ahLst/>
              <a:cxnLst>
                <a:cxn ang="0">
                  <a:pos x="0" y="0"/>
                </a:cxn>
                <a:cxn ang="0">
                  <a:pos x="289" y="0"/>
                </a:cxn>
                <a:cxn ang="0">
                  <a:pos x="289" y="589"/>
                </a:cxn>
                <a:cxn ang="0">
                  <a:pos x="656" y="589"/>
                </a:cxn>
              </a:cxnLst>
              <a:pathLst>
                <a:path w="656" h="589">
                  <a:moveTo>
                    <a:pt x="0" y="0"/>
                  </a:moveTo>
                  <a:lnTo>
                    <a:pt x="289" y="0"/>
                  </a:lnTo>
                  <a:lnTo>
                    <a:pt x="289" y="589"/>
                  </a:lnTo>
                  <a:lnTo>
                    <a:pt x="656" y="589"/>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22563" name="Freeform 1111"/>
            <p:cNvSpPr/>
            <p:nvPr/>
          </p:nvSpPr>
          <p:spPr>
            <a:xfrm>
              <a:off x="2730" y="1898"/>
              <a:ext cx="656" cy="556"/>
            </a:xfrm>
            <a:custGeom>
              <a:avLst/>
              <a:gdLst/>
              <a:ahLst/>
              <a:cxnLst>
                <a:cxn ang="0">
                  <a:pos x="0" y="556"/>
                </a:cxn>
                <a:cxn ang="0">
                  <a:pos x="322" y="556"/>
                </a:cxn>
                <a:cxn ang="0">
                  <a:pos x="322" y="0"/>
                </a:cxn>
                <a:cxn ang="0">
                  <a:pos x="656" y="0"/>
                </a:cxn>
              </a:cxnLst>
              <a:pathLst>
                <a:path w="656" h="556">
                  <a:moveTo>
                    <a:pt x="0" y="556"/>
                  </a:moveTo>
                  <a:lnTo>
                    <a:pt x="322" y="556"/>
                  </a:lnTo>
                  <a:lnTo>
                    <a:pt x="322" y="0"/>
                  </a:lnTo>
                  <a:lnTo>
                    <a:pt x="656"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22564" name="Text Box 1112"/>
            <p:cNvSpPr txBox="1"/>
            <p:nvPr/>
          </p:nvSpPr>
          <p:spPr>
            <a:xfrm>
              <a:off x="1972" y="696"/>
              <a:ext cx="255" cy="288"/>
            </a:xfrm>
            <a:prstGeom prst="rect">
              <a:avLst/>
            </a:prstGeom>
            <a:noFill/>
            <a:ln w="9525">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22565" name="Rectangle 1113"/>
            <p:cNvSpPr/>
            <p:nvPr/>
          </p:nvSpPr>
          <p:spPr>
            <a:xfrm>
              <a:off x="3871" y="1563"/>
              <a:ext cx="233"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22566" name="Rectangle 1114"/>
            <p:cNvSpPr/>
            <p:nvPr/>
          </p:nvSpPr>
          <p:spPr>
            <a:xfrm>
              <a:off x="1991" y="1471"/>
              <a:ext cx="233"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22567" name="Rectangle 1115"/>
            <p:cNvSpPr/>
            <p:nvPr/>
          </p:nvSpPr>
          <p:spPr>
            <a:xfrm>
              <a:off x="1991" y="1703"/>
              <a:ext cx="244"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22568" name="Text Box 1116"/>
            <p:cNvSpPr txBox="1"/>
            <p:nvPr/>
          </p:nvSpPr>
          <p:spPr>
            <a:xfrm>
              <a:off x="2417" y="698"/>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22569" name="Text Box 1117"/>
            <p:cNvSpPr txBox="1"/>
            <p:nvPr/>
          </p:nvSpPr>
          <p:spPr>
            <a:xfrm>
              <a:off x="2451" y="1442"/>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22570" name="Text Box 1118"/>
            <p:cNvSpPr txBox="1"/>
            <p:nvPr/>
          </p:nvSpPr>
          <p:spPr>
            <a:xfrm>
              <a:off x="2440" y="2142"/>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22571" name="Line 1119"/>
            <p:cNvSpPr/>
            <p:nvPr/>
          </p:nvSpPr>
          <p:spPr>
            <a:xfrm flipH="1">
              <a:off x="2208" y="1104"/>
              <a:ext cx="252" cy="0"/>
            </a:xfrm>
            <a:prstGeom prst="line">
              <a:avLst/>
            </a:prstGeom>
            <a:ln w="12700" cap="flat" cmpd="sng">
              <a:solidFill>
                <a:schemeClr val="tx1"/>
              </a:solidFill>
              <a:prstDash val="solid"/>
              <a:round/>
              <a:headEnd type="none" w="med" len="med"/>
              <a:tailEnd type="none" w="sm" len="lg"/>
            </a:ln>
          </p:spPr>
        </p:sp>
        <p:sp>
          <p:nvSpPr>
            <p:cNvPr id="22572" name="Line 1120"/>
            <p:cNvSpPr/>
            <p:nvPr/>
          </p:nvSpPr>
          <p:spPr>
            <a:xfrm flipH="1">
              <a:off x="2184" y="2340"/>
              <a:ext cx="276" cy="0"/>
            </a:xfrm>
            <a:prstGeom prst="line">
              <a:avLst/>
            </a:prstGeom>
            <a:ln w="12700" cap="flat" cmpd="sng">
              <a:solidFill>
                <a:schemeClr val="tx1"/>
              </a:solidFill>
              <a:prstDash val="solid"/>
              <a:round/>
              <a:headEnd type="none" w="med" len="med"/>
              <a:tailEnd type="none" w="sm" len="lg"/>
            </a:ln>
          </p:spPr>
        </p:sp>
        <p:sp>
          <p:nvSpPr>
            <p:cNvPr id="22573" name="Text Box 1121"/>
            <p:cNvSpPr txBox="1"/>
            <p:nvPr/>
          </p:nvSpPr>
          <p:spPr>
            <a:xfrm>
              <a:off x="1994" y="986"/>
              <a:ext cx="244" cy="288"/>
            </a:xfrm>
            <a:prstGeom prst="rect">
              <a:avLst/>
            </a:prstGeom>
            <a:noFill/>
            <a:ln w="12700">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22574" name="Text Box 1122"/>
            <p:cNvSpPr txBox="1"/>
            <p:nvPr/>
          </p:nvSpPr>
          <p:spPr>
            <a:xfrm>
              <a:off x="1994" y="2174"/>
              <a:ext cx="244" cy="288"/>
            </a:xfrm>
            <a:prstGeom prst="rect">
              <a:avLst/>
            </a:prstGeom>
            <a:noFill/>
            <a:ln w="12700">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grpSp>
          <p:nvGrpSpPr>
            <p:cNvPr id="22575" name="Group 1123"/>
            <p:cNvGrpSpPr/>
            <p:nvPr/>
          </p:nvGrpSpPr>
          <p:grpSpPr>
            <a:xfrm>
              <a:off x="2008" y="2409"/>
              <a:ext cx="255" cy="288"/>
              <a:chOff x="1972" y="2397"/>
              <a:chExt cx="255" cy="288"/>
            </a:xfrm>
          </p:grpSpPr>
          <p:sp>
            <p:nvSpPr>
              <p:cNvPr id="22576" name="Rectangle 1124"/>
              <p:cNvSpPr/>
              <p:nvPr/>
            </p:nvSpPr>
            <p:spPr>
              <a:xfrm>
                <a:off x="1972" y="2397"/>
                <a:ext cx="255" cy="288"/>
              </a:xfrm>
              <a:prstGeom prst="rect">
                <a:avLst/>
              </a:prstGeom>
              <a:noFill/>
              <a:ln w="9525">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D</a:t>
                </a:r>
                <a:endParaRPr lang="en-US" altLang="zh-CN" sz="2400" i="0" dirty="0">
                  <a:latin typeface="Times New Roman" panose="02020603050405020304" pitchFamily="18" charset="0"/>
                  <a:ea typeface="宋体" panose="02010600030101010101" pitchFamily="2" charset="-122"/>
                </a:endParaRPr>
              </a:p>
            </p:txBody>
          </p:sp>
          <p:sp>
            <p:nvSpPr>
              <p:cNvPr id="22577" name="Line 1125"/>
              <p:cNvSpPr/>
              <p:nvPr/>
            </p:nvSpPr>
            <p:spPr>
              <a:xfrm>
                <a:off x="2028" y="2424"/>
                <a:ext cx="132" cy="0"/>
              </a:xfrm>
              <a:prstGeom prst="line">
                <a:avLst/>
              </a:prstGeom>
              <a:ln w="12700" cap="flat" cmpd="sng">
                <a:solidFill>
                  <a:schemeClr val="tx1"/>
                </a:solidFill>
                <a:prstDash val="solid"/>
                <a:round/>
                <a:headEnd type="none" w="med" len="med"/>
                <a:tailEnd type="none" w="sm" len="lg"/>
              </a:ln>
            </p:spPr>
          </p:sp>
        </p:grpSp>
        <p:sp>
          <p:nvSpPr>
            <p:cNvPr id="22578" name="Oval 1126"/>
            <p:cNvSpPr/>
            <p:nvPr/>
          </p:nvSpPr>
          <p:spPr>
            <a:xfrm>
              <a:off x="2725" y="1710"/>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79" name="Oval 1127"/>
            <p:cNvSpPr/>
            <p:nvPr/>
          </p:nvSpPr>
          <p:spPr>
            <a:xfrm>
              <a:off x="2725" y="95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80" name="Oval 1128"/>
            <p:cNvSpPr/>
            <p:nvPr/>
          </p:nvSpPr>
          <p:spPr>
            <a:xfrm>
              <a:off x="2725" y="2430"/>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81" name="Text Box 1129"/>
            <p:cNvSpPr txBox="1"/>
            <p:nvPr/>
          </p:nvSpPr>
          <p:spPr>
            <a:xfrm>
              <a:off x="3353" y="1442"/>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grpSp>
        <p:nvGrpSpPr>
          <p:cNvPr id="9" name="Group 1139"/>
          <p:cNvGrpSpPr/>
          <p:nvPr/>
        </p:nvGrpSpPr>
        <p:grpSpPr>
          <a:xfrm>
            <a:off x="4899025" y="4367213"/>
            <a:ext cx="3787775" cy="2073275"/>
            <a:chOff x="3146" y="2751"/>
            <a:chExt cx="2386" cy="1306"/>
          </a:xfrm>
        </p:grpSpPr>
        <p:sp>
          <p:nvSpPr>
            <p:cNvPr id="22583" name="Line 1136"/>
            <p:cNvSpPr/>
            <p:nvPr/>
          </p:nvSpPr>
          <p:spPr>
            <a:xfrm>
              <a:off x="4620" y="3852"/>
              <a:ext cx="252" cy="0"/>
            </a:xfrm>
            <a:prstGeom prst="line">
              <a:avLst/>
            </a:prstGeom>
            <a:ln w="12700" cap="flat" cmpd="sng">
              <a:solidFill>
                <a:schemeClr val="tx1"/>
              </a:solidFill>
              <a:prstDash val="solid"/>
              <a:round/>
              <a:headEnd type="none" w="med" len="med"/>
              <a:tailEnd type="none" w="sm" len="lg"/>
            </a:ln>
          </p:spPr>
        </p:sp>
        <p:sp>
          <p:nvSpPr>
            <p:cNvPr id="22584" name="Line 1031"/>
            <p:cNvSpPr/>
            <p:nvPr/>
          </p:nvSpPr>
          <p:spPr>
            <a:xfrm>
              <a:off x="3336" y="3955"/>
              <a:ext cx="1008" cy="0"/>
            </a:xfrm>
            <a:prstGeom prst="line">
              <a:avLst/>
            </a:prstGeom>
            <a:ln w="19050" cap="flat" cmpd="sng">
              <a:solidFill>
                <a:schemeClr val="tx1"/>
              </a:solidFill>
              <a:prstDash val="solid"/>
              <a:round/>
              <a:headEnd type="none" w="med" len="med"/>
              <a:tailEnd type="none" w="med" len="med"/>
            </a:ln>
          </p:spPr>
        </p:sp>
        <p:sp>
          <p:nvSpPr>
            <p:cNvPr id="22585" name="Freeform 1047"/>
            <p:cNvSpPr/>
            <p:nvPr/>
          </p:nvSpPr>
          <p:spPr>
            <a:xfrm>
              <a:off x="3906" y="3072"/>
              <a:ext cx="416" cy="661"/>
            </a:xfrm>
            <a:custGeom>
              <a:avLst/>
              <a:gdLst/>
              <a:ahLst/>
              <a:cxnLst>
                <a:cxn ang="0">
                  <a:pos x="0" y="0"/>
                </a:cxn>
                <a:cxn ang="0">
                  <a:pos x="8" y="0"/>
                </a:cxn>
                <a:cxn ang="0">
                  <a:pos x="8" y="1482"/>
                </a:cxn>
                <a:cxn ang="0">
                  <a:pos x="17" y="1482"/>
                </a:cxn>
              </a:cxnLst>
              <a:pathLst>
                <a:path w="656" h="589">
                  <a:moveTo>
                    <a:pt x="0" y="0"/>
                  </a:moveTo>
                  <a:lnTo>
                    <a:pt x="289" y="0"/>
                  </a:lnTo>
                  <a:lnTo>
                    <a:pt x="289" y="589"/>
                  </a:lnTo>
                  <a:lnTo>
                    <a:pt x="656" y="589"/>
                  </a:lnTo>
                </a:path>
              </a:pathLst>
            </a:custGeom>
            <a:noFill/>
            <a:ln w="19050" cap="flat" cmpd="sng">
              <a:solidFill>
                <a:schemeClr val="tx1"/>
              </a:solidFill>
              <a:prstDash val="solid"/>
              <a:round/>
              <a:headEnd type="none" w="med" len="med"/>
              <a:tailEnd type="none" w="med" len="med"/>
            </a:ln>
          </p:spPr>
          <p:txBody>
            <a:bodyPr/>
            <a:p>
              <a:endParaRPr lang="zh-CN" altLang="en-US"/>
            </a:p>
          </p:txBody>
        </p:sp>
        <p:grpSp>
          <p:nvGrpSpPr>
            <p:cNvPr id="22586" name="Group 1135"/>
            <p:cNvGrpSpPr/>
            <p:nvPr/>
          </p:nvGrpSpPr>
          <p:grpSpPr>
            <a:xfrm>
              <a:off x="4301" y="3557"/>
              <a:ext cx="1231" cy="500"/>
              <a:chOff x="4529" y="3545"/>
              <a:chExt cx="1231" cy="500"/>
            </a:xfrm>
          </p:grpSpPr>
          <p:sp>
            <p:nvSpPr>
              <p:cNvPr id="22587" name="Rectangle 1036"/>
              <p:cNvSpPr/>
              <p:nvPr/>
            </p:nvSpPr>
            <p:spPr>
              <a:xfrm>
                <a:off x="5093" y="3612"/>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88" name="Rectangle 1037"/>
              <p:cNvSpPr/>
              <p:nvPr/>
            </p:nvSpPr>
            <p:spPr>
              <a:xfrm>
                <a:off x="4563" y="3612"/>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89" name="Oval 1040"/>
              <p:cNvSpPr/>
              <p:nvPr/>
            </p:nvSpPr>
            <p:spPr>
              <a:xfrm>
                <a:off x="4829" y="3813"/>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90" name="Rectangle 1054"/>
              <p:cNvSpPr/>
              <p:nvPr/>
            </p:nvSpPr>
            <p:spPr>
              <a:xfrm>
                <a:off x="5527" y="3600"/>
                <a:ext cx="233"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22591" name="Text Box 1063"/>
              <p:cNvSpPr txBox="1"/>
              <p:nvPr/>
            </p:nvSpPr>
            <p:spPr>
              <a:xfrm>
                <a:off x="5104" y="3556"/>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2592" name="Line 1065"/>
              <p:cNvSpPr/>
              <p:nvPr/>
            </p:nvSpPr>
            <p:spPr>
              <a:xfrm flipH="1">
                <a:off x="5364" y="3843"/>
                <a:ext cx="276" cy="0"/>
              </a:xfrm>
              <a:prstGeom prst="line">
                <a:avLst/>
              </a:prstGeom>
              <a:ln w="12700" cap="flat" cmpd="sng">
                <a:solidFill>
                  <a:schemeClr val="tx1"/>
                </a:solidFill>
                <a:prstDash val="solid"/>
                <a:round/>
                <a:headEnd type="none" w="med" len="med"/>
                <a:tailEnd type="none" w="sm" len="lg"/>
              </a:ln>
            </p:spPr>
          </p:sp>
          <p:sp>
            <p:nvSpPr>
              <p:cNvPr id="22593" name="Oval 1072"/>
              <p:cNvSpPr/>
              <p:nvPr/>
            </p:nvSpPr>
            <p:spPr>
              <a:xfrm>
                <a:off x="5365" y="3813"/>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94" name="Text Box 1073"/>
              <p:cNvSpPr txBox="1"/>
              <p:nvPr/>
            </p:nvSpPr>
            <p:spPr>
              <a:xfrm>
                <a:off x="4529" y="3545"/>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grpSp>
          <p:nvGrpSpPr>
            <p:cNvPr id="22595" name="Group 1134"/>
            <p:cNvGrpSpPr/>
            <p:nvPr/>
          </p:nvGrpSpPr>
          <p:grpSpPr>
            <a:xfrm>
              <a:off x="3146" y="2751"/>
              <a:ext cx="802" cy="626"/>
              <a:chOff x="3146" y="2751"/>
              <a:chExt cx="802" cy="626"/>
            </a:xfrm>
          </p:grpSpPr>
          <p:sp>
            <p:nvSpPr>
              <p:cNvPr id="22596" name="Rectangle 1034"/>
              <p:cNvSpPr/>
              <p:nvPr/>
            </p:nvSpPr>
            <p:spPr>
              <a:xfrm>
                <a:off x="3641" y="2879"/>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97" name="Line 1042"/>
              <p:cNvSpPr/>
              <p:nvPr/>
            </p:nvSpPr>
            <p:spPr>
              <a:xfrm>
                <a:off x="3373" y="2943"/>
                <a:ext cx="267" cy="0"/>
              </a:xfrm>
              <a:prstGeom prst="line">
                <a:avLst/>
              </a:prstGeom>
              <a:ln w="19050" cap="flat" cmpd="sng">
                <a:solidFill>
                  <a:schemeClr val="tx1"/>
                </a:solidFill>
                <a:prstDash val="solid"/>
                <a:round/>
                <a:headEnd type="none" w="med" len="med"/>
                <a:tailEnd type="none" w="med" len="med"/>
              </a:ln>
            </p:spPr>
          </p:sp>
          <p:sp>
            <p:nvSpPr>
              <p:cNvPr id="22598" name="Text Box 1052"/>
              <p:cNvSpPr txBox="1"/>
              <p:nvPr/>
            </p:nvSpPr>
            <p:spPr>
              <a:xfrm>
                <a:off x="3148" y="2751"/>
                <a:ext cx="255" cy="288"/>
              </a:xfrm>
              <a:prstGeom prst="rect">
                <a:avLst/>
              </a:prstGeom>
              <a:noFill/>
              <a:ln w="9525">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22599" name="Text Box 1061"/>
              <p:cNvSpPr txBox="1"/>
              <p:nvPr/>
            </p:nvSpPr>
            <p:spPr>
              <a:xfrm>
                <a:off x="3593" y="2801"/>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22600" name="Line 1064"/>
              <p:cNvSpPr/>
              <p:nvPr/>
            </p:nvSpPr>
            <p:spPr>
              <a:xfrm flipH="1">
                <a:off x="3384" y="3255"/>
                <a:ext cx="252" cy="0"/>
              </a:xfrm>
              <a:prstGeom prst="line">
                <a:avLst/>
              </a:prstGeom>
              <a:ln w="12700" cap="flat" cmpd="sng">
                <a:solidFill>
                  <a:schemeClr val="tx1"/>
                </a:solidFill>
                <a:prstDash val="solid"/>
                <a:round/>
                <a:headEnd type="none" w="med" len="med"/>
                <a:tailEnd type="none" w="sm" len="lg"/>
              </a:ln>
            </p:spPr>
          </p:sp>
          <p:sp>
            <p:nvSpPr>
              <p:cNvPr id="22601" name="Text Box 1066"/>
              <p:cNvSpPr txBox="1"/>
              <p:nvPr/>
            </p:nvSpPr>
            <p:spPr>
              <a:xfrm>
                <a:off x="3170" y="3089"/>
                <a:ext cx="255" cy="288"/>
              </a:xfrm>
              <a:prstGeom prst="rect">
                <a:avLst/>
              </a:prstGeom>
              <a:noFill/>
              <a:ln w="12700">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D</a:t>
                </a:r>
                <a:endParaRPr lang="en-US" altLang="zh-CN" sz="2400" i="0" dirty="0">
                  <a:latin typeface="Times New Roman" panose="02020603050405020304" pitchFamily="18" charset="0"/>
                  <a:ea typeface="宋体" panose="02010600030101010101" pitchFamily="2" charset="-122"/>
                </a:endParaRPr>
              </a:p>
            </p:txBody>
          </p:sp>
          <p:sp>
            <p:nvSpPr>
              <p:cNvPr id="22602" name="Oval 1071"/>
              <p:cNvSpPr/>
              <p:nvPr/>
            </p:nvSpPr>
            <p:spPr>
              <a:xfrm>
                <a:off x="3901" y="3057"/>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603" name="Line 1131"/>
              <p:cNvSpPr/>
              <p:nvPr/>
            </p:nvSpPr>
            <p:spPr>
              <a:xfrm>
                <a:off x="3372" y="3108"/>
                <a:ext cx="264" cy="0"/>
              </a:xfrm>
              <a:prstGeom prst="line">
                <a:avLst/>
              </a:prstGeom>
              <a:ln w="12700" cap="flat" cmpd="sng">
                <a:solidFill>
                  <a:schemeClr val="tx1"/>
                </a:solidFill>
                <a:prstDash val="solid"/>
                <a:round/>
                <a:headEnd type="none" w="med" len="med"/>
                <a:tailEnd type="none" w="sm" len="lg"/>
              </a:ln>
            </p:spPr>
          </p:sp>
          <p:sp>
            <p:nvSpPr>
              <p:cNvPr id="22604" name="Text Box 1132"/>
              <p:cNvSpPr txBox="1"/>
              <p:nvPr/>
            </p:nvSpPr>
            <p:spPr>
              <a:xfrm>
                <a:off x="3146" y="2930"/>
                <a:ext cx="244" cy="288"/>
              </a:xfrm>
              <a:prstGeom prst="rect">
                <a:avLst/>
              </a:prstGeom>
              <a:noFill/>
              <a:ln w="12700">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grpSp>
        <p:sp>
          <p:nvSpPr>
            <p:cNvPr id="22605" name="Text Box 1133"/>
            <p:cNvSpPr txBox="1"/>
            <p:nvPr/>
          </p:nvSpPr>
          <p:spPr>
            <a:xfrm>
              <a:off x="3194" y="3602"/>
              <a:ext cx="244" cy="288"/>
            </a:xfrm>
            <a:prstGeom prst="rect">
              <a:avLst/>
            </a:prstGeom>
            <a:noFill/>
            <a:ln w="12700">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22606" name="Line 1137"/>
            <p:cNvSpPr/>
            <p:nvPr/>
          </p:nvSpPr>
          <p:spPr>
            <a:xfrm>
              <a:off x="3180" y="2808"/>
              <a:ext cx="156" cy="0"/>
            </a:xfrm>
            <a:prstGeom prst="line">
              <a:avLst/>
            </a:prstGeom>
            <a:ln w="12700" cap="flat" cmpd="sng">
              <a:solidFill>
                <a:schemeClr val="tx1"/>
              </a:solidFill>
              <a:prstDash val="solid"/>
              <a:round/>
              <a:headEnd type="none" w="med" len="med"/>
              <a:tailEnd type="none" w="sm" len="lg"/>
            </a:ln>
          </p:spPr>
        </p:sp>
        <p:sp>
          <p:nvSpPr>
            <p:cNvPr id="22607" name="Line 1138"/>
            <p:cNvSpPr/>
            <p:nvPr/>
          </p:nvSpPr>
          <p:spPr>
            <a:xfrm>
              <a:off x="3216" y="2988"/>
              <a:ext cx="120" cy="0"/>
            </a:xfrm>
            <a:prstGeom prst="line">
              <a:avLst/>
            </a:prstGeom>
            <a:ln w="12700" cap="flat" cmpd="sng">
              <a:solidFill>
                <a:schemeClr val="tx1"/>
              </a:solidFill>
              <a:prstDash val="solid"/>
              <a:round/>
              <a:headEnd type="none" w="med" len="med"/>
              <a:tailEnd type="none" w="sm" len="lg"/>
            </a:ln>
          </p:spPr>
        </p:sp>
      </p:grpSp>
      <p:grpSp>
        <p:nvGrpSpPr>
          <p:cNvPr id="22608" name="Group 55"/>
          <p:cNvGrpSpPr/>
          <p:nvPr/>
        </p:nvGrpSpPr>
        <p:grpSpPr>
          <a:xfrm>
            <a:off x="950913" y="642938"/>
            <a:ext cx="2220912" cy="528637"/>
            <a:chOff x="830" y="2808"/>
            <a:chExt cx="1399" cy="333"/>
          </a:xfrm>
        </p:grpSpPr>
        <p:sp>
          <p:nvSpPr>
            <p:cNvPr id="22609" name="Text Box 46"/>
            <p:cNvSpPr txBox="1"/>
            <p:nvPr/>
          </p:nvSpPr>
          <p:spPr>
            <a:xfrm>
              <a:off x="830" y="2814"/>
              <a:ext cx="1399"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F=AB</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BC</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BD</a:t>
              </a:r>
              <a:endParaRPr lang="en-US" altLang="zh-CN" sz="2800" i="0" dirty="0">
                <a:latin typeface="Times New Roman" panose="02020603050405020304" pitchFamily="18" charset="0"/>
                <a:ea typeface="宋体" panose="02010600030101010101" pitchFamily="2" charset="-122"/>
              </a:endParaRPr>
            </a:p>
          </p:txBody>
        </p:sp>
        <p:sp>
          <p:nvSpPr>
            <p:cNvPr id="22610" name="Line 47"/>
            <p:cNvSpPr/>
            <p:nvPr/>
          </p:nvSpPr>
          <p:spPr>
            <a:xfrm>
              <a:off x="1164" y="2880"/>
              <a:ext cx="288" cy="0"/>
            </a:xfrm>
            <a:prstGeom prst="line">
              <a:avLst/>
            </a:prstGeom>
            <a:ln w="12700" cap="flat" cmpd="sng">
              <a:solidFill>
                <a:schemeClr val="tx1"/>
              </a:solidFill>
              <a:prstDash val="solid"/>
              <a:round/>
              <a:headEnd type="none" w="med" len="med"/>
              <a:tailEnd type="none" w="sm" len="lg"/>
            </a:ln>
          </p:spPr>
        </p:sp>
        <p:sp>
          <p:nvSpPr>
            <p:cNvPr id="22611" name="Line 50"/>
            <p:cNvSpPr/>
            <p:nvPr/>
          </p:nvSpPr>
          <p:spPr>
            <a:xfrm>
              <a:off x="1512" y="2880"/>
              <a:ext cx="300" cy="0"/>
            </a:xfrm>
            <a:prstGeom prst="line">
              <a:avLst/>
            </a:prstGeom>
            <a:ln w="12700" cap="flat" cmpd="sng">
              <a:solidFill>
                <a:schemeClr val="tx1"/>
              </a:solidFill>
              <a:prstDash val="solid"/>
              <a:round/>
              <a:headEnd type="none" w="med" len="med"/>
              <a:tailEnd type="none" w="sm" len="lg"/>
            </a:ln>
          </p:spPr>
        </p:sp>
        <p:sp>
          <p:nvSpPr>
            <p:cNvPr id="22612" name="Line 51"/>
            <p:cNvSpPr/>
            <p:nvPr/>
          </p:nvSpPr>
          <p:spPr>
            <a:xfrm>
              <a:off x="2016" y="2880"/>
              <a:ext cx="132" cy="0"/>
            </a:xfrm>
            <a:prstGeom prst="line">
              <a:avLst/>
            </a:prstGeom>
            <a:ln w="12700" cap="flat" cmpd="sng">
              <a:solidFill>
                <a:schemeClr val="tx1"/>
              </a:solidFill>
              <a:prstDash val="solid"/>
              <a:round/>
              <a:headEnd type="none" w="med" len="med"/>
              <a:tailEnd type="none" w="sm" len="lg"/>
            </a:ln>
          </p:spPr>
        </p:sp>
        <p:sp>
          <p:nvSpPr>
            <p:cNvPr id="22613" name="Line 52"/>
            <p:cNvSpPr/>
            <p:nvPr/>
          </p:nvSpPr>
          <p:spPr>
            <a:xfrm>
              <a:off x="1872" y="2844"/>
              <a:ext cx="300" cy="0"/>
            </a:xfrm>
            <a:prstGeom prst="line">
              <a:avLst/>
            </a:prstGeom>
            <a:ln w="12700" cap="flat" cmpd="sng">
              <a:solidFill>
                <a:schemeClr val="tx1"/>
              </a:solidFill>
              <a:prstDash val="solid"/>
              <a:round/>
              <a:headEnd type="none" w="med" len="med"/>
              <a:tailEnd type="none" w="sm" len="lg"/>
            </a:ln>
          </p:spPr>
        </p:sp>
        <p:sp>
          <p:nvSpPr>
            <p:cNvPr id="22614" name="Line 54"/>
            <p:cNvSpPr/>
            <p:nvPr/>
          </p:nvSpPr>
          <p:spPr>
            <a:xfrm flipH="1">
              <a:off x="1140" y="2808"/>
              <a:ext cx="1032" cy="0"/>
            </a:xfrm>
            <a:prstGeom prst="line">
              <a:avLst/>
            </a:prstGeom>
            <a:ln w="12700" cap="flat" cmpd="sng">
              <a:solidFill>
                <a:schemeClr val="tx1"/>
              </a:solidFill>
              <a:prstDash val="solid"/>
              <a:round/>
              <a:headEnd type="none" w="med" len="med"/>
              <a:tailEnd type="none" w="sm"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0467"/>
                                        </p:tgtEl>
                                        <p:attrNameLst>
                                          <p:attrName>style.visibility</p:attrName>
                                        </p:attrNameLst>
                                      </p:cBhvr>
                                      <p:to>
                                        <p:strVal val="visible"/>
                                      </p:to>
                                    </p:set>
                                    <p:animEffect transition="in" filter="wipe(down)">
                                      <p:cBhvr>
                                        <p:cTn id="7" dur="500"/>
                                        <p:tgtEl>
                                          <p:spTgt spid="6046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ou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0468"/>
                                        </p:tgtEl>
                                        <p:attrNameLst>
                                          <p:attrName>style.visibility</p:attrName>
                                        </p:attrNameLst>
                                      </p:cBhvr>
                                      <p:to>
                                        <p:strVal val="visible"/>
                                      </p:to>
                                    </p:set>
                                    <p:animEffect transition="in" filter="wipe(left)">
                                      <p:cBhvr>
                                        <p:cTn id="17" dur="500"/>
                                        <p:tgtEl>
                                          <p:spTgt spid="604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0469"/>
                                        </p:tgtEl>
                                        <p:attrNameLst>
                                          <p:attrName>style.visibility</p:attrName>
                                        </p:attrNameLst>
                                      </p:cBhvr>
                                      <p:to>
                                        <p:strVal val="visible"/>
                                      </p:to>
                                    </p:set>
                                    <p:animEffect transition="in" filter="wipe(left)">
                                      <p:cBhvr>
                                        <p:cTn id="22" dur="500"/>
                                        <p:tgtEl>
                                          <p:spTgt spid="6046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box(out)">
                                      <p:cBhvr>
                                        <p:cTn id="4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67" grpId="0"/>
      <p:bldP spid="60468" grpId="0"/>
      <p:bldP spid="6046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5" name="Text Box 5"/>
          <p:cNvSpPr txBox="1">
            <a:spLocks noChangeArrowheads="1"/>
          </p:cNvSpPr>
          <p:nvPr/>
        </p:nvSpPr>
        <p:spPr bwMode="auto">
          <a:xfrm>
            <a:off x="755650" y="788988"/>
            <a:ext cx="5965825" cy="552450"/>
          </a:xfrm>
          <a:prstGeom prst="rect">
            <a:avLst/>
          </a:prstGeom>
          <a:noFill/>
          <a:ln w="9525">
            <a:noFill/>
            <a:miter lim="800000"/>
          </a:ln>
          <a:effectLst/>
        </p:spPr>
        <p:txBody>
          <a:bodyPr>
            <a:spAutoFit/>
          </a:bodyPr>
          <a:lstStyle/>
          <a:p>
            <a:pPr marR="0" algn="ctr" defTabSz="914400">
              <a:buClrTx/>
              <a:buSzTx/>
              <a:buFontTx/>
              <a:buNone/>
              <a:defRPr/>
            </a:pPr>
            <a:r>
              <a:rPr kumimoji="1" lang="en-US" altLang="zh-CN"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2</a:t>
            </a:r>
            <a:r>
              <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）用“或非”门实现逻辑函数</a:t>
            </a:r>
            <a:endPar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61446" name="Text Box 6"/>
          <p:cNvSpPr txBox="1"/>
          <p:nvPr/>
        </p:nvSpPr>
        <p:spPr>
          <a:xfrm>
            <a:off x="919163" y="1552575"/>
            <a:ext cx="6899275"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第一步    求出函数的最简“或</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与”表达式。</a:t>
            </a:r>
            <a:endParaRPr lang="zh-CN" altLang="en-US" sz="2800" i="0" dirty="0">
              <a:latin typeface="Times New Roman" panose="02020603050405020304" pitchFamily="18" charset="0"/>
              <a:ea typeface="宋体" panose="02010600030101010101" pitchFamily="2" charset="-122"/>
            </a:endParaRPr>
          </a:p>
        </p:txBody>
      </p:sp>
      <p:sp>
        <p:nvSpPr>
          <p:cNvPr id="61447" name="Text Box 7"/>
          <p:cNvSpPr txBox="1"/>
          <p:nvPr/>
        </p:nvSpPr>
        <p:spPr>
          <a:xfrm>
            <a:off x="912813" y="2047875"/>
            <a:ext cx="6899275"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第二步    将其变换成“或非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或非”表达式。</a:t>
            </a:r>
            <a:endParaRPr lang="zh-CN" altLang="en-US" sz="2800" i="0" dirty="0">
              <a:latin typeface="Times New Roman" panose="02020603050405020304" pitchFamily="18" charset="0"/>
              <a:ea typeface="宋体" panose="02010600030101010101" pitchFamily="2" charset="-122"/>
            </a:endParaRPr>
          </a:p>
        </p:txBody>
      </p:sp>
      <p:sp>
        <p:nvSpPr>
          <p:cNvPr id="61448" name="Text Box 8"/>
          <p:cNvSpPr txBox="1"/>
          <p:nvPr/>
        </p:nvSpPr>
        <p:spPr>
          <a:xfrm>
            <a:off x="962025" y="2562225"/>
            <a:ext cx="72961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第三步    画出函数表达式对应的逻辑电路图。</a:t>
            </a:r>
            <a:endParaRPr lang="zh-CN" altLang="en-US" sz="2800" i="0" dirty="0">
              <a:latin typeface="Times New Roman" panose="02020603050405020304" pitchFamily="18" charset="0"/>
              <a:ea typeface="宋体" panose="02010600030101010101" pitchFamily="2" charset="-122"/>
            </a:endParaRPr>
          </a:p>
        </p:txBody>
      </p:sp>
      <p:grpSp>
        <p:nvGrpSpPr>
          <p:cNvPr id="2" name="Group 73"/>
          <p:cNvGrpSpPr/>
          <p:nvPr/>
        </p:nvGrpSpPr>
        <p:grpSpPr>
          <a:xfrm>
            <a:off x="363538" y="3248025"/>
            <a:ext cx="4881562" cy="993775"/>
            <a:chOff x="115" y="2046"/>
            <a:chExt cx="3075" cy="626"/>
          </a:xfrm>
        </p:grpSpPr>
        <p:sp>
          <p:nvSpPr>
            <p:cNvPr id="23558" name="Text Box 9"/>
            <p:cNvSpPr txBox="1"/>
            <p:nvPr/>
          </p:nvSpPr>
          <p:spPr>
            <a:xfrm>
              <a:off x="115" y="2046"/>
              <a:ext cx="2995" cy="290"/>
            </a:xfrm>
            <a:prstGeom prst="rect">
              <a:avLst/>
            </a:prstGeom>
            <a:noFill/>
            <a:ln w="12700">
              <a:noFill/>
            </a:ln>
          </p:spPr>
          <p:txBody>
            <a:bodyPr wrap="none" anchor="t" anchorCtr="0">
              <a:spAutoFit/>
            </a:bodyPr>
            <a:p>
              <a:pPr algn="ctr"/>
              <a:r>
                <a:rPr lang="zh-CN" altLang="en-US" sz="2400" i="0" dirty="0">
                  <a:latin typeface="Times New Roman" panose="02020603050405020304" pitchFamily="18" charset="0"/>
                  <a:ea typeface="宋体" panose="02010600030101010101" pitchFamily="2" charset="-122"/>
                </a:rPr>
                <a:t>例：用“或非”门实现逻辑电路。</a:t>
              </a:r>
              <a:endParaRPr lang="zh-CN" altLang="en-US" sz="2400" i="0" dirty="0">
                <a:latin typeface="Times New Roman" panose="02020603050405020304" pitchFamily="18" charset="0"/>
                <a:ea typeface="宋体" panose="02010600030101010101" pitchFamily="2" charset="-122"/>
              </a:endParaRPr>
            </a:p>
          </p:txBody>
        </p:sp>
        <p:grpSp>
          <p:nvGrpSpPr>
            <p:cNvPr id="23559" name="Group 15"/>
            <p:cNvGrpSpPr/>
            <p:nvPr/>
          </p:nvGrpSpPr>
          <p:grpSpPr>
            <a:xfrm>
              <a:off x="235" y="2382"/>
              <a:ext cx="2955" cy="290"/>
              <a:chOff x="1101" y="2514"/>
              <a:chExt cx="2955" cy="290"/>
            </a:xfrm>
          </p:grpSpPr>
          <p:sp>
            <p:nvSpPr>
              <p:cNvPr id="23560" name="Text Box 10"/>
              <p:cNvSpPr txBox="1"/>
              <p:nvPr/>
            </p:nvSpPr>
            <p:spPr>
              <a:xfrm>
                <a:off x="1101" y="2514"/>
                <a:ext cx="2945" cy="290"/>
              </a:xfrm>
              <a:prstGeom prst="rect">
                <a:avLst/>
              </a:prstGeom>
              <a:noFill/>
              <a:ln w="12700">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F(A,B,C,D)=CD+ACD+ABD+ACD</a:t>
                </a:r>
                <a:endParaRPr lang="en-US" altLang="zh-CN" sz="2400" i="0" dirty="0">
                  <a:latin typeface="Times New Roman" panose="02020603050405020304" pitchFamily="18" charset="0"/>
                  <a:ea typeface="宋体" panose="02010600030101010101" pitchFamily="2" charset="-122"/>
                </a:endParaRPr>
              </a:p>
            </p:txBody>
          </p:sp>
          <p:sp>
            <p:nvSpPr>
              <p:cNvPr id="23561" name="Line 12"/>
              <p:cNvSpPr/>
              <p:nvPr/>
            </p:nvSpPr>
            <p:spPr>
              <a:xfrm>
                <a:off x="2568" y="2580"/>
                <a:ext cx="144" cy="0"/>
              </a:xfrm>
              <a:prstGeom prst="line">
                <a:avLst/>
              </a:prstGeom>
              <a:ln w="12700" cap="flat" cmpd="sng">
                <a:solidFill>
                  <a:schemeClr val="tx1"/>
                </a:solidFill>
                <a:prstDash val="solid"/>
                <a:round/>
                <a:headEnd type="none" w="med" len="med"/>
                <a:tailEnd type="none" w="sm" len="lg"/>
              </a:ln>
            </p:spPr>
          </p:sp>
          <p:sp>
            <p:nvSpPr>
              <p:cNvPr id="23562" name="Line 13"/>
              <p:cNvSpPr/>
              <p:nvPr/>
            </p:nvSpPr>
            <p:spPr>
              <a:xfrm>
                <a:off x="2892" y="2580"/>
                <a:ext cx="120" cy="0"/>
              </a:xfrm>
              <a:prstGeom prst="line">
                <a:avLst/>
              </a:prstGeom>
              <a:ln w="12700" cap="flat" cmpd="sng">
                <a:solidFill>
                  <a:schemeClr val="tx1"/>
                </a:solidFill>
                <a:prstDash val="solid"/>
                <a:round/>
                <a:headEnd type="none" w="med" len="med"/>
                <a:tailEnd type="none" w="sm" len="lg"/>
              </a:ln>
            </p:spPr>
          </p:sp>
          <p:sp>
            <p:nvSpPr>
              <p:cNvPr id="23563" name="Line 14"/>
              <p:cNvSpPr/>
              <p:nvPr/>
            </p:nvSpPr>
            <p:spPr>
              <a:xfrm>
                <a:off x="3936" y="2580"/>
                <a:ext cx="120" cy="0"/>
              </a:xfrm>
              <a:prstGeom prst="line">
                <a:avLst/>
              </a:prstGeom>
              <a:ln w="12700" cap="flat" cmpd="sng">
                <a:solidFill>
                  <a:schemeClr val="tx1"/>
                </a:solidFill>
                <a:prstDash val="solid"/>
                <a:round/>
                <a:headEnd type="none" w="med" len="med"/>
                <a:tailEnd type="none" w="sm" len="lg"/>
              </a:ln>
            </p:spPr>
          </p:sp>
        </p:grpSp>
      </p:grpSp>
      <p:sp>
        <p:nvSpPr>
          <p:cNvPr id="61483" name="Text Box 43"/>
          <p:cNvSpPr txBox="1"/>
          <p:nvPr/>
        </p:nvSpPr>
        <p:spPr>
          <a:xfrm>
            <a:off x="288925" y="4311650"/>
            <a:ext cx="8953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61484" name="Text Box 44"/>
          <p:cNvSpPr txBox="1"/>
          <p:nvPr/>
        </p:nvSpPr>
        <p:spPr>
          <a:xfrm>
            <a:off x="1108075" y="4333875"/>
            <a:ext cx="1379538" cy="519113"/>
          </a:xfrm>
          <a:prstGeom prst="rect">
            <a:avLst/>
          </a:prstGeom>
          <a:noFill/>
          <a:ln w="12700">
            <a:noFill/>
          </a:ln>
        </p:spPr>
        <p:txBody>
          <a:bodyPr wrap="none"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第一步</a:t>
            </a:r>
            <a:r>
              <a:rPr lang="en-US" altLang="zh-CN" sz="2800" b="1" i="0" dirty="0">
                <a:solidFill>
                  <a:srgbClr val="3333FF"/>
                </a:solidFill>
                <a:latin typeface="Times New Roman" panose="02020603050405020304" pitchFamily="18" charset="0"/>
                <a:ea typeface="宋体" panose="02010600030101010101" pitchFamily="2" charset="-122"/>
              </a:rPr>
              <a:t>:</a:t>
            </a:r>
            <a:endParaRPr lang="en-US" altLang="zh-CN" sz="2800" b="1" i="0" dirty="0">
              <a:solidFill>
                <a:srgbClr val="3333FF"/>
              </a:solidFill>
              <a:latin typeface="Times New Roman" panose="02020603050405020304" pitchFamily="18" charset="0"/>
              <a:ea typeface="宋体" panose="02010600030101010101" pitchFamily="2" charset="-122"/>
            </a:endParaRPr>
          </a:p>
        </p:txBody>
      </p:sp>
      <p:grpSp>
        <p:nvGrpSpPr>
          <p:cNvPr id="4" name="Group 50"/>
          <p:cNvGrpSpPr/>
          <p:nvPr/>
        </p:nvGrpSpPr>
        <p:grpSpPr>
          <a:xfrm>
            <a:off x="1089025" y="5000625"/>
            <a:ext cx="1790700" cy="519113"/>
            <a:chOff x="686" y="3150"/>
            <a:chExt cx="1128" cy="327"/>
          </a:xfrm>
        </p:grpSpPr>
        <p:sp>
          <p:nvSpPr>
            <p:cNvPr id="23567" name="Text Box 45"/>
            <p:cNvSpPr txBox="1"/>
            <p:nvPr/>
          </p:nvSpPr>
          <p:spPr>
            <a:xfrm>
              <a:off x="686" y="3150"/>
              <a:ext cx="11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F=AC+AD</a:t>
              </a:r>
              <a:endParaRPr lang="en-US" altLang="zh-CN" sz="2800" i="0" dirty="0">
                <a:latin typeface="Times New Roman" panose="02020603050405020304" pitchFamily="18" charset="0"/>
                <a:ea typeface="宋体" panose="02010600030101010101" pitchFamily="2" charset="-122"/>
              </a:endParaRPr>
            </a:p>
          </p:txBody>
        </p:sp>
        <p:sp>
          <p:nvSpPr>
            <p:cNvPr id="23568" name="Line 46"/>
            <p:cNvSpPr/>
            <p:nvPr/>
          </p:nvSpPr>
          <p:spPr>
            <a:xfrm>
              <a:off x="744" y="3204"/>
              <a:ext cx="132" cy="0"/>
            </a:xfrm>
            <a:prstGeom prst="line">
              <a:avLst/>
            </a:prstGeom>
            <a:ln w="12700" cap="flat" cmpd="sng">
              <a:solidFill>
                <a:schemeClr val="tx1"/>
              </a:solidFill>
              <a:prstDash val="solid"/>
              <a:round/>
              <a:headEnd type="none" w="med" len="med"/>
              <a:tailEnd type="none" w="sm" len="lg"/>
            </a:ln>
          </p:spPr>
        </p:sp>
        <p:sp>
          <p:nvSpPr>
            <p:cNvPr id="23569" name="Line 47"/>
            <p:cNvSpPr/>
            <p:nvPr/>
          </p:nvSpPr>
          <p:spPr>
            <a:xfrm>
              <a:off x="1020" y="3204"/>
              <a:ext cx="120" cy="0"/>
            </a:xfrm>
            <a:prstGeom prst="line">
              <a:avLst/>
            </a:prstGeom>
            <a:ln w="12700" cap="flat" cmpd="sng">
              <a:solidFill>
                <a:schemeClr val="tx1"/>
              </a:solidFill>
              <a:prstDash val="solid"/>
              <a:round/>
              <a:headEnd type="none" w="med" len="med"/>
              <a:tailEnd type="none" w="sm" len="lg"/>
            </a:ln>
          </p:spPr>
        </p:sp>
        <p:sp>
          <p:nvSpPr>
            <p:cNvPr id="23570" name="Line 48"/>
            <p:cNvSpPr/>
            <p:nvPr/>
          </p:nvSpPr>
          <p:spPr>
            <a:xfrm>
              <a:off x="1188" y="3204"/>
              <a:ext cx="108" cy="0"/>
            </a:xfrm>
            <a:prstGeom prst="line">
              <a:avLst/>
            </a:prstGeom>
            <a:ln w="12700" cap="flat" cmpd="sng">
              <a:solidFill>
                <a:schemeClr val="tx1"/>
              </a:solidFill>
              <a:prstDash val="solid"/>
              <a:round/>
              <a:headEnd type="none" w="med" len="med"/>
              <a:tailEnd type="none" w="sm" len="lg"/>
            </a:ln>
          </p:spPr>
        </p:sp>
        <p:sp>
          <p:nvSpPr>
            <p:cNvPr id="23571" name="Line 49"/>
            <p:cNvSpPr/>
            <p:nvPr/>
          </p:nvSpPr>
          <p:spPr>
            <a:xfrm>
              <a:off x="1608" y="3204"/>
              <a:ext cx="120" cy="0"/>
            </a:xfrm>
            <a:prstGeom prst="line">
              <a:avLst/>
            </a:prstGeom>
            <a:ln w="12700" cap="flat" cmpd="sng">
              <a:solidFill>
                <a:schemeClr val="tx1"/>
              </a:solidFill>
              <a:prstDash val="solid"/>
              <a:round/>
              <a:headEnd type="none" w="med" len="med"/>
              <a:tailEnd type="none" w="sm" len="lg"/>
            </a:ln>
          </p:spPr>
        </p:sp>
      </p:grpSp>
      <p:grpSp>
        <p:nvGrpSpPr>
          <p:cNvPr id="5" name="Group 58"/>
          <p:cNvGrpSpPr/>
          <p:nvPr/>
        </p:nvGrpSpPr>
        <p:grpSpPr>
          <a:xfrm>
            <a:off x="1127125" y="5648325"/>
            <a:ext cx="2865438" cy="519113"/>
            <a:chOff x="710" y="3558"/>
            <a:chExt cx="1805" cy="327"/>
          </a:xfrm>
        </p:grpSpPr>
        <p:sp>
          <p:nvSpPr>
            <p:cNvPr id="23573" name="Text Box 53"/>
            <p:cNvSpPr txBox="1"/>
            <p:nvPr/>
          </p:nvSpPr>
          <p:spPr>
            <a:xfrm>
              <a:off x="710" y="3558"/>
              <a:ext cx="1805"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F=F=(A+C)(A+D)</a:t>
              </a:r>
              <a:endParaRPr lang="en-US" altLang="zh-CN" sz="2800" i="0" dirty="0">
                <a:latin typeface="Times New Roman" panose="02020603050405020304" pitchFamily="18" charset="0"/>
                <a:ea typeface="宋体" panose="02010600030101010101" pitchFamily="2" charset="-122"/>
              </a:endParaRPr>
            </a:p>
          </p:txBody>
        </p:sp>
        <p:sp>
          <p:nvSpPr>
            <p:cNvPr id="23574" name="Line 55"/>
            <p:cNvSpPr/>
            <p:nvPr/>
          </p:nvSpPr>
          <p:spPr>
            <a:xfrm>
              <a:off x="1020" y="3624"/>
              <a:ext cx="120" cy="0"/>
            </a:xfrm>
            <a:prstGeom prst="line">
              <a:avLst/>
            </a:prstGeom>
            <a:ln w="12700" cap="flat" cmpd="sng">
              <a:solidFill>
                <a:schemeClr val="tx1"/>
              </a:solidFill>
              <a:prstDash val="solid"/>
              <a:round/>
              <a:headEnd type="none" w="med" len="med"/>
              <a:tailEnd type="none" w="sm" len="lg"/>
            </a:ln>
          </p:spPr>
        </p:sp>
        <p:sp>
          <p:nvSpPr>
            <p:cNvPr id="23575" name="Line 56"/>
            <p:cNvSpPr/>
            <p:nvPr/>
          </p:nvSpPr>
          <p:spPr>
            <a:xfrm>
              <a:off x="1956" y="3612"/>
              <a:ext cx="120" cy="0"/>
            </a:xfrm>
            <a:prstGeom prst="line">
              <a:avLst/>
            </a:prstGeom>
            <a:ln w="12700" cap="flat" cmpd="sng">
              <a:solidFill>
                <a:schemeClr val="tx1"/>
              </a:solidFill>
              <a:prstDash val="solid"/>
              <a:round/>
              <a:headEnd type="none" w="med" len="med"/>
              <a:tailEnd type="none" w="sm" len="lg"/>
            </a:ln>
          </p:spPr>
        </p:sp>
        <p:sp>
          <p:nvSpPr>
            <p:cNvPr id="23576" name="Line 57"/>
            <p:cNvSpPr/>
            <p:nvPr/>
          </p:nvSpPr>
          <p:spPr>
            <a:xfrm>
              <a:off x="1020" y="3588"/>
              <a:ext cx="120" cy="0"/>
            </a:xfrm>
            <a:prstGeom prst="line">
              <a:avLst/>
            </a:prstGeom>
            <a:ln w="12700" cap="flat" cmpd="sng">
              <a:solidFill>
                <a:schemeClr val="tx1"/>
              </a:solidFill>
              <a:prstDash val="solid"/>
              <a:round/>
              <a:headEnd type="none" w="med" len="med"/>
              <a:tailEnd type="none" w="sm" len="lg"/>
            </a:ln>
          </p:spPr>
        </p:sp>
      </p:grpSp>
      <p:grpSp>
        <p:nvGrpSpPr>
          <p:cNvPr id="6" name="Group 72"/>
          <p:cNvGrpSpPr/>
          <p:nvPr/>
        </p:nvGrpSpPr>
        <p:grpSpPr>
          <a:xfrm>
            <a:off x="5222875" y="3200400"/>
            <a:ext cx="3654425" cy="3200400"/>
            <a:chOff x="3290" y="2016"/>
            <a:chExt cx="2302" cy="2016"/>
          </a:xfrm>
        </p:grpSpPr>
        <p:sp>
          <p:nvSpPr>
            <p:cNvPr id="23578" name="AutoShape 17"/>
            <p:cNvSpPr/>
            <p:nvPr/>
          </p:nvSpPr>
          <p:spPr>
            <a:xfrm rot="5400000" flipV="1">
              <a:off x="4959" y="3373"/>
              <a:ext cx="333" cy="862"/>
            </a:xfrm>
            <a:prstGeom prst="leftBracket">
              <a:avLst>
                <a:gd name="adj" fmla="val 56625"/>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3579" name="AutoShape 18"/>
            <p:cNvSpPr/>
            <p:nvPr/>
          </p:nvSpPr>
          <p:spPr>
            <a:xfrm rot="-5400000" flipV="1">
              <a:off x="4941" y="2119"/>
              <a:ext cx="393" cy="862"/>
            </a:xfrm>
            <a:prstGeom prst="leftBracket">
              <a:avLst>
                <a:gd name="adj" fmla="val 47980"/>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3580" name="AutoShape 19"/>
            <p:cNvSpPr/>
            <p:nvPr/>
          </p:nvSpPr>
          <p:spPr>
            <a:xfrm>
              <a:off x="3942" y="2462"/>
              <a:ext cx="731" cy="681"/>
            </a:xfrm>
            <a:prstGeom prst="roundRect">
              <a:avLst>
                <a:gd name="adj" fmla="val 16667"/>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3581" name="Line 21"/>
            <p:cNvSpPr/>
            <p:nvPr/>
          </p:nvSpPr>
          <p:spPr>
            <a:xfrm>
              <a:off x="3838" y="2801"/>
              <a:ext cx="1748" cy="0"/>
            </a:xfrm>
            <a:prstGeom prst="line">
              <a:avLst/>
            </a:prstGeom>
            <a:ln w="28575" cap="flat" cmpd="sng">
              <a:solidFill>
                <a:srgbClr val="3333FF"/>
              </a:solidFill>
              <a:prstDash val="solid"/>
              <a:round/>
              <a:headEnd type="none" w="med" len="med"/>
              <a:tailEnd type="none" w="med" len="med"/>
            </a:ln>
          </p:spPr>
        </p:sp>
        <p:sp>
          <p:nvSpPr>
            <p:cNvPr id="23582" name="Text Box 22"/>
            <p:cNvSpPr txBox="1"/>
            <p:nvPr/>
          </p:nvSpPr>
          <p:spPr>
            <a:xfrm>
              <a:off x="3923" y="2024"/>
              <a:ext cx="1628" cy="327"/>
            </a:xfrm>
            <a:prstGeom prst="rect">
              <a:avLst/>
            </a:prstGeom>
            <a:noFill/>
            <a:ln w="9525">
              <a:noFill/>
            </a:ln>
          </p:spPr>
          <p:txBody>
            <a:bodyPr wrap="none" anchor="t" anchorCtr="0">
              <a:spAutoFit/>
            </a:bodyPr>
            <a:p>
              <a:pPr algn="ct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23583" name="Text Box 23"/>
            <p:cNvSpPr txBox="1"/>
            <p:nvPr/>
          </p:nvSpPr>
          <p:spPr>
            <a:xfrm>
              <a:off x="3473" y="2358"/>
              <a:ext cx="364" cy="1674"/>
            </a:xfrm>
            <a:prstGeom prst="rect">
              <a:avLst/>
            </a:prstGeom>
            <a:noFill/>
            <a:ln w="9525">
              <a:noFill/>
            </a:ln>
          </p:spPr>
          <p:txBody>
            <a:bodyPr anchor="t" anchorCtr="0">
              <a:spAutoFit/>
            </a:bodyPr>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23584" name="Text Box 24"/>
            <p:cNvSpPr txBox="1"/>
            <p:nvPr/>
          </p:nvSpPr>
          <p:spPr>
            <a:xfrm>
              <a:off x="3570" y="2016"/>
              <a:ext cx="390"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23585" name="Text Box 25"/>
            <p:cNvSpPr txBox="1"/>
            <p:nvPr/>
          </p:nvSpPr>
          <p:spPr>
            <a:xfrm>
              <a:off x="3290" y="2147"/>
              <a:ext cx="427"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sp>
          <p:nvSpPr>
            <p:cNvPr id="23586" name="Rectangle 27"/>
            <p:cNvSpPr/>
            <p:nvPr/>
          </p:nvSpPr>
          <p:spPr>
            <a:xfrm>
              <a:off x="3819" y="2368"/>
              <a:ext cx="1754" cy="1601"/>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23587" name="Group 28"/>
            <p:cNvGrpSpPr/>
            <p:nvPr/>
          </p:nvGrpSpPr>
          <p:grpSpPr>
            <a:xfrm>
              <a:off x="4282" y="2368"/>
              <a:ext cx="883" cy="1604"/>
              <a:chOff x="858" y="702"/>
              <a:chExt cx="645" cy="1380"/>
            </a:xfrm>
          </p:grpSpPr>
          <p:sp>
            <p:nvSpPr>
              <p:cNvPr id="23588" name="Line 29"/>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23589" name="Line 30"/>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23590" name="Line 31"/>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sp>
          <p:nvSpPr>
            <p:cNvPr id="23591" name="Line 32"/>
            <p:cNvSpPr/>
            <p:nvPr/>
          </p:nvSpPr>
          <p:spPr>
            <a:xfrm>
              <a:off x="3838" y="3211"/>
              <a:ext cx="1748" cy="0"/>
            </a:xfrm>
            <a:prstGeom prst="line">
              <a:avLst/>
            </a:prstGeom>
            <a:ln w="28575" cap="flat" cmpd="sng">
              <a:solidFill>
                <a:srgbClr val="3333FF"/>
              </a:solidFill>
              <a:prstDash val="solid"/>
              <a:round/>
              <a:headEnd type="none" w="med" len="med"/>
              <a:tailEnd type="none" w="med" len="med"/>
            </a:ln>
          </p:spPr>
        </p:sp>
        <p:sp>
          <p:nvSpPr>
            <p:cNvPr id="23592" name="Line 33"/>
            <p:cNvSpPr/>
            <p:nvPr/>
          </p:nvSpPr>
          <p:spPr>
            <a:xfrm>
              <a:off x="3844" y="3594"/>
              <a:ext cx="1748" cy="0"/>
            </a:xfrm>
            <a:prstGeom prst="line">
              <a:avLst/>
            </a:prstGeom>
            <a:ln w="28575" cap="flat" cmpd="sng">
              <a:solidFill>
                <a:srgbClr val="3333FF"/>
              </a:solidFill>
              <a:prstDash val="solid"/>
              <a:round/>
              <a:headEnd type="none" w="med" len="med"/>
              <a:tailEnd type="none" w="med" len="med"/>
            </a:ln>
          </p:spPr>
        </p:sp>
        <p:sp>
          <p:nvSpPr>
            <p:cNvPr id="23593" name="Rectangle 34"/>
            <p:cNvSpPr/>
            <p:nvPr/>
          </p:nvSpPr>
          <p:spPr>
            <a:xfrm>
              <a:off x="4858" y="3623"/>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594" name="Rectangle 35"/>
            <p:cNvSpPr/>
            <p:nvPr/>
          </p:nvSpPr>
          <p:spPr>
            <a:xfrm>
              <a:off x="5235" y="2422"/>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595" name="Rectangle 36"/>
            <p:cNvSpPr/>
            <p:nvPr/>
          </p:nvSpPr>
          <p:spPr>
            <a:xfrm>
              <a:off x="4389" y="2851"/>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596" name="Rectangle 37"/>
            <p:cNvSpPr/>
            <p:nvPr/>
          </p:nvSpPr>
          <p:spPr>
            <a:xfrm>
              <a:off x="4791" y="2426"/>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597" name="Text Box 38"/>
            <p:cNvSpPr txBox="1"/>
            <p:nvPr/>
          </p:nvSpPr>
          <p:spPr>
            <a:xfrm>
              <a:off x="4385" y="2388"/>
              <a:ext cx="237" cy="381"/>
            </a:xfrm>
            <a:prstGeom prst="rect">
              <a:avLst/>
            </a:prstGeom>
            <a:noFill/>
            <a:ln w="9525">
              <a:noFill/>
            </a:ln>
          </p:spPr>
          <p:txBody>
            <a:bodyPr anchor="t" anchorCtr="0">
              <a:spAutoFit/>
            </a:bodyPr>
            <a:p>
              <a:pPr algn="ctr">
                <a:lnSpc>
                  <a:spcPct val="12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598" name="Rectangle 39"/>
            <p:cNvSpPr/>
            <p:nvPr/>
          </p:nvSpPr>
          <p:spPr>
            <a:xfrm>
              <a:off x="3942" y="2415"/>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599" name="Rectangle 40"/>
            <p:cNvSpPr/>
            <p:nvPr/>
          </p:nvSpPr>
          <p:spPr>
            <a:xfrm>
              <a:off x="3959" y="2843"/>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600" name="Line 41"/>
            <p:cNvSpPr/>
            <p:nvPr/>
          </p:nvSpPr>
          <p:spPr>
            <a:xfrm>
              <a:off x="3511" y="2128"/>
              <a:ext cx="306" cy="304"/>
            </a:xfrm>
            <a:prstGeom prst="line">
              <a:avLst/>
            </a:prstGeom>
            <a:ln w="28575" cap="flat" cmpd="sng">
              <a:solidFill>
                <a:srgbClr val="3333FF"/>
              </a:solidFill>
              <a:prstDash val="solid"/>
              <a:round/>
              <a:headEnd type="none" w="med" len="med"/>
              <a:tailEnd type="none" w="med" len="med"/>
            </a:ln>
          </p:spPr>
        </p:sp>
        <p:sp>
          <p:nvSpPr>
            <p:cNvPr id="23601" name="Text Box 51"/>
            <p:cNvSpPr txBox="1"/>
            <p:nvPr/>
          </p:nvSpPr>
          <p:spPr>
            <a:xfrm>
              <a:off x="5252" y="3630"/>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602" name="Text Box 59"/>
            <p:cNvSpPr txBox="1"/>
            <p:nvPr/>
          </p:nvSpPr>
          <p:spPr>
            <a:xfrm>
              <a:off x="3986" y="319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3603" name="Text Box 60"/>
            <p:cNvSpPr txBox="1"/>
            <p:nvPr/>
          </p:nvSpPr>
          <p:spPr>
            <a:xfrm>
              <a:off x="4382" y="319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3604" name="Text Box 61"/>
            <p:cNvSpPr txBox="1"/>
            <p:nvPr/>
          </p:nvSpPr>
          <p:spPr>
            <a:xfrm>
              <a:off x="3986" y="3570"/>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3605" name="Text Box 62"/>
            <p:cNvSpPr txBox="1"/>
            <p:nvPr/>
          </p:nvSpPr>
          <p:spPr>
            <a:xfrm>
              <a:off x="4382" y="3570"/>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3606" name="Text Box 63"/>
            <p:cNvSpPr txBox="1"/>
            <p:nvPr/>
          </p:nvSpPr>
          <p:spPr>
            <a:xfrm>
              <a:off x="4850" y="2826"/>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3607" name="Text Box 64"/>
            <p:cNvSpPr txBox="1"/>
            <p:nvPr/>
          </p:nvSpPr>
          <p:spPr>
            <a:xfrm>
              <a:off x="5246" y="283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3608" name="Text Box 65"/>
            <p:cNvSpPr txBox="1"/>
            <p:nvPr/>
          </p:nvSpPr>
          <p:spPr>
            <a:xfrm>
              <a:off x="4850" y="319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3609" name="Text Box 66"/>
            <p:cNvSpPr txBox="1"/>
            <p:nvPr/>
          </p:nvSpPr>
          <p:spPr>
            <a:xfrm>
              <a:off x="5258" y="3210"/>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46"/>
                                        </p:tgtEl>
                                        <p:attrNameLst>
                                          <p:attrName>style.visibility</p:attrName>
                                        </p:attrNameLst>
                                      </p:cBhvr>
                                      <p:to>
                                        <p:strVal val="visible"/>
                                      </p:to>
                                    </p:set>
                                    <p:animEffect transition="in" filter="wipe(left)">
                                      <p:cBhvr>
                                        <p:cTn id="7" dur="500"/>
                                        <p:tgtEl>
                                          <p:spTgt spid="614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47"/>
                                        </p:tgtEl>
                                        <p:attrNameLst>
                                          <p:attrName>style.visibility</p:attrName>
                                        </p:attrNameLst>
                                      </p:cBhvr>
                                      <p:to>
                                        <p:strVal val="visible"/>
                                      </p:to>
                                    </p:set>
                                    <p:animEffect transition="in" filter="wipe(left)">
                                      <p:cBhvr>
                                        <p:cTn id="12" dur="500"/>
                                        <p:tgtEl>
                                          <p:spTgt spid="614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1448"/>
                                        </p:tgtEl>
                                        <p:attrNameLst>
                                          <p:attrName>style.visibility</p:attrName>
                                        </p:attrNameLst>
                                      </p:cBhvr>
                                      <p:to>
                                        <p:strVal val="visible"/>
                                      </p:to>
                                    </p:set>
                                    <p:animEffect transition="in" filter="wipe(down)">
                                      <p:cBhvr>
                                        <p:cTn id="17" dur="500"/>
                                        <p:tgtEl>
                                          <p:spTgt spid="6144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8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61484"/>
                                        </p:tgtEl>
                                        <p:attrNameLst>
                                          <p:attrName>style.visibility</p:attrName>
                                        </p:attrNameLst>
                                      </p:cBhvr>
                                      <p:to>
                                        <p:strVal val="visible"/>
                                      </p:to>
                                    </p:set>
                                    <p:animEffect transition="in" filter="wipe(down)">
                                      <p:cBhvr>
                                        <p:cTn id="31" dur="500"/>
                                        <p:tgtEl>
                                          <p:spTgt spid="61484"/>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box(out)">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left)">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left)">
                                      <p:cBhvr>
                                        <p:cTn id="4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6" grpId="0"/>
      <p:bldP spid="61447" grpId="0"/>
      <p:bldP spid="61448" grpId="0"/>
      <p:bldP spid="61483" grpId="0"/>
      <p:bldP spid="6148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9" name="Text Box 5"/>
          <p:cNvSpPr txBox="1"/>
          <p:nvPr/>
        </p:nvSpPr>
        <p:spPr>
          <a:xfrm>
            <a:off x="1012825" y="1263650"/>
            <a:ext cx="2335213" cy="519113"/>
          </a:xfrm>
          <a:prstGeom prst="rect">
            <a:avLst/>
          </a:prstGeom>
          <a:noFill/>
          <a:ln w="12700">
            <a:noFill/>
          </a:ln>
        </p:spPr>
        <p:txBody>
          <a:bodyPr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第二步：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grpSp>
        <p:nvGrpSpPr>
          <p:cNvPr id="2" name="Group 23"/>
          <p:cNvGrpSpPr/>
          <p:nvPr/>
        </p:nvGrpSpPr>
        <p:grpSpPr>
          <a:xfrm>
            <a:off x="3355975" y="1285875"/>
            <a:ext cx="2466975" cy="519113"/>
            <a:chOff x="2114" y="810"/>
            <a:chExt cx="1554" cy="327"/>
          </a:xfrm>
        </p:grpSpPr>
        <p:sp>
          <p:nvSpPr>
            <p:cNvPr id="24579" name="Text Box 7"/>
            <p:cNvSpPr txBox="1"/>
            <p:nvPr/>
          </p:nvSpPr>
          <p:spPr>
            <a:xfrm>
              <a:off x="2114" y="810"/>
              <a:ext cx="1554"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F=(A+C)(A+D)</a:t>
              </a:r>
              <a:endParaRPr lang="en-US" altLang="zh-CN" sz="2800" i="0" dirty="0">
                <a:latin typeface="Times New Roman" panose="02020603050405020304" pitchFamily="18" charset="0"/>
                <a:ea typeface="宋体" panose="02010600030101010101" pitchFamily="2" charset="-122"/>
              </a:endParaRPr>
            </a:p>
          </p:txBody>
        </p:sp>
        <p:sp>
          <p:nvSpPr>
            <p:cNvPr id="24580" name="Line 9"/>
            <p:cNvSpPr/>
            <p:nvPr/>
          </p:nvSpPr>
          <p:spPr>
            <a:xfrm>
              <a:off x="3120" y="876"/>
              <a:ext cx="120" cy="0"/>
            </a:xfrm>
            <a:prstGeom prst="line">
              <a:avLst/>
            </a:prstGeom>
            <a:ln w="12700" cap="flat" cmpd="sng">
              <a:solidFill>
                <a:schemeClr val="tx1"/>
              </a:solidFill>
              <a:prstDash val="solid"/>
              <a:round/>
              <a:headEnd type="none" w="med" len="med"/>
              <a:tailEnd type="none" w="sm" len="lg"/>
            </a:ln>
          </p:spPr>
        </p:sp>
        <p:sp>
          <p:nvSpPr>
            <p:cNvPr id="24581" name="Line 11"/>
            <p:cNvSpPr/>
            <p:nvPr/>
          </p:nvSpPr>
          <p:spPr>
            <a:xfrm>
              <a:off x="2448" y="852"/>
              <a:ext cx="1128" cy="0"/>
            </a:xfrm>
            <a:prstGeom prst="line">
              <a:avLst/>
            </a:prstGeom>
            <a:ln w="12700" cap="flat" cmpd="sng">
              <a:solidFill>
                <a:schemeClr val="tx1"/>
              </a:solidFill>
              <a:prstDash val="solid"/>
              <a:round/>
              <a:headEnd type="none" w="med" len="med"/>
              <a:tailEnd type="none" w="sm" len="lg"/>
            </a:ln>
          </p:spPr>
        </p:sp>
        <p:sp>
          <p:nvSpPr>
            <p:cNvPr id="24582" name="Line 12"/>
            <p:cNvSpPr/>
            <p:nvPr/>
          </p:nvSpPr>
          <p:spPr>
            <a:xfrm>
              <a:off x="2436" y="828"/>
              <a:ext cx="1164" cy="0"/>
            </a:xfrm>
            <a:prstGeom prst="line">
              <a:avLst/>
            </a:prstGeom>
            <a:ln w="12700" cap="flat" cmpd="sng">
              <a:solidFill>
                <a:schemeClr val="tx1"/>
              </a:solidFill>
              <a:prstDash val="solid"/>
              <a:round/>
              <a:headEnd type="none" w="med" len="med"/>
              <a:tailEnd type="none" w="sm" len="lg"/>
            </a:ln>
          </p:spPr>
        </p:sp>
      </p:grpSp>
      <p:grpSp>
        <p:nvGrpSpPr>
          <p:cNvPr id="3" name="Group 22"/>
          <p:cNvGrpSpPr/>
          <p:nvPr/>
        </p:nvGrpSpPr>
        <p:grpSpPr>
          <a:xfrm>
            <a:off x="3279775" y="1895475"/>
            <a:ext cx="2735263" cy="519113"/>
            <a:chOff x="1934" y="2238"/>
            <a:chExt cx="1723" cy="327"/>
          </a:xfrm>
        </p:grpSpPr>
        <p:sp>
          <p:nvSpPr>
            <p:cNvPr id="24584" name="Text Box 16"/>
            <p:cNvSpPr txBox="1"/>
            <p:nvPr/>
          </p:nvSpPr>
          <p:spPr>
            <a:xfrm>
              <a:off x="1934" y="2238"/>
              <a:ext cx="1723"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   =(A+C)+(A+D)</a:t>
              </a:r>
              <a:endParaRPr lang="en-US" altLang="zh-CN" sz="2800" i="0" dirty="0">
                <a:latin typeface="Times New Roman" panose="02020603050405020304" pitchFamily="18" charset="0"/>
                <a:ea typeface="宋体" panose="02010600030101010101" pitchFamily="2" charset="-122"/>
              </a:endParaRPr>
            </a:p>
          </p:txBody>
        </p:sp>
        <p:sp>
          <p:nvSpPr>
            <p:cNvPr id="24585" name="Line 17"/>
            <p:cNvSpPr/>
            <p:nvPr/>
          </p:nvSpPr>
          <p:spPr>
            <a:xfrm>
              <a:off x="3096" y="2316"/>
              <a:ext cx="120" cy="0"/>
            </a:xfrm>
            <a:prstGeom prst="line">
              <a:avLst/>
            </a:prstGeom>
            <a:ln w="12700" cap="flat" cmpd="sng">
              <a:solidFill>
                <a:schemeClr val="tx1"/>
              </a:solidFill>
              <a:prstDash val="solid"/>
              <a:round/>
              <a:headEnd type="none" w="med" len="med"/>
              <a:tailEnd type="none" w="sm" len="lg"/>
            </a:ln>
          </p:spPr>
        </p:sp>
        <p:sp>
          <p:nvSpPr>
            <p:cNvPr id="24586" name="Line 18"/>
            <p:cNvSpPr/>
            <p:nvPr/>
          </p:nvSpPr>
          <p:spPr>
            <a:xfrm>
              <a:off x="2352" y="2268"/>
              <a:ext cx="1260" cy="0"/>
            </a:xfrm>
            <a:prstGeom prst="line">
              <a:avLst/>
            </a:prstGeom>
            <a:ln w="12700" cap="flat" cmpd="sng">
              <a:solidFill>
                <a:schemeClr val="tx1"/>
              </a:solidFill>
              <a:prstDash val="solid"/>
              <a:round/>
              <a:headEnd type="none" w="med" len="med"/>
              <a:tailEnd type="none" w="sm" len="lg"/>
            </a:ln>
          </p:spPr>
        </p:sp>
        <p:sp>
          <p:nvSpPr>
            <p:cNvPr id="24587" name="Line 19"/>
            <p:cNvSpPr/>
            <p:nvPr/>
          </p:nvSpPr>
          <p:spPr>
            <a:xfrm>
              <a:off x="3060" y="2292"/>
              <a:ext cx="504" cy="0"/>
            </a:xfrm>
            <a:prstGeom prst="line">
              <a:avLst/>
            </a:prstGeom>
            <a:ln w="12700" cap="flat" cmpd="sng">
              <a:solidFill>
                <a:schemeClr val="tx1"/>
              </a:solidFill>
              <a:prstDash val="solid"/>
              <a:round/>
              <a:headEnd type="none" w="med" len="med"/>
              <a:tailEnd type="none" w="sm" len="lg"/>
            </a:ln>
          </p:spPr>
        </p:sp>
        <p:sp>
          <p:nvSpPr>
            <p:cNvPr id="24588" name="Line 20"/>
            <p:cNvSpPr/>
            <p:nvPr/>
          </p:nvSpPr>
          <p:spPr>
            <a:xfrm>
              <a:off x="2328" y="2292"/>
              <a:ext cx="540" cy="0"/>
            </a:xfrm>
            <a:prstGeom prst="line">
              <a:avLst/>
            </a:prstGeom>
            <a:ln w="12700" cap="flat" cmpd="sng">
              <a:solidFill>
                <a:schemeClr val="tx1"/>
              </a:solidFill>
              <a:prstDash val="solid"/>
              <a:round/>
              <a:headEnd type="none" w="med" len="med"/>
              <a:tailEnd type="none" w="sm" len="lg"/>
            </a:ln>
          </p:spPr>
        </p:sp>
      </p:grpSp>
      <p:sp>
        <p:nvSpPr>
          <p:cNvPr id="62488" name="Text Box 24"/>
          <p:cNvSpPr txBox="1"/>
          <p:nvPr/>
        </p:nvSpPr>
        <p:spPr>
          <a:xfrm>
            <a:off x="1012825" y="3416300"/>
            <a:ext cx="2473325" cy="519113"/>
          </a:xfrm>
          <a:prstGeom prst="rect">
            <a:avLst/>
          </a:prstGeom>
          <a:noFill/>
          <a:ln w="12700">
            <a:noFill/>
          </a:ln>
        </p:spPr>
        <p:txBody>
          <a:bodyPr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第三步：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grpSp>
        <p:nvGrpSpPr>
          <p:cNvPr id="4" name="Group 101"/>
          <p:cNvGrpSpPr/>
          <p:nvPr/>
        </p:nvGrpSpPr>
        <p:grpSpPr>
          <a:xfrm>
            <a:off x="3276600" y="2528888"/>
            <a:ext cx="3254375" cy="3481387"/>
            <a:chOff x="2064" y="1593"/>
            <a:chExt cx="2050" cy="2193"/>
          </a:xfrm>
        </p:grpSpPr>
        <p:sp>
          <p:nvSpPr>
            <p:cNvPr id="24591" name="Rectangle 27"/>
            <p:cNvSpPr/>
            <p:nvPr/>
          </p:nvSpPr>
          <p:spPr>
            <a:xfrm>
              <a:off x="2635" y="1979"/>
              <a:ext cx="896" cy="450"/>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4592" name="Line 28"/>
            <p:cNvSpPr/>
            <p:nvPr/>
          </p:nvSpPr>
          <p:spPr>
            <a:xfrm flipV="1">
              <a:off x="3107" y="1691"/>
              <a:ext cx="0" cy="288"/>
            </a:xfrm>
            <a:prstGeom prst="line">
              <a:avLst/>
            </a:prstGeom>
            <a:ln w="9525" cap="flat" cmpd="sng">
              <a:solidFill>
                <a:schemeClr val="tx1"/>
              </a:solidFill>
              <a:prstDash val="solid"/>
              <a:round/>
              <a:headEnd type="none" w="med" len="med"/>
              <a:tailEnd type="none" w="med" len="med"/>
            </a:ln>
          </p:spPr>
        </p:sp>
        <p:sp>
          <p:nvSpPr>
            <p:cNvPr id="24593" name="Line 29"/>
            <p:cNvSpPr/>
            <p:nvPr/>
          </p:nvSpPr>
          <p:spPr>
            <a:xfrm flipH="1" flipV="1">
              <a:off x="2867" y="2418"/>
              <a:ext cx="0" cy="324"/>
            </a:xfrm>
            <a:prstGeom prst="line">
              <a:avLst/>
            </a:prstGeom>
            <a:ln w="9525" cap="flat" cmpd="sng">
              <a:solidFill>
                <a:schemeClr val="tx1"/>
              </a:solidFill>
              <a:prstDash val="solid"/>
              <a:round/>
              <a:headEnd type="none" w="med" len="med"/>
              <a:tailEnd type="none" w="med" len="med"/>
            </a:ln>
          </p:spPr>
        </p:sp>
        <p:sp>
          <p:nvSpPr>
            <p:cNvPr id="24594" name="Line 30"/>
            <p:cNvSpPr/>
            <p:nvPr/>
          </p:nvSpPr>
          <p:spPr>
            <a:xfrm flipV="1">
              <a:off x="3273" y="2418"/>
              <a:ext cx="0" cy="312"/>
            </a:xfrm>
            <a:prstGeom prst="line">
              <a:avLst/>
            </a:prstGeom>
            <a:ln w="9525" cap="flat" cmpd="sng">
              <a:solidFill>
                <a:schemeClr val="tx1"/>
              </a:solidFill>
              <a:prstDash val="solid"/>
              <a:round/>
              <a:headEnd type="none" w="med" len="med"/>
              <a:tailEnd type="none" w="med" len="med"/>
            </a:ln>
          </p:spPr>
        </p:sp>
        <p:sp>
          <p:nvSpPr>
            <p:cNvPr id="24595" name="Text Box 31"/>
            <p:cNvSpPr txBox="1"/>
            <p:nvPr/>
          </p:nvSpPr>
          <p:spPr>
            <a:xfrm>
              <a:off x="2894" y="1593"/>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24596" name="Text Box 34"/>
            <p:cNvSpPr txBox="1"/>
            <p:nvPr/>
          </p:nvSpPr>
          <p:spPr>
            <a:xfrm>
              <a:off x="2940" y="2034"/>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24597" name="Oval 36"/>
            <p:cNvSpPr/>
            <p:nvPr/>
          </p:nvSpPr>
          <p:spPr>
            <a:xfrm>
              <a:off x="3080" y="1962"/>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4598" name="Rectangle 79"/>
            <p:cNvSpPr/>
            <p:nvPr/>
          </p:nvSpPr>
          <p:spPr>
            <a:xfrm>
              <a:off x="2071" y="3023"/>
              <a:ext cx="896" cy="450"/>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4599" name="Line 80"/>
            <p:cNvSpPr/>
            <p:nvPr/>
          </p:nvSpPr>
          <p:spPr>
            <a:xfrm flipV="1">
              <a:off x="2543" y="2735"/>
              <a:ext cx="0" cy="288"/>
            </a:xfrm>
            <a:prstGeom prst="line">
              <a:avLst/>
            </a:prstGeom>
            <a:ln w="9525" cap="flat" cmpd="sng">
              <a:solidFill>
                <a:schemeClr val="tx1"/>
              </a:solidFill>
              <a:prstDash val="solid"/>
              <a:round/>
              <a:headEnd type="none" w="med" len="med"/>
              <a:tailEnd type="none" w="med" len="med"/>
            </a:ln>
          </p:spPr>
        </p:sp>
        <p:sp>
          <p:nvSpPr>
            <p:cNvPr id="24600" name="Line 81"/>
            <p:cNvSpPr/>
            <p:nvPr/>
          </p:nvSpPr>
          <p:spPr>
            <a:xfrm flipV="1">
              <a:off x="2303" y="3462"/>
              <a:ext cx="0" cy="288"/>
            </a:xfrm>
            <a:prstGeom prst="line">
              <a:avLst/>
            </a:prstGeom>
            <a:ln w="9525" cap="flat" cmpd="sng">
              <a:solidFill>
                <a:schemeClr val="tx1"/>
              </a:solidFill>
              <a:prstDash val="solid"/>
              <a:round/>
              <a:headEnd type="none" w="med" len="med"/>
              <a:tailEnd type="none" w="med" len="med"/>
            </a:ln>
          </p:spPr>
        </p:sp>
        <p:sp>
          <p:nvSpPr>
            <p:cNvPr id="24601" name="Line 82"/>
            <p:cNvSpPr/>
            <p:nvPr/>
          </p:nvSpPr>
          <p:spPr>
            <a:xfrm flipV="1">
              <a:off x="2709" y="3462"/>
              <a:ext cx="0" cy="288"/>
            </a:xfrm>
            <a:prstGeom prst="line">
              <a:avLst/>
            </a:prstGeom>
            <a:ln w="9525" cap="flat" cmpd="sng">
              <a:solidFill>
                <a:schemeClr val="tx1"/>
              </a:solidFill>
              <a:prstDash val="solid"/>
              <a:round/>
              <a:headEnd type="none" w="med" len="med"/>
              <a:tailEnd type="none" w="med" len="med"/>
            </a:ln>
          </p:spPr>
        </p:sp>
        <p:sp>
          <p:nvSpPr>
            <p:cNvPr id="24602" name="Text Box 84"/>
            <p:cNvSpPr txBox="1"/>
            <p:nvPr/>
          </p:nvSpPr>
          <p:spPr>
            <a:xfrm>
              <a:off x="2064" y="3459"/>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24603" name="Text Box 85"/>
            <p:cNvSpPr txBox="1"/>
            <p:nvPr/>
          </p:nvSpPr>
          <p:spPr>
            <a:xfrm>
              <a:off x="2719" y="3491"/>
              <a:ext cx="244"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24604" name="Text Box 86"/>
            <p:cNvSpPr txBox="1"/>
            <p:nvPr/>
          </p:nvSpPr>
          <p:spPr>
            <a:xfrm>
              <a:off x="2376" y="3078"/>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24605" name="Oval 87"/>
            <p:cNvSpPr/>
            <p:nvPr/>
          </p:nvSpPr>
          <p:spPr>
            <a:xfrm>
              <a:off x="2516" y="3006"/>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4606" name="Rectangle 89"/>
            <p:cNvSpPr/>
            <p:nvPr/>
          </p:nvSpPr>
          <p:spPr>
            <a:xfrm>
              <a:off x="3211" y="3011"/>
              <a:ext cx="896" cy="450"/>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4607" name="Line 90"/>
            <p:cNvSpPr/>
            <p:nvPr/>
          </p:nvSpPr>
          <p:spPr>
            <a:xfrm flipV="1">
              <a:off x="3683" y="2711"/>
              <a:ext cx="0" cy="300"/>
            </a:xfrm>
            <a:prstGeom prst="line">
              <a:avLst/>
            </a:prstGeom>
            <a:ln w="9525" cap="flat" cmpd="sng">
              <a:solidFill>
                <a:schemeClr val="tx1"/>
              </a:solidFill>
              <a:prstDash val="solid"/>
              <a:round/>
              <a:headEnd type="none" w="med" len="med"/>
              <a:tailEnd type="none" w="med" len="med"/>
            </a:ln>
          </p:spPr>
        </p:sp>
        <p:sp>
          <p:nvSpPr>
            <p:cNvPr id="24608" name="Line 91"/>
            <p:cNvSpPr/>
            <p:nvPr/>
          </p:nvSpPr>
          <p:spPr>
            <a:xfrm flipV="1">
              <a:off x="3443" y="3450"/>
              <a:ext cx="0" cy="288"/>
            </a:xfrm>
            <a:prstGeom prst="line">
              <a:avLst/>
            </a:prstGeom>
            <a:ln w="9525" cap="flat" cmpd="sng">
              <a:solidFill>
                <a:schemeClr val="tx1"/>
              </a:solidFill>
              <a:prstDash val="solid"/>
              <a:round/>
              <a:headEnd type="none" w="med" len="med"/>
              <a:tailEnd type="none" w="med" len="med"/>
            </a:ln>
          </p:spPr>
        </p:sp>
        <p:sp>
          <p:nvSpPr>
            <p:cNvPr id="24609" name="Line 92"/>
            <p:cNvSpPr/>
            <p:nvPr/>
          </p:nvSpPr>
          <p:spPr>
            <a:xfrm flipV="1">
              <a:off x="3849" y="3450"/>
              <a:ext cx="0" cy="288"/>
            </a:xfrm>
            <a:prstGeom prst="line">
              <a:avLst/>
            </a:prstGeom>
            <a:ln w="9525" cap="flat" cmpd="sng">
              <a:solidFill>
                <a:schemeClr val="tx1"/>
              </a:solidFill>
              <a:prstDash val="solid"/>
              <a:round/>
              <a:headEnd type="none" w="med" len="med"/>
              <a:tailEnd type="none" w="med" len="med"/>
            </a:ln>
          </p:spPr>
        </p:sp>
        <p:sp>
          <p:nvSpPr>
            <p:cNvPr id="24610" name="Text Box 94"/>
            <p:cNvSpPr txBox="1"/>
            <p:nvPr/>
          </p:nvSpPr>
          <p:spPr>
            <a:xfrm>
              <a:off x="3204" y="3447"/>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24611" name="Text Box 95"/>
            <p:cNvSpPr txBox="1"/>
            <p:nvPr/>
          </p:nvSpPr>
          <p:spPr>
            <a:xfrm>
              <a:off x="3859" y="3479"/>
              <a:ext cx="255"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24612" name="Text Box 96"/>
            <p:cNvSpPr txBox="1"/>
            <p:nvPr/>
          </p:nvSpPr>
          <p:spPr>
            <a:xfrm>
              <a:off x="3516" y="3066"/>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24613" name="Oval 97"/>
            <p:cNvSpPr/>
            <p:nvPr/>
          </p:nvSpPr>
          <p:spPr>
            <a:xfrm>
              <a:off x="3656" y="2994"/>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4614" name="Line 98"/>
            <p:cNvSpPr/>
            <p:nvPr/>
          </p:nvSpPr>
          <p:spPr>
            <a:xfrm>
              <a:off x="2544" y="2736"/>
              <a:ext cx="324" cy="0"/>
            </a:xfrm>
            <a:prstGeom prst="line">
              <a:avLst/>
            </a:prstGeom>
            <a:ln w="12700" cap="flat" cmpd="sng">
              <a:solidFill>
                <a:schemeClr val="tx1"/>
              </a:solidFill>
              <a:prstDash val="solid"/>
              <a:round/>
              <a:headEnd type="none" w="med" len="med"/>
              <a:tailEnd type="none" w="sm" len="lg"/>
            </a:ln>
          </p:spPr>
        </p:sp>
        <p:sp>
          <p:nvSpPr>
            <p:cNvPr id="24615" name="Line 99"/>
            <p:cNvSpPr/>
            <p:nvPr/>
          </p:nvSpPr>
          <p:spPr>
            <a:xfrm>
              <a:off x="3276" y="2724"/>
              <a:ext cx="420" cy="0"/>
            </a:xfrm>
            <a:prstGeom prst="line">
              <a:avLst/>
            </a:prstGeom>
            <a:ln w="12700" cap="flat" cmpd="sng">
              <a:solidFill>
                <a:schemeClr val="tx1"/>
              </a:solidFill>
              <a:prstDash val="solid"/>
              <a:round/>
              <a:headEnd type="none" w="med" len="med"/>
              <a:tailEnd type="none" w="sm" len="lg"/>
            </a:ln>
          </p:spPr>
        </p:sp>
        <p:sp>
          <p:nvSpPr>
            <p:cNvPr id="24616" name="Line 100"/>
            <p:cNvSpPr/>
            <p:nvPr/>
          </p:nvSpPr>
          <p:spPr>
            <a:xfrm>
              <a:off x="3240" y="3516"/>
              <a:ext cx="156" cy="0"/>
            </a:xfrm>
            <a:prstGeom prst="line">
              <a:avLst/>
            </a:prstGeom>
            <a:ln w="12700" cap="flat" cmpd="sng">
              <a:solidFill>
                <a:schemeClr val="tx1"/>
              </a:solidFill>
              <a:prstDash val="solid"/>
              <a:round/>
              <a:headEnd type="none" w="med" len="med"/>
              <a:tailEnd type="none" w="sm"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9"/>
                                        </p:tgtEl>
                                        <p:attrNameLst>
                                          <p:attrName>style.visibility</p:attrName>
                                        </p:attrNameLst>
                                      </p:cBhvr>
                                      <p:to>
                                        <p:strVal val="visible"/>
                                      </p:to>
                                    </p:set>
                                    <p:animEffect transition="in" filter="wipe(left)">
                                      <p:cBhvr>
                                        <p:cTn id="7" dur="500"/>
                                        <p:tgtEl>
                                          <p:spTgt spid="624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488"/>
                                        </p:tgtEl>
                                        <p:attrNameLst>
                                          <p:attrName>style.visibility</p:attrName>
                                        </p:attrNameLst>
                                      </p:cBhvr>
                                      <p:to>
                                        <p:strVal val="visible"/>
                                      </p:to>
                                    </p:set>
                                    <p:animEffect transition="in" filter="wipe(left)">
                                      <p:cBhvr>
                                        <p:cTn id="22" dur="500"/>
                                        <p:tgtEl>
                                          <p:spTgt spid="62488"/>
                                        </p:tgtEl>
                                      </p:cBhvr>
                                    </p:animEffect>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to="" calcmode="lin" valueType="num">
                                      <p:cBhvr>
                                        <p:cTn id="27" dur="1" fill="hold"/>
                                        <p:tgtEl>
                                          <p:spTgt spid="4"/>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9" grpId="0"/>
      <p:bldP spid="6248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4" name="Text Box 6"/>
          <p:cNvSpPr txBox="1">
            <a:spLocks noChangeArrowheads="1"/>
          </p:cNvSpPr>
          <p:nvPr/>
        </p:nvSpPr>
        <p:spPr bwMode="auto">
          <a:xfrm>
            <a:off x="755650" y="788988"/>
            <a:ext cx="6167438" cy="552450"/>
          </a:xfrm>
          <a:prstGeom prst="rect">
            <a:avLst/>
          </a:prstGeom>
          <a:noFill/>
          <a:ln w="9525">
            <a:noFill/>
            <a:miter lim="800000"/>
          </a:ln>
          <a:effectLst/>
        </p:spPr>
        <p:txBody>
          <a:bodyPr>
            <a:spAutoFit/>
          </a:bodyPr>
          <a:lstStyle/>
          <a:p>
            <a:pPr marR="0" algn="ctr" defTabSz="914400">
              <a:buClrTx/>
              <a:buSzTx/>
              <a:buFontTx/>
              <a:buNone/>
              <a:defRPr/>
            </a:pPr>
            <a:r>
              <a:rPr kumimoji="1" lang="en-US" altLang="zh-CN"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a:t>
            </a:r>
            <a:r>
              <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）用“与或非”门实现逻辑函数</a:t>
            </a:r>
            <a:endPar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63495" name="Text Box 7"/>
          <p:cNvSpPr txBox="1"/>
          <p:nvPr/>
        </p:nvSpPr>
        <p:spPr>
          <a:xfrm>
            <a:off x="919163" y="1381125"/>
            <a:ext cx="7254875"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第一步    求出反函数的最简“与</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或”表达式。</a:t>
            </a:r>
            <a:endParaRPr lang="zh-CN" altLang="en-US" sz="2800" i="0" dirty="0">
              <a:latin typeface="Times New Roman" panose="02020603050405020304" pitchFamily="18" charset="0"/>
              <a:ea typeface="宋体" panose="02010600030101010101" pitchFamily="2" charset="-122"/>
            </a:endParaRPr>
          </a:p>
        </p:txBody>
      </p:sp>
      <p:sp>
        <p:nvSpPr>
          <p:cNvPr id="63496" name="Text Box 8"/>
          <p:cNvSpPr txBox="1"/>
          <p:nvPr/>
        </p:nvSpPr>
        <p:spPr>
          <a:xfrm>
            <a:off x="931863" y="1876425"/>
            <a:ext cx="7966075"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第二步    将其变换成函数的“与</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非”表达式。</a:t>
            </a:r>
            <a:endParaRPr lang="zh-CN" altLang="en-US" sz="2800" i="0" dirty="0">
              <a:latin typeface="Times New Roman" panose="02020603050405020304" pitchFamily="18" charset="0"/>
              <a:ea typeface="宋体" panose="02010600030101010101" pitchFamily="2" charset="-122"/>
            </a:endParaRPr>
          </a:p>
        </p:txBody>
      </p:sp>
      <p:sp>
        <p:nvSpPr>
          <p:cNvPr id="63497" name="Text Box 9"/>
          <p:cNvSpPr txBox="1"/>
          <p:nvPr/>
        </p:nvSpPr>
        <p:spPr>
          <a:xfrm>
            <a:off x="725488" y="2395538"/>
            <a:ext cx="7296150" cy="519112"/>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第三步    画出函数表达式对应的逻辑电路图。</a:t>
            </a:r>
            <a:endParaRPr lang="zh-CN" altLang="en-US" sz="2800" i="0" dirty="0">
              <a:latin typeface="Times New Roman" panose="02020603050405020304" pitchFamily="18" charset="0"/>
              <a:ea typeface="宋体" panose="02010600030101010101" pitchFamily="2" charset="-122"/>
            </a:endParaRPr>
          </a:p>
        </p:txBody>
      </p:sp>
      <p:sp>
        <p:nvSpPr>
          <p:cNvPr id="63498" name="Text Box 10"/>
          <p:cNvSpPr txBox="1"/>
          <p:nvPr/>
        </p:nvSpPr>
        <p:spPr>
          <a:xfrm>
            <a:off x="207963" y="3000375"/>
            <a:ext cx="5060950" cy="460375"/>
          </a:xfrm>
          <a:prstGeom prst="rect">
            <a:avLst/>
          </a:prstGeom>
          <a:noFill/>
          <a:ln w="12700">
            <a:noFill/>
          </a:ln>
        </p:spPr>
        <p:txBody>
          <a:bodyPr wrap="none" anchor="t" anchorCtr="0">
            <a:spAutoFit/>
          </a:bodyPr>
          <a:p>
            <a:pPr algn="ctr"/>
            <a:r>
              <a:rPr lang="zh-CN" altLang="en-US" sz="2400" i="0" dirty="0">
                <a:latin typeface="Times New Roman" panose="02020603050405020304" pitchFamily="18" charset="0"/>
                <a:ea typeface="宋体" panose="02010600030101010101" pitchFamily="2" charset="-122"/>
              </a:rPr>
              <a:t>例：用“与或非”门实现逻辑电路。</a:t>
            </a:r>
            <a:endParaRPr lang="zh-CN" altLang="en-US" sz="2400" i="0" dirty="0">
              <a:latin typeface="Times New Roman" panose="02020603050405020304" pitchFamily="18" charset="0"/>
              <a:ea typeface="宋体" panose="02010600030101010101" pitchFamily="2" charset="-122"/>
            </a:endParaRPr>
          </a:p>
        </p:txBody>
      </p:sp>
      <p:sp>
        <p:nvSpPr>
          <p:cNvPr id="63499" name="Text Box 11"/>
          <p:cNvSpPr txBox="1"/>
          <p:nvPr/>
        </p:nvSpPr>
        <p:spPr>
          <a:xfrm>
            <a:off x="0" y="3527425"/>
            <a:ext cx="5243513" cy="460375"/>
          </a:xfrm>
          <a:prstGeom prst="rect">
            <a:avLst/>
          </a:prstGeom>
          <a:noFill/>
          <a:ln w="12700">
            <a:noFill/>
          </a:ln>
        </p:spPr>
        <p:txBody>
          <a:bodyPr anchor="t" anchorCtr="0">
            <a:spAutoFit/>
          </a:bodyPr>
          <a:p>
            <a:pPr algn="ctr"/>
            <a:r>
              <a:rPr lang="en-US" altLang="zh-CN" sz="2400" i="0" dirty="0">
                <a:latin typeface="Times New Roman" panose="02020603050405020304" pitchFamily="18" charset="0"/>
                <a:ea typeface="宋体" panose="02010600030101010101" pitchFamily="2" charset="-122"/>
              </a:rPr>
              <a:t>F(A,B,C,D)=</a:t>
            </a:r>
            <a:r>
              <a:rPr lang="en-US" altLang="zh-CN" sz="2400" i="0" dirty="0">
                <a:latin typeface="Times New Roman" panose="02020603050405020304" pitchFamily="18" charset="0"/>
                <a:ea typeface="宋体" panose="02010600030101010101" pitchFamily="2" charset="-122"/>
                <a:sym typeface="Symbol" panose="05050102010706020507" pitchFamily="18" charset="2"/>
              </a:rPr>
              <a:t>m(1,3,4,5,6,7,12,14)</a:t>
            </a:r>
            <a:endParaRPr lang="en-US" altLang="zh-CN" sz="2400" i="0" dirty="0">
              <a:latin typeface="Times New Roman" panose="02020603050405020304" pitchFamily="18" charset="0"/>
              <a:ea typeface="宋体" panose="02010600030101010101" pitchFamily="2" charset="-122"/>
            </a:endParaRPr>
          </a:p>
        </p:txBody>
      </p:sp>
      <p:sp>
        <p:nvSpPr>
          <p:cNvPr id="63501" name="Text Box 13"/>
          <p:cNvSpPr txBox="1"/>
          <p:nvPr/>
        </p:nvSpPr>
        <p:spPr>
          <a:xfrm>
            <a:off x="0" y="4064000"/>
            <a:ext cx="8953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63502" name="Text Box 14"/>
          <p:cNvSpPr txBox="1"/>
          <p:nvPr/>
        </p:nvSpPr>
        <p:spPr>
          <a:xfrm>
            <a:off x="784225" y="4105275"/>
            <a:ext cx="1379538" cy="519113"/>
          </a:xfrm>
          <a:prstGeom prst="rect">
            <a:avLst/>
          </a:prstGeom>
          <a:noFill/>
          <a:ln w="12700">
            <a:noFill/>
          </a:ln>
        </p:spPr>
        <p:txBody>
          <a:bodyPr wrap="none"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第一步</a:t>
            </a:r>
            <a:r>
              <a:rPr lang="en-US" altLang="zh-CN" sz="2800" b="1" i="0" dirty="0">
                <a:solidFill>
                  <a:srgbClr val="3333FF"/>
                </a:solidFill>
                <a:latin typeface="Times New Roman" panose="02020603050405020304" pitchFamily="18" charset="0"/>
                <a:ea typeface="宋体" panose="02010600030101010101" pitchFamily="2" charset="-122"/>
              </a:rPr>
              <a:t>:</a:t>
            </a:r>
            <a:endParaRPr lang="en-US" altLang="zh-CN" sz="2800" b="1" i="0" dirty="0">
              <a:solidFill>
                <a:srgbClr val="3333FF"/>
              </a:solidFill>
              <a:latin typeface="Times New Roman" panose="02020603050405020304" pitchFamily="18" charset="0"/>
              <a:ea typeface="宋体" panose="02010600030101010101" pitchFamily="2" charset="-122"/>
            </a:endParaRPr>
          </a:p>
        </p:txBody>
      </p:sp>
      <p:grpSp>
        <p:nvGrpSpPr>
          <p:cNvPr id="2" name="Group 78"/>
          <p:cNvGrpSpPr/>
          <p:nvPr/>
        </p:nvGrpSpPr>
        <p:grpSpPr>
          <a:xfrm>
            <a:off x="5184775" y="3257550"/>
            <a:ext cx="3624263" cy="3200400"/>
            <a:chOff x="3290" y="2016"/>
            <a:chExt cx="2283" cy="2016"/>
          </a:xfrm>
        </p:grpSpPr>
        <p:sp>
          <p:nvSpPr>
            <p:cNvPr id="25610" name="AutoShape 76"/>
            <p:cNvSpPr/>
            <p:nvPr/>
          </p:nvSpPr>
          <p:spPr>
            <a:xfrm rot="5400000" flipV="1">
              <a:off x="5205" y="3641"/>
              <a:ext cx="321" cy="310"/>
            </a:xfrm>
            <a:prstGeom prst="leftBracket">
              <a:avLst>
                <a:gd name="adj" fmla="val 21875"/>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5611" name="AutoShape 77"/>
            <p:cNvSpPr/>
            <p:nvPr/>
          </p:nvSpPr>
          <p:spPr>
            <a:xfrm rot="5400000" flipV="1">
              <a:off x="3885" y="3641"/>
              <a:ext cx="321" cy="310"/>
            </a:xfrm>
            <a:prstGeom prst="leftBracket">
              <a:avLst>
                <a:gd name="adj" fmla="val 21875"/>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5612" name="AutoShape 74"/>
            <p:cNvSpPr/>
            <p:nvPr/>
          </p:nvSpPr>
          <p:spPr>
            <a:xfrm rot="-5400000" flipV="1">
              <a:off x="3861" y="2393"/>
              <a:ext cx="321" cy="310"/>
            </a:xfrm>
            <a:prstGeom prst="leftBracket">
              <a:avLst>
                <a:gd name="adj" fmla="val 21875"/>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5613" name="AutoShape 42"/>
            <p:cNvSpPr/>
            <p:nvPr/>
          </p:nvSpPr>
          <p:spPr>
            <a:xfrm rot="-5400000">
              <a:off x="5175" y="2399"/>
              <a:ext cx="333" cy="310"/>
            </a:xfrm>
            <a:prstGeom prst="leftBracket">
              <a:avLst>
                <a:gd name="adj" fmla="val 21875"/>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5614" name="AutoShape 44"/>
            <p:cNvSpPr/>
            <p:nvPr/>
          </p:nvSpPr>
          <p:spPr>
            <a:xfrm>
              <a:off x="4806" y="2870"/>
              <a:ext cx="731" cy="681"/>
            </a:xfrm>
            <a:prstGeom prst="roundRect">
              <a:avLst>
                <a:gd name="adj" fmla="val 16667"/>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5615" name="Line 45"/>
            <p:cNvSpPr/>
            <p:nvPr/>
          </p:nvSpPr>
          <p:spPr>
            <a:xfrm>
              <a:off x="3814" y="2813"/>
              <a:ext cx="1748" cy="0"/>
            </a:xfrm>
            <a:prstGeom prst="line">
              <a:avLst/>
            </a:prstGeom>
            <a:ln w="28575" cap="flat" cmpd="sng">
              <a:solidFill>
                <a:srgbClr val="3333FF"/>
              </a:solidFill>
              <a:prstDash val="solid"/>
              <a:round/>
              <a:headEnd type="none" w="med" len="med"/>
              <a:tailEnd type="none" w="med" len="med"/>
            </a:ln>
          </p:spPr>
        </p:sp>
        <p:sp>
          <p:nvSpPr>
            <p:cNvPr id="25616" name="Text Box 46"/>
            <p:cNvSpPr txBox="1"/>
            <p:nvPr/>
          </p:nvSpPr>
          <p:spPr>
            <a:xfrm>
              <a:off x="3911" y="2036"/>
              <a:ext cx="1628" cy="327"/>
            </a:xfrm>
            <a:prstGeom prst="rect">
              <a:avLst/>
            </a:prstGeom>
            <a:noFill/>
            <a:ln w="9525">
              <a:noFill/>
            </a:ln>
          </p:spPr>
          <p:txBody>
            <a:bodyPr wrap="none" anchor="t" anchorCtr="0">
              <a:spAutoFit/>
            </a:bodyPr>
            <a:p>
              <a:pPr algn="ct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25617" name="Text Box 47"/>
            <p:cNvSpPr txBox="1"/>
            <p:nvPr/>
          </p:nvSpPr>
          <p:spPr>
            <a:xfrm>
              <a:off x="3473" y="2358"/>
              <a:ext cx="364" cy="1674"/>
            </a:xfrm>
            <a:prstGeom prst="rect">
              <a:avLst/>
            </a:prstGeom>
            <a:noFill/>
            <a:ln w="9525">
              <a:noFill/>
            </a:ln>
          </p:spPr>
          <p:txBody>
            <a:bodyPr anchor="t" anchorCtr="0">
              <a:spAutoFit/>
            </a:bodyPr>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25618" name="Text Box 48"/>
            <p:cNvSpPr txBox="1"/>
            <p:nvPr/>
          </p:nvSpPr>
          <p:spPr>
            <a:xfrm>
              <a:off x="3570" y="2016"/>
              <a:ext cx="390"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25619" name="Text Box 49"/>
            <p:cNvSpPr txBox="1"/>
            <p:nvPr/>
          </p:nvSpPr>
          <p:spPr>
            <a:xfrm>
              <a:off x="3290" y="2147"/>
              <a:ext cx="427"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sp>
          <p:nvSpPr>
            <p:cNvPr id="25620" name="Rectangle 50"/>
            <p:cNvSpPr/>
            <p:nvPr/>
          </p:nvSpPr>
          <p:spPr>
            <a:xfrm>
              <a:off x="3819" y="2368"/>
              <a:ext cx="1754" cy="1601"/>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25621" name="Group 51"/>
            <p:cNvGrpSpPr/>
            <p:nvPr/>
          </p:nvGrpSpPr>
          <p:grpSpPr>
            <a:xfrm>
              <a:off x="4258" y="2368"/>
              <a:ext cx="883" cy="1604"/>
              <a:chOff x="858" y="702"/>
              <a:chExt cx="645" cy="1380"/>
            </a:xfrm>
          </p:grpSpPr>
          <p:sp>
            <p:nvSpPr>
              <p:cNvPr id="25622" name="Line 52"/>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25623" name="Line 53"/>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25624" name="Line 54"/>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sp>
          <p:nvSpPr>
            <p:cNvPr id="25625" name="Line 55"/>
            <p:cNvSpPr/>
            <p:nvPr/>
          </p:nvSpPr>
          <p:spPr>
            <a:xfrm>
              <a:off x="3814" y="3211"/>
              <a:ext cx="1748" cy="0"/>
            </a:xfrm>
            <a:prstGeom prst="line">
              <a:avLst/>
            </a:prstGeom>
            <a:ln w="28575" cap="flat" cmpd="sng">
              <a:solidFill>
                <a:srgbClr val="3333FF"/>
              </a:solidFill>
              <a:prstDash val="solid"/>
              <a:round/>
              <a:headEnd type="none" w="med" len="med"/>
              <a:tailEnd type="none" w="med" len="med"/>
            </a:ln>
          </p:spPr>
        </p:sp>
        <p:sp>
          <p:nvSpPr>
            <p:cNvPr id="25626" name="Line 56"/>
            <p:cNvSpPr/>
            <p:nvPr/>
          </p:nvSpPr>
          <p:spPr>
            <a:xfrm>
              <a:off x="3820" y="3594"/>
              <a:ext cx="1748" cy="0"/>
            </a:xfrm>
            <a:prstGeom prst="line">
              <a:avLst/>
            </a:prstGeom>
            <a:ln w="28575" cap="flat" cmpd="sng">
              <a:solidFill>
                <a:srgbClr val="3333FF"/>
              </a:solidFill>
              <a:prstDash val="solid"/>
              <a:round/>
              <a:headEnd type="none" w="med" len="med"/>
              <a:tailEnd type="none" w="med" len="med"/>
            </a:ln>
          </p:spPr>
        </p:sp>
        <p:sp>
          <p:nvSpPr>
            <p:cNvPr id="25627" name="Rectangle 57"/>
            <p:cNvSpPr/>
            <p:nvPr/>
          </p:nvSpPr>
          <p:spPr>
            <a:xfrm>
              <a:off x="5254" y="3251"/>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28" name="Rectangle 58"/>
            <p:cNvSpPr/>
            <p:nvPr/>
          </p:nvSpPr>
          <p:spPr>
            <a:xfrm>
              <a:off x="5235" y="2410"/>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29" name="Rectangle 59"/>
            <p:cNvSpPr/>
            <p:nvPr/>
          </p:nvSpPr>
          <p:spPr>
            <a:xfrm>
              <a:off x="4821" y="2841"/>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30" name="Rectangle 60"/>
            <p:cNvSpPr/>
            <p:nvPr/>
          </p:nvSpPr>
          <p:spPr>
            <a:xfrm>
              <a:off x="5259" y="2858"/>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31" name="Text Box 61"/>
            <p:cNvSpPr txBox="1"/>
            <p:nvPr/>
          </p:nvSpPr>
          <p:spPr>
            <a:xfrm>
              <a:off x="4829" y="3195"/>
              <a:ext cx="237" cy="381"/>
            </a:xfrm>
            <a:prstGeom prst="rect">
              <a:avLst/>
            </a:prstGeom>
            <a:noFill/>
            <a:ln w="9525">
              <a:noFill/>
            </a:ln>
          </p:spPr>
          <p:txBody>
            <a:bodyPr anchor="t" anchorCtr="0">
              <a:spAutoFit/>
            </a:bodyPr>
            <a:p>
              <a:pPr algn="ctr">
                <a:lnSpc>
                  <a:spcPct val="12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32" name="Rectangle 62"/>
            <p:cNvSpPr/>
            <p:nvPr/>
          </p:nvSpPr>
          <p:spPr>
            <a:xfrm>
              <a:off x="3942" y="2415"/>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33" name="Rectangle 63"/>
            <p:cNvSpPr/>
            <p:nvPr/>
          </p:nvSpPr>
          <p:spPr>
            <a:xfrm>
              <a:off x="3935" y="3611"/>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34" name="Line 64"/>
            <p:cNvSpPr/>
            <p:nvPr/>
          </p:nvSpPr>
          <p:spPr>
            <a:xfrm>
              <a:off x="3511" y="2128"/>
              <a:ext cx="306" cy="304"/>
            </a:xfrm>
            <a:prstGeom prst="line">
              <a:avLst/>
            </a:prstGeom>
            <a:ln w="28575" cap="flat" cmpd="sng">
              <a:solidFill>
                <a:srgbClr val="3333FF"/>
              </a:solidFill>
              <a:prstDash val="solid"/>
              <a:round/>
              <a:headEnd type="none" w="med" len="med"/>
              <a:tailEnd type="none" w="med" len="med"/>
            </a:ln>
          </p:spPr>
        </p:sp>
        <p:sp>
          <p:nvSpPr>
            <p:cNvPr id="25635" name="Text Box 65"/>
            <p:cNvSpPr txBox="1"/>
            <p:nvPr/>
          </p:nvSpPr>
          <p:spPr>
            <a:xfrm>
              <a:off x="5252" y="3630"/>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36" name="Text Box 66"/>
            <p:cNvSpPr txBox="1"/>
            <p:nvPr/>
          </p:nvSpPr>
          <p:spPr>
            <a:xfrm>
              <a:off x="3962" y="3246"/>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5637" name="Text Box 67"/>
            <p:cNvSpPr txBox="1"/>
            <p:nvPr/>
          </p:nvSpPr>
          <p:spPr>
            <a:xfrm>
              <a:off x="4382" y="3246"/>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5638" name="Text Box 68"/>
            <p:cNvSpPr txBox="1"/>
            <p:nvPr/>
          </p:nvSpPr>
          <p:spPr>
            <a:xfrm>
              <a:off x="3938" y="283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5639" name="Text Box 69"/>
            <p:cNvSpPr txBox="1"/>
            <p:nvPr/>
          </p:nvSpPr>
          <p:spPr>
            <a:xfrm>
              <a:off x="4382" y="3630"/>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5640" name="Text Box 70"/>
            <p:cNvSpPr txBox="1"/>
            <p:nvPr/>
          </p:nvSpPr>
          <p:spPr>
            <a:xfrm>
              <a:off x="4382" y="241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5641" name="Text Box 71"/>
            <p:cNvSpPr txBox="1"/>
            <p:nvPr/>
          </p:nvSpPr>
          <p:spPr>
            <a:xfrm>
              <a:off x="4826" y="241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5642" name="Text Box 72"/>
            <p:cNvSpPr txBox="1"/>
            <p:nvPr/>
          </p:nvSpPr>
          <p:spPr>
            <a:xfrm>
              <a:off x="4382" y="283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5643" name="Text Box 73"/>
            <p:cNvSpPr txBox="1"/>
            <p:nvPr/>
          </p:nvSpPr>
          <p:spPr>
            <a:xfrm>
              <a:off x="4838" y="3630"/>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63571" name="Text Box 83"/>
          <p:cNvSpPr txBox="1"/>
          <p:nvPr/>
        </p:nvSpPr>
        <p:spPr>
          <a:xfrm>
            <a:off x="725488" y="4643438"/>
            <a:ext cx="1525587" cy="522287"/>
          </a:xfrm>
          <a:prstGeom prst="rect">
            <a:avLst/>
          </a:prstGeom>
          <a:noFill/>
          <a:ln w="12700">
            <a:noFill/>
          </a:ln>
        </p:spPr>
        <p:txBody>
          <a:bodyPr wrap="square" anchor="t" anchorCtr="0">
            <a:spAutoFit/>
          </a:bodyPr>
          <a:p>
            <a:r>
              <a:rPr lang="zh-CN" altLang="en-US" sz="2800" b="1" i="0" dirty="0">
                <a:solidFill>
                  <a:srgbClr val="3333FF"/>
                </a:solidFill>
                <a:latin typeface="Times New Roman" panose="02020603050405020304" pitchFamily="18" charset="0"/>
                <a:ea typeface="宋体" panose="02010600030101010101" pitchFamily="2" charset="-122"/>
              </a:rPr>
              <a:t>第二步：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grpSp>
        <p:nvGrpSpPr>
          <p:cNvPr id="4" name="Group 86"/>
          <p:cNvGrpSpPr/>
          <p:nvPr/>
        </p:nvGrpSpPr>
        <p:grpSpPr>
          <a:xfrm>
            <a:off x="2212975" y="4067175"/>
            <a:ext cx="3282950" cy="519113"/>
            <a:chOff x="1418" y="2766"/>
            <a:chExt cx="2068" cy="327"/>
          </a:xfrm>
        </p:grpSpPr>
        <p:grpSp>
          <p:nvGrpSpPr>
            <p:cNvPr id="25646" name="Group 87"/>
            <p:cNvGrpSpPr/>
            <p:nvPr/>
          </p:nvGrpSpPr>
          <p:grpSpPr>
            <a:xfrm>
              <a:off x="1418" y="2766"/>
              <a:ext cx="2068" cy="327"/>
              <a:chOff x="758" y="3198"/>
              <a:chExt cx="2068" cy="327"/>
            </a:xfrm>
          </p:grpSpPr>
          <p:sp>
            <p:nvSpPr>
              <p:cNvPr id="25647" name="Text Box 88"/>
              <p:cNvSpPr txBox="1"/>
              <p:nvPr/>
            </p:nvSpPr>
            <p:spPr>
              <a:xfrm>
                <a:off x="758" y="3198"/>
                <a:ext cx="206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F(A,B,C,D)=AD+BD</a:t>
                </a:r>
                <a:endParaRPr lang="en-US" altLang="zh-CN" sz="2800" i="0" dirty="0">
                  <a:latin typeface="Times New Roman" panose="02020603050405020304" pitchFamily="18" charset="0"/>
                  <a:ea typeface="宋体" panose="02010600030101010101" pitchFamily="2" charset="-122"/>
                </a:endParaRPr>
              </a:p>
            </p:txBody>
          </p:sp>
          <p:sp>
            <p:nvSpPr>
              <p:cNvPr id="25648" name="Line 89"/>
              <p:cNvSpPr/>
              <p:nvPr/>
            </p:nvSpPr>
            <p:spPr>
              <a:xfrm>
                <a:off x="2460" y="3264"/>
                <a:ext cx="120" cy="0"/>
              </a:xfrm>
              <a:prstGeom prst="line">
                <a:avLst/>
              </a:prstGeom>
              <a:ln w="12700" cap="flat" cmpd="sng">
                <a:solidFill>
                  <a:schemeClr val="tx1"/>
                </a:solidFill>
                <a:prstDash val="solid"/>
                <a:round/>
                <a:headEnd type="none" w="med" len="med"/>
                <a:tailEnd type="none" w="sm" len="lg"/>
              </a:ln>
            </p:spPr>
          </p:sp>
          <p:sp>
            <p:nvSpPr>
              <p:cNvPr id="25649" name="Line 90"/>
              <p:cNvSpPr/>
              <p:nvPr/>
            </p:nvSpPr>
            <p:spPr>
              <a:xfrm>
                <a:off x="2616" y="3264"/>
                <a:ext cx="120" cy="0"/>
              </a:xfrm>
              <a:prstGeom prst="line">
                <a:avLst/>
              </a:prstGeom>
              <a:ln w="12700" cap="flat" cmpd="sng">
                <a:solidFill>
                  <a:schemeClr val="tx1"/>
                </a:solidFill>
                <a:prstDash val="solid"/>
                <a:round/>
                <a:headEnd type="none" w="med" len="med"/>
                <a:tailEnd type="none" w="sm" len="lg"/>
              </a:ln>
            </p:spPr>
          </p:sp>
        </p:grpSp>
        <p:sp>
          <p:nvSpPr>
            <p:cNvPr id="25650" name="Line 91"/>
            <p:cNvSpPr/>
            <p:nvPr/>
          </p:nvSpPr>
          <p:spPr>
            <a:xfrm>
              <a:off x="1476" y="2832"/>
              <a:ext cx="132" cy="0"/>
            </a:xfrm>
            <a:prstGeom prst="line">
              <a:avLst/>
            </a:prstGeom>
            <a:ln w="12700" cap="flat" cmpd="sng">
              <a:solidFill>
                <a:schemeClr val="tx1"/>
              </a:solidFill>
              <a:prstDash val="solid"/>
              <a:round/>
              <a:headEnd type="none" w="med" len="med"/>
              <a:tailEnd type="none" w="sm" len="lg"/>
            </a:ln>
          </p:spPr>
        </p:sp>
      </p:grpSp>
      <p:grpSp>
        <p:nvGrpSpPr>
          <p:cNvPr id="6" name="Group 93"/>
          <p:cNvGrpSpPr/>
          <p:nvPr/>
        </p:nvGrpSpPr>
        <p:grpSpPr>
          <a:xfrm>
            <a:off x="2251075" y="4638675"/>
            <a:ext cx="3282950" cy="519113"/>
            <a:chOff x="1466" y="3186"/>
            <a:chExt cx="2068" cy="327"/>
          </a:xfrm>
        </p:grpSpPr>
        <p:grpSp>
          <p:nvGrpSpPr>
            <p:cNvPr id="25652" name="Group 82"/>
            <p:cNvGrpSpPr/>
            <p:nvPr/>
          </p:nvGrpSpPr>
          <p:grpSpPr>
            <a:xfrm>
              <a:off x="1466" y="3186"/>
              <a:ext cx="2068" cy="327"/>
              <a:chOff x="758" y="3198"/>
              <a:chExt cx="2068" cy="327"/>
            </a:xfrm>
          </p:grpSpPr>
          <p:sp>
            <p:nvSpPr>
              <p:cNvPr id="25653" name="Text Box 79"/>
              <p:cNvSpPr txBox="1"/>
              <p:nvPr/>
            </p:nvSpPr>
            <p:spPr>
              <a:xfrm>
                <a:off x="758" y="3198"/>
                <a:ext cx="206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F(A,B,C,D)=AD+BD</a:t>
                </a:r>
                <a:endParaRPr lang="en-US" altLang="zh-CN" sz="2800" i="0" dirty="0">
                  <a:latin typeface="Times New Roman" panose="02020603050405020304" pitchFamily="18" charset="0"/>
                  <a:ea typeface="宋体" panose="02010600030101010101" pitchFamily="2" charset="-122"/>
                </a:endParaRPr>
              </a:p>
            </p:txBody>
          </p:sp>
          <p:sp>
            <p:nvSpPr>
              <p:cNvPr id="25654" name="Line 80"/>
              <p:cNvSpPr/>
              <p:nvPr/>
            </p:nvSpPr>
            <p:spPr>
              <a:xfrm>
                <a:off x="2460" y="3264"/>
                <a:ext cx="120" cy="0"/>
              </a:xfrm>
              <a:prstGeom prst="line">
                <a:avLst/>
              </a:prstGeom>
              <a:ln w="12700" cap="flat" cmpd="sng">
                <a:solidFill>
                  <a:schemeClr val="tx1"/>
                </a:solidFill>
                <a:prstDash val="solid"/>
                <a:round/>
                <a:headEnd type="none" w="med" len="med"/>
                <a:tailEnd type="none" w="sm" len="lg"/>
              </a:ln>
            </p:spPr>
          </p:sp>
          <p:sp>
            <p:nvSpPr>
              <p:cNvPr id="25655" name="Line 81"/>
              <p:cNvSpPr/>
              <p:nvPr/>
            </p:nvSpPr>
            <p:spPr>
              <a:xfrm>
                <a:off x="2616" y="3264"/>
                <a:ext cx="120" cy="0"/>
              </a:xfrm>
              <a:prstGeom prst="line">
                <a:avLst/>
              </a:prstGeom>
              <a:ln w="12700" cap="flat" cmpd="sng">
                <a:solidFill>
                  <a:schemeClr val="tx1"/>
                </a:solidFill>
                <a:prstDash val="solid"/>
                <a:round/>
                <a:headEnd type="none" w="med" len="med"/>
                <a:tailEnd type="none" w="sm" len="lg"/>
              </a:ln>
            </p:spPr>
          </p:sp>
        </p:grpSp>
        <p:sp>
          <p:nvSpPr>
            <p:cNvPr id="25656" name="Line 92"/>
            <p:cNvSpPr/>
            <p:nvPr/>
          </p:nvSpPr>
          <p:spPr>
            <a:xfrm>
              <a:off x="2748" y="3228"/>
              <a:ext cx="756" cy="0"/>
            </a:xfrm>
            <a:prstGeom prst="line">
              <a:avLst/>
            </a:prstGeom>
            <a:ln w="12700" cap="flat" cmpd="sng">
              <a:solidFill>
                <a:schemeClr val="tx1"/>
              </a:solidFill>
              <a:prstDash val="solid"/>
              <a:round/>
              <a:headEnd type="none" w="med" len="med"/>
              <a:tailEnd type="none" w="sm" len="lg"/>
            </a:ln>
          </p:spPr>
        </p:sp>
      </p:grpSp>
      <p:grpSp>
        <p:nvGrpSpPr>
          <p:cNvPr id="8" name="Group 111"/>
          <p:cNvGrpSpPr/>
          <p:nvPr/>
        </p:nvGrpSpPr>
        <p:grpSpPr>
          <a:xfrm>
            <a:off x="2486025" y="5129213"/>
            <a:ext cx="2725738" cy="1484312"/>
            <a:chOff x="834" y="2091"/>
            <a:chExt cx="1717" cy="935"/>
          </a:xfrm>
        </p:grpSpPr>
        <p:sp>
          <p:nvSpPr>
            <p:cNvPr id="25658" name="Text Box 112"/>
            <p:cNvSpPr txBox="1"/>
            <p:nvPr/>
          </p:nvSpPr>
          <p:spPr>
            <a:xfrm rot="10800000" flipH="1" flipV="1">
              <a:off x="2298" y="2295"/>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25659" name="Text Box 113"/>
            <p:cNvSpPr txBox="1"/>
            <p:nvPr/>
          </p:nvSpPr>
          <p:spPr>
            <a:xfrm rot="10800000" flipH="1" flipV="1">
              <a:off x="870" y="2091"/>
              <a:ext cx="254" cy="326"/>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25660" name="Rectangle 114"/>
            <p:cNvSpPr/>
            <p:nvPr/>
          </p:nvSpPr>
          <p:spPr>
            <a:xfrm rot="-5400000" flipH="1" flipV="1">
              <a:off x="1415" y="2258"/>
              <a:ext cx="729" cy="625"/>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5661" name="Line 115"/>
            <p:cNvSpPr/>
            <p:nvPr/>
          </p:nvSpPr>
          <p:spPr>
            <a:xfrm rot="-5400000" flipH="1">
              <a:off x="2286" y="2399"/>
              <a:ext cx="0" cy="380"/>
            </a:xfrm>
            <a:prstGeom prst="line">
              <a:avLst/>
            </a:prstGeom>
            <a:ln w="9525" cap="flat" cmpd="sng">
              <a:solidFill>
                <a:schemeClr val="tx1"/>
              </a:solidFill>
              <a:prstDash val="solid"/>
              <a:round/>
              <a:headEnd type="none" w="med" len="med"/>
              <a:tailEnd type="none" w="med" len="med"/>
            </a:ln>
          </p:spPr>
        </p:sp>
        <p:sp>
          <p:nvSpPr>
            <p:cNvPr id="25662" name="Line 116"/>
            <p:cNvSpPr/>
            <p:nvPr/>
          </p:nvSpPr>
          <p:spPr>
            <a:xfrm rot="-5400000" flipH="1">
              <a:off x="1283" y="2281"/>
              <a:ext cx="0" cy="380"/>
            </a:xfrm>
            <a:prstGeom prst="line">
              <a:avLst/>
            </a:prstGeom>
            <a:ln w="9525" cap="flat" cmpd="sng">
              <a:solidFill>
                <a:schemeClr val="tx1"/>
              </a:solidFill>
              <a:prstDash val="solid"/>
              <a:round/>
              <a:headEnd type="none" w="med" len="med"/>
              <a:tailEnd type="none" w="med" len="med"/>
            </a:ln>
          </p:spPr>
        </p:sp>
        <p:sp>
          <p:nvSpPr>
            <p:cNvPr id="25663" name="Line 117"/>
            <p:cNvSpPr/>
            <p:nvPr/>
          </p:nvSpPr>
          <p:spPr>
            <a:xfrm rot="-5400000" flipH="1" flipV="1">
              <a:off x="1401" y="2571"/>
              <a:ext cx="732" cy="0"/>
            </a:xfrm>
            <a:prstGeom prst="line">
              <a:avLst/>
            </a:prstGeom>
            <a:ln w="9525" cap="flat" cmpd="sng">
              <a:solidFill>
                <a:srgbClr val="FF00FF"/>
              </a:solidFill>
              <a:prstDash val="solid"/>
              <a:round/>
              <a:headEnd type="none" w="med" len="med"/>
              <a:tailEnd type="none" w="med" len="med"/>
            </a:ln>
          </p:spPr>
        </p:sp>
        <p:sp>
          <p:nvSpPr>
            <p:cNvPr id="25664" name="Line 118"/>
            <p:cNvSpPr/>
            <p:nvPr/>
          </p:nvSpPr>
          <p:spPr>
            <a:xfrm rot="-5400000" flipH="1" flipV="1">
              <a:off x="1628" y="2450"/>
              <a:ext cx="0" cy="278"/>
            </a:xfrm>
            <a:prstGeom prst="line">
              <a:avLst/>
            </a:prstGeom>
            <a:ln w="9525" cap="flat" cmpd="sng">
              <a:solidFill>
                <a:srgbClr val="FF00FF"/>
              </a:solidFill>
              <a:prstDash val="solid"/>
              <a:round/>
              <a:headEnd type="none" w="med" len="med"/>
              <a:tailEnd type="none" w="med" len="med"/>
            </a:ln>
          </p:spPr>
        </p:sp>
        <p:sp>
          <p:nvSpPr>
            <p:cNvPr id="25665" name="Line 119"/>
            <p:cNvSpPr/>
            <p:nvPr/>
          </p:nvSpPr>
          <p:spPr>
            <a:xfrm rot="-5400000" flipH="1">
              <a:off x="1283" y="2497"/>
              <a:ext cx="0" cy="380"/>
            </a:xfrm>
            <a:prstGeom prst="line">
              <a:avLst/>
            </a:prstGeom>
            <a:ln w="9525" cap="flat" cmpd="sng">
              <a:solidFill>
                <a:schemeClr val="tx1"/>
              </a:solidFill>
              <a:prstDash val="solid"/>
              <a:round/>
              <a:headEnd type="none" w="med" len="med"/>
              <a:tailEnd type="none" w="med" len="med"/>
            </a:ln>
          </p:spPr>
        </p:sp>
        <p:sp>
          <p:nvSpPr>
            <p:cNvPr id="25666" name="Line 120"/>
            <p:cNvSpPr/>
            <p:nvPr/>
          </p:nvSpPr>
          <p:spPr>
            <a:xfrm rot="-5400000" flipH="1">
              <a:off x="1283" y="2671"/>
              <a:ext cx="0" cy="380"/>
            </a:xfrm>
            <a:prstGeom prst="line">
              <a:avLst/>
            </a:prstGeom>
            <a:ln w="9525" cap="flat" cmpd="sng">
              <a:solidFill>
                <a:schemeClr val="tx1"/>
              </a:solidFill>
              <a:prstDash val="solid"/>
              <a:round/>
              <a:headEnd type="none" w="med" len="med"/>
              <a:tailEnd type="none" w="med" len="med"/>
            </a:ln>
          </p:spPr>
        </p:sp>
        <p:sp>
          <p:nvSpPr>
            <p:cNvPr id="25667" name="Line 121"/>
            <p:cNvSpPr/>
            <p:nvPr/>
          </p:nvSpPr>
          <p:spPr>
            <a:xfrm rot="-5400000" flipH="1">
              <a:off x="1283" y="2107"/>
              <a:ext cx="0" cy="380"/>
            </a:xfrm>
            <a:prstGeom prst="line">
              <a:avLst/>
            </a:prstGeom>
            <a:ln w="9525" cap="flat" cmpd="sng">
              <a:solidFill>
                <a:schemeClr val="tx1"/>
              </a:solidFill>
              <a:prstDash val="solid"/>
              <a:round/>
              <a:headEnd type="none" w="med" len="med"/>
              <a:tailEnd type="none" w="med" len="med"/>
            </a:ln>
          </p:spPr>
        </p:sp>
        <p:sp>
          <p:nvSpPr>
            <p:cNvPr id="25668" name="Text Box 122"/>
            <p:cNvSpPr txBox="1"/>
            <p:nvPr/>
          </p:nvSpPr>
          <p:spPr>
            <a:xfrm rot="10800000" flipH="1" flipV="1">
              <a:off x="1768" y="2221"/>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25669" name="Text Box 123"/>
            <p:cNvSpPr txBox="1"/>
            <p:nvPr/>
          </p:nvSpPr>
          <p:spPr>
            <a:xfrm rot="10800000" flipH="1" flipV="1">
              <a:off x="1469" y="2209"/>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25670" name="Text Box 124"/>
            <p:cNvSpPr txBox="1"/>
            <p:nvPr/>
          </p:nvSpPr>
          <p:spPr>
            <a:xfrm rot="10800000" flipH="1" flipV="1">
              <a:off x="837" y="2501"/>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25671" name="Text Box 125"/>
            <p:cNvSpPr txBox="1"/>
            <p:nvPr/>
          </p:nvSpPr>
          <p:spPr>
            <a:xfrm rot="10800000" flipH="1" flipV="1">
              <a:off x="834" y="2738"/>
              <a:ext cx="255"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25672" name="Text Box 126"/>
            <p:cNvSpPr txBox="1"/>
            <p:nvPr/>
          </p:nvSpPr>
          <p:spPr>
            <a:xfrm rot="10800000" flipH="1" flipV="1">
              <a:off x="837" y="2329"/>
              <a:ext cx="255"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D</a:t>
              </a:r>
              <a:endParaRPr lang="en-US" altLang="zh-CN" sz="2400" i="0" dirty="0">
                <a:latin typeface="Times New Roman" panose="02020603050405020304" pitchFamily="18" charset="0"/>
                <a:ea typeface="宋体" panose="02010600030101010101" pitchFamily="2" charset="-122"/>
              </a:endParaRPr>
            </a:p>
          </p:txBody>
        </p:sp>
        <p:sp>
          <p:nvSpPr>
            <p:cNvPr id="25673" name="Line 128"/>
            <p:cNvSpPr/>
            <p:nvPr/>
          </p:nvSpPr>
          <p:spPr>
            <a:xfrm>
              <a:off x="900" y="2568"/>
              <a:ext cx="132" cy="0"/>
            </a:xfrm>
            <a:prstGeom prst="line">
              <a:avLst/>
            </a:prstGeom>
            <a:ln w="12700" cap="flat" cmpd="sng">
              <a:solidFill>
                <a:schemeClr val="tx1"/>
              </a:solidFill>
              <a:prstDash val="solid"/>
              <a:round/>
              <a:headEnd type="none" w="med" len="med"/>
              <a:tailEnd type="none" w="sm" len="lg"/>
            </a:ln>
          </p:spPr>
        </p:sp>
        <p:sp>
          <p:nvSpPr>
            <p:cNvPr id="25674" name="Line 129"/>
            <p:cNvSpPr/>
            <p:nvPr/>
          </p:nvSpPr>
          <p:spPr>
            <a:xfrm>
              <a:off x="912" y="2784"/>
              <a:ext cx="108" cy="0"/>
            </a:xfrm>
            <a:prstGeom prst="line">
              <a:avLst/>
            </a:prstGeom>
            <a:ln w="12700" cap="flat" cmpd="sng">
              <a:solidFill>
                <a:schemeClr val="tx1"/>
              </a:solidFill>
              <a:prstDash val="solid"/>
              <a:round/>
              <a:headEnd type="none" w="med" len="med"/>
              <a:tailEnd type="none" w="sm" len="lg"/>
            </a:ln>
          </p:spPr>
        </p:sp>
      </p:grpSp>
      <p:sp>
        <p:nvSpPr>
          <p:cNvPr id="63618" name="Text Box 130"/>
          <p:cNvSpPr txBox="1"/>
          <p:nvPr/>
        </p:nvSpPr>
        <p:spPr>
          <a:xfrm>
            <a:off x="755650" y="5310188"/>
            <a:ext cx="1549400" cy="522287"/>
          </a:xfrm>
          <a:prstGeom prst="rect">
            <a:avLst/>
          </a:prstGeom>
          <a:noFill/>
          <a:ln w="12700">
            <a:noFill/>
          </a:ln>
        </p:spPr>
        <p:txBody>
          <a:bodyPr wrap="square" anchor="t" anchorCtr="0">
            <a:spAutoFit/>
          </a:bodyPr>
          <a:p>
            <a:r>
              <a:rPr lang="zh-CN" altLang="en-US" sz="2800" b="1" i="0" dirty="0">
                <a:solidFill>
                  <a:srgbClr val="3333FF"/>
                </a:solidFill>
                <a:latin typeface="Times New Roman" panose="02020603050405020304" pitchFamily="18" charset="0"/>
                <a:ea typeface="宋体" panose="02010600030101010101" pitchFamily="2" charset="-122"/>
              </a:rPr>
              <a:t>第三步：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sp>
        <p:nvSpPr>
          <p:cNvPr id="25676" name="Oval 17"/>
          <p:cNvSpPr/>
          <p:nvPr/>
        </p:nvSpPr>
        <p:spPr>
          <a:xfrm>
            <a:off x="4479925" y="5889625"/>
            <a:ext cx="74613" cy="7461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5"/>
                                        </p:tgtEl>
                                        <p:attrNameLst>
                                          <p:attrName>style.visibility</p:attrName>
                                        </p:attrNameLst>
                                      </p:cBhvr>
                                      <p:to>
                                        <p:strVal val="visible"/>
                                      </p:to>
                                    </p:set>
                                    <p:animEffect transition="in" filter="wipe(left)">
                                      <p:cBhvr>
                                        <p:cTn id="7" dur="500"/>
                                        <p:tgtEl>
                                          <p:spTgt spid="634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96"/>
                                        </p:tgtEl>
                                        <p:attrNameLst>
                                          <p:attrName>style.visibility</p:attrName>
                                        </p:attrNameLst>
                                      </p:cBhvr>
                                      <p:to>
                                        <p:strVal val="visible"/>
                                      </p:to>
                                    </p:set>
                                    <p:animEffect transition="in" filter="wipe(left)">
                                      <p:cBhvr>
                                        <p:cTn id="12" dur="500"/>
                                        <p:tgtEl>
                                          <p:spTgt spid="6349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497"/>
                                        </p:tgtEl>
                                        <p:attrNameLst>
                                          <p:attrName>style.visibility</p:attrName>
                                        </p:attrNameLst>
                                      </p:cBhvr>
                                      <p:to>
                                        <p:strVal val="visible"/>
                                      </p:to>
                                    </p:set>
                                    <p:animEffect transition="in" filter="wipe(left)">
                                      <p:cBhvr>
                                        <p:cTn id="17" dur="500"/>
                                        <p:tgtEl>
                                          <p:spTgt spid="634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3498"/>
                                        </p:tgtEl>
                                        <p:attrNameLst>
                                          <p:attrName>style.visibility</p:attrName>
                                        </p:attrNameLst>
                                      </p:cBhvr>
                                      <p:to>
                                        <p:strVal val="visible"/>
                                      </p:to>
                                    </p:set>
                                    <p:animEffect transition="in" filter="wipe(left)">
                                      <p:cBhvr>
                                        <p:cTn id="22" dur="500"/>
                                        <p:tgtEl>
                                          <p:spTgt spid="6349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3499"/>
                                        </p:tgtEl>
                                        <p:attrNameLst>
                                          <p:attrName>style.visibility</p:attrName>
                                        </p:attrNameLst>
                                      </p:cBhvr>
                                      <p:to>
                                        <p:strVal val="visible"/>
                                      </p:to>
                                    </p:set>
                                    <p:animEffect transition="in" filter="wipe(left)">
                                      <p:cBhvr>
                                        <p:cTn id="27" dur="500"/>
                                        <p:tgtEl>
                                          <p:spTgt spid="6349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350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63502">
                                            <p:txEl>
                                              <p:charRg st="0" end="5"/>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4"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 to="" calcmode="lin" valueType="num">
                                      <p:cBhvr>
                                        <p:cTn id="40" dur="1" fill="hold"/>
                                        <p:tgtEl>
                                          <p:spTgt spid="2"/>
                                        </p:tgtEl>
                                        <p:attrNameLst>
                                          <p:attrName>style.visibility</p:attrName>
                                        </p:attrNameLst>
                                      </p:cBhvr>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left)">
                                      <p:cBhvr>
                                        <p:cTn id="45" dur="5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6357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left)">
                                      <p:cBhvr>
                                        <p:cTn id="54" dur="500"/>
                                        <p:tgtEl>
                                          <p:spTgt spid="6"/>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36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4" presetClass="entr" presetSubtype="0" fill="hold" nodeType="clickEffect">
                                  <p:stCondLst>
                                    <p:cond delay="0"/>
                                  </p:stCondLst>
                                  <p:childTnLst>
                                    <p:set>
                                      <p:cBhvr>
                                        <p:cTn id="62" dur="1" fill="hold">
                                          <p:stCondLst>
                                            <p:cond delay="0"/>
                                          </p:stCondLst>
                                        </p:cTn>
                                        <p:tgtEl>
                                          <p:spTgt spid="8"/>
                                        </p:tgtEl>
                                        <p:attrNameLst>
                                          <p:attrName>style.visibility</p:attrName>
                                        </p:attrNameLst>
                                      </p:cBhvr>
                                      <p:to>
                                        <p:strVal val="visible"/>
                                      </p:to>
                                    </p:set>
                                    <p:anim to="" calcmode="lin" valueType="num">
                                      <p:cBhvr>
                                        <p:cTn id="63" dur="1" fill="hold"/>
                                        <p:tgtEl>
                                          <p:spTgt spid="8"/>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5" grpId="0"/>
      <p:bldP spid="63496" grpId="0"/>
      <p:bldP spid="63497" grpId="0"/>
      <p:bldP spid="63498" grpId="0"/>
      <p:bldP spid="63499" grpId="0"/>
      <p:bldP spid="63501" grpId="0"/>
      <p:bldP spid="63571" grpId="0"/>
      <p:bldP spid="636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42" name="Text Box 30"/>
          <p:cNvSpPr txBox="1">
            <a:spLocks noChangeArrowheads="1"/>
          </p:cNvSpPr>
          <p:nvPr/>
        </p:nvSpPr>
        <p:spPr bwMode="auto">
          <a:xfrm>
            <a:off x="755650" y="788988"/>
            <a:ext cx="6919913" cy="552450"/>
          </a:xfrm>
          <a:prstGeom prst="rect">
            <a:avLst/>
          </a:prstGeom>
          <a:noFill/>
          <a:ln w="9525">
            <a:noFill/>
            <a:miter lim="800000"/>
          </a:ln>
          <a:effectLst/>
        </p:spPr>
        <p:txBody>
          <a:bodyPr>
            <a:spAutoFit/>
          </a:bodyPr>
          <a:lstStyle/>
          <a:p>
            <a:pPr marR="0" algn="ctr" defTabSz="914400">
              <a:buClrTx/>
              <a:buSzTx/>
              <a:buFontTx/>
              <a:buNone/>
              <a:defRPr/>
            </a:pPr>
            <a:r>
              <a:rPr kumimoji="1" lang="en-US" altLang="zh-CN"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4</a:t>
            </a:r>
            <a:r>
              <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）用“异或”门实现逻辑函数</a:t>
            </a:r>
            <a:endPar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64543" name="Text Box 31"/>
          <p:cNvSpPr txBox="1"/>
          <p:nvPr/>
        </p:nvSpPr>
        <p:spPr>
          <a:xfrm>
            <a:off x="919163" y="1381125"/>
            <a:ext cx="51625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第一步    求出函数的最简形式。</a:t>
            </a:r>
            <a:endParaRPr lang="zh-CN" altLang="en-US" sz="2800" i="0" dirty="0">
              <a:latin typeface="Times New Roman" panose="02020603050405020304" pitchFamily="18" charset="0"/>
              <a:ea typeface="宋体" panose="02010600030101010101" pitchFamily="2" charset="-122"/>
            </a:endParaRPr>
          </a:p>
        </p:txBody>
      </p:sp>
      <p:sp>
        <p:nvSpPr>
          <p:cNvPr id="64544" name="Text Box 32"/>
          <p:cNvSpPr txBox="1"/>
          <p:nvPr/>
        </p:nvSpPr>
        <p:spPr>
          <a:xfrm>
            <a:off x="1085850" y="1873250"/>
            <a:ext cx="5832475"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第二步    将其变换成“异或”表达式。</a:t>
            </a:r>
            <a:endParaRPr lang="zh-CN" altLang="en-US" sz="2800" i="0" dirty="0">
              <a:latin typeface="Times New Roman" panose="02020603050405020304" pitchFamily="18" charset="0"/>
              <a:ea typeface="宋体" panose="02010600030101010101" pitchFamily="2" charset="-122"/>
            </a:endParaRPr>
          </a:p>
        </p:txBody>
      </p:sp>
      <p:sp>
        <p:nvSpPr>
          <p:cNvPr id="64545" name="Text Box 33"/>
          <p:cNvSpPr txBox="1"/>
          <p:nvPr/>
        </p:nvSpPr>
        <p:spPr>
          <a:xfrm>
            <a:off x="919163" y="2390775"/>
            <a:ext cx="72961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第三步    画出函数表达式对应的逻辑电路图。</a:t>
            </a:r>
            <a:endParaRPr lang="zh-CN" altLang="en-US" sz="2800" i="0" dirty="0">
              <a:latin typeface="Times New Roman" panose="02020603050405020304" pitchFamily="18" charset="0"/>
              <a:ea typeface="宋体" panose="02010600030101010101" pitchFamily="2" charset="-122"/>
            </a:endParaRPr>
          </a:p>
        </p:txBody>
      </p:sp>
      <p:sp>
        <p:nvSpPr>
          <p:cNvPr id="64546" name="Text Box 34"/>
          <p:cNvSpPr txBox="1"/>
          <p:nvPr/>
        </p:nvSpPr>
        <p:spPr>
          <a:xfrm>
            <a:off x="0" y="2978150"/>
            <a:ext cx="48069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例：用异或门实现逻辑电路。</a:t>
            </a:r>
            <a:endParaRPr lang="zh-CN" altLang="en-US" sz="2800" i="0" dirty="0">
              <a:latin typeface="Times New Roman" panose="02020603050405020304" pitchFamily="18" charset="0"/>
              <a:ea typeface="宋体" panose="02010600030101010101" pitchFamily="2" charset="-122"/>
            </a:endParaRPr>
          </a:p>
        </p:txBody>
      </p:sp>
      <p:sp>
        <p:nvSpPr>
          <p:cNvPr id="64547" name="Text Box 35"/>
          <p:cNvSpPr txBox="1"/>
          <p:nvPr/>
        </p:nvSpPr>
        <p:spPr>
          <a:xfrm>
            <a:off x="119063" y="3527425"/>
            <a:ext cx="5510212" cy="460375"/>
          </a:xfrm>
          <a:prstGeom prst="rect">
            <a:avLst/>
          </a:prstGeom>
          <a:noFill/>
          <a:ln w="12700">
            <a:noFill/>
          </a:ln>
        </p:spPr>
        <p:txBody>
          <a:bodyPr anchor="t" anchorCtr="0">
            <a:spAutoFit/>
          </a:bodyPr>
          <a:p>
            <a:pPr algn="ctr"/>
            <a:r>
              <a:rPr lang="en-US" altLang="zh-CN" sz="2400" i="0" dirty="0">
                <a:latin typeface="Times New Roman" panose="02020603050405020304" pitchFamily="18" charset="0"/>
                <a:ea typeface="宋体" panose="02010600030101010101" pitchFamily="2" charset="-122"/>
              </a:rPr>
              <a:t>F(A,B,C,D)=</a:t>
            </a:r>
            <a:r>
              <a:rPr lang="en-US" altLang="zh-CN" sz="2400" i="0" dirty="0">
                <a:latin typeface="Times New Roman" panose="02020603050405020304" pitchFamily="18" charset="0"/>
                <a:ea typeface="宋体" panose="02010600030101010101" pitchFamily="2" charset="-122"/>
                <a:sym typeface="Symbol" panose="05050102010706020507" pitchFamily="18" charset="2"/>
              </a:rPr>
              <a:t>m(1,2,4,7,8,11,13,14)</a:t>
            </a:r>
            <a:endParaRPr lang="en-US" altLang="zh-CN" sz="2400" i="0" dirty="0">
              <a:latin typeface="Times New Roman" panose="02020603050405020304" pitchFamily="18" charset="0"/>
              <a:ea typeface="宋体" panose="02010600030101010101" pitchFamily="2" charset="-122"/>
            </a:endParaRPr>
          </a:p>
        </p:txBody>
      </p:sp>
      <p:sp>
        <p:nvSpPr>
          <p:cNvPr id="64548" name="Text Box 36"/>
          <p:cNvSpPr txBox="1"/>
          <p:nvPr/>
        </p:nvSpPr>
        <p:spPr>
          <a:xfrm>
            <a:off x="231775" y="4083050"/>
            <a:ext cx="8953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64549" name="Text Box 37"/>
          <p:cNvSpPr txBox="1"/>
          <p:nvPr/>
        </p:nvSpPr>
        <p:spPr>
          <a:xfrm>
            <a:off x="784225" y="4105275"/>
            <a:ext cx="1379538" cy="519113"/>
          </a:xfrm>
          <a:prstGeom prst="rect">
            <a:avLst/>
          </a:prstGeom>
          <a:noFill/>
          <a:ln w="12700">
            <a:noFill/>
          </a:ln>
        </p:spPr>
        <p:txBody>
          <a:bodyPr wrap="none"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第一步</a:t>
            </a:r>
            <a:r>
              <a:rPr lang="en-US" altLang="zh-CN" sz="2800" b="1" i="0" dirty="0">
                <a:solidFill>
                  <a:srgbClr val="3333FF"/>
                </a:solidFill>
                <a:latin typeface="Times New Roman" panose="02020603050405020304" pitchFamily="18" charset="0"/>
                <a:ea typeface="宋体" panose="02010600030101010101" pitchFamily="2" charset="-122"/>
              </a:rPr>
              <a:t>:</a:t>
            </a:r>
            <a:endParaRPr lang="en-US" altLang="zh-CN" sz="2800" b="1" i="0" dirty="0">
              <a:solidFill>
                <a:srgbClr val="3333FF"/>
              </a:solidFill>
              <a:latin typeface="Times New Roman" panose="02020603050405020304" pitchFamily="18" charset="0"/>
              <a:ea typeface="宋体" panose="02010600030101010101" pitchFamily="2" charset="-122"/>
            </a:endParaRPr>
          </a:p>
        </p:txBody>
      </p:sp>
      <p:grpSp>
        <p:nvGrpSpPr>
          <p:cNvPr id="2" name="Group 76"/>
          <p:cNvGrpSpPr/>
          <p:nvPr/>
        </p:nvGrpSpPr>
        <p:grpSpPr>
          <a:xfrm>
            <a:off x="5184775" y="3257550"/>
            <a:ext cx="3624263" cy="3200400"/>
            <a:chOff x="3266" y="2052"/>
            <a:chExt cx="2283" cy="2016"/>
          </a:xfrm>
        </p:grpSpPr>
        <p:sp>
          <p:nvSpPr>
            <p:cNvPr id="26634" name="Line 44"/>
            <p:cNvSpPr/>
            <p:nvPr/>
          </p:nvSpPr>
          <p:spPr>
            <a:xfrm>
              <a:off x="3790" y="2849"/>
              <a:ext cx="1748" cy="0"/>
            </a:xfrm>
            <a:prstGeom prst="line">
              <a:avLst/>
            </a:prstGeom>
            <a:ln w="28575" cap="flat" cmpd="sng">
              <a:solidFill>
                <a:srgbClr val="3333FF"/>
              </a:solidFill>
              <a:prstDash val="solid"/>
              <a:round/>
              <a:headEnd type="none" w="med" len="med"/>
              <a:tailEnd type="none" w="med" len="med"/>
            </a:ln>
          </p:spPr>
        </p:sp>
        <p:sp>
          <p:nvSpPr>
            <p:cNvPr id="26635" name="Text Box 45"/>
            <p:cNvSpPr txBox="1"/>
            <p:nvPr/>
          </p:nvSpPr>
          <p:spPr>
            <a:xfrm>
              <a:off x="3887" y="2072"/>
              <a:ext cx="1628" cy="327"/>
            </a:xfrm>
            <a:prstGeom prst="rect">
              <a:avLst/>
            </a:prstGeom>
            <a:noFill/>
            <a:ln w="9525">
              <a:noFill/>
            </a:ln>
          </p:spPr>
          <p:txBody>
            <a:bodyPr wrap="none" anchor="t" anchorCtr="0">
              <a:spAutoFit/>
            </a:bodyPr>
            <a:p>
              <a:pPr algn="ct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26636" name="Text Box 46"/>
            <p:cNvSpPr txBox="1"/>
            <p:nvPr/>
          </p:nvSpPr>
          <p:spPr>
            <a:xfrm>
              <a:off x="3449" y="2394"/>
              <a:ext cx="364" cy="1674"/>
            </a:xfrm>
            <a:prstGeom prst="rect">
              <a:avLst/>
            </a:prstGeom>
            <a:noFill/>
            <a:ln w="9525">
              <a:noFill/>
            </a:ln>
          </p:spPr>
          <p:txBody>
            <a:bodyPr anchor="t" anchorCtr="0">
              <a:spAutoFit/>
            </a:bodyPr>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26637" name="Text Box 47"/>
            <p:cNvSpPr txBox="1"/>
            <p:nvPr/>
          </p:nvSpPr>
          <p:spPr>
            <a:xfrm>
              <a:off x="3546" y="2052"/>
              <a:ext cx="390"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26638" name="Text Box 48"/>
            <p:cNvSpPr txBox="1"/>
            <p:nvPr/>
          </p:nvSpPr>
          <p:spPr>
            <a:xfrm>
              <a:off x="3266" y="2183"/>
              <a:ext cx="427"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sp>
          <p:nvSpPr>
            <p:cNvPr id="26639" name="Rectangle 49"/>
            <p:cNvSpPr/>
            <p:nvPr/>
          </p:nvSpPr>
          <p:spPr>
            <a:xfrm>
              <a:off x="3795" y="2404"/>
              <a:ext cx="1754" cy="1601"/>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26640" name="Group 50"/>
            <p:cNvGrpSpPr/>
            <p:nvPr/>
          </p:nvGrpSpPr>
          <p:grpSpPr>
            <a:xfrm>
              <a:off x="4234" y="2404"/>
              <a:ext cx="883" cy="1604"/>
              <a:chOff x="858" y="702"/>
              <a:chExt cx="645" cy="1380"/>
            </a:xfrm>
          </p:grpSpPr>
          <p:sp>
            <p:nvSpPr>
              <p:cNvPr id="26641" name="Line 51"/>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26642" name="Line 52"/>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26643" name="Line 53"/>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sp>
          <p:nvSpPr>
            <p:cNvPr id="26644" name="Line 54"/>
            <p:cNvSpPr/>
            <p:nvPr/>
          </p:nvSpPr>
          <p:spPr>
            <a:xfrm>
              <a:off x="3790" y="3247"/>
              <a:ext cx="1748" cy="0"/>
            </a:xfrm>
            <a:prstGeom prst="line">
              <a:avLst/>
            </a:prstGeom>
            <a:ln w="28575" cap="flat" cmpd="sng">
              <a:solidFill>
                <a:srgbClr val="3333FF"/>
              </a:solidFill>
              <a:prstDash val="solid"/>
              <a:round/>
              <a:headEnd type="none" w="med" len="med"/>
              <a:tailEnd type="none" w="med" len="med"/>
            </a:ln>
          </p:spPr>
        </p:sp>
        <p:sp>
          <p:nvSpPr>
            <p:cNvPr id="26645" name="Line 55"/>
            <p:cNvSpPr/>
            <p:nvPr/>
          </p:nvSpPr>
          <p:spPr>
            <a:xfrm>
              <a:off x="3796" y="3630"/>
              <a:ext cx="1748" cy="0"/>
            </a:xfrm>
            <a:prstGeom prst="line">
              <a:avLst/>
            </a:prstGeom>
            <a:ln w="28575" cap="flat" cmpd="sng">
              <a:solidFill>
                <a:srgbClr val="3333FF"/>
              </a:solidFill>
              <a:prstDash val="solid"/>
              <a:round/>
              <a:headEnd type="none" w="med" len="med"/>
              <a:tailEnd type="none" w="med" len="med"/>
            </a:ln>
          </p:spPr>
        </p:sp>
        <p:sp>
          <p:nvSpPr>
            <p:cNvPr id="26646" name="Rectangle 56"/>
            <p:cNvSpPr/>
            <p:nvPr/>
          </p:nvSpPr>
          <p:spPr>
            <a:xfrm>
              <a:off x="4762" y="3275"/>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47" name="Rectangle 57"/>
            <p:cNvSpPr/>
            <p:nvPr/>
          </p:nvSpPr>
          <p:spPr>
            <a:xfrm>
              <a:off x="4791" y="2458"/>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48" name="Rectangle 58"/>
            <p:cNvSpPr/>
            <p:nvPr/>
          </p:nvSpPr>
          <p:spPr>
            <a:xfrm>
              <a:off x="4353" y="2877"/>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49" name="Rectangle 59"/>
            <p:cNvSpPr/>
            <p:nvPr/>
          </p:nvSpPr>
          <p:spPr>
            <a:xfrm>
              <a:off x="5235" y="2894"/>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50" name="Text Box 60"/>
            <p:cNvSpPr txBox="1"/>
            <p:nvPr/>
          </p:nvSpPr>
          <p:spPr>
            <a:xfrm>
              <a:off x="3917" y="3231"/>
              <a:ext cx="237" cy="381"/>
            </a:xfrm>
            <a:prstGeom prst="rect">
              <a:avLst/>
            </a:prstGeom>
            <a:noFill/>
            <a:ln w="9525">
              <a:noFill/>
            </a:ln>
          </p:spPr>
          <p:txBody>
            <a:bodyPr anchor="t" anchorCtr="0">
              <a:spAutoFit/>
            </a:bodyPr>
            <a:p>
              <a:pPr algn="ctr">
                <a:lnSpc>
                  <a:spcPct val="12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51" name="Rectangle 61"/>
            <p:cNvSpPr/>
            <p:nvPr/>
          </p:nvSpPr>
          <p:spPr>
            <a:xfrm>
              <a:off x="3918" y="2463"/>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52" name="Rectangle 62"/>
            <p:cNvSpPr/>
            <p:nvPr/>
          </p:nvSpPr>
          <p:spPr>
            <a:xfrm>
              <a:off x="4331" y="3659"/>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53" name="Line 63"/>
            <p:cNvSpPr/>
            <p:nvPr/>
          </p:nvSpPr>
          <p:spPr>
            <a:xfrm>
              <a:off x="3487" y="2164"/>
              <a:ext cx="306" cy="304"/>
            </a:xfrm>
            <a:prstGeom prst="line">
              <a:avLst/>
            </a:prstGeom>
            <a:ln w="28575" cap="flat" cmpd="sng">
              <a:solidFill>
                <a:srgbClr val="3333FF"/>
              </a:solidFill>
              <a:prstDash val="solid"/>
              <a:round/>
              <a:headEnd type="none" w="med" len="med"/>
              <a:tailEnd type="none" w="med" len="med"/>
            </a:ln>
          </p:spPr>
        </p:sp>
        <p:sp>
          <p:nvSpPr>
            <p:cNvPr id="26654" name="Text Box 64"/>
            <p:cNvSpPr txBox="1"/>
            <p:nvPr/>
          </p:nvSpPr>
          <p:spPr>
            <a:xfrm>
              <a:off x="5228" y="3666"/>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55" name="Text Box 65"/>
            <p:cNvSpPr txBox="1"/>
            <p:nvPr/>
          </p:nvSpPr>
          <p:spPr>
            <a:xfrm>
              <a:off x="5220" y="3282"/>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6656" name="Text Box 66"/>
            <p:cNvSpPr txBox="1"/>
            <p:nvPr/>
          </p:nvSpPr>
          <p:spPr>
            <a:xfrm>
              <a:off x="4358" y="3282"/>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6657" name="Text Box 67"/>
            <p:cNvSpPr txBox="1"/>
            <p:nvPr/>
          </p:nvSpPr>
          <p:spPr>
            <a:xfrm>
              <a:off x="3914" y="2874"/>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6658" name="Text Box 68"/>
            <p:cNvSpPr txBox="1"/>
            <p:nvPr/>
          </p:nvSpPr>
          <p:spPr>
            <a:xfrm>
              <a:off x="3902" y="3654"/>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6659" name="Text Box 69"/>
            <p:cNvSpPr txBox="1"/>
            <p:nvPr/>
          </p:nvSpPr>
          <p:spPr>
            <a:xfrm>
              <a:off x="4358" y="2454"/>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6660" name="Text Box 70"/>
            <p:cNvSpPr txBox="1"/>
            <p:nvPr/>
          </p:nvSpPr>
          <p:spPr>
            <a:xfrm>
              <a:off x="5210" y="2454"/>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6661" name="Text Box 72"/>
            <p:cNvSpPr txBox="1"/>
            <p:nvPr/>
          </p:nvSpPr>
          <p:spPr>
            <a:xfrm>
              <a:off x="4814" y="3666"/>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6662" name="Text Box 73"/>
            <p:cNvSpPr txBox="1"/>
            <p:nvPr/>
          </p:nvSpPr>
          <p:spPr>
            <a:xfrm>
              <a:off x="4790" y="2874"/>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64586" name="Text Box 74"/>
          <p:cNvSpPr txBox="1"/>
          <p:nvPr/>
        </p:nvSpPr>
        <p:spPr>
          <a:xfrm>
            <a:off x="784225" y="4829175"/>
            <a:ext cx="4095750" cy="946150"/>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由卡诺图可知该逻辑</a:t>
            </a:r>
            <a:endParaRPr lang="zh-CN" altLang="en-US" sz="2800" i="0" dirty="0">
              <a:latin typeface="Times New Roman" panose="02020603050405020304" pitchFamily="18" charset="0"/>
              <a:ea typeface="宋体" panose="02010600030101010101" pitchFamily="2" charset="-122"/>
            </a:endParaRPr>
          </a:p>
          <a:p>
            <a:pPr algn="ctr"/>
            <a:r>
              <a:rPr lang="zh-CN" altLang="en-US" sz="2800" i="0" dirty="0">
                <a:latin typeface="Times New Roman" panose="02020603050405020304" pitchFamily="18" charset="0"/>
                <a:ea typeface="宋体" panose="02010600030101010101" pitchFamily="2" charset="-122"/>
              </a:rPr>
              <a:t>函数已不能化简。</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543"/>
                                        </p:tgtEl>
                                        <p:attrNameLst>
                                          <p:attrName>style.visibility</p:attrName>
                                        </p:attrNameLst>
                                      </p:cBhvr>
                                      <p:to>
                                        <p:strVal val="visible"/>
                                      </p:to>
                                    </p:set>
                                    <p:animEffect transition="in" filter="wipe(left)">
                                      <p:cBhvr>
                                        <p:cTn id="7" dur="500"/>
                                        <p:tgtEl>
                                          <p:spTgt spid="645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544"/>
                                        </p:tgtEl>
                                        <p:attrNameLst>
                                          <p:attrName>style.visibility</p:attrName>
                                        </p:attrNameLst>
                                      </p:cBhvr>
                                      <p:to>
                                        <p:strVal val="visible"/>
                                      </p:to>
                                    </p:set>
                                    <p:animEffect transition="in" filter="wipe(left)">
                                      <p:cBhvr>
                                        <p:cTn id="12" dur="500"/>
                                        <p:tgtEl>
                                          <p:spTgt spid="645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4545"/>
                                        </p:tgtEl>
                                        <p:attrNameLst>
                                          <p:attrName>style.visibility</p:attrName>
                                        </p:attrNameLst>
                                      </p:cBhvr>
                                      <p:to>
                                        <p:strVal val="visible"/>
                                      </p:to>
                                    </p:set>
                                    <p:animEffect transition="in" filter="wipe(left)">
                                      <p:cBhvr>
                                        <p:cTn id="17" dur="500"/>
                                        <p:tgtEl>
                                          <p:spTgt spid="645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4546"/>
                                        </p:tgtEl>
                                        <p:attrNameLst>
                                          <p:attrName>style.visibility</p:attrName>
                                        </p:attrNameLst>
                                      </p:cBhvr>
                                      <p:to>
                                        <p:strVal val="visible"/>
                                      </p:to>
                                    </p:set>
                                    <p:animEffect transition="in" filter="wipe(left)">
                                      <p:cBhvr>
                                        <p:cTn id="22" dur="500"/>
                                        <p:tgtEl>
                                          <p:spTgt spid="6454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4547"/>
                                        </p:tgtEl>
                                        <p:attrNameLst>
                                          <p:attrName>style.visibility</p:attrName>
                                        </p:attrNameLst>
                                      </p:cBhvr>
                                      <p:to>
                                        <p:strVal val="visible"/>
                                      </p:to>
                                    </p:set>
                                    <p:animEffect transition="in" filter="wipe(left)">
                                      <p:cBhvr>
                                        <p:cTn id="27" dur="500"/>
                                        <p:tgtEl>
                                          <p:spTgt spid="6454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454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454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4"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 to="" calcmode="lin" valueType="num">
                                      <p:cBhvr>
                                        <p:cTn id="40" dur="1" fill="hold"/>
                                        <p:tgtEl>
                                          <p:spTgt spid="2"/>
                                        </p:tgtEl>
                                        <p:attrNameLst>
                                          <p:attrName>style.visibility</p:attrName>
                                        </p:attrNameLst>
                                      </p:cBhvr>
                                    </p:anim>
                                  </p:childTnLst>
                                </p:cTn>
                              </p:par>
                            </p:childTnLst>
                          </p:cTn>
                        </p:par>
                      </p:childTnLst>
                    </p:cTn>
                  </p:par>
                  <p:par>
                    <p:cTn id="41" fill="hold">
                      <p:stCondLst>
                        <p:cond delay="indefinite"/>
                      </p:stCondLst>
                      <p:childTnLst>
                        <p:par>
                          <p:cTn id="42" fill="hold">
                            <p:stCondLst>
                              <p:cond delay="0"/>
                            </p:stCondLst>
                            <p:childTnLst>
                              <p:par>
                                <p:cTn id="43" presetID="24" presetClass="entr" presetSubtype="0" fill="hold" grpId="0" nodeType="clickEffect">
                                  <p:stCondLst>
                                    <p:cond delay="0"/>
                                  </p:stCondLst>
                                  <p:childTnLst>
                                    <p:set>
                                      <p:cBhvr>
                                        <p:cTn id="44" dur="1" fill="hold">
                                          <p:stCondLst>
                                            <p:cond delay="0"/>
                                          </p:stCondLst>
                                        </p:cTn>
                                        <p:tgtEl>
                                          <p:spTgt spid="64586"/>
                                        </p:tgtEl>
                                        <p:attrNameLst>
                                          <p:attrName>style.visibility</p:attrName>
                                        </p:attrNameLst>
                                      </p:cBhvr>
                                      <p:to>
                                        <p:strVal val="visible"/>
                                      </p:to>
                                    </p:set>
                                    <p:anim to="" calcmode="lin" valueType="num">
                                      <p:cBhvr>
                                        <p:cTn id="45" dur="1" fill="hold"/>
                                        <p:tgtEl>
                                          <p:spTgt spid="64586"/>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43" grpId="0"/>
      <p:bldP spid="64544" grpId="0"/>
      <p:bldP spid="64545" grpId="0"/>
      <p:bldP spid="64546" grpId="0"/>
      <p:bldP spid="64547" grpId="0"/>
      <p:bldP spid="64548" grpId="0"/>
      <p:bldP spid="64549" grpId="0"/>
      <p:bldP spid="6458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41" name="Text Box 5"/>
          <p:cNvSpPr txBox="1"/>
          <p:nvPr/>
        </p:nvSpPr>
        <p:spPr>
          <a:xfrm>
            <a:off x="377825" y="600075"/>
            <a:ext cx="1644650" cy="522288"/>
          </a:xfrm>
          <a:prstGeom prst="rect">
            <a:avLst/>
          </a:prstGeom>
          <a:noFill/>
          <a:ln w="12700">
            <a:noFill/>
          </a:ln>
        </p:spPr>
        <p:txBody>
          <a:bodyPr wrap="square" anchor="t" anchorCtr="0">
            <a:spAutoFit/>
          </a:bodyPr>
          <a:p>
            <a:r>
              <a:rPr lang="zh-CN" altLang="en-US" sz="2800" b="1" i="0" dirty="0">
                <a:solidFill>
                  <a:srgbClr val="3333FF"/>
                </a:solidFill>
                <a:latin typeface="Times New Roman" panose="02020603050405020304" pitchFamily="18" charset="0"/>
                <a:ea typeface="宋体" panose="02010600030101010101" pitchFamily="2" charset="-122"/>
              </a:rPr>
              <a:t>第二步：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grpSp>
        <p:nvGrpSpPr>
          <p:cNvPr id="2" name="Group 36"/>
          <p:cNvGrpSpPr/>
          <p:nvPr/>
        </p:nvGrpSpPr>
        <p:grpSpPr>
          <a:xfrm>
            <a:off x="727075" y="1162050"/>
            <a:ext cx="7489825" cy="946150"/>
            <a:chOff x="458" y="678"/>
            <a:chExt cx="4718" cy="596"/>
          </a:xfrm>
        </p:grpSpPr>
        <p:sp>
          <p:nvSpPr>
            <p:cNvPr id="27651" name="Text Box 4"/>
            <p:cNvSpPr txBox="1"/>
            <p:nvPr/>
          </p:nvSpPr>
          <p:spPr>
            <a:xfrm>
              <a:off x="458" y="678"/>
              <a:ext cx="4718" cy="596"/>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F=ABCD+ABCD+ABCD+ABCD+</a:t>
              </a:r>
              <a:endParaRPr lang="en-US" altLang="zh-CN" sz="2800" i="0" dirty="0">
                <a:latin typeface="Times New Roman" panose="02020603050405020304" pitchFamily="18" charset="0"/>
                <a:ea typeface="宋体" panose="02010600030101010101" pitchFamily="2" charset="-122"/>
              </a:endParaRPr>
            </a:p>
            <a:p>
              <a:pPr algn="ctr"/>
              <a:r>
                <a:rPr lang="en-US" altLang="zh-CN" sz="2800" i="0" dirty="0">
                  <a:latin typeface="Times New Roman" panose="02020603050405020304" pitchFamily="18" charset="0"/>
                  <a:ea typeface="宋体" panose="02010600030101010101" pitchFamily="2" charset="-122"/>
                </a:rPr>
                <a:t>                               ABCD+ABCD+ABCD+ABCD</a:t>
              </a:r>
              <a:endParaRPr lang="en-US" altLang="zh-CN" sz="2800" i="0" dirty="0">
                <a:latin typeface="Times New Roman" panose="02020603050405020304" pitchFamily="18" charset="0"/>
                <a:ea typeface="宋体" panose="02010600030101010101" pitchFamily="2" charset="-122"/>
              </a:endParaRPr>
            </a:p>
          </p:txBody>
        </p:sp>
        <p:sp>
          <p:nvSpPr>
            <p:cNvPr id="27652" name="Line 6"/>
            <p:cNvSpPr/>
            <p:nvPr/>
          </p:nvSpPr>
          <p:spPr>
            <a:xfrm>
              <a:off x="1467" y="744"/>
              <a:ext cx="120" cy="0"/>
            </a:xfrm>
            <a:prstGeom prst="line">
              <a:avLst/>
            </a:prstGeom>
            <a:ln w="12700" cap="flat" cmpd="sng">
              <a:solidFill>
                <a:schemeClr val="tx1"/>
              </a:solidFill>
              <a:prstDash val="solid"/>
              <a:round/>
              <a:headEnd type="none" w="med" len="med"/>
              <a:tailEnd type="none" w="sm" len="lg"/>
            </a:ln>
          </p:spPr>
        </p:sp>
        <p:sp>
          <p:nvSpPr>
            <p:cNvPr id="27653" name="Line 7"/>
            <p:cNvSpPr/>
            <p:nvPr/>
          </p:nvSpPr>
          <p:spPr>
            <a:xfrm>
              <a:off x="1623" y="744"/>
              <a:ext cx="120" cy="0"/>
            </a:xfrm>
            <a:prstGeom prst="line">
              <a:avLst/>
            </a:prstGeom>
            <a:ln w="12700" cap="flat" cmpd="sng">
              <a:solidFill>
                <a:schemeClr val="tx1"/>
              </a:solidFill>
              <a:prstDash val="solid"/>
              <a:round/>
              <a:headEnd type="none" w="med" len="med"/>
              <a:tailEnd type="none" w="sm" len="lg"/>
            </a:ln>
          </p:spPr>
        </p:sp>
        <p:sp>
          <p:nvSpPr>
            <p:cNvPr id="27654" name="Line 8"/>
            <p:cNvSpPr/>
            <p:nvPr/>
          </p:nvSpPr>
          <p:spPr>
            <a:xfrm>
              <a:off x="1791" y="744"/>
              <a:ext cx="120" cy="0"/>
            </a:xfrm>
            <a:prstGeom prst="line">
              <a:avLst/>
            </a:prstGeom>
            <a:ln w="12700" cap="flat" cmpd="sng">
              <a:solidFill>
                <a:schemeClr val="tx1"/>
              </a:solidFill>
              <a:prstDash val="solid"/>
              <a:round/>
              <a:headEnd type="none" w="med" len="med"/>
              <a:tailEnd type="none" w="sm" len="lg"/>
            </a:ln>
          </p:spPr>
        </p:sp>
        <p:sp>
          <p:nvSpPr>
            <p:cNvPr id="27655" name="Line 9"/>
            <p:cNvSpPr/>
            <p:nvPr/>
          </p:nvSpPr>
          <p:spPr>
            <a:xfrm>
              <a:off x="2223" y="744"/>
              <a:ext cx="120" cy="0"/>
            </a:xfrm>
            <a:prstGeom prst="line">
              <a:avLst/>
            </a:prstGeom>
            <a:ln w="12700" cap="flat" cmpd="sng">
              <a:solidFill>
                <a:schemeClr val="tx1"/>
              </a:solidFill>
              <a:prstDash val="solid"/>
              <a:round/>
              <a:headEnd type="none" w="med" len="med"/>
              <a:tailEnd type="none" w="sm" len="lg"/>
            </a:ln>
          </p:spPr>
        </p:sp>
        <p:sp>
          <p:nvSpPr>
            <p:cNvPr id="27656" name="Line 10"/>
            <p:cNvSpPr/>
            <p:nvPr/>
          </p:nvSpPr>
          <p:spPr>
            <a:xfrm>
              <a:off x="2379" y="744"/>
              <a:ext cx="120" cy="0"/>
            </a:xfrm>
            <a:prstGeom prst="line">
              <a:avLst/>
            </a:prstGeom>
            <a:ln w="12700" cap="flat" cmpd="sng">
              <a:solidFill>
                <a:schemeClr val="tx1"/>
              </a:solidFill>
              <a:prstDash val="solid"/>
              <a:round/>
              <a:headEnd type="none" w="med" len="med"/>
              <a:tailEnd type="none" w="sm" len="lg"/>
            </a:ln>
          </p:spPr>
        </p:sp>
        <p:sp>
          <p:nvSpPr>
            <p:cNvPr id="27657" name="Line 11"/>
            <p:cNvSpPr/>
            <p:nvPr/>
          </p:nvSpPr>
          <p:spPr>
            <a:xfrm>
              <a:off x="2667" y="744"/>
              <a:ext cx="120" cy="0"/>
            </a:xfrm>
            <a:prstGeom prst="line">
              <a:avLst/>
            </a:prstGeom>
            <a:ln w="12700" cap="flat" cmpd="sng">
              <a:solidFill>
                <a:schemeClr val="tx1"/>
              </a:solidFill>
              <a:prstDash val="solid"/>
              <a:round/>
              <a:headEnd type="none" w="med" len="med"/>
              <a:tailEnd type="none" w="sm" len="lg"/>
            </a:ln>
          </p:spPr>
        </p:sp>
        <p:sp>
          <p:nvSpPr>
            <p:cNvPr id="27658" name="Line 12"/>
            <p:cNvSpPr/>
            <p:nvPr/>
          </p:nvSpPr>
          <p:spPr>
            <a:xfrm>
              <a:off x="3423" y="744"/>
              <a:ext cx="120" cy="0"/>
            </a:xfrm>
            <a:prstGeom prst="line">
              <a:avLst/>
            </a:prstGeom>
            <a:ln w="12700" cap="flat" cmpd="sng">
              <a:solidFill>
                <a:schemeClr val="tx1"/>
              </a:solidFill>
              <a:prstDash val="solid"/>
              <a:round/>
              <a:headEnd type="none" w="med" len="med"/>
              <a:tailEnd type="none" w="sm" len="lg"/>
            </a:ln>
          </p:spPr>
        </p:sp>
        <p:sp>
          <p:nvSpPr>
            <p:cNvPr id="27659" name="Line 13"/>
            <p:cNvSpPr/>
            <p:nvPr/>
          </p:nvSpPr>
          <p:spPr>
            <a:xfrm>
              <a:off x="3255" y="744"/>
              <a:ext cx="120" cy="0"/>
            </a:xfrm>
            <a:prstGeom prst="line">
              <a:avLst/>
            </a:prstGeom>
            <a:ln w="12700" cap="flat" cmpd="sng">
              <a:solidFill>
                <a:schemeClr val="tx1"/>
              </a:solidFill>
              <a:prstDash val="solid"/>
              <a:round/>
              <a:headEnd type="none" w="med" len="med"/>
              <a:tailEnd type="none" w="sm" len="lg"/>
            </a:ln>
          </p:spPr>
        </p:sp>
        <p:sp>
          <p:nvSpPr>
            <p:cNvPr id="27660" name="Line 14"/>
            <p:cNvSpPr/>
            <p:nvPr/>
          </p:nvSpPr>
          <p:spPr>
            <a:xfrm>
              <a:off x="2943" y="744"/>
              <a:ext cx="120" cy="0"/>
            </a:xfrm>
            <a:prstGeom prst="line">
              <a:avLst/>
            </a:prstGeom>
            <a:ln w="12700" cap="flat" cmpd="sng">
              <a:solidFill>
                <a:schemeClr val="tx1"/>
              </a:solidFill>
              <a:prstDash val="solid"/>
              <a:round/>
              <a:headEnd type="none" w="med" len="med"/>
              <a:tailEnd type="none" w="sm" len="lg"/>
            </a:ln>
          </p:spPr>
        </p:sp>
        <p:sp>
          <p:nvSpPr>
            <p:cNvPr id="27661" name="Line 15"/>
            <p:cNvSpPr/>
            <p:nvPr/>
          </p:nvSpPr>
          <p:spPr>
            <a:xfrm>
              <a:off x="3699" y="744"/>
              <a:ext cx="120" cy="0"/>
            </a:xfrm>
            <a:prstGeom prst="line">
              <a:avLst/>
            </a:prstGeom>
            <a:ln w="12700" cap="flat" cmpd="sng">
              <a:solidFill>
                <a:schemeClr val="tx1"/>
              </a:solidFill>
              <a:prstDash val="solid"/>
              <a:round/>
              <a:headEnd type="none" w="med" len="med"/>
              <a:tailEnd type="none" w="sm" len="lg"/>
            </a:ln>
          </p:spPr>
        </p:sp>
        <p:sp>
          <p:nvSpPr>
            <p:cNvPr id="27662" name="Line 16"/>
            <p:cNvSpPr/>
            <p:nvPr/>
          </p:nvSpPr>
          <p:spPr>
            <a:xfrm>
              <a:off x="2424" y="1008"/>
              <a:ext cx="120" cy="0"/>
            </a:xfrm>
            <a:prstGeom prst="line">
              <a:avLst/>
            </a:prstGeom>
            <a:ln w="12700" cap="flat" cmpd="sng">
              <a:solidFill>
                <a:schemeClr val="tx1"/>
              </a:solidFill>
              <a:prstDash val="solid"/>
              <a:round/>
              <a:headEnd type="none" w="med" len="med"/>
              <a:tailEnd type="none" w="sm" len="lg"/>
            </a:ln>
          </p:spPr>
        </p:sp>
        <p:sp>
          <p:nvSpPr>
            <p:cNvPr id="27663" name="Line 17"/>
            <p:cNvSpPr/>
            <p:nvPr/>
          </p:nvSpPr>
          <p:spPr>
            <a:xfrm>
              <a:off x="2592" y="1008"/>
              <a:ext cx="120" cy="0"/>
            </a:xfrm>
            <a:prstGeom prst="line">
              <a:avLst/>
            </a:prstGeom>
            <a:ln w="12700" cap="flat" cmpd="sng">
              <a:solidFill>
                <a:schemeClr val="tx1"/>
              </a:solidFill>
              <a:prstDash val="solid"/>
              <a:round/>
              <a:headEnd type="none" w="med" len="med"/>
              <a:tailEnd type="none" w="sm" len="lg"/>
            </a:ln>
          </p:spPr>
        </p:sp>
        <p:sp>
          <p:nvSpPr>
            <p:cNvPr id="27664" name="Line 18"/>
            <p:cNvSpPr/>
            <p:nvPr/>
          </p:nvSpPr>
          <p:spPr>
            <a:xfrm>
              <a:off x="2748" y="1008"/>
              <a:ext cx="120" cy="0"/>
            </a:xfrm>
            <a:prstGeom prst="line">
              <a:avLst/>
            </a:prstGeom>
            <a:ln w="12700" cap="flat" cmpd="sng">
              <a:solidFill>
                <a:schemeClr val="tx1"/>
              </a:solidFill>
              <a:prstDash val="solid"/>
              <a:round/>
              <a:headEnd type="none" w="med" len="med"/>
              <a:tailEnd type="none" w="sm" len="lg"/>
            </a:ln>
          </p:spPr>
        </p:sp>
        <p:sp>
          <p:nvSpPr>
            <p:cNvPr id="27665" name="Line 19"/>
            <p:cNvSpPr/>
            <p:nvPr/>
          </p:nvSpPr>
          <p:spPr>
            <a:xfrm>
              <a:off x="3168" y="1008"/>
              <a:ext cx="120" cy="0"/>
            </a:xfrm>
            <a:prstGeom prst="line">
              <a:avLst/>
            </a:prstGeom>
            <a:ln w="12700" cap="flat" cmpd="sng">
              <a:solidFill>
                <a:schemeClr val="tx1"/>
              </a:solidFill>
              <a:prstDash val="solid"/>
              <a:round/>
              <a:headEnd type="none" w="med" len="med"/>
              <a:tailEnd type="none" w="sm" len="lg"/>
            </a:ln>
          </p:spPr>
        </p:sp>
        <p:sp>
          <p:nvSpPr>
            <p:cNvPr id="27666" name="Line 20"/>
            <p:cNvSpPr/>
            <p:nvPr/>
          </p:nvSpPr>
          <p:spPr>
            <a:xfrm>
              <a:off x="4080" y="1008"/>
              <a:ext cx="120" cy="0"/>
            </a:xfrm>
            <a:prstGeom prst="line">
              <a:avLst/>
            </a:prstGeom>
            <a:ln w="12700" cap="flat" cmpd="sng">
              <a:solidFill>
                <a:schemeClr val="tx1"/>
              </a:solidFill>
              <a:prstDash val="solid"/>
              <a:round/>
              <a:headEnd type="none" w="med" len="med"/>
              <a:tailEnd type="none" w="sm" len="lg"/>
            </a:ln>
          </p:spPr>
        </p:sp>
        <p:sp>
          <p:nvSpPr>
            <p:cNvPr id="27667" name="Line 21"/>
            <p:cNvSpPr/>
            <p:nvPr/>
          </p:nvSpPr>
          <p:spPr>
            <a:xfrm>
              <a:off x="4956" y="1008"/>
              <a:ext cx="120" cy="0"/>
            </a:xfrm>
            <a:prstGeom prst="line">
              <a:avLst/>
            </a:prstGeom>
            <a:ln w="12700" cap="flat" cmpd="sng">
              <a:solidFill>
                <a:schemeClr val="tx1"/>
              </a:solidFill>
              <a:prstDash val="solid"/>
              <a:round/>
              <a:headEnd type="none" w="med" len="med"/>
              <a:tailEnd type="none" w="sm" len="lg"/>
            </a:ln>
          </p:spPr>
        </p:sp>
      </p:grpSp>
      <p:grpSp>
        <p:nvGrpSpPr>
          <p:cNvPr id="3" name="Group 37"/>
          <p:cNvGrpSpPr/>
          <p:nvPr/>
        </p:nvGrpSpPr>
        <p:grpSpPr>
          <a:xfrm>
            <a:off x="974725" y="2019300"/>
            <a:ext cx="6800850" cy="946150"/>
            <a:chOff x="590" y="1242"/>
            <a:chExt cx="4284" cy="596"/>
          </a:xfrm>
        </p:grpSpPr>
        <p:sp>
          <p:nvSpPr>
            <p:cNvPr id="27669" name="Text Box 22"/>
            <p:cNvSpPr txBox="1"/>
            <p:nvPr/>
          </p:nvSpPr>
          <p:spPr>
            <a:xfrm>
              <a:off x="590" y="1242"/>
              <a:ext cx="4284" cy="596"/>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=AB(CD+CD)+AB(CD+CD)+</a:t>
              </a:r>
              <a:endParaRPr lang="en-US" altLang="zh-CN" sz="2800" i="0" dirty="0">
                <a:latin typeface="Times New Roman" panose="02020603050405020304" pitchFamily="18" charset="0"/>
                <a:ea typeface="宋体" panose="02010600030101010101" pitchFamily="2" charset="-122"/>
              </a:endParaRPr>
            </a:p>
            <a:p>
              <a:pPr algn="ctr"/>
              <a:r>
                <a:rPr lang="en-US" altLang="zh-CN" sz="2800" i="0" dirty="0">
                  <a:latin typeface="Times New Roman" panose="02020603050405020304" pitchFamily="18" charset="0"/>
                  <a:ea typeface="宋体" panose="02010600030101010101" pitchFamily="2" charset="-122"/>
                </a:rPr>
                <a:t>                             AB(CD+CD)+AB(CD+CD)</a:t>
              </a:r>
              <a:endParaRPr lang="en-US" altLang="zh-CN" sz="2800" i="0" dirty="0">
                <a:latin typeface="Times New Roman" panose="02020603050405020304" pitchFamily="18" charset="0"/>
                <a:ea typeface="宋体" panose="02010600030101010101" pitchFamily="2" charset="-122"/>
              </a:endParaRPr>
            </a:p>
          </p:txBody>
        </p:sp>
        <p:sp>
          <p:nvSpPr>
            <p:cNvPr id="27670" name="Line 24"/>
            <p:cNvSpPr/>
            <p:nvPr/>
          </p:nvSpPr>
          <p:spPr>
            <a:xfrm>
              <a:off x="2469" y="1308"/>
              <a:ext cx="120" cy="0"/>
            </a:xfrm>
            <a:prstGeom prst="line">
              <a:avLst/>
            </a:prstGeom>
            <a:ln w="12700" cap="flat" cmpd="sng">
              <a:solidFill>
                <a:schemeClr val="tx1"/>
              </a:solidFill>
              <a:prstDash val="solid"/>
              <a:round/>
              <a:headEnd type="none" w="med" len="med"/>
              <a:tailEnd type="none" w="sm" len="lg"/>
            </a:ln>
          </p:spPr>
        </p:sp>
        <p:sp>
          <p:nvSpPr>
            <p:cNvPr id="27671" name="Line 25"/>
            <p:cNvSpPr/>
            <p:nvPr/>
          </p:nvSpPr>
          <p:spPr>
            <a:xfrm>
              <a:off x="4008" y="1584"/>
              <a:ext cx="120" cy="0"/>
            </a:xfrm>
            <a:prstGeom prst="line">
              <a:avLst/>
            </a:prstGeom>
            <a:ln w="12700" cap="flat" cmpd="sng">
              <a:solidFill>
                <a:schemeClr val="tx1"/>
              </a:solidFill>
              <a:prstDash val="solid"/>
              <a:round/>
              <a:headEnd type="none" w="med" len="med"/>
              <a:tailEnd type="none" w="sm" len="lg"/>
            </a:ln>
          </p:spPr>
        </p:sp>
        <p:sp>
          <p:nvSpPr>
            <p:cNvPr id="27672" name="Line 26"/>
            <p:cNvSpPr/>
            <p:nvPr/>
          </p:nvSpPr>
          <p:spPr>
            <a:xfrm>
              <a:off x="2820" y="1584"/>
              <a:ext cx="120" cy="0"/>
            </a:xfrm>
            <a:prstGeom prst="line">
              <a:avLst/>
            </a:prstGeom>
            <a:ln w="12700" cap="flat" cmpd="sng">
              <a:solidFill>
                <a:schemeClr val="tx1"/>
              </a:solidFill>
              <a:prstDash val="solid"/>
              <a:round/>
              <a:headEnd type="none" w="med" len="med"/>
              <a:tailEnd type="none" w="sm" len="lg"/>
            </a:ln>
          </p:spPr>
        </p:sp>
        <p:sp>
          <p:nvSpPr>
            <p:cNvPr id="27673" name="Line 27"/>
            <p:cNvSpPr/>
            <p:nvPr/>
          </p:nvSpPr>
          <p:spPr>
            <a:xfrm>
              <a:off x="3189" y="1308"/>
              <a:ext cx="120" cy="0"/>
            </a:xfrm>
            <a:prstGeom prst="line">
              <a:avLst/>
            </a:prstGeom>
            <a:ln w="12700" cap="flat" cmpd="sng">
              <a:solidFill>
                <a:schemeClr val="tx1"/>
              </a:solidFill>
              <a:prstDash val="solid"/>
              <a:round/>
              <a:headEnd type="none" w="med" len="med"/>
              <a:tailEnd type="none" w="sm" len="lg"/>
            </a:ln>
          </p:spPr>
        </p:sp>
        <p:sp>
          <p:nvSpPr>
            <p:cNvPr id="27674" name="Line 28"/>
            <p:cNvSpPr/>
            <p:nvPr/>
          </p:nvSpPr>
          <p:spPr>
            <a:xfrm>
              <a:off x="2817" y="1308"/>
              <a:ext cx="120" cy="0"/>
            </a:xfrm>
            <a:prstGeom prst="line">
              <a:avLst/>
            </a:prstGeom>
            <a:ln w="12700" cap="flat" cmpd="sng">
              <a:solidFill>
                <a:schemeClr val="tx1"/>
              </a:solidFill>
              <a:prstDash val="solid"/>
              <a:round/>
              <a:headEnd type="none" w="med" len="med"/>
              <a:tailEnd type="none" w="sm" len="lg"/>
            </a:ln>
          </p:spPr>
        </p:sp>
        <p:sp>
          <p:nvSpPr>
            <p:cNvPr id="27675" name="Line 29"/>
            <p:cNvSpPr/>
            <p:nvPr/>
          </p:nvSpPr>
          <p:spPr>
            <a:xfrm>
              <a:off x="3369" y="1308"/>
              <a:ext cx="120" cy="0"/>
            </a:xfrm>
            <a:prstGeom prst="line">
              <a:avLst/>
            </a:prstGeom>
            <a:ln w="12700" cap="flat" cmpd="sng">
              <a:solidFill>
                <a:schemeClr val="tx1"/>
              </a:solidFill>
              <a:prstDash val="solid"/>
              <a:round/>
              <a:headEnd type="none" w="med" len="med"/>
              <a:tailEnd type="none" w="sm" len="lg"/>
            </a:ln>
          </p:spPr>
        </p:sp>
        <p:sp>
          <p:nvSpPr>
            <p:cNvPr id="27676" name="Line 30"/>
            <p:cNvSpPr/>
            <p:nvPr/>
          </p:nvSpPr>
          <p:spPr>
            <a:xfrm>
              <a:off x="1869" y="1308"/>
              <a:ext cx="120" cy="0"/>
            </a:xfrm>
            <a:prstGeom prst="line">
              <a:avLst/>
            </a:prstGeom>
            <a:ln w="12700" cap="flat" cmpd="sng">
              <a:solidFill>
                <a:schemeClr val="tx1"/>
              </a:solidFill>
              <a:prstDash val="solid"/>
              <a:round/>
              <a:headEnd type="none" w="med" len="med"/>
              <a:tailEnd type="none" w="sm" len="lg"/>
            </a:ln>
          </p:spPr>
        </p:sp>
        <p:sp>
          <p:nvSpPr>
            <p:cNvPr id="27677" name="Line 31"/>
            <p:cNvSpPr/>
            <p:nvPr/>
          </p:nvSpPr>
          <p:spPr>
            <a:xfrm>
              <a:off x="4584" y="1584"/>
              <a:ext cx="120" cy="0"/>
            </a:xfrm>
            <a:prstGeom prst="line">
              <a:avLst/>
            </a:prstGeom>
            <a:ln w="12700" cap="flat" cmpd="sng">
              <a:solidFill>
                <a:schemeClr val="tx1"/>
              </a:solidFill>
              <a:prstDash val="solid"/>
              <a:round/>
              <a:headEnd type="none" w="med" len="med"/>
              <a:tailEnd type="none" w="sm" len="lg"/>
            </a:ln>
          </p:spPr>
        </p:sp>
        <p:sp>
          <p:nvSpPr>
            <p:cNvPr id="27678" name="Line 32"/>
            <p:cNvSpPr/>
            <p:nvPr/>
          </p:nvSpPr>
          <p:spPr>
            <a:xfrm>
              <a:off x="2664" y="1584"/>
              <a:ext cx="120" cy="0"/>
            </a:xfrm>
            <a:prstGeom prst="line">
              <a:avLst/>
            </a:prstGeom>
            <a:ln w="12700" cap="flat" cmpd="sng">
              <a:solidFill>
                <a:schemeClr val="tx1"/>
              </a:solidFill>
              <a:prstDash val="solid"/>
              <a:round/>
              <a:headEnd type="none" w="med" len="med"/>
              <a:tailEnd type="none" w="sm" len="lg"/>
            </a:ln>
          </p:spPr>
        </p:sp>
        <p:sp>
          <p:nvSpPr>
            <p:cNvPr id="27679" name="Line 33"/>
            <p:cNvSpPr/>
            <p:nvPr/>
          </p:nvSpPr>
          <p:spPr>
            <a:xfrm>
              <a:off x="2436" y="1584"/>
              <a:ext cx="120" cy="0"/>
            </a:xfrm>
            <a:prstGeom prst="line">
              <a:avLst/>
            </a:prstGeom>
            <a:ln w="12700" cap="flat" cmpd="sng">
              <a:solidFill>
                <a:schemeClr val="tx1"/>
              </a:solidFill>
              <a:prstDash val="solid"/>
              <a:round/>
              <a:headEnd type="none" w="med" len="med"/>
              <a:tailEnd type="none" w="sm" len="lg"/>
            </a:ln>
          </p:spPr>
        </p:sp>
        <p:sp>
          <p:nvSpPr>
            <p:cNvPr id="27680" name="Line 34"/>
            <p:cNvSpPr/>
            <p:nvPr/>
          </p:nvSpPr>
          <p:spPr>
            <a:xfrm>
              <a:off x="1641" y="1308"/>
              <a:ext cx="120" cy="0"/>
            </a:xfrm>
            <a:prstGeom prst="line">
              <a:avLst/>
            </a:prstGeom>
            <a:ln w="12700" cap="flat" cmpd="sng">
              <a:solidFill>
                <a:schemeClr val="tx1"/>
              </a:solidFill>
              <a:prstDash val="solid"/>
              <a:round/>
              <a:headEnd type="none" w="med" len="med"/>
              <a:tailEnd type="none" w="sm" len="lg"/>
            </a:ln>
          </p:spPr>
        </p:sp>
        <p:sp>
          <p:nvSpPr>
            <p:cNvPr id="27681" name="Line 35"/>
            <p:cNvSpPr/>
            <p:nvPr/>
          </p:nvSpPr>
          <p:spPr>
            <a:xfrm>
              <a:off x="1485" y="1308"/>
              <a:ext cx="120" cy="0"/>
            </a:xfrm>
            <a:prstGeom prst="line">
              <a:avLst/>
            </a:prstGeom>
            <a:ln w="12700" cap="flat" cmpd="sng">
              <a:solidFill>
                <a:schemeClr val="tx1"/>
              </a:solidFill>
              <a:prstDash val="solid"/>
              <a:round/>
              <a:headEnd type="none" w="med" len="med"/>
              <a:tailEnd type="none" w="sm" len="lg"/>
            </a:ln>
          </p:spPr>
        </p:sp>
      </p:grpSp>
      <p:sp>
        <p:nvSpPr>
          <p:cNvPr id="65574" name="Line 38"/>
          <p:cNvSpPr/>
          <p:nvPr/>
        </p:nvSpPr>
        <p:spPr>
          <a:xfrm>
            <a:off x="3132138" y="2428875"/>
            <a:ext cx="1047750" cy="0"/>
          </a:xfrm>
          <a:prstGeom prst="line">
            <a:avLst/>
          </a:prstGeom>
          <a:ln w="28575" cap="flat" cmpd="sng">
            <a:solidFill>
              <a:srgbClr val="3333FF"/>
            </a:solidFill>
            <a:prstDash val="solid"/>
            <a:round/>
            <a:headEnd type="none" w="med" len="med"/>
            <a:tailEnd type="none" w="sm" len="lg"/>
          </a:ln>
        </p:spPr>
      </p:sp>
      <p:sp>
        <p:nvSpPr>
          <p:cNvPr id="65576" name="Line 40"/>
          <p:cNvSpPr/>
          <p:nvPr/>
        </p:nvSpPr>
        <p:spPr>
          <a:xfrm>
            <a:off x="5284788" y="2428875"/>
            <a:ext cx="1085850" cy="0"/>
          </a:xfrm>
          <a:prstGeom prst="line">
            <a:avLst/>
          </a:prstGeom>
          <a:ln w="28575" cap="flat" cmpd="sng">
            <a:solidFill>
              <a:srgbClr val="FF3300"/>
            </a:solidFill>
            <a:prstDash val="solid"/>
            <a:round/>
            <a:headEnd type="none" w="med" len="med"/>
            <a:tailEnd type="none" w="sm" len="lg"/>
          </a:ln>
        </p:spPr>
      </p:sp>
      <p:sp>
        <p:nvSpPr>
          <p:cNvPr id="65575" name="Line 39"/>
          <p:cNvSpPr/>
          <p:nvPr/>
        </p:nvSpPr>
        <p:spPr>
          <a:xfrm>
            <a:off x="6456363" y="2867025"/>
            <a:ext cx="1066800" cy="0"/>
          </a:xfrm>
          <a:prstGeom prst="line">
            <a:avLst/>
          </a:prstGeom>
          <a:ln w="28575" cap="flat" cmpd="sng">
            <a:solidFill>
              <a:srgbClr val="3333FF"/>
            </a:solidFill>
            <a:prstDash val="solid"/>
            <a:round/>
            <a:headEnd type="none" w="med" len="med"/>
            <a:tailEnd type="none" w="sm" len="lg"/>
          </a:ln>
        </p:spPr>
      </p:sp>
      <p:sp>
        <p:nvSpPr>
          <p:cNvPr id="65577" name="Line 41"/>
          <p:cNvSpPr/>
          <p:nvPr/>
        </p:nvSpPr>
        <p:spPr>
          <a:xfrm>
            <a:off x="4305300" y="2867025"/>
            <a:ext cx="1066800" cy="0"/>
          </a:xfrm>
          <a:prstGeom prst="line">
            <a:avLst/>
          </a:prstGeom>
          <a:ln w="28575" cap="flat" cmpd="sng">
            <a:solidFill>
              <a:srgbClr val="FF3300"/>
            </a:solidFill>
            <a:prstDash val="solid"/>
            <a:round/>
            <a:headEnd type="none" w="med" len="med"/>
            <a:tailEnd type="none" w="sm" len="lg"/>
          </a:ln>
        </p:spPr>
      </p:sp>
      <p:grpSp>
        <p:nvGrpSpPr>
          <p:cNvPr id="4" name="Group 52"/>
          <p:cNvGrpSpPr/>
          <p:nvPr/>
        </p:nvGrpSpPr>
        <p:grpSpPr>
          <a:xfrm>
            <a:off x="990600" y="2905125"/>
            <a:ext cx="6286500" cy="519113"/>
            <a:chOff x="769" y="2274"/>
            <a:chExt cx="3960" cy="327"/>
          </a:xfrm>
        </p:grpSpPr>
        <p:sp>
          <p:nvSpPr>
            <p:cNvPr id="27687" name="Text Box 42"/>
            <p:cNvSpPr txBox="1"/>
            <p:nvPr/>
          </p:nvSpPr>
          <p:spPr>
            <a:xfrm>
              <a:off x="769" y="2274"/>
              <a:ext cx="3960"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=(CD+CD)(AB+AB)+(CD+CD)(AB+AB)</a:t>
              </a:r>
              <a:endParaRPr lang="en-US" altLang="zh-CN" sz="2800" i="0" dirty="0">
                <a:latin typeface="Times New Roman" panose="02020603050405020304" pitchFamily="18" charset="0"/>
                <a:ea typeface="宋体" panose="02010600030101010101" pitchFamily="2" charset="-122"/>
              </a:endParaRPr>
            </a:p>
          </p:txBody>
        </p:sp>
        <p:sp>
          <p:nvSpPr>
            <p:cNvPr id="27688" name="Line 43"/>
            <p:cNvSpPr/>
            <p:nvPr/>
          </p:nvSpPr>
          <p:spPr>
            <a:xfrm>
              <a:off x="1043" y="2340"/>
              <a:ext cx="120" cy="0"/>
            </a:xfrm>
            <a:prstGeom prst="line">
              <a:avLst/>
            </a:prstGeom>
            <a:ln w="12700" cap="flat" cmpd="sng">
              <a:solidFill>
                <a:schemeClr val="tx1"/>
              </a:solidFill>
              <a:prstDash val="solid"/>
              <a:round/>
              <a:headEnd type="none" w="med" len="med"/>
              <a:tailEnd type="none" w="sm" len="lg"/>
            </a:ln>
          </p:spPr>
        </p:sp>
        <p:sp>
          <p:nvSpPr>
            <p:cNvPr id="27689" name="Line 44"/>
            <p:cNvSpPr/>
            <p:nvPr/>
          </p:nvSpPr>
          <p:spPr>
            <a:xfrm>
              <a:off x="2951" y="2340"/>
              <a:ext cx="120" cy="0"/>
            </a:xfrm>
            <a:prstGeom prst="line">
              <a:avLst/>
            </a:prstGeom>
            <a:ln w="12700" cap="flat" cmpd="sng">
              <a:solidFill>
                <a:schemeClr val="tx1"/>
              </a:solidFill>
              <a:prstDash val="solid"/>
              <a:round/>
              <a:headEnd type="none" w="med" len="med"/>
              <a:tailEnd type="none" w="sm" len="lg"/>
            </a:ln>
          </p:spPr>
        </p:sp>
        <p:sp>
          <p:nvSpPr>
            <p:cNvPr id="27690" name="Line 45"/>
            <p:cNvSpPr/>
            <p:nvPr/>
          </p:nvSpPr>
          <p:spPr>
            <a:xfrm>
              <a:off x="3107" y="2340"/>
              <a:ext cx="120" cy="0"/>
            </a:xfrm>
            <a:prstGeom prst="line">
              <a:avLst/>
            </a:prstGeom>
            <a:ln w="12700" cap="flat" cmpd="sng">
              <a:solidFill>
                <a:schemeClr val="tx1"/>
              </a:solidFill>
              <a:prstDash val="solid"/>
              <a:round/>
              <a:headEnd type="none" w="med" len="med"/>
              <a:tailEnd type="none" w="sm" len="lg"/>
            </a:ln>
          </p:spPr>
        </p:sp>
        <p:sp>
          <p:nvSpPr>
            <p:cNvPr id="27691" name="Line 46"/>
            <p:cNvSpPr/>
            <p:nvPr/>
          </p:nvSpPr>
          <p:spPr>
            <a:xfrm>
              <a:off x="4439" y="2340"/>
              <a:ext cx="120" cy="0"/>
            </a:xfrm>
            <a:prstGeom prst="line">
              <a:avLst/>
            </a:prstGeom>
            <a:ln w="12700" cap="flat" cmpd="sng">
              <a:solidFill>
                <a:schemeClr val="tx1"/>
              </a:solidFill>
              <a:prstDash val="solid"/>
              <a:round/>
              <a:headEnd type="none" w="med" len="med"/>
              <a:tailEnd type="none" w="sm" len="lg"/>
            </a:ln>
          </p:spPr>
        </p:sp>
        <p:sp>
          <p:nvSpPr>
            <p:cNvPr id="27692" name="Line 47"/>
            <p:cNvSpPr/>
            <p:nvPr/>
          </p:nvSpPr>
          <p:spPr>
            <a:xfrm>
              <a:off x="3851" y="2340"/>
              <a:ext cx="120" cy="0"/>
            </a:xfrm>
            <a:prstGeom prst="line">
              <a:avLst/>
            </a:prstGeom>
            <a:ln w="12700" cap="flat" cmpd="sng">
              <a:solidFill>
                <a:schemeClr val="tx1"/>
              </a:solidFill>
              <a:prstDash val="solid"/>
              <a:round/>
              <a:headEnd type="none" w="med" len="med"/>
              <a:tailEnd type="none" w="sm" len="lg"/>
            </a:ln>
          </p:spPr>
        </p:sp>
        <p:sp>
          <p:nvSpPr>
            <p:cNvPr id="27693" name="Line 48"/>
            <p:cNvSpPr/>
            <p:nvPr/>
          </p:nvSpPr>
          <p:spPr>
            <a:xfrm>
              <a:off x="1943" y="2340"/>
              <a:ext cx="120" cy="0"/>
            </a:xfrm>
            <a:prstGeom prst="line">
              <a:avLst/>
            </a:prstGeom>
            <a:ln w="12700" cap="flat" cmpd="sng">
              <a:solidFill>
                <a:schemeClr val="tx1"/>
              </a:solidFill>
              <a:prstDash val="solid"/>
              <a:round/>
              <a:headEnd type="none" w="med" len="med"/>
              <a:tailEnd type="none" w="sm" len="lg"/>
            </a:ln>
          </p:spPr>
        </p:sp>
        <p:sp>
          <p:nvSpPr>
            <p:cNvPr id="27694" name="Line 49"/>
            <p:cNvSpPr/>
            <p:nvPr/>
          </p:nvSpPr>
          <p:spPr>
            <a:xfrm>
              <a:off x="1643" y="2340"/>
              <a:ext cx="120" cy="0"/>
            </a:xfrm>
            <a:prstGeom prst="line">
              <a:avLst/>
            </a:prstGeom>
            <a:ln w="12700" cap="flat" cmpd="sng">
              <a:solidFill>
                <a:schemeClr val="tx1"/>
              </a:solidFill>
              <a:prstDash val="solid"/>
              <a:round/>
              <a:headEnd type="none" w="med" len="med"/>
              <a:tailEnd type="none" w="sm" len="lg"/>
            </a:ln>
          </p:spPr>
        </p:sp>
        <p:sp>
          <p:nvSpPr>
            <p:cNvPr id="27695" name="Line 50"/>
            <p:cNvSpPr/>
            <p:nvPr/>
          </p:nvSpPr>
          <p:spPr>
            <a:xfrm>
              <a:off x="2111" y="2340"/>
              <a:ext cx="120" cy="0"/>
            </a:xfrm>
            <a:prstGeom prst="line">
              <a:avLst/>
            </a:prstGeom>
            <a:ln w="12700" cap="flat" cmpd="sng">
              <a:solidFill>
                <a:schemeClr val="tx1"/>
              </a:solidFill>
              <a:prstDash val="solid"/>
              <a:round/>
              <a:headEnd type="none" w="med" len="med"/>
              <a:tailEnd type="none" w="sm" len="lg"/>
            </a:ln>
          </p:spPr>
        </p:sp>
      </p:grpSp>
      <p:sp>
        <p:nvSpPr>
          <p:cNvPr id="65589" name="Text Box 53"/>
          <p:cNvSpPr txBox="1"/>
          <p:nvPr/>
        </p:nvSpPr>
        <p:spPr>
          <a:xfrm>
            <a:off x="1012825" y="3346450"/>
            <a:ext cx="5334000" cy="519113"/>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 </a:t>
            </a:r>
            <a:r>
              <a:rPr lang="en-US" altLang="zh-CN" sz="2400" i="0" dirty="0">
                <a:latin typeface="Times New Roman" panose="02020603050405020304" pitchFamily="18" charset="0"/>
                <a:ea typeface="宋体" panose="02010600030101010101" pitchFamily="2" charset="-122"/>
                <a:sym typeface="Wingdings 2" panose="05020102010507070707" pitchFamily="18" charset="2"/>
              </a:rPr>
              <a:t></a:t>
            </a:r>
            <a:r>
              <a:rPr lang="en-US" altLang="zh-CN" sz="2800" i="0" dirty="0">
                <a:latin typeface="Times New Roman" panose="02020603050405020304" pitchFamily="18" charset="0"/>
                <a:ea typeface="宋体" panose="02010600030101010101" pitchFamily="2" charset="-122"/>
              </a:rPr>
              <a:t> B)(C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D)+(A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B)(C </a:t>
            </a:r>
            <a:r>
              <a:rPr lang="en-US" altLang="zh-CN" sz="2400" i="0" dirty="0">
                <a:latin typeface="Times New Roman" panose="02020603050405020304" pitchFamily="18" charset="0"/>
                <a:ea typeface="宋体" panose="02010600030101010101" pitchFamily="2" charset="-122"/>
                <a:sym typeface="Wingdings 2" panose="05020102010507070707" pitchFamily="18" charset="2"/>
              </a:rPr>
              <a:t></a:t>
            </a:r>
            <a:r>
              <a:rPr lang="en-US" altLang="zh-CN" sz="2800" i="0" dirty="0">
                <a:latin typeface="Times New Roman" panose="02020603050405020304" pitchFamily="18" charset="0"/>
                <a:ea typeface="宋体" panose="02010600030101010101" pitchFamily="2" charset="-122"/>
              </a:rPr>
              <a:t> D)</a:t>
            </a:r>
            <a:endParaRPr lang="en-US" altLang="zh-CN" sz="2800" i="0" dirty="0">
              <a:latin typeface="Times New Roman" panose="02020603050405020304" pitchFamily="18" charset="0"/>
              <a:ea typeface="宋体" panose="02010600030101010101" pitchFamily="2" charset="-122"/>
            </a:endParaRPr>
          </a:p>
        </p:txBody>
      </p:sp>
      <p:grpSp>
        <p:nvGrpSpPr>
          <p:cNvPr id="5" name="Group 58"/>
          <p:cNvGrpSpPr/>
          <p:nvPr/>
        </p:nvGrpSpPr>
        <p:grpSpPr>
          <a:xfrm>
            <a:off x="1031875" y="3822700"/>
            <a:ext cx="5314950" cy="519113"/>
            <a:chOff x="650" y="2462"/>
            <a:chExt cx="3348" cy="327"/>
          </a:xfrm>
        </p:grpSpPr>
        <p:sp>
          <p:nvSpPr>
            <p:cNvPr id="27698" name="Text Box 54"/>
            <p:cNvSpPr txBox="1"/>
            <p:nvPr/>
          </p:nvSpPr>
          <p:spPr>
            <a:xfrm>
              <a:off x="650" y="2462"/>
              <a:ext cx="334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B)(C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D)+(A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B)(C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D)</a:t>
              </a:r>
              <a:endParaRPr lang="en-US" altLang="zh-CN" sz="2800" i="0" dirty="0">
                <a:latin typeface="Times New Roman" panose="02020603050405020304" pitchFamily="18" charset="0"/>
                <a:ea typeface="宋体" panose="02010600030101010101" pitchFamily="2" charset="-122"/>
              </a:endParaRPr>
            </a:p>
          </p:txBody>
        </p:sp>
        <p:sp>
          <p:nvSpPr>
            <p:cNvPr id="27699" name="Line 55"/>
            <p:cNvSpPr/>
            <p:nvPr/>
          </p:nvSpPr>
          <p:spPr>
            <a:xfrm>
              <a:off x="888" y="2532"/>
              <a:ext cx="636" cy="0"/>
            </a:xfrm>
            <a:prstGeom prst="line">
              <a:avLst/>
            </a:prstGeom>
            <a:ln w="12700" cap="flat" cmpd="sng">
              <a:solidFill>
                <a:schemeClr val="tx1"/>
              </a:solidFill>
              <a:prstDash val="solid"/>
              <a:round/>
              <a:headEnd type="none" w="med" len="med"/>
              <a:tailEnd type="none" w="sm" len="lg"/>
            </a:ln>
          </p:spPr>
        </p:sp>
        <p:sp>
          <p:nvSpPr>
            <p:cNvPr id="27700" name="Line 56"/>
            <p:cNvSpPr/>
            <p:nvPr/>
          </p:nvSpPr>
          <p:spPr>
            <a:xfrm>
              <a:off x="3264" y="2532"/>
              <a:ext cx="624" cy="0"/>
            </a:xfrm>
            <a:prstGeom prst="line">
              <a:avLst/>
            </a:prstGeom>
            <a:ln w="12700" cap="flat" cmpd="sng">
              <a:solidFill>
                <a:schemeClr val="tx1"/>
              </a:solidFill>
              <a:prstDash val="solid"/>
              <a:round/>
              <a:headEnd type="none" w="med" len="med"/>
              <a:tailEnd type="none" w="sm" len="lg"/>
            </a:ln>
          </p:spPr>
        </p:sp>
      </p:grpSp>
      <p:sp>
        <p:nvSpPr>
          <p:cNvPr id="65593" name="Text Box 57"/>
          <p:cNvSpPr txBox="1"/>
          <p:nvPr/>
        </p:nvSpPr>
        <p:spPr>
          <a:xfrm>
            <a:off x="1054100" y="4310063"/>
            <a:ext cx="3200400" cy="519112"/>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(C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D)</a:t>
            </a:r>
            <a:endParaRPr lang="en-US" altLang="zh-CN" sz="2800" i="0" dirty="0">
              <a:latin typeface="Times New Roman" panose="02020603050405020304" pitchFamily="18" charset="0"/>
              <a:ea typeface="宋体" panose="02010600030101010101" pitchFamily="2" charset="-122"/>
            </a:endParaRPr>
          </a:p>
        </p:txBody>
      </p:sp>
      <p:sp>
        <p:nvSpPr>
          <p:cNvPr id="65595" name="Text Box 59"/>
          <p:cNvSpPr txBox="1"/>
          <p:nvPr/>
        </p:nvSpPr>
        <p:spPr>
          <a:xfrm>
            <a:off x="4267200" y="4310063"/>
            <a:ext cx="2813050" cy="519112"/>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 </a:t>
            </a:r>
            <a:r>
              <a:rPr lang="en-US" altLang="zh-CN" sz="2800" i="0" dirty="0">
                <a:solidFill>
                  <a:srgbClr val="3333FF"/>
                </a:solidFill>
                <a:latin typeface="Times New Roman" panose="02020603050405020304" pitchFamily="18" charset="0"/>
                <a:ea typeface="宋体" panose="02010600030101010101" pitchFamily="2" charset="-122"/>
              </a:rPr>
              <a:t>A </a:t>
            </a:r>
            <a:r>
              <a:rPr lang="en-US" altLang="zh-CN" sz="2800" i="0" dirty="0">
                <a:solidFill>
                  <a:srgbClr val="3333FF"/>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solidFill>
                  <a:srgbClr val="3333FF"/>
                </a:solidFill>
                <a:latin typeface="Times New Roman" panose="02020603050405020304" pitchFamily="18" charset="0"/>
                <a:ea typeface="宋体" panose="02010600030101010101" pitchFamily="2" charset="-122"/>
              </a:rPr>
              <a:t> B </a:t>
            </a:r>
            <a:r>
              <a:rPr lang="en-US" altLang="zh-CN" sz="2800" i="0" dirty="0">
                <a:solidFill>
                  <a:srgbClr val="3333FF"/>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solidFill>
                  <a:srgbClr val="3333FF"/>
                </a:solidFill>
                <a:latin typeface="Times New Roman" panose="02020603050405020304" pitchFamily="18" charset="0"/>
                <a:ea typeface="宋体" panose="02010600030101010101" pitchFamily="2" charset="-122"/>
              </a:rPr>
              <a:t> C </a:t>
            </a:r>
            <a:r>
              <a:rPr lang="en-US" altLang="zh-CN" sz="2800" i="0" dirty="0">
                <a:solidFill>
                  <a:srgbClr val="3333FF"/>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solidFill>
                  <a:srgbClr val="3333FF"/>
                </a:solidFill>
                <a:latin typeface="Times New Roman" panose="02020603050405020304" pitchFamily="18" charset="0"/>
                <a:ea typeface="宋体" panose="02010600030101010101" pitchFamily="2" charset="-122"/>
              </a:rPr>
              <a:t> D</a:t>
            </a:r>
            <a:endParaRPr lang="en-US" altLang="zh-CN" sz="2800" i="0" dirty="0">
              <a:solidFill>
                <a:srgbClr val="3333FF"/>
              </a:solidFill>
              <a:latin typeface="Times New Roman" panose="02020603050405020304" pitchFamily="18" charset="0"/>
              <a:ea typeface="宋体" panose="02010600030101010101" pitchFamily="2" charset="-122"/>
            </a:endParaRPr>
          </a:p>
        </p:txBody>
      </p:sp>
      <p:sp>
        <p:nvSpPr>
          <p:cNvPr id="65596" name="Text Box 60"/>
          <p:cNvSpPr txBox="1"/>
          <p:nvPr/>
        </p:nvSpPr>
        <p:spPr>
          <a:xfrm>
            <a:off x="650875" y="5076825"/>
            <a:ext cx="2930525" cy="519113"/>
          </a:xfrm>
          <a:prstGeom prst="rect">
            <a:avLst/>
          </a:prstGeom>
          <a:noFill/>
          <a:ln w="12700">
            <a:noFill/>
          </a:ln>
        </p:spPr>
        <p:txBody>
          <a:bodyPr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第三步：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grpSp>
        <p:nvGrpSpPr>
          <p:cNvPr id="6" name="Group 72"/>
          <p:cNvGrpSpPr/>
          <p:nvPr/>
        </p:nvGrpSpPr>
        <p:grpSpPr>
          <a:xfrm>
            <a:off x="3079750" y="4702175"/>
            <a:ext cx="3079750" cy="2058988"/>
            <a:chOff x="2036" y="1396"/>
            <a:chExt cx="1940" cy="1297"/>
          </a:xfrm>
        </p:grpSpPr>
        <p:grpSp>
          <p:nvGrpSpPr>
            <p:cNvPr id="27705" name="Group 73"/>
            <p:cNvGrpSpPr/>
            <p:nvPr/>
          </p:nvGrpSpPr>
          <p:grpSpPr>
            <a:xfrm rot="5400000">
              <a:off x="3228" y="1707"/>
              <a:ext cx="456" cy="786"/>
              <a:chOff x="2382" y="1454"/>
              <a:chExt cx="876" cy="1026"/>
            </a:xfrm>
          </p:grpSpPr>
          <p:sp>
            <p:nvSpPr>
              <p:cNvPr id="27706" name="Rectangle 74"/>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rot="10800000" vert="eaVert"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7707" name="Line 75"/>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27708" name="Line 76"/>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27709" name="Line 77"/>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27710" name="Text Box 78"/>
            <p:cNvSpPr txBox="1"/>
            <p:nvPr/>
          </p:nvSpPr>
          <p:spPr>
            <a:xfrm>
              <a:off x="3723" y="1836"/>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27711" name="Text Box 79"/>
            <p:cNvSpPr txBox="1"/>
            <p:nvPr/>
          </p:nvSpPr>
          <p:spPr>
            <a:xfrm>
              <a:off x="2071" y="1396"/>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27712" name="Text Box 80"/>
            <p:cNvSpPr txBox="1"/>
            <p:nvPr/>
          </p:nvSpPr>
          <p:spPr>
            <a:xfrm>
              <a:off x="3289" y="1918"/>
              <a:ext cx="354"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nvGrpSpPr>
            <p:cNvPr id="27713" name="Group 81"/>
            <p:cNvGrpSpPr/>
            <p:nvPr/>
          </p:nvGrpSpPr>
          <p:grpSpPr>
            <a:xfrm rot="5400000">
              <a:off x="2424" y="1364"/>
              <a:ext cx="456" cy="786"/>
              <a:chOff x="2382" y="1454"/>
              <a:chExt cx="876" cy="1026"/>
            </a:xfrm>
          </p:grpSpPr>
          <p:sp>
            <p:nvSpPr>
              <p:cNvPr id="27714" name="Rectangle 82"/>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rot="10800000" vert="eaVert"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7715" name="Line 83"/>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27716" name="Line 84"/>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27717" name="Line 85"/>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27718" name="Text Box 86"/>
            <p:cNvSpPr txBox="1"/>
            <p:nvPr/>
          </p:nvSpPr>
          <p:spPr>
            <a:xfrm>
              <a:off x="2036" y="166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grpSp>
          <p:nvGrpSpPr>
            <p:cNvPr id="27719" name="Group 87"/>
            <p:cNvGrpSpPr/>
            <p:nvPr/>
          </p:nvGrpSpPr>
          <p:grpSpPr>
            <a:xfrm rot="5400000">
              <a:off x="2424" y="2072"/>
              <a:ext cx="456" cy="786"/>
              <a:chOff x="2382" y="1454"/>
              <a:chExt cx="876" cy="1026"/>
            </a:xfrm>
          </p:grpSpPr>
          <p:sp>
            <p:nvSpPr>
              <p:cNvPr id="27720" name="Rectangle 88"/>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rot="10800000" vert="eaVert"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7721" name="Line 89"/>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27722" name="Line 90"/>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27723" name="Line 91"/>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27724" name="Line 92"/>
            <p:cNvSpPr/>
            <p:nvPr/>
          </p:nvSpPr>
          <p:spPr>
            <a:xfrm>
              <a:off x="3060" y="1764"/>
              <a:ext cx="0" cy="240"/>
            </a:xfrm>
            <a:prstGeom prst="line">
              <a:avLst/>
            </a:prstGeom>
            <a:ln w="12700" cap="flat" cmpd="sng">
              <a:solidFill>
                <a:schemeClr val="tx1"/>
              </a:solidFill>
              <a:prstDash val="solid"/>
              <a:round/>
              <a:headEnd type="none" w="med" len="med"/>
              <a:tailEnd type="none" w="sm" len="lg"/>
            </a:ln>
          </p:spPr>
        </p:sp>
        <p:sp>
          <p:nvSpPr>
            <p:cNvPr id="27725" name="Line 93"/>
            <p:cNvSpPr/>
            <p:nvPr/>
          </p:nvSpPr>
          <p:spPr>
            <a:xfrm>
              <a:off x="3048" y="2208"/>
              <a:ext cx="0" cy="288"/>
            </a:xfrm>
            <a:prstGeom prst="line">
              <a:avLst/>
            </a:prstGeom>
            <a:ln w="12700" cap="flat" cmpd="sng">
              <a:solidFill>
                <a:schemeClr val="tx1"/>
              </a:solidFill>
              <a:prstDash val="solid"/>
              <a:round/>
              <a:headEnd type="none" w="med" len="med"/>
              <a:tailEnd type="none" w="sm" len="lg"/>
            </a:ln>
          </p:spPr>
        </p:sp>
        <p:sp>
          <p:nvSpPr>
            <p:cNvPr id="27726" name="Text Box 94"/>
            <p:cNvSpPr txBox="1"/>
            <p:nvPr/>
          </p:nvSpPr>
          <p:spPr>
            <a:xfrm>
              <a:off x="2473" y="2290"/>
              <a:ext cx="354"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7727" name="Text Box 95"/>
            <p:cNvSpPr txBox="1"/>
            <p:nvPr/>
          </p:nvSpPr>
          <p:spPr>
            <a:xfrm>
              <a:off x="2485" y="1558"/>
              <a:ext cx="354"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7728" name="Text Box 96"/>
            <p:cNvSpPr txBox="1"/>
            <p:nvPr/>
          </p:nvSpPr>
          <p:spPr>
            <a:xfrm>
              <a:off x="2054" y="2174"/>
              <a:ext cx="244" cy="288"/>
            </a:xfrm>
            <a:prstGeom prst="rect">
              <a:avLst/>
            </a:prstGeom>
            <a:noFill/>
            <a:ln w="12700">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27729" name="Text Box 97"/>
            <p:cNvSpPr txBox="1"/>
            <p:nvPr/>
          </p:nvSpPr>
          <p:spPr>
            <a:xfrm>
              <a:off x="2042" y="2390"/>
              <a:ext cx="255" cy="288"/>
            </a:xfrm>
            <a:prstGeom prst="rect">
              <a:avLst/>
            </a:prstGeom>
            <a:noFill/>
            <a:ln w="12700">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grpSp>
      <p:sp>
        <p:nvSpPr>
          <p:cNvPr id="64547" name="Text Box 35"/>
          <p:cNvSpPr txBox="1"/>
          <p:nvPr/>
        </p:nvSpPr>
        <p:spPr>
          <a:xfrm>
            <a:off x="1927225" y="603250"/>
            <a:ext cx="5510213" cy="519113"/>
          </a:xfrm>
          <a:prstGeom prst="rect">
            <a:avLst/>
          </a:prstGeom>
          <a:noFill/>
          <a:ln w="12700">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rPr>
              <a:t>F(A,B,C,D)=</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m(1,2,4,7,8,11,13,14)</a:t>
            </a:r>
            <a:endParaRPr lang="en-US" altLang="zh-CN" sz="2800" i="0" dirty="0">
              <a:latin typeface="Times New Roman" panose="02020603050405020304" pitchFamily="18" charset="0"/>
              <a:ea typeface="宋体" panose="02010600030101010101" pitchFamily="2" charset="-122"/>
            </a:endParaRPr>
          </a:p>
        </p:txBody>
      </p:sp>
      <p:pic>
        <p:nvPicPr>
          <p:cNvPr id="27731" name="图片 6"/>
          <p:cNvPicPr>
            <a:picLocks noChangeAspect="1"/>
          </p:cNvPicPr>
          <p:nvPr/>
        </p:nvPicPr>
        <p:blipFill>
          <a:blip r:embed="rId1"/>
          <a:stretch>
            <a:fillRect/>
          </a:stretch>
        </p:blipFill>
        <p:spPr>
          <a:xfrm>
            <a:off x="1616075" y="1162050"/>
            <a:ext cx="7038975" cy="10001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4547"/>
                                        </p:tgtEl>
                                        <p:attrNameLst>
                                          <p:attrName>style.visibility</p:attrName>
                                        </p:attrNameLst>
                                      </p:cBhvr>
                                      <p:to>
                                        <p:strVal val="visible"/>
                                      </p:to>
                                    </p:set>
                                    <p:animEffect transition="in" filter="wipe(left)">
                                      <p:cBhvr>
                                        <p:cTn id="11" dur="500"/>
                                        <p:tgtEl>
                                          <p:spTgt spid="6454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65574"/>
                                        </p:tgtEl>
                                        <p:attrNameLst>
                                          <p:attrName>style.visibility</p:attrName>
                                        </p:attrNameLst>
                                      </p:cBhvr>
                                      <p:to>
                                        <p:strVal val="visible"/>
                                      </p:to>
                                    </p:set>
                                    <p:anim calcmode="lin" valueType="num">
                                      <p:cBhvr additive="base">
                                        <p:cTn id="26" dur="500" fill="hold"/>
                                        <p:tgtEl>
                                          <p:spTgt spid="65574"/>
                                        </p:tgtEl>
                                        <p:attrNameLst>
                                          <p:attrName>ppt_x</p:attrName>
                                        </p:attrNameLst>
                                      </p:cBhvr>
                                      <p:tavLst>
                                        <p:tav tm="0">
                                          <p:val>
                                            <p:strVal val="0-#ppt_w/2"/>
                                          </p:val>
                                        </p:tav>
                                        <p:tav tm="100000">
                                          <p:val>
                                            <p:strVal val="#ppt_x"/>
                                          </p:val>
                                        </p:tav>
                                      </p:tavLst>
                                    </p:anim>
                                    <p:anim calcmode="lin" valueType="num">
                                      <p:cBhvr additive="base">
                                        <p:cTn id="27" dur="500" fill="hold"/>
                                        <p:tgtEl>
                                          <p:spTgt spid="65574"/>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65575"/>
                                        </p:tgtEl>
                                        <p:attrNameLst>
                                          <p:attrName>style.visibility</p:attrName>
                                        </p:attrNameLst>
                                      </p:cBhvr>
                                      <p:to>
                                        <p:strVal val="visible"/>
                                      </p:to>
                                    </p:set>
                                    <p:anim calcmode="lin" valueType="num">
                                      <p:cBhvr additive="base">
                                        <p:cTn id="32" dur="500" fill="hold"/>
                                        <p:tgtEl>
                                          <p:spTgt spid="65575"/>
                                        </p:tgtEl>
                                        <p:attrNameLst>
                                          <p:attrName>ppt_x</p:attrName>
                                        </p:attrNameLst>
                                      </p:cBhvr>
                                      <p:tavLst>
                                        <p:tav tm="0">
                                          <p:val>
                                            <p:strVal val="0-#ppt_w/2"/>
                                          </p:val>
                                        </p:tav>
                                        <p:tav tm="100000">
                                          <p:val>
                                            <p:strVal val="#ppt_x"/>
                                          </p:val>
                                        </p:tav>
                                      </p:tavLst>
                                    </p:anim>
                                    <p:anim calcmode="lin" valueType="num">
                                      <p:cBhvr additive="base">
                                        <p:cTn id="33" dur="500" fill="hold"/>
                                        <p:tgtEl>
                                          <p:spTgt spid="65575"/>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65576"/>
                                        </p:tgtEl>
                                        <p:attrNameLst>
                                          <p:attrName>style.visibility</p:attrName>
                                        </p:attrNameLst>
                                      </p:cBhvr>
                                      <p:to>
                                        <p:strVal val="visible"/>
                                      </p:to>
                                    </p:set>
                                    <p:anim calcmode="lin" valueType="num">
                                      <p:cBhvr additive="base">
                                        <p:cTn id="38" dur="500" fill="hold"/>
                                        <p:tgtEl>
                                          <p:spTgt spid="65576"/>
                                        </p:tgtEl>
                                        <p:attrNameLst>
                                          <p:attrName>ppt_x</p:attrName>
                                        </p:attrNameLst>
                                      </p:cBhvr>
                                      <p:tavLst>
                                        <p:tav tm="0">
                                          <p:val>
                                            <p:strVal val="1+#ppt_w/2"/>
                                          </p:val>
                                        </p:tav>
                                        <p:tav tm="100000">
                                          <p:val>
                                            <p:strVal val="#ppt_x"/>
                                          </p:val>
                                        </p:tav>
                                      </p:tavLst>
                                    </p:anim>
                                    <p:anim calcmode="lin" valueType="num">
                                      <p:cBhvr additive="base">
                                        <p:cTn id="39" dur="500" fill="hold"/>
                                        <p:tgtEl>
                                          <p:spTgt spid="65576"/>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nodeType="clickEffect">
                                  <p:stCondLst>
                                    <p:cond delay="0"/>
                                  </p:stCondLst>
                                  <p:childTnLst>
                                    <p:set>
                                      <p:cBhvr>
                                        <p:cTn id="43" dur="1" fill="hold">
                                          <p:stCondLst>
                                            <p:cond delay="0"/>
                                          </p:stCondLst>
                                        </p:cTn>
                                        <p:tgtEl>
                                          <p:spTgt spid="65577"/>
                                        </p:tgtEl>
                                        <p:attrNameLst>
                                          <p:attrName>style.visibility</p:attrName>
                                        </p:attrNameLst>
                                      </p:cBhvr>
                                      <p:to>
                                        <p:strVal val="visible"/>
                                      </p:to>
                                    </p:set>
                                    <p:anim calcmode="lin" valueType="num">
                                      <p:cBhvr additive="base">
                                        <p:cTn id="44" dur="500" fill="hold"/>
                                        <p:tgtEl>
                                          <p:spTgt spid="65577"/>
                                        </p:tgtEl>
                                        <p:attrNameLst>
                                          <p:attrName>ppt_x</p:attrName>
                                        </p:attrNameLst>
                                      </p:cBhvr>
                                      <p:tavLst>
                                        <p:tav tm="0">
                                          <p:val>
                                            <p:strVal val="1+#ppt_w/2"/>
                                          </p:val>
                                        </p:tav>
                                        <p:tav tm="100000">
                                          <p:val>
                                            <p:strVal val="#ppt_x"/>
                                          </p:val>
                                        </p:tav>
                                      </p:tavLst>
                                    </p:anim>
                                    <p:anim calcmode="lin" valueType="num">
                                      <p:cBhvr additive="base">
                                        <p:cTn id="45" dur="500" fill="hold"/>
                                        <p:tgtEl>
                                          <p:spTgt spid="65577"/>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wipe(left)">
                                      <p:cBhvr>
                                        <p:cTn id="50" dur="500"/>
                                        <p:tgtEl>
                                          <p:spTgt spid="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65589"/>
                                        </p:tgtEl>
                                        <p:attrNameLst>
                                          <p:attrName>style.visibility</p:attrName>
                                        </p:attrNameLst>
                                      </p:cBhvr>
                                      <p:to>
                                        <p:strVal val="visible"/>
                                      </p:to>
                                    </p:set>
                                    <p:animEffect transition="in" filter="wipe(left)">
                                      <p:cBhvr>
                                        <p:cTn id="55" dur="500"/>
                                        <p:tgtEl>
                                          <p:spTgt spid="65589"/>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wipe(left)">
                                      <p:cBhvr>
                                        <p:cTn id="60" dur="500"/>
                                        <p:tgtEl>
                                          <p:spTgt spid="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65593"/>
                                        </p:tgtEl>
                                        <p:attrNameLst>
                                          <p:attrName>style.visibility</p:attrName>
                                        </p:attrNameLst>
                                      </p:cBhvr>
                                      <p:to>
                                        <p:strVal val="visible"/>
                                      </p:to>
                                    </p:set>
                                    <p:animEffect transition="in" filter="wipe(left)">
                                      <p:cBhvr>
                                        <p:cTn id="65" dur="500"/>
                                        <p:tgtEl>
                                          <p:spTgt spid="65593"/>
                                        </p:tgtEl>
                                      </p:cBhvr>
                                    </p:animEffect>
                                  </p:childTnLst>
                                </p:cTn>
                              </p:par>
                            </p:childTnLst>
                          </p:cTn>
                        </p:par>
                      </p:childTnLst>
                    </p:cTn>
                  </p:par>
                  <p:par>
                    <p:cTn id="66" fill="hold">
                      <p:stCondLst>
                        <p:cond delay="indefinite"/>
                      </p:stCondLst>
                      <p:childTnLst>
                        <p:par>
                          <p:cTn id="67" fill="hold">
                            <p:stCondLst>
                              <p:cond delay="0"/>
                            </p:stCondLst>
                            <p:childTnLst>
                              <p:par>
                                <p:cTn id="68" presetID="24" presetClass="entr" presetSubtype="0" fill="hold" grpId="0" nodeType="clickEffect">
                                  <p:stCondLst>
                                    <p:cond delay="0"/>
                                  </p:stCondLst>
                                  <p:childTnLst>
                                    <p:set>
                                      <p:cBhvr>
                                        <p:cTn id="69" dur="1" fill="hold">
                                          <p:stCondLst>
                                            <p:cond delay="0"/>
                                          </p:stCondLst>
                                        </p:cTn>
                                        <p:tgtEl>
                                          <p:spTgt spid="65595"/>
                                        </p:tgtEl>
                                        <p:attrNameLst>
                                          <p:attrName>style.visibility</p:attrName>
                                        </p:attrNameLst>
                                      </p:cBhvr>
                                      <p:to>
                                        <p:strVal val="visible"/>
                                      </p:to>
                                    </p:set>
                                    <p:anim to="" calcmode="lin" valueType="num">
                                      <p:cBhvr>
                                        <p:cTn id="70" dur="1" fill="hold"/>
                                        <p:tgtEl>
                                          <p:spTgt spid="65595"/>
                                        </p:tgtEl>
                                        <p:attrNameLst>
                                          <p:attrName>style.visibility</p:attrName>
                                        </p:attrNameLst>
                                      </p:cBhvr>
                                    </p:anim>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559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4" presetClass="entr" presetSubtype="0" fill="hold" nodeType="clickEffect">
                                  <p:stCondLst>
                                    <p:cond delay="0"/>
                                  </p:stCondLst>
                                  <p:childTnLst>
                                    <p:set>
                                      <p:cBhvr>
                                        <p:cTn id="78" dur="1" fill="hold">
                                          <p:stCondLst>
                                            <p:cond delay="0"/>
                                          </p:stCondLst>
                                        </p:cTn>
                                        <p:tgtEl>
                                          <p:spTgt spid="6"/>
                                        </p:tgtEl>
                                        <p:attrNameLst>
                                          <p:attrName>style.visibility</p:attrName>
                                        </p:attrNameLst>
                                      </p:cBhvr>
                                      <p:to>
                                        <p:strVal val="visible"/>
                                      </p:to>
                                    </p:set>
                                    <p:anim to="" calcmode="lin" valueType="num">
                                      <p:cBhvr>
                                        <p:cTn id="79" dur="1" fill="hold"/>
                                        <p:tgtEl>
                                          <p:spTgt spid="6"/>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 grpId="0"/>
      <p:bldP spid="65589" grpId="0"/>
      <p:bldP spid="65593" grpId="0"/>
      <p:bldP spid="65595" grpId="0"/>
      <p:bldP spid="65596" grpId="0"/>
      <p:bldP spid="6454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15"/>
          <p:cNvSpPr>
            <a:spLocks noGrp="1"/>
          </p:cNvSpPr>
          <p:nvPr>
            <p:ph type="title" sz="quarter"/>
          </p:nvPr>
        </p:nvSpPr>
        <p:spPr>
          <a:xfrm>
            <a:off x="457200" y="457200"/>
            <a:ext cx="8229600" cy="633413"/>
          </a:xfrm>
        </p:spPr>
        <p:txBody>
          <a:bodyPr vert="horz" wrap="square" lIns="91440" tIns="45720" rIns="91440" bIns="45720" anchor="ctr" anchorCtr="0"/>
          <a:p>
            <a:pPr eaLnBrk="1" hangingPunct="1">
              <a:buNone/>
            </a:pPr>
            <a:r>
              <a:rPr lang="en-US" altLang="zh-CN" sz="3200" b="1" dirty="0">
                <a:solidFill>
                  <a:srgbClr val="FF0000"/>
                </a:solidFill>
              </a:rPr>
              <a:t>5. </a:t>
            </a:r>
            <a:r>
              <a:rPr lang="zh-CN" altLang="en-US" sz="3200" b="1" dirty="0">
                <a:solidFill>
                  <a:srgbClr val="FF0000"/>
                </a:solidFill>
              </a:rPr>
              <a:t>异或运算性质</a:t>
            </a:r>
            <a:r>
              <a:rPr lang="en-US" altLang="zh-CN" sz="3200" b="1" dirty="0">
                <a:solidFill>
                  <a:srgbClr val="FF0000"/>
                </a:solidFill>
              </a:rPr>
              <a:t>1</a:t>
            </a:r>
            <a:r>
              <a:rPr lang="zh-CN" altLang="en-US" sz="3200" b="1" dirty="0">
                <a:solidFill>
                  <a:srgbClr val="FF0000"/>
                </a:solidFill>
              </a:rPr>
              <a:t>：</a:t>
            </a:r>
            <a:endParaRPr lang="zh-CN" altLang="en-US" sz="3200" b="1" dirty="0">
              <a:solidFill>
                <a:srgbClr val="FF0000"/>
              </a:solidFill>
            </a:endParaRPr>
          </a:p>
        </p:txBody>
      </p:sp>
      <p:graphicFrame>
        <p:nvGraphicFramePr>
          <p:cNvPr id="28674" name="Object 8"/>
          <p:cNvGraphicFramePr>
            <a:graphicFrameLocks noGrp="1" noChangeAspect="1"/>
          </p:cNvGraphicFramePr>
          <p:nvPr>
            <p:ph sz="quarter" idx="1"/>
          </p:nvPr>
        </p:nvGraphicFramePr>
        <p:xfrm>
          <a:off x="1047750" y="1579563"/>
          <a:ext cx="3922713" cy="442912"/>
        </p:xfrm>
        <a:graphic>
          <a:graphicData uri="http://schemas.openxmlformats.org/presentationml/2006/ole">
            <mc:AlternateContent xmlns:mc="http://schemas.openxmlformats.org/markup-compatibility/2006">
              <mc:Choice xmlns:v="urn:schemas-microsoft-com:vml" Requires="v">
                <p:oleObj spid="_x0000_s3079" name="" r:id="rId1" imgW="1917065" imgH="215900" progId="Equation.3">
                  <p:embed/>
                </p:oleObj>
              </mc:Choice>
              <mc:Fallback>
                <p:oleObj name="" r:id="rId1" imgW="1917065" imgH="215900" progId="Equation.3">
                  <p:embed/>
                  <p:pic>
                    <p:nvPicPr>
                      <p:cNvPr id="0" name="图片 3078"/>
                      <p:cNvPicPr/>
                      <p:nvPr/>
                    </p:nvPicPr>
                    <p:blipFill>
                      <a:blip r:embed="rId2"/>
                      <a:stretch>
                        <a:fillRect/>
                      </a:stretch>
                    </p:blipFill>
                    <p:spPr>
                      <a:xfrm>
                        <a:off x="1047750" y="1579563"/>
                        <a:ext cx="3922713" cy="442912"/>
                      </a:xfrm>
                      <a:prstGeom prst="rect">
                        <a:avLst/>
                      </a:prstGeom>
                      <a:noFill/>
                      <a:ln w="38100">
                        <a:miter/>
                      </a:ln>
                    </p:spPr>
                  </p:pic>
                </p:oleObj>
              </mc:Fallback>
            </mc:AlternateContent>
          </a:graphicData>
        </a:graphic>
      </p:graphicFrame>
      <p:graphicFrame>
        <p:nvGraphicFramePr>
          <p:cNvPr id="28675" name="Object 4"/>
          <p:cNvGraphicFramePr>
            <a:graphicFrameLocks noGrp="1" noChangeAspect="1"/>
          </p:cNvGraphicFramePr>
          <p:nvPr>
            <p:ph sz="quarter" idx="2"/>
          </p:nvPr>
        </p:nvGraphicFramePr>
        <p:xfrm>
          <a:off x="1069975" y="1120775"/>
          <a:ext cx="4244975" cy="449263"/>
        </p:xfrm>
        <a:graphic>
          <a:graphicData uri="http://schemas.openxmlformats.org/presentationml/2006/ole">
            <mc:AlternateContent xmlns:mc="http://schemas.openxmlformats.org/markup-compatibility/2006">
              <mc:Choice xmlns:v="urn:schemas-microsoft-com:vml" Requires="v">
                <p:oleObj spid="_x0000_s3081" name="" r:id="rId3" imgW="2171700" imgH="215900" progId="Equation.3">
                  <p:embed/>
                </p:oleObj>
              </mc:Choice>
              <mc:Fallback>
                <p:oleObj name="" r:id="rId3" imgW="2171700" imgH="215900" progId="Equation.3">
                  <p:embed/>
                  <p:pic>
                    <p:nvPicPr>
                      <p:cNvPr id="0" name="图片 3080"/>
                      <p:cNvPicPr/>
                      <p:nvPr/>
                    </p:nvPicPr>
                    <p:blipFill>
                      <a:blip r:embed="rId4"/>
                      <a:stretch>
                        <a:fillRect/>
                      </a:stretch>
                    </p:blipFill>
                    <p:spPr>
                      <a:xfrm>
                        <a:off x="1069975" y="1120775"/>
                        <a:ext cx="4244975" cy="449263"/>
                      </a:xfrm>
                      <a:prstGeom prst="rect">
                        <a:avLst/>
                      </a:prstGeom>
                      <a:noFill/>
                      <a:ln w="38100">
                        <a:miter/>
                      </a:ln>
                    </p:spPr>
                  </p:pic>
                </p:oleObj>
              </mc:Fallback>
            </mc:AlternateContent>
          </a:graphicData>
        </a:graphic>
      </p:graphicFrame>
      <p:graphicFrame>
        <p:nvGraphicFramePr>
          <p:cNvPr id="28676" name="Object 14"/>
          <p:cNvGraphicFramePr>
            <a:graphicFrameLocks noGrp="1" noChangeAspect="1"/>
          </p:cNvGraphicFramePr>
          <p:nvPr>
            <p:ph sz="quarter" idx="4"/>
          </p:nvPr>
        </p:nvGraphicFramePr>
        <p:xfrm>
          <a:off x="1076325" y="2111375"/>
          <a:ext cx="4575175" cy="384175"/>
        </p:xfrm>
        <a:graphic>
          <a:graphicData uri="http://schemas.openxmlformats.org/presentationml/2006/ole">
            <mc:AlternateContent xmlns:mc="http://schemas.openxmlformats.org/markup-compatibility/2006">
              <mc:Choice xmlns:v="urn:schemas-microsoft-com:vml" Requires="v">
                <p:oleObj spid="_x0000_s3083" name="" r:id="rId5" imgW="2120900" imgH="190500" progId="Equation.3">
                  <p:embed/>
                </p:oleObj>
              </mc:Choice>
              <mc:Fallback>
                <p:oleObj name="" r:id="rId5" imgW="2120900" imgH="190500" progId="Equation.3">
                  <p:embed/>
                  <p:pic>
                    <p:nvPicPr>
                      <p:cNvPr id="0" name="图片 3082"/>
                      <p:cNvPicPr/>
                      <p:nvPr/>
                    </p:nvPicPr>
                    <p:blipFill>
                      <a:blip r:embed="rId6"/>
                      <a:stretch>
                        <a:fillRect/>
                      </a:stretch>
                    </p:blipFill>
                    <p:spPr>
                      <a:xfrm>
                        <a:off x="1076325" y="2111375"/>
                        <a:ext cx="4575175" cy="384175"/>
                      </a:xfrm>
                      <a:prstGeom prst="rect">
                        <a:avLst/>
                      </a:prstGeom>
                      <a:noFill/>
                      <a:ln w="38100">
                        <a:miter/>
                      </a:ln>
                    </p:spPr>
                  </p:pic>
                </p:oleObj>
              </mc:Fallback>
            </mc:AlternateContent>
          </a:graphicData>
        </a:graphic>
      </p:graphicFrame>
      <p:graphicFrame>
        <p:nvGraphicFramePr>
          <p:cNvPr id="28677" name="Object 18"/>
          <p:cNvGraphicFramePr>
            <a:graphicFrameLocks noGrp="1" noChangeAspect="1"/>
          </p:cNvGraphicFramePr>
          <p:nvPr>
            <p:ph sz="quarter" idx="3"/>
          </p:nvPr>
        </p:nvGraphicFramePr>
        <p:xfrm>
          <a:off x="1076325" y="2671763"/>
          <a:ext cx="4579938" cy="415925"/>
        </p:xfrm>
        <a:graphic>
          <a:graphicData uri="http://schemas.openxmlformats.org/presentationml/2006/ole">
            <mc:AlternateContent xmlns:mc="http://schemas.openxmlformats.org/markup-compatibility/2006">
              <mc:Choice xmlns:v="urn:schemas-microsoft-com:vml" Requires="v">
                <p:oleObj spid="_x0000_s3082" name="" r:id="rId7" imgW="1917065" imgH="190500" progId="Equation.3">
                  <p:embed/>
                </p:oleObj>
              </mc:Choice>
              <mc:Fallback>
                <p:oleObj name="" r:id="rId7" imgW="1917065" imgH="190500" progId="Equation.3">
                  <p:embed/>
                  <p:pic>
                    <p:nvPicPr>
                      <p:cNvPr id="0" name="图片 3081"/>
                      <p:cNvPicPr/>
                      <p:nvPr/>
                    </p:nvPicPr>
                    <p:blipFill>
                      <a:blip r:embed="rId8"/>
                      <a:stretch>
                        <a:fillRect/>
                      </a:stretch>
                    </p:blipFill>
                    <p:spPr>
                      <a:xfrm>
                        <a:off x="1076325" y="2671763"/>
                        <a:ext cx="4579938" cy="415925"/>
                      </a:xfrm>
                      <a:prstGeom prst="rect">
                        <a:avLst/>
                      </a:prstGeom>
                      <a:noFill/>
                      <a:ln w="38100">
                        <a:miter/>
                      </a:ln>
                    </p:spPr>
                  </p:pic>
                </p:oleObj>
              </mc:Fallback>
            </mc:AlternateContent>
          </a:graphicData>
        </a:graphic>
      </p:graphicFrame>
      <p:graphicFrame>
        <p:nvGraphicFramePr>
          <p:cNvPr id="28678" name="Object 20"/>
          <p:cNvGraphicFramePr>
            <a:graphicFrameLocks noChangeAspect="1"/>
          </p:cNvGraphicFramePr>
          <p:nvPr/>
        </p:nvGraphicFramePr>
        <p:xfrm>
          <a:off x="1047750" y="3238500"/>
          <a:ext cx="6721475" cy="403225"/>
        </p:xfrm>
        <a:graphic>
          <a:graphicData uri="http://schemas.openxmlformats.org/presentationml/2006/ole">
            <mc:AlternateContent xmlns:mc="http://schemas.openxmlformats.org/markup-compatibility/2006">
              <mc:Choice xmlns:v="urn:schemas-microsoft-com:vml" Requires="v">
                <p:oleObj spid="_x0000_s3080" name="" r:id="rId9" imgW="3175000" imgH="190500" progId="Equation.3">
                  <p:embed/>
                </p:oleObj>
              </mc:Choice>
              <mc:Fallback>
                <p:oleObj name="" r:id="rId9" imgW="3175000" imgH="190500" progId="Equation.3">
                  <p:embed/>
                  <p:pic>
                    <p:nvPicPr>
                      <p:cNvPr id="0" name="图片 3079"/>
                      <p:cNvPicPr/>
                      <p:nvPr/>
                    </p:nvPicPr>
                    <p:blipFill>
                      <a:blip r:embed="rId10"/>
                      <a:stretch>
                        <a:fillRect/>
                      </a:stretch>
                    </p:blipFill>
                    <p:spPr>
                      <a:xfrm>
                        <a:off x="1047750" y="3238500"/>
                        <a:ext cx="6721475" cy="403225"/>
                      </a:xfrm>
                      <a:prstGeom prst="rect">
                        <a:avLst/>
                      </a:prstGeom>
                      <a:noFill/>
                      <a:ln w="38100">
                        <a:noFill/>
                        <a:miter/>
                      </a:ln>
                    </p:spPr>
                  </p:pic>
                </p:oleObj>
              </mc:Fallback>
            </mc:AlternateContent>
          </a:graphicData>
        </a:graphic>
      </p:graphicFrame>
      <p:graphicFrame>
        <p:nvGraphicFramePr>
          <p:cNvPr id="28679" name="Object 21"/>
          <p:cNvGraphicFramePr>
            <a:graphicFrameLocks noChangeAspect="1"/>
          </p:cNvGraphicFramePr>
          <p:nvPr/>
        </p:nvGraphicFramePr>
        <p:xfrm>
          <a:off x="1069975" y="3794125"/>
          <a:ext cx="2881313" cy="933450"/>
        </p:xfrm>
        <a:graphic>
          <a:graphicData uri="http://schemas.openxmlformats.org/presentationml/2006/ole">
            <mc:AlternateContent xmlns:mc="http://schemas.openxmlformats.org/markup-compatibility/2006">
              <mc:Choice xmlns:v="urn:schemas-microsoft-com:vml" Requires="v">
                <p:oleObj spid="_x0000_s3084" name="" r:id="rId11" imgW="1371600" imgH="444500" progId="Equation.3">
                  <p:embed/>
                </p:oleObj>
              </mc:Choice>
              <mc:Fallback>
                <p:oleObj name="" r:id="rId11" imgW="1371600" imgH="444500" progId="Equation.3">
                  <p:embed/>
                  <p:pic>
                    <p:nvPicPr>
                      <p:cNvPr id="0" name="图片 3083"/>
                      <p:cNvPicPr/>
                      <p:nvPr/>
                    </p:nvPicPr>
                    <p:blipFill>
                      <a:blip r:embed="rId12"/>
                      <a:stretch>
                        <a:fillRect/>
                      </a:stretch>
                    </p:blipFill>
                    <p:spPr>
                      <a:xfrm>
                        <a:off x="1069975" y="3794125"/>
                        <a:ext cx="2881313" cy="933450"/>
                      </a:xfrm>
                      <a:prstGeom prst="rect">
                        <a:avLst/>
                      </a:prstGeom>
                      <a:noFill/>
                      <a:ln w="38100">
                        <a:noFill/>
                        <a:miter/>
                      </a:ln>
                    </p:spPr>
                  </p:pic>
                </p:oleObj>
              </mc:Fallback>
            </mc:AlternateContent>
          </a:graphicData>
        </a:graphic>
      </p:graphicFrame>
      <p:graphicFrame>
        <p:nvGraphicFramePr>
          <p:cNvPr id="28680" name="Object 22"/>
          <p:cNvGraphicFramePr>
            <a:graphicFrameLocks noChangeAspect="1"/>
          </p:cNvGraphicFramePr>
          <p:nvPr/>
        </p:nvGraphicFramePr>
        <p:xfrm>
          <a:off x="1076325" y="4892675"/>
          <a:ext cx="2752725" cy="857250"/>
        </p:xfrm>
        <a:graphic>
          <a:graphicData uri="http://schemas.openxmlformats.org/presentationml/2006/ole">
            <mc:AlternateContent xmlns:mc="http://schemas.openxmlformats.org/markup-compatibility/2006">
              <mc:Choice xmlns:v="urn:schemas-microsoft-com:vml" Requires="v">
                <p:oleObj spid="_x0000_s3076" name="" r:id="rId13" imgW="1346200" imgH="419100" progId="Equation.3">
                  <p:embed/>
                </p:oleObj>
              </mc:Choice>
              <mc:Fallback>
                <p:oleObj name="" r:id="rId13" imgW="1346200" imgH="419100" progId="Equation.3">
                  <p:embed/>
                  <p:pic>
                    <p:nvPicPr>
                      <p:cNvPr id="0" name="图片 3075"/>
                      <p:cNvPicPr/>
                      <p:nvPr/>
                    </p:nvPicPr>
                    <p:blipFill>
                      <a:blip r:embed="rId14"/>
                      <a:stretch>
                        <a:fillRect/>
                      </a:stretch>
                    </p:blipFill>
                    <p:spPr>
                      <a:xfrm>
                        <a:off x="1076325" y="4892675"/>
                        <a:ext cx="2752725" cy="857250"/>
                      </a:xfrm>
                      <a:prstGeom prst="rect">
                        <a:avLst/>
                      </a:prstGeom>
                      <a:noFill/>
                      <a:ln w="38100">
                        <a:noFill/>
                        <a:miter/>
                      </a:ln>
                    </p:spPr>
                  </p:pic>
                </p:oleObj>
              </mc:Fallback>
            </mc:AlternateContent>
          </a:graphicData>
        </a:graphic>
      </p:graphicFrame>
      <p:pic>
        <p:nvPicPr>
          <p:cNvPr id="28681" name="音频 2">
            <a:hlinkClick r:id="" action="ppaction://media"/>
          </p:cNvPr>
          <p:cNvPicPr>
            <a:picLocks noChangeAspect="1"/>
          </p:cNvPicPr>
          <p:nvPr/>
        </p:nvPicPr>
        <p:blipFill>
          <a:blip r:embed="rId15"/>
          <a:stretch>
            <a:fillRect/>
          </a:stretch>
        </p:blipFill>
        <p:spPr>
          <a:xfrm>
            <a:off x="8521700" y="6235700"/>
            <a:ext cx="406400" cy="406400"/>
          </a:xfrm>
          <a:prstGeom prst="rect">
            <a:avLst/>
          </a:prstGeom>
          <a:noFill/>
          <a:ln w="9525">
            <a:noFill/>
          </a:ln>
        </p:spPr>
      </p:pic>
    </p:spTree>
  </p:cSld>
  <p:clrMapOvr>
    <a:masterClrMapping/>
  </p:clrMapOvr>
  <p:transition spd="slow" advTm="275474"/>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title" sz="quarter"/>
          </p:nvPr>
        </p:nvSpPr>
        <p:spPr>
          <a:xfrm>
            <a:off x="457200" y="457200"/>
            <a:ext cx="8229600" cy="790575"/>
          </a:xfrm>
        </p:spPr>
        <p:txBody>
          <a:bodyPr vert="horz" wrap="square" lIns="91440" tIns="45720" rIns="91440" bIns="45720" anchor="ctr" anchorCtr="0"/>
          <a:p>
            <a:pPr eaLnBrk="1" hangingPunct="1">
              <a:buNone/>
            </a:pPr>
            <a:r>
              <a:rPr lang="zh-CN" altLang="en-US" sz="3200" b="1" dirty="0">
                <a:solidFill>
                  <a:srgbClr val="FF0000"/>
                </a:solidFill>
              </a:rPr>
              <a:t>异或运算性质</a:t>
            </a:r>
            <a:r>
              <a:rPr lang="en-US" altLang="zh-CN" sz="3200" b="1" dirty="0">
                <a:solidFill>
                  <a:srgbClr val="FF0000"/>
                </a:solidFill>
              </a:rPr>
              <a:t>2</a:t>
            </a:r>
            <a:r>
              <a:rPr lang="zh-CN" altLang="en-US" sz="3200" b="1" dirty="0">
                <a:solidFill>
                  <a:srgbClr val="FF0000"/>
                </a:solidFill>
              </a:rPr>
              <a:t>：</a:t>
            </a:r>
            <a:endParaRPr lang="zh-CN" altLang="en-US" sz="3200" b="1" dirty="0">
              <a:solidFill>
                <a:srgbClr val="FF0000"/>
              </a:solidFill>
            </a:endParaRPr>
          </a:p>
        </p:txBody>
      </p:sp>
      <p:graphicFrame>
        <p:nvGraphicFramePr>
          <p:cNvPr id="29698" name="Object 10"/>
          <p:cNvGraphicFramePr>
            <a:graphicFrameLocks noChangeAspect="1"/>
          </p:cNvGraphicFramePr>
          <p:nvPr/>
        </p:nvGraphicFramePr>
        <p:xfrm>
          <a:off x="1011238" y="1665288"/>
          <a:ext cx="6019800" cy="447675"/>
        </p:xfrm>
        <a:graphic>
          <a:graphicData uri="http://schemas.openxmlformats.org/presentationml/2006/ole">
            <mc:AlternateContent xmlns:mc="http://schemas.openxmlformats.org/markup-compatibility/2006">
              <mc:Choice xmlns:v="urn:schemas-microsoft-com:vml" Requires="v">
                <p:oleObj spid="_x0000_s3085" name="" r:id="rId1" imgW="2895600" imgH="215900" progId="Equation.3">
                  <p:embed/>
                </p:oleObj>
              </mc:Choice>
              <mc:Fallback>
                <p:oleObj name="" r:id="rId1" imgW="2895600" imgH="215900" progId="Equation.3">
                  <p:embed/>
                  <p:pic>
                    <p:nvPicPr>
                      <p:cNvPr id="0" name="图片 3084"/>
                      <p:cNvPicPr/>
                      <p:nvPr/>
                    </p:nvPicPr>
                    <p:blipFill>
                      <a:blip r:embed="rId2"/>
                      <a:stretch>
                        <a:fillRect/>
                      </a:stretch>
                    </p:blipFill>
                    <p:spPr>
                      <a:xfrm>
                        <a:off x="1011238" y="1665288"/>
                        <a:ext cx="6019800" cy="447675"/>
                      </a:xfrm>
                      <a:prstGeom prst="rect">
                        <a:avLst/>
                      </a:prstGeom>
                      <a:noFill/>
                      <a:ln w="38100">
                        <a:noFill/>
                        <a:miter/>
                      </a:ln>
                    </p:spPr>
                  </p:pic>
                </p:oleObj>
              </mc:Fallback>
            </mc:AlternateContent>
          </a:graphicData>
        </a:graphic>
      </p:graphicFrame>
      <p:graphicFrame>
        <p:nvGraphicFramePr>
          <p:cNvPr id="29699" name="Object 11"/>
          <p:cNvGraphicFramePr>
            <a:graphicFrameLocks noChangeAspect="1"/>
          </p:cNvGraphicFramePr>
          <p:nvPr/>
        </p:nvGraphicFramePr>
        <p:xfrm>
          <a:off x="1011238" y="2276475"/>
          <a:ext cx="5045075" cy="819150"/>
        </p:xfrm>
        <a:graphic>
          <a:graphicData uri="http://schemas.openxmlformats.org/presentationml/2006/ole">
            <mc:AlternateContent xmlns:mc="http://schemas.openxmlformats.org/markup-compatibility/2006">
              <mc:Choice xmlns:v="urn:schemas-microsoft-com:vml" Requires="v">
                <p:oleObj spid="_x0000_s3086" name="" r:id="rId3" imgW="2425700" imgH="393700" progId="Equation.3">
                  <p:embed/>
                </p:oleObj>
              </mc:Choice>
              <mc:Fallback>
                <p:oleObj name="" r:id="rId3" imgW="2425700" imgH="393700" progId="Equation.3">
                  <p:embed/>
                  <p:pic>
                    <p:nvPicPr>
                      <p:cNvPr id="0" name="图片 3085"/>
                      <p:cNvPicPr/>
                      <p:nvPr/>
                    </p:nvPicPr>
                    <p:blipFill>
                      <a:blip r:embed="rId4"/>
                      <a:stretch>
                        <a:fillRect/>
                      </a:stretch>
                    </p:blipFill>
                    <p:spPr>
                      <a:xfrm>
                        <a:off x="1011238" y="2276475"/>
                        <a:ext cx="5045075" cy="819150"/>
                      </a:xfrm>
                      <a:prstGeom prst="rect">
                        <a:avLst/>
                      </a:prstGeom>
                      <a:noFill/>
                      <a:ln w="38100">
                        <a:noFill/>
                        <a:miter/>
                      </a:ln>
                    </p:spPr>
                  </p:pic>
                </p:oleObj>
              </mc:Fallback>
            </mc:AlternateContent>
          </a:graphicData>
        </a:graphic>
      </p:graphicFrame>
      <p:graphicFrame>
        <p:nvGraphicFramePr>
          <p:cNvPr id="29700" name="Object 12"/>
          <p:cNvGraphicFramePr>
            <a:graphicFrameLocks noChangeAspect="1"/>
          </p:cNvGraphicFramePr>
          <p:nvPr/>
        </p:nvGraphicFramePr>
        <p:xfrm>
          <a:off x="1031875" y="3349625"/>
          <a:ext cx="7080250" cy="819150"/>
        </p:xfrm>
        <a:graphic>
          <a:graphicData uri="http://schemas.openxmlformats.org/presentationml/2006/ole">
            <mc:AlternateContent xmlns:mc="http://schemas.openxmlformats.org/markup-compatibility/2006">
              <mc:Choice xmlns:v="urn:schemas-microsoft-com:vml" Requires="v">
                <p:oleObj spid="_x0000_s3077" name="" r:id="rId5" imgW="3403600" imgH="393700" progId="Equation.3">
                  <p:embed/>
                </p:oleObj>
              </mc:Choice>
              <mc:Fallback>
                <p:oleObj name="" r:id="rId5" imgW="3403600" imgH="393700" progId="Equation.3">
                  <p:embed/>
                  <p:pic>
                    <p:nvPicPr>
                      <p:cNvPr id="0" name="图片 3076"/>
                      <p:cNvPicPr/>
                      <p:nvPr/>
                    </p:nvPicPr>
                    <p:blipFill>
                      <a:blip r:embed="rId6"/>
                      <a:stretch>
                        <a:fillRect/>
                      </a:stretch>
                    </p:blipFill>
                    <p:spPr>
                      <a:xfrm>
                        <a:off x="1031875" y="3349625"/>
                        <a:ext cx="7080250" cy="819150"/>
                      </a:xfrm>
                      <a:prstGeom prst="rect">
                        <a:avLst/>
                      </a:prstGeom>
                      <a:noFill/>
                      <a:ln w="38100">
                        <a:noFill/>
                        <a:miter/>
                      </a:ln>
                    </p:spPr>
                  </p:pic>
                </p:oleObj>
              </mc:Fallback>
            </mc:AlternateContent>
          </a:graphicData>
        </a:graphic>
      </p:graphicFrame>
      <p:graphicFrame>
        <p:nvGraphicFramePr>
          <p:cNvPr id="29701" name="Object 13"/>
          <p:cNvGraphicFramePr>
            <a:graphicFrameLocks noChangeAspect="1"/>
          </p:cNvGraphicFramePr>
          <p:nvPr/>
        </p:nvGraphicFramePr>
        <p:xfrm>
          <a:off x="1101725" y="4541838"/>
          <a:ext cx="6618288" cy="877887"/>
        </p:xfrm>
        <a:graphic>
          <a:graphicData uri="http://schemas.openxmlformats.org/presentationml/2006/ole">
            <mc:AlternateContent xmlns:mc="http://schemas.openxmlformats.org/markup-compatibility/2006">
              <mc:Choice xmlns:v="urn:schemas-microsoft-com:vml" Requires="v">
                <p:oleObj spid="_x0000_s3078" name="" r:id="rId7" imgW="3162300" imgH="419100" progId="Equation.3">
                  <p:embed/>
                </p:oleObj>
              </mc:Choice>
              <mc:Fallback>
                <p:oleObj name="" r:id="rId7" imgW="3162300" imgH="419100" progId="Equation.3">
                  <p:embed/>
                  <p:pic>
                    <p:nvPicPr>
                      <p:cNvPr id="0" name="图片 3077"/>
                      <p:cNvPicPr/>
                      <p:nvPr/>
                    </p:nvPicPr>
                    <p:blipFill>
                      <a:blip r:embed="rId8"/>
                      <a:stretch>
                        <a:fillRect/>
                      </a:stretch>
                    </p:blipFill>
                    <p:spPr>
                      <a:xfrm>
                        <a:off x="1101725" y="4541838"/>
                        <a:ext cx="6618288" cy="877887"/>
                      </a:xfrm>
                      <a:prstGeom prst="rect">
                        <a:avLst/>
                      </a:prstGeom>
                      <a:noFill/>
                      <a:ln w="38100">
                        <a:noFill/>
                        <a:miter/>
                      </a:ln>
                    </p:spPr>
                  </p:pic>
                </p:oleObj>
              </mc:Fallback>
            </mc:AlternateContent>
          </a:graphicData>
        </a:graphic>
      </p:graphicFrame>
    </p:spTree>
  </p:cSld>
  <p:clrMapOvr>
    <a:masterClrMapping/>
  </p:clrMapOvr>
  <p:transition spd="slow" advTm="509501"/>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6" name="Text Box 2"/>
          <p:cNvSpPr txBox="1">
            <a:spLocks noChangeArrowheads="1"/>
          </p:cNvSpPr>
          <p:nvPr/>
        </p:nvSpPr>
        <p:spPr bwMode="auto">
          <a:xfrm>
            <a:off x="777875" y="225425"/>
            <a:ext cx="7277100" cy="2859405"/>
          </a:xfrm>
          <a:prstGeom prst="rect">
            <a:avLst/>
          </a:prstGeom>
          <a:noFill/>
          <a:ln w="9525">
            <a:noFill/>
            <a:miter lim="800000"/>
          </a:ln>
          <a:effectLst/>
        </p:spPr>
        <p:txBody>
          <a:bodyPr>
            <a:spAutoFit/>
          </a:bodyPr>
          <a:lstStyle/>
          <a:p>
            <a:pPr marR="0" indent="669925" defTabSz="914400">
              <a:lnSpc>
                <a:spcPct val="130000"/>
              </a:lnSpc>
              <a:spcBef>
                <a:spcPct val="50000"/>
              </a:spcBef>
              <a:buClrTx/>
              <a:buSzTx/>
              <a:buFontTx/>
              <a:buNone/>
              <a:defRPr/>
            </a:pPr>
            <a:r>
              <a:rPr kumimoji="1" lang="en-US" altLang="zh-CN" sz="2800" b="1" i="0" kern="1200" cap="none" spc="0" normalizeH="0" baseline="0" noProof="0" dirty="0" smtClean="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5.2</a:t>
            </a:r>
            <a:r>
              <a:rPr kumimoji="1" lang="zh-CN" altLang="en-US" sz="2800" b="1" i="0"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组合逻辑函数的分析与设计</a:t>
            </a:r>
            <a:endParaRPr kumimoji="1" lang="zh-CN" altLang="en-US" sz="2800" b="1" i="0"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indent="669925" defTabSz="914400">
              <a:spcBef>
                <a:spcPts val="1200"/>
              </a:spcBef>
              <a:buClrTx/>
              <a:buSzTx/>
              <a:buFontTx/>
              <a:buNone/>
              <a:defRPr/>
            </a:pPr>
            <a:r>
              <a:rPr kumimoji="1" lang="zh-CN" altLang="en-US" sz="2800" i="0" kern="1200" cap="none" spc="0" normalizeH="0" baseline="0" noProof="0" dirty="0" smtClean="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组合逻辑电路</a:t>
            </a:r>
            <a:r>
              <a:rPr kumimoji="1" lang="zh-CN" altLang="en-US" sz="2800" i="0"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的特点：</a:t>
            </a:r>
            <a:endParaRPr kumimoji="1" lang="zh-CN" altLang="en-US" sz="2800" i="0" kern="1200" cap="none" spc="0" normalizeH="0" baseline="0" noProof="0" dirty="0">
              <a:latin typeface="Times New Roman" panose="02020603050405020304" pitchFamily="18" charset="0"/>
              <a:ea typeface="宋体" panose="02010600030101010101" pitchFamily="2" charset="-122"/>
              <a:cs typeface="+mn-cs"/>
            </a:endParaRPr>
          </a:p>
          <a:p>
            <a:pPr marR="0" indent="669925" defTabSz="914400">
              <a:lnSpc>
                <a:spcPct val="130000"/>
              </a:lnSpc>
              <a:spcBef>
                <a:spcPct val="50000"/>
              </a:spcBef>
              <a:buClrTx/>
              <a:buSzTx/>
              <a:buFontTx/>
              <a:buNone/>
              <a:defRPr/>
            </a:pPr>
            <a:r>
              <a:rPr kumimoji="1" lang="zh-CN" altLang="en-US" sz="2400" i="0" kern="1200" cap="none" spc="0" normalizeH="0" baseline="0" noProof="0" dirty="0">
                <a:latin typeface="Times New Roman" panose="02020603050405020304" pitchFamily="18" charset="0"/>
                <a:ea typeface="宋体" panose="02010600030101010101" pitchFamily="2" charset="-122"/>
                <a:cs typeface="+mn-cs"/>
              </a:rPr>
              <a:t>如果一个逻辑电路在任何时刻产生的稳定输出值仅仅取决于该时刻各输入值的组合</a:t>
            </a:r>
            <a:r>
              <a:rPr kumimoji="1" lang="en-US" altLang="zh-CN" sz="2400" i="0"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2400" i="0" kern="1200" cap="none" spc="0" normalizeH="0" baseline="0" noProof="0" dirty="0">
                <a:latin typeface="Times New Roman" panose="02020603050405020304" pitchFamily="18" charset="0"/>
                <a:ea typeface="宋体" panose="02010600030101010101" pitchFamily="2" charset="-122"/>
                <a:cs typeface="+mn-cs"/>
              </a:rPr>
              <a:t>而与过去的输入值无关</a:t>
            </a:r>
            <a:r>
              <a:rPr kumimoji="1" lang="en-US" altLang="zh-CN" sz="2400" i="0" kern="1200" cap="none" spc="0" normalizeH="0" baseline="0" noProof="0" dirty="0">
                <a:latin typeface="Times New Roman" panose="02020603050405020304" pitchFamily="18" charset="0"/>
                <a:ea typeface="宋体" panose="02010600030101010101" pitchFamily="2" charset="-122"/>
                <a:cs typeface="+mn-cs"/>
              </a:rPr>
              <a:t>, </a:t>
            </a:r>
            <a:r>
              <a:rPr kumimoji="1" lang="zh-CN" altLang="en-US" sz="2400" i="0" kern="1200" cap="none" spc="0" normalizeH="0" baseline="0" noProof="0" dirty="0">
                <a:latin typeface="Times New Roman" panose="02020603050405020304" pitchFamily="18" charset="0"/>
                <a:ea typeface="宋体" panose="02010600030101010101" pitchFamily="2" charset="-122"/>
                <a:cs typeface="+mn-cs"/>
              </a:rPr>
              <a:t>则称该电路为组合逻辑电路</a:t>
            </a:r>
            <a:r>
              <a:rPr kumimoji="1" lang="en-US" altLang="zh-CN" sz="2400" i="0" kern="1200" cap="none" spc="0" normalizeH="0" baseline="0" noProof="0" dirty="0">
                <a:latin typeface="Times New Roman" panose="02020603050405020304" pitchFamily="18" charset="0"/>
                <a:ea typeface="宋体" panose="02010600030101010101" pitchFamily="2" charset="-122"/>
                <a:cs typeface="+mn-cs"/>
              </a:rPr>
              <a:t>.</a:t>
            </a:r>
            <a:endParaRPr kumimoji="1" lang="en-US" altLang="zh-CN" sz="2400" i="0" kern="1200" cap="none" spc="0" normalizeH="0" baseline="0" noProof="0" dirty="0">
              <a:latin typeface="Times New Roman" panose="02020603050405020304" pitchFamily="18" charset="0"/>
              <a:ea typeface="宋体" panose="02010600030101010101" pitchFamily="2" charset="-122"/>
              <a:cs typeface="+mn-cs"/>
            </a:endParaRPr>
          </a:p>
        </p:txBody>
      </p:sp>
      <p:sp>
        <p:nvSpPr>
          <p:cNvPr id="30722" name="Text Box 3"/>
          <p:cNvSpPr txBox="1"/>
          <p:nvPr/>
        </p:nvSpPr>
        <p:spPr>
          <a:xfrm>
            <a:off x="777875" y="5568950"/>
            <a:ext cx="7129463" cy="1289050"/>
          </a:xfrm>
          <a:prstGeom prst="rect">
            <a:avLst/>
          </a:prstGeom>
          <a:noFill/>
          <a:ln w="9525">
            <a:noFill/>
          </a:ln>
        </p:spPr>
        <p:txBody>
          <a:bodyPr anchor="t" anchorCtr="0">
            <a:spAutoFit/>
          </a:bodyPr>
          <a:p>
            <a:pPr indent="669925">
              <a:lnSpc>
                <a:spcPct val="140000"/>
              </a:lnSpc>
              <a:spcBef>
                <a:spcPct val="50000"/>
              </a:spcBef>
            </a:pPr>
            <a:r>
              <a:rPr lang="zh-CN" altLang="en-US" sz="2800" i="0" dirty="0">
                <a:latin typeface="Times New Roman" panose="02020603050405020304" pitchFamily="18" charset="0"/>
                <a:ea typeface="宋体" panose="02010600030101010101" pitchFamily="2" charset="-122"/>
              </a:rPr>
              <a:t>组合逻辑电路需要讨论的两个基本问题是分析与设计</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grpSp>
        <p:nvGrpSpPr>
          <p:cNvPr id="30723" name="Group 4"/>
          <p:cNvGrpSpPr/>
          <p:nvPr/>
        </p:nvGrpSpPr>
        <p:grpSpPr>
          <a:xfrm>
            <a:off x="2043113" y="3065463"/>
            <a:ext cx="4725987" cy="1914525"/>
            <a:chOff x="1275" y="2169"/>
            <a:chExt cx="2977" cy="1206"/>
          </a:xfrm>
        </p:grpSpPr>
        <p:sp>
          <p:nvSpPr>
            <p:cNvPr id="30724" name="Text Box 5"/>
            <p:cNvSpPr txBox="1"/>
            <p:nvPr/>
          </p:nvSpPr>
          <p:spPr>
            <a:xfrm>
              <a:off x="1754" y="2273"/>
              <a:ext cx="1990" cy="1102"/>
            </a:xfrm>
            <a:prstGeom prst="rect">
              <a:avLst/>
            </a:prstGeom>
            <a:solidFill>
              <a:srgbClr val="CCFFFF"/>
            </a:solidFill>
            <a:ln w="12700" cap="flat" cmpd="sng">
              <a:solidFill>
                <a:srgbClr val="0000FF"/>
              </a:solidFill>
              <a:prstDash val="solid"/>
              <a:miter/>
              <a:headEnd type="none" w="med" len="med"/>
              <a:tailEnd type="none" w="med" len="med"/>
            </a:ln>
          </p:spPr>
          <p:txBody>
            <a:bodyPr anchor="t" anchorCtr="0">
              <a:spAutoFit/>
            </a:bodyPr>
            <a:p>
              <a:endParaRPr lang="en-US" altLang="zh-CN" dirty="0">
                <a:latin typeface="Times New Roman" panose="02020603050405020304" pitchFamily="18" charset="0"/>
                <a:ea typeface="宋体" panose="02010600030101010101" pitchFamily="2" charset="-122"/>
              </a:endParaRPr>
            </a:p>
            <a:p>
              <a:endParaRPr lang="en-US" altLang="zh-CN" dirty="0">
                <a:latin typeface="Times New Roman" panose="02020603050405020304" pitchFamily="18" charset="0"/>
                <a:ea typeface="宋体" panose="02010600030101010101" pitchFamily="2" charset="-122"/>
              </a:endParaRPr>
            </a:p>
            <a:p>
              <a:pPr algn="ctr"/>
              <a:r>
                <a:rPr lang="zh-CN" altLang="en-US" sz="2400" b="1" i="0" dirty="0">
                  <a:latin typeface="Times New Roman" panose="02020603050405020304" pitchFamily="18" charset="0"/>
                  <a:ea typeface="宋体" panose="02010600030101010101" pitchFamily="2" charset="-122"/>
                </a:rPr>
                <a:t>组合电路</a:t>
              </a:r>
              <a:endParaRPr lang="zh-CN" altLang="en-US" sz="2400" b="1" i="0" dirty="0">
                <a:latin typeface="Times New Roman" panose="02020603050405020304" pitchFamily="18" charset="0"/>
                <a:ea typeface="宋体" panose="02010600030101010101" pitchFamily="2" charset="-122"/>
              </a:endParaRPr>
            </a:p>
            <a:p>
              <a:endParaRPr lang="zh-CN" altLang="en-US" sz="2400" b="1" i="0" dirty="0">
                <a:latin typeface="Times New Roman" panose="02020603050405020304" pitchFamily="18" charset="0"/>
                <a:ea typeface="宋体" panose="02010600030101010101" pitchFamily="2" charset="-122"/>
              </a:endParaRPr>
            </a:p>
            <a:p>
              <a:endParaRPr lang="en-US" altLang="zh-CN" dirty="0">
                <a:latin typeface="Times New Roman" panose="02020603050405020304" pitchFamily="18" charset="0"/>
                <a:ea typeface="宋体" panose="02010600030101010101" pitchFamily="2" charset="-122"/>
              </a:endParaRPr>
            </a:p>
          </p:txBody>
        </p:sp>
        <p:sp>
          <p:nvSpPr>
            <p:cNvPr id="30725" name="Line 6"/>
            <p:cNvSpPr/>
            <p:nvPr/>
          </p:nvSpPr>
          <p:spPr>
            <a:xfrm>
              <a:off x="1277" y="2430"/>
              <a:ext cx="489" cy="0"/>
            </a:xfrm>
            <a:prstGeom prst="line">
              <a:avLst/>
            </a:prstGeom>
            <a:ln w="12700" cap="flat" cmpd="sng">
              <a:solidFill>
                <a:srgbClr val="0000FF"/>
              </a:solidFill>
              <a:prstDash val="solid"/>
              <a:round/>
              <a:headEnd type="none" w="med" len="med"/>
              <a:tailEnd type="triangle" w="med" len="med"/>
            </a:ln>
          </p:spPr>
        </p:sp>
        <p:sp>
          <p:nvSpPr>
            <p:cNvPr id="30726" name="Line 7"/>
            <p:cNvSpPr/>
            <p:nvPr/>
          </p:nvSpPr>
          <p:spPr>
            <a:xfrm>
              <a:off x="1275" y="2654"/>
              <a:ext cx="489" cy="0"/>
            </a:xfrm>
            <a:prstGeom prst="line">
              <a:avLst/>
            </a:prstGeom>
            <a:ln w="12700" cap="flat" cmpd="sng">
              <a:solidFill>
                <a:srgbClr val="0000FF"/>
              </a:solidFill>
              <a:prstDash val="solid"/>
              <a:round/>
              <a:headEnd type="none" w="med" len="med"/>
              <a:tailEnd type="triangle" w="med" len="med"/>
            </a:ln>
          </p:spPr>
        </p:sp>
        <p:sp>
          <p:nvSpPr>
            <p:cNvPr id="30727" name="Line 8"/>
            <p:cNvSpPr/>
            <p:nvPr/>
          </p:nvSpPr>
          <p:spPr>
            <a:xfrm>
              <a:off x="3753" y="2426"/>
              <a:ext cx="489" cy="0"/>
            </a:xfrm>
            <a:prstGeom prst="line">
              <a:avLst/>
            </a:prstGeom>
            <a:ln w="12700" cap="flat" cmpd="sng">
              <a:solidFill>
                <a:srgbClr val="0000FF"/>
              </a:solidFill>
              <a:prstDash val="solid"/>
              <a:round/>
              <a:headEnd type="none" w="med" len="med"/>
              <a:tailEnd type="triangle" w="med" len="med"/>
            </a:ln>
          </p:spPr>
        </p:sp>
        <p:sp>
          <p:nvSpPr>
            <p:cNvPr id="30728" name="Line 9"/>
            <p:cNvSpPr/>
            <p:nvPr/>
          </p:nvSpPr>
          <p:spPr>
            <a:xfrm>
              <a:off x="3763" y="2624"/>
              <a:ext cx="489" cy="0"/>
            </a:xfrm>
            <a:prstGeom prst="line">
              <a:avLst/>
            </a:prstGeom>
            <a:ln w="12700" cap="flat" cmpd="sng">
              <a:solidFill>
                <a:srgbClr val="0000FF"/>
              </a:solidFill>
              <a:prstDash val="solid"/>
              <a:round/>
              <a:headEnd type="none" w="med" len="med"/>
              <a:tailEnd type="triangle" w="med" len="med"/>
            </a:ln>
          </p:spPr>
        </p:sp>
        <p:sp>
          <p:nvSpPr>
            <p:cNvPr id="30729" name="Line 10"/>
            <p:cNvSpPr/>
            <p:nvPr/>
          </p:nvSpPr>
          <p:spPr>
            <a:xfrm>
              <a:off x="1282" y="3161"/>
              <a:ext cx="489" cy="0"/>
            </a:xfrm>
            <a:prstGeom prst="line">
              <a:avLst/>
            </a:prstGeom>
            <a:ln w="12700" cap="flat" cmpd="sng">
              <a:solidFill>
                <a:srgbClr val="0000FF"/>
              </a:solidFill>
              <a:prstDash val="solid"/>
              <a:round/>
              <a:headEnd type="none" w="med" len="med"/>
              <a:tailEnd type="triangle" w="med" len="med"/>
            </a:ln>
          </p:spPr>
        </p:sp>
        <p:sp>
          <p:nvSpPr>
            <p:cNvPr id="30730" name="Line 11"/>
            <p:cNvSpPr/>
            <p:nvPr/>
          </p:nvSpPr>
          <p:spPr>
            <a:xfrm>
              <a:off x="3760" y="3172"/>
              <a:ext cx="489" cy="0"/>
            </a:xfrm>
            <a:prstGeom prst="line">
              <a:avLst/>
            </a:prstGeom>
            <a:ln w="12700" cap="flat" cmpd="sng">
              <a:solidFill>
                <a:srgbClr val="0000FF"/>
              </a:solidFill>
              <a:prstDash val="solid"/>
              <a:round/>
              <a:headEnd type="none" w="med" len="med"/>
              <a:tailEnd type="triangle" w="med" len="med"/>
            </a:ln>
          </p:spPr>
        </p:sp>
        <p:sp>
          <p:nvSpPr>
            <p:cNvPr id="30731" name="Text Box 12"/>
            <p:cNvSpPr txBox="1"/>
            <p:nvPr/>
          </p:nvSpPr>
          <p:spPr>
            <a:xfrm>
              <a:off x="1382" y="2171"/>
              <a:ext cx="239" cy="250"/>
            </a:xfrm>
            <a:prstGeom prst="rect">
              <a:avLst/>
            </a:prstGeom>
            <a:noFill/>
            <a:ln w="12700">
              <a:noFill/>
            </a:ln>
          </p:spPr>
          <p:txBody>
            <a:bodyPr wrap="none" anchor="t" anchorCtr="0">
              <a:spAutoFit/>
            </a:bodyPr>
            <a:p>
              <a:r>
                <a:rPr lang="en-US" altLang="zh-CN"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1</a:t>
              </a:r>
              <a:endParaRPr lang="en-US" altLang="zh-CN" baseline="-25000" dirty="0">
                <a:latin typeface="Times New Roman" panose="02020603050405020304" pitchFamily="18" charset="0"/>
                <a:ea typeface="宋体" panose="02010600030101010101" pitchFamily="2" charset="-122"/>
              </a:endParaRPr>
            </a:p>
          </p:txBody>
        </p:sp>
        <p:sp>
          <p:nvSpPr>
            <p:cNvPr id="30732" name="Text Box 13"/>
            <p:cNvSpPr txBox="1"/>
            <p:nvPr/>
          </p:nvSpPr>
          <p:spPr>
            <a:xfrm>
              <a:off x="1380" y="2383"/>
              <a:ext cx="239" cy="250"/>
            </a:xfrm>
            <a:prstGeom prst="rect">
              <a:avLst/>
            </a:prstGeom>
            <a:noFill/>
            <a:ln w="12700">
              <a:noFill/>
            </a:ln>
          </p:spPr>
          <p:txBody>
            <a:bodyPr wrap="none" anchor="t" anchorCtr="0">
              <a:spAutoFit/>
            </a:bodyPr>
            <a:p>
              <a:r>
                <a:rPr lang="en-US" altLang="zh-CN"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2</a:t>
              </a:r>
              <a:endParaRPr lang="en-US" altLang="zh-CN" baseline="-25000" dirty="0">
                <a:latin typeface="Times New Roman" panose="02020603050405020304" pitchFamily="18" charset="0"/>
                <a:ea typeface="宋体" panose="02010600030101010101" pitchFamily="2" charset="-122"/>
              </a:endParaRPr>
            </a:p>
          </p:txBody>
        </p:sp>
        <p:sp>
          <p:nvSpPr>
            <p:cNvPr id="30733" name="Text Box 14"/>
            <p:cNvSpPr txBox="1"/>
            <p:nvPr/>
          </p:nvSpPr>
          <p:spPr>
            <a:xfrm>
              <a:off x="1391" y="2894"/>
              <a:ext cx="216" cy="250"/>
            </a:xfrm>
            <a:prstGeom prst="rect">
              <a:avLst/>
            </a:prstGeom>
            <a:noFill/>
            <a:ln w="12700">
              <a:noFill/>
            </a:ln>
          </p:spPr>
          <p:txBody>
            <a:bodyPr wrap="none" anchor="t" anchorCtr="0">
              <a:spAutoFit/>
            </a:bodyPr>
            <a:p>
              <a:r>
                <a:rPr lang="en-US" altLang="zh-CN"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l</a:t>
              </a:r>
              <a:endParaRPr lang="en-US" altLang="zh-CN" baseline="-25000" dirty="0">
                <a:latin typeface="Times New Roman" panose="02020603050405020304" pitchFamily="18" charset="0"/>
                <a:ea typeface="宋体" panose="02010600030101010101" pitchFamily="2" charset="-122"/>
              </a:endParaRPr>
            </a:p>
          </p:txBody>
        </p:sp>
        <p:sp>
          <p:nvSpPr>
            <p:cNvPr id="30734" name="Text Box 15"/>
            <p:cNvSpPr txBox="1"/>
            <p:nvPr/>
          </p:nvSpPr>
          <p:spPr>
            <a:xfrm>
              <a:off x="3860" y="2169"/>
              <a:ext cx="230" cy="250"/>
            </a:xfrm>
            <a:prstGeom prst="rect">
              <a:avLst/>
            </a:prstGeom>
            <a:noFill/>
            <a:ln w="12700">
              <a:noFill/>
            </a:ln>
          </p:spPr>
          <p:txBody>
            <a:bodyPr wrap="none" anchor="t" anchorCtr="0">
              <a:spAutoFit/>
            </a:bodyPr>
            <a:p>
              <a:r>
                <a:rPr lang="en-US" altLang="zh-CN" dirty="0">
                  <a:latin typeface="Times New Roman" panose="02020603050405020304" pitchFamily="18" charset="0"/>
                  <a:ea typeface="宋体" panose="02010600030101010101" pitchFamily="2" charset="-122"/>
                </a:rPr>
                <a:t>z</a:t>
              </a:r>
              <a:r>
                <a:rPr lang="en-US" altLang="zh-CN" baseline="-25000" dirty="0">
                  <a:latin typeface="Times New Roman" panose="02020603050405020304" pitchFamily="18" charset="0"/>
                  <a:ea typeface="宋体" panose="02010600030101010101" pitchFamily="2" charset="-122"/>
                </a:rPr>
                <a:t>1</a:t>
              </a:r>
              <a:endParaRPr lang="en-US" altLang="zh-CN" baseline="-25000" dirty="0">
                <a:latin typeface="Times New Roman" panose="02020603050405020304" pitchFamily="18" charset="0"/>
                <a:ea typeface="宋体" panose="02010600030101010101" pitchFamily="2" charset="-122"/>
              </a:endParaRPr>
            </a:p>
          </p:txBody>
        </p:sp>
        <p:sp>
          <p:nvSpPr>
            <p:cNvPr id="30735" name="Text Box 16"/>
            <p:cNvSpPr txBox="1"/>
            <p:nvPr/>
          </p:nvSpPr>
          <p:spPr>
            <a:xfrm>
              <a:off x="3871" y="2380"/>
              <a:ext cx="230" cy="250"/>
            </a:xfrm>
            <a:prstGeom prst="rect">
              <a:avLst/>
            </a:prstGeom>
            <a:noFill/>
            <a:ln w="12700">
              <a:noFill/>
            </a:ln>
          </p:spPr>
          <p:txBody>
            <a:bodyPr wrap="none" anchor="t" anchorCtr="0">
              <a:spAutoFit/>
            </a:bodyPr>
            <a:p>
              <a:r>
                <a:rPr lang="en-US" altLang="zh-CN" dirty="0">
                  <a:latin typeface="Times New Roman" panose="02020603050405020304" pitchFamily="18" charset="0"/>
                  <a:ea typeface="宋体" panose="02010600030101010101" pitchFamily="2" charset="-122"/>
                </a:rPr>
                <a:t>z</a:t>
              </a:r>
              <a:r>
                <a:rPr lang="en-US" altLang="zh-CN" baseline="-25000" dirty="0">
                  <a:latin typeface="Times New Roman" panose="02020603050405020304" pitchFamily="18" charset="0"/>
                  <a:ea typeface="宋体" panose="02010600030101010101" pitchFamily="2" charset="-122"/>
                </a:rPr>
                <a:t>2</a:t>
              </a:r>
              <a:endParaRPr lang="en-US" altLang="zh-CN" baseline="-25000" dirty="0">
                <a:latin typeface="Times New Roman" panose="02020603050405020304" pitchFamily="18" charset="0"/>
                <a:ea typeface="宋体" panose="02010600030101010101" pitchFamily="2" charset="-122"/>
              </a:endParaRPr>
            </a:p>
          </p:txBody>
        </p:sp>
        <p:sp>
          <p:nvSpPr>
            <p:cNvPr id="30736" name="Text Box 17"/>
            <p:cNvSpPr txBox="1"/>
            <p:nvPr/>
          </p:nvSpPr>
          <p:spPr>
            <a:xfrm>
              <a:off x="3895" y="2904"/>
              <a:ext cx="253" cy="250"/>
            </a:xfrm>
            <a:prstGeom prst="rect">
              <a:avLst/>
            </a:prstGeom>
            <a:noFill/>
            <a:ln w="12700">
              <a:noFill/>
            </a:ln>
          </p:spPr>
          <p:txBody>
            <a:bodyPr wrap="none" anchor="t" anchorCtr="0">
              <a:spAutoFit/>
            </a:bodyPr>
            <a:p>
              <a:r>
                <a:rPr lang="en-US" altLang="zh-CN" dirty="0">
                  <a:latin typeface="Times New Roman" panose="02020603050405020304" pitchFamily="18" charset="0"/>
                  <a:ea typeface="宋体" panose="02010600030101010101" pitchFamily="2" charset="-122"/>
                </a:rPr>
                <a:t>z</a:t>
              </a:r>
              <a:r>
                <a:rPr lang="en-US" altLang="zh-CN" baseline="-25000" dirty="0">
                  <a:latin typeface="Times New Roman" panose="02020603050405020304" pitchFamily="18" charset="0"/>
                  <a:ea typeface="宋体" panose="02010600030101010101" pitchFamily="2" charset="-122"/>
                </a:rPr>
                <a:t>m</a:t>
              </a:r>
              <a:endParaRPr lang="en-US" altLang="zh-CN" baseline="-25000" dirty="0">
                <a:latin typeface="Times New Roman" panose="02020603050405020304" pitchFamily="18" charset="0"/>
                <a:ea typeface="宋体" panose="02010600030101010101" pitchFamily="2" charset="-122"/>
              </a:endParaRPr>
            </a:p>
          </p:txBody>
        </p:sp>
      </p:grpSp>
      <p:sp>
        <p:nvSpPr>
          <p:cNvPr id="30737" name="Text Box 18"/>
          <p:cNvSpPr txBox="1"/>
          <p:nvPr/>
        </p:nvSpPr>
        <p:spPr>
          <a:xfrm>
            <a:off x="1935163" y="5135563"/>
            <a:ext cx="5164137" cy="519112"/>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z</a:t>
            </a:r>
            <a:r>
              <a:rPr lang="en-US" altLang="zh-CN" sz="2800" baseline="-25000" dirty="0">
                <a:latin typeface="Times New Roman" panose="02020603050405020304" pitchFamily="18" charset="0"/>
                <a:ea typeface="宋体" panose="02010600030101010101" pitchFamily="2" charset="-122"/>
              </a:rPr>
              <a:t>i </a:t>
            </a:r>
            <a:r>
              <a:rPr lang="en-US"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f</a:t>
            </a:r>
            <a:r>
              <a:rPr lang="en-US" altLang="zh-CN" sz="2800" baseline="-25000" dirty="0">
                <a:latin typeface="Times New Roman" panose="02020603050405020304" pitchFamily="18" charset="0"/>
                <a:ea typeface="宋体" panose="02010600030101010101" pitchFamily="2" charset="-122"/>
              </a:rPr>
              <a:t>i </a:t>
            </a:r>
            <a:r>
              <a:rPr lang="en-US" altLang="zh-CN"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x</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x</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x</a:t>
            </a:r>
            <a:r>
              <a:rPr lang="en-US" altLang="zh-CN" sz="2800" baseline="-25000" dirty="0">
                <a:latin typeface="Times New Roman" panose="02020603050405020304" pitchFamily="18" charset="0"/>
                <a:ea typeface="宋体" panose="02010600030101010101" pitchFamily="2" charset="-122"/>
              </a:rPr>
              <a:t>l</a:t>
            </a:r>
            <a:r>
              <a:rPr lang="en-US" altLang="zh-CN"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      i=</a:t>
            </a:r>
            <a:r>
              <a:rPr lang="en-US" altLang="zh-CN" sz="2800" i="0" dirty="0">
                <a:latin typeface="Times New Roman" panose="02020603050405020304" pitchFamily="18" charset="0"/>
                <a:ea typeface="宋体" panose="02010600030101010101" pitchFamily="2" charset="-122"/>
              </a:rPr>
              <a:t>1, 2, </a:t>
            </a:r>
            <a:r>
              <a:rPr lang="en-US" altLang="zh-CN" sz="280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 m</a:t>
            </a:r>
            <a:endParaRPr lang="en-US" altLang="zh-CN" sz="2800" dirty="0">
              <a:latin typeface="Times New Roman" panose="02020603050405020304" pitchFamily="18"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Text Box 3"/>
          <p:cNvSpPr txBox="1">
            <a:spLocks noChangeArrowheads="1"/>
          </p:cNvSpPr>
          <p:nvPr/>
        </p:nvSpPr>
        <p:spPr bwMode="auto">
          <a:xfrm>
            <a:off x="481013" y="827088"/>
            <a:ext cx="8102600" cy="2303463"/>
          </a:xfrm>
          <a:prstGeom prst="rect">
            <a:avLst/>
          </a:prstGeom>
          <a:noFill/>
          <a:ln w="9525">
            <a:noFill/>
            <a:miter lim="800000"/>
          </a:ln>
          <a:effectLst/>
        </p:spPr>
        <p:txBody>
          <a:bodyPr>
            <a:spAutoFit/>
          </a:bodyPr>
          <a:lstStyle/>
          <a:p>
            <a:pPr marR="0" indent="758825" defTabSz="914400">
              <a:lnSpc>
                <a:spcPct val="115000"/>
              </a:lnSpc>
              <a:spcBef>
                <a:spcPct val="50000"/>
              </a:spcBef>
              <a:buClrTx/>
              <a:buSzTx/>
              <a:buFontTx/>
              <a:buNone/>
              <a:defRPr/>
            </a:pPr>
            <a:r>
              <a:rPr kumimoji="1" lang="en-US" altLang="zh-CN"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1</a:t>
            </a:r>
            <a:r>
              <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、组合逻辑电路的分析</a:t>
            </a:r>
            <a:r>
              <a:rPr kumimoji="1" lang="zh-CN" altLang="en-US" sz="2800" i="0" kern="1200" cap="none" spc="0" normalizeH="0" baseline="0" noProof="0" dirty="0">
                <a:latin typeface="Times New Roman" panose="02020603050405020304" pitchFamily="18" charset="0"/>
                <a:ea typeface="宋体" panose="02010600030101010101" pitchFamily="2" charset="-122"/>
                <a:cs typeface="+mn-cs"/>
              </a:rPr>
              <a:t>：</a:t>
            </a:r>
            <a:endParaRPr kumimoji="1" lang="zh-CN" altLang="en-US" sz="2800" i="0" kern="1200" cap="none" spc="0" normalizeH="0" baseline="0" noProof="0" dirty="0">
              <a:latin typeface="Times New Roman" panose="02020603050405020304" pitchFamily="18" charset="0"/>
              <a:ea typeface="宋体" panose="02010600030101010101" pitchFamily="2" charset="-122"/>
              <a:cs typeface="+mn-cs"/>
            </a:endParaRPr>
          </a:p>
          <a:p>
            <a:pPr marR="0" indent="758825" defTabSz="914400">
              <a:lnSpc>
                <a:spcPct val="115000"/>
              </a:lnSpc>
              <a:spcBef>
                <a:spcPct val="50000"/>
              </a:spcBef>
              <a:buClrTx/>
              <a:buSzTx/>
              <a:buFontTx/>
              <a:buNone/>
              <a:defRPr/>
            </a:pPr>
            <a:r>
              <a:rPr kumimoji="1" lang="zh-CN" altLang="en-US" sz="2800" i="0" kern="1200" cap="none" spc="0" normalizeH="0" baseline="0" noProof="0" dirty="0">
                <a:latin typeface="Times New Roman" panose="02020603050405020304" pitchFamily="18" charset="0"/>
                <a:ea typeface="宋体" panose="02010600030101010101" pitchFamily="2" charset="-122"/>
                <a:cs typeface="+mn-cs"/>
              </a:rPr>
              <a:t>根据给定的组合电路，写出逻辑函数表达式，并以此来描述它的逻辑功能，确定输入与输出的关系，必要时对其设计的合理性进行评定。</a:t>
            </a:r>
            <a:endParaRPr kumimoji="1" lang="zh-CN" altLang="en-US" sz="2800" i="0" kern="1200" cap="none" spc="0" normalizeH="0" baseline="0" noProof="0" dirty="0">
              <a:latin typeface="Times New Roman" panose="02020603050405020304" pitchFamily="18" charset="0"/>
              <a:ea typeface="宋体" panose="02010600030101010101" pitchFamily="2" charset="-122"/>
              <a:cs typeface="+mn-cs"/>
            </a:endParaRPr>
          </a:p>
        </p:txBody>
      </p:sp>
      <p:sp>
        <p:nvSpPr>
          <p:cNvPr id="10246" name="Text Box 6"/>
          <p:cNvSpPr txBox="1">
            <a:spLocks noChangeArrowheads="1"/>
          </p:cNvSpPr>
          <p:nvPr/>
        </p:nvSpPr>
        <p:spPr bwMode="auto">
          <a:xfrm>
            <a:off x="609600" y="3522663"/>
            <a:ext cx="5253038" cy="519113"/>
          </a:xfrm>
          <a:prstGeom prst="rect">
            <a:avLst/>
          </a:prstGeom>
          <a:noFill/>
          <a:ln w="9525">
            <a:noFill/>
            <a:miter lim="800000"/>
          </a:ln>
          <a:effectLst/>
        </p:spPr>
        <p:txBody>
          <a:bodyPr>
            <a:spAutoFit/>
          </a:bodyPr>
          <a:lstStyle/>
          <a:p>
            <a:pPr marR="0" defTabSz="914400">
              <a:buClrTx/>
              <a:buSzTx/>
              <a:buFontTx/>
              <a:buNone/>
              <a:defRPr/>
            </a:pPr>
            <a:r>
              <a:rPr kumimoji="1" lang="zh-CN" altLang="en-US" sz="28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分析的一般步骤：</a:t>
            </a:r>
            <a:endParaRPr kumimoji="1" lang="zh-CN" altLang="en-US" sz="28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0247" name="Text Box 7"/>
          <p:cNvSpPr txBox="1">
            <a:spLocks noChangeArrowheads="1"/>
          </p:cNvSpPr>
          <p:nvPr/>
        </p:nvSpPr>
        <p:spPr bwMode="auto">
          <a:xfrm>
            <a:off x="628650" y="4008438"/>
            <a:ext cx="760571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第一步：</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写出给定组合电路的逻辑函数表达式；</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
        <p:nvSpPr>
          <p:cNvPr id="10248" name="Text Box 8"/>
          <p:cNvSpPr txBox="1">
            <a:spLocks noChangeArrowheads="1"/>
          </p:cNvSpPr>
          <p:nvPr/>
        </p:nvSpPr>
        <p:spPr bwMode="auto">
          <a:xfrm>
            <a:off x="628650" y="4540250"/>
            <a:ext cx="514826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第二步：</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化简逻辑函数表达式；</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
        <p:nvSpPr>
          <p:cNvPr id="10249" name="Text Box 9"/>
          <p:cNvSpPr txBox="1">
            <a:spLocks noChangeArrowheads="1"/>
          </p:cNvSpPr>
          <p:nvPr/>
        </p:nvSpPr>
        <p:spPr bwMode="auto">
          <a:xfrm>
            <a:off x="609600" y="5148263"/>
            <a:ext cx="622141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第三步：</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根据化简的结果列出真值表；</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
        <p:nvSpPr>
          <p:cNvPr id="10250" name="Text Box 10"/>
          <p:cNvSpPr txBox="1">
            <a:spLocks noChangeArrowheads="1"/>
          </p:cNvSpPr>
          <p:nvPr/>
        </p:nvSpPr>
        <p:spPr bwMode="auto">
          <a:xfrm>
            <a:off x="625475" y="5756275"/>
            <a:ext cx="338296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第四步：</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功能评述。</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3"/>
                                        </p:tgtEl>
                                        <p:attrNameLst>
                                          <p:attrName>style.visibility</p:attrName>
                                        </p:attrNameLst>
                                      </p:cBhvr>
                                      <p:to>
                                        <p:strVal val="visible"/>
                                      </p:to>
                                    </p:set>
                                    <p:animEffect transition="in" filter="wipe(left)">
                                      <p:cBhvr>
                                        <p:cTn id="7" dur="500"/>
                                        <p:tgtEl>
                                          <p:spTgt spid="1024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246"/>
                                        </p:tgtEl>
                                        <p:attrNameLst>
                                          <p:attrName>style.visibility</p:attrName>
                                        </p:attrNameLst>
                                      </p:cBhvr>
                                      <p:to>
                                        <p:strVal val="visible"/>
                                      </p:to>
                                    </p:set>
                                    <p:anim calcmode="lin" valueType="num">
                                      <p:cBhvr additive="base">
                                        <p:cTn id="12" dur="500" fill="hold"/>
                                        <p:tgtEl>
                                          <p:spTgt spid="10246"/>
                                        </p:tgtEl>
                                        <p:attrNameLst>
                                          <p:attrName>ppt_x</p:attrName>
                                        </p:attrNameLst>
                                      </p:cBhvr>
                                      <p:tavLst>
                                        <p:tav tm="0">
                                          <p:val>
                                            <p:strVal val="0-#ppt_w/2"/>
                                          </p:val>
                                        </p:tav>
                                        <p:tav tm="100000">
                                          <p:val>
                                            <p:strVal val="#ppt_x"/>
                                          </p:val>
                                        </p:tav>
                                      </p:tavLst>
                                    </p:anim>
                                    <p:anim calcmode="lin" valueType="num">
                                      <p:cBhvr additive="base">
                                        <p:cTn id="13" dur="500" fill="hold"/>
                                        <p:tgtEl>
                                          <p:spTgt spid="1024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247"/>
                                        </p:tgtEl>
                                        <p:attrNameLst>
                                          <p:attrName>style.visibility</p:attrName>
                                        </p:attrNameLst>
                                      </p:cBhvr>
                                      <p:to>
                                        <p:strVal val="visible"/>
                                      </p:to>
                                    </p:set>
                                    <p:animEffect transition="in" filter="wipe(left)">
                                      <p:cBhvr>
                                        <p:cTn id="18" dur="500"/>
                                        <p:tgtEl>
                                          <p:spTgt spid="1024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247">
                                            <p:txEl>
                                              <p:charRg st="0" end="22"/>
                                            </p:txEl>
                                          </p:spTgt>
                                        </p:tgtEl>
                                        <p:attrNameLst>
                                          <p:attrName>style.visibility</p:attrName>
                                        </p:attrNameLst>
                                      </p:cBhvr>
                                      <p:to>
                                        <p:strVal val="visible"/>
                                      </p:to>
                                    </p:set>
                                    <p:animEffect transition="in" filter="wipe(left)">
                                      <p:cBhvr>
                                        <p:cTn id="23" dur="500"/>
                                        <p:tgtEl>
                                          <p:spTgt spid="10247">
                                            <p:txEl>
                                              <p:charRg st="0" end="2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248"/>
                                        </p:tgtEl>
                                        <p:attrNameLst>
                                          <p:attrName>style.visibility</p:attrName>
                                        </p:attrNameLst>
                                      </p:cBhvr>
                                      <p:to>
                                        <p:strVal val="visible"/>
                                      </p:to>
                                    </p:set>
                                    <p:animEffect transition="in" filter="wipe(left)">
                                      <p:cBhvr>
                                        <p:cTn id="28" dur="500"/>
                                        <p:tgtEl>
                                          <p:spTgt spid="1024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248">
                                            <p:txEl>
                                              <p:charRg st="0" end="15"/>
                                            </p:txEl>
                                          </p:spTgt>
                                        </p:tgtEl>
                                        <p:attrNameLst>
                                          <p:attrName>style.visibility</p:attrName>
                                        </p:attrNameLst>
                                      </p:cBhvr>
                                      <p:to>
                                        <p:strVal val="visible"/>
                                      </p:to>
                                    </p:set>
                                    <p:animEffect transition="in" filter="wipe(left)">
                                      <p:cBhvr>
                                        <p:cTn id="33" dur="500"/>
                                        <p:tgtEl>
                                          <p:spTgt spid="10248">
                                            <p:txEl>
                                              <p:charRg st="0" end="1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249"/>
                                        </p:tgtEl>
                                        <p:attrNameLst>
                                          <p:attrName>style.visibility</p:attrName>
                                        </p:attrNameLst>
                                      </p:cBhvr>
                                      <p:to>
                                        <p:strVal val="visible"/>
                                      </p:to>
                                    </p:set>
                                    <p:animEffect transition="in" filter="wipe(left)">
                                      <p:cBhvr>
                                        <p:cTn id="38" dur="500"/>
                                        <p:tgtEl>
                                          <p:spTgt spid="1024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0249">
                                            <p:txEl>
                                              <p:charRg st="0" end="18"/>
                                            </p:txEl>
                                          </p:spTgt>
                                        </p:tgtEl>
                                        <p:attrNameLst>
                                          <p:attrName>style.visibility</p:attrName>
                                        </p:attrNameLst>
                                      </p:cBhvr>
                                      <p:to>
                                        <p:strVal val="visible"/>
                                      </p:to>
                                    </p:set>
                                    <p:animEffect transition="in" filter="wipe(left)">
                                      <p:cBhvr>
                                        <p:cTn id="43" dur="500"/>
                                        <p:tgtEl>
                                          <p:spTgt spid="10249">
                                            <p:txEl>
                                              <p:charRg st="0" end="1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0250"/>
                                        </p:tgtEl>
                                        <p:attrNameLst>
                                          <p:attrName>style.visibility</p:attrName>
                                        </p:attrNameLst>
                                      </p:cBhvr>
                                      <p:to>
                                        <p:strVal val="visible"/>
                                      </p:to>
                                    </p:set>
                                    <p:animEffect transition="in" filter="wipe(left)">
                                      <p:cBhvr>
                                        <p:cTn id="48" dur="500"/>
                                        <p:tgtEl>
                                          <p:spTgt spid="1025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0250">
                                            <p:txEl>
                                              <p:charRg st="0" end="10"/>
                                            </p:txEl>
                                          </p:spTgt>
                                        </p:tgtEl>
                                        <p:attrNameLst>
                                          <p:attrName>style.visibility</p:attrName>
                                        </p:attrNameLst>
                                      </p:cBhvr>
                                      <p:to>
                                        <p:strVal val="visible"/>
                                      </p:to>
                                    </p:set>
                                    <p:animEffect transition="in" filter="wipe(left)">
                                      <p:cBhvr>
                                        <p:cTn id="53" dur="500"/>
                                        <p:tgtEl>
                                          <p:spTgt spid="10250">
                                            <p:txEl>
                                              <p:charRg st="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p:bldP spid="10246" grpId="0" bldLvl="0" animBg="1"/>
      <p:bldP spid="10247" grpId="0" build="p"/>
      <p:bldP spid="10248" grpId="0" build="p"/>
      <p:bldP spid="10249" grpId="0" build="p"/>
      <p:bldP spid="1025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ext Box 2"/>
          <p:cNvSpPr txBox="1"/>
          <p:nvPr/>
        </p:nvSpPr>
        <p:spPr>
          <a:xfrm>
            <a:off x="171450" y="1460500"/>
            <a:ext cx="1122363" cy="519113"/>
          </a:xfrm>
          <a:prstGeom prst="rect">
            <a:avLst/>
          </a:prstGeom>
          <a:noFill/>
          <a:ln w="9525">
            <a:noFill/>
          </a:ln>
        </p:spPr>
        <p:txBody>
          <a:bodyPr anchor="t" anchorCtr="0">
            <a:spAutoFit/>
          </a:bodyPr>
          <a:p>
            <a:r>
              <a:rPr lang="zh-CN" altLang="en-US" sz="2800" b="1"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graphicFrame>
        <p:nvGraphicFramePr>
          <p:cNvPr id="13315" name="Object 3"/>
          <p:cNvGraphicFramePr>
            <a:graphicFrameLocks noChangeAspect="1"/>
          </p:cNvGraphicFramePr>
          <p:nvPr/>
        </p:nvGraphicFramePr>
        <p:xfrm>
          <a:off x="1073150" y="1546225"/>
          <a:ext cx="1409700" cy="442913"/>
        </p:xfrm>
        <a:graphic>
          <a:graphicData uri="http://schemas.openxmlformats.org/presentationml/2006/ole">
            <mc:AlternateContent xmlns:mc="http://schemas.openxmlformats.org/markup-compatibility/2006">
              <mc:Choice xmlns:v="urn:schemas-microsoft-com:vml" Requires="v">
                <p:oleObj spid="_x0000_s3091" name="" r:id="rId1" imgW="1409065" imgH="444500" progId="Equation.3">
                  <p:embed/>
                </p:oleObj>
              </mc:Choice>
              <mc:Fallback>
                <p:oleObj name="" r:id="rId1" imgW="1409065" imgH="444500" progId="Equation.3">
                  <p:embed/>
                  <p:pic>
                    <p:nvPicPr>
                      <p:cNvPr id="0" name="图片 3090"/>
                      <p:cNvPicPr/>
                      <p:nvPr/>
                    </p:nvPicPr>
                    <p:blipFill>
                      <a:blip r:embed="rId2"/>
                      <a:stretch>
                        <a:fillRect/>
                      </a:stretch>
                    </p:blipFill>
                    <p:spPr>
                      <a:xfrm>
                        <a:off x="1073150" y="1546225"/>
                        <a:ext cx="1409700" cy="442913"/>
                      </a:xfrm>
                      <a:prstGeom prst="rect">
                        <a:avLst/>
                      </a:prstGeom>
                      <a:noFill/>
                      <a:ln w="38100">
                        <a:noFill/>
                        <a:miter/>
                      </a:ln>
                    </p:spPr>
                  </p:pic>
                </p:oleObj>
              </mc:Fallback>
            </mc:AlternateContent>
          </a:graphicData>
        </a:graphic>
      </p:graphicFrame>
      <p:graphicFrame>
        <p:nvGraphicFramePr>
          <p:cNvPr id="13316" name="Object 4"/>
          <p:cNvGraphicFramePr>
            <a:graphicFrameLocks noChangeAspect="1"/>
          </p:cNvGraphicFramePr>
          <p:nvPr/>
        </p:nvGraphicFramePr>
        <p:xfrm>
          <a:off x="1073150" y="2025650"/>
          <a:ext cx="2971800" cy="442913"/>
        </p:xfrm>
        <a:graphic>
          <a:graphicData uri="http://schemas.openxmlformats.org/presentationml/2006/ole">
            <mc:AlternateContent xmlns:mc="http://schemas.openxmlformats.org/markup-compatibility/2006">
              <mc:Choice xmlns:v="urn:schemas-microsoft-com:vml" Requires="v">
                <p:oleObj spid="_x0000_s3092" name="" r:id="rId3" imgW="2971800" imgH="444500" progId="Equation.3">
                  <p:embed/>
                </p:oleObj>
              </mc:Choice>
              <mc:Fallback>
                <p:oleObj name="" r:id="rId3" imgW="2971800" imgH="444500" progId="Equation.3">
                  <p:embed/>
                  <p:pic>
                    <p:nvPicPr>
                      <p:cNvPr id="0" name="图片 3091"/>
                      <p:cNvPicPr/>
                      <p:nvPr/>
                    </p:nvPicPr>
                    <p:blipFill>
                      <a:blip r:embed="rId4"/>
                      <a:stretch>
                        <a:fillRect/>
                      </a:stretch>
                    </p:blipFill>
                    <p:spPr>
                      <a:xfrm>
                        <a:off x="1073150" y="2025650"/>
                        <a:ext cx="2971800" cy="442913"/>
                      </a:xfrm>
                      <a:prstGeom prst="rect">
                        <a:avLst/>
                      </a:prstGeom>
                      <a:noFill/>
                      <a:ln w="38100">
                        <a:noFill/>
                        <a:miter/>
                      </a:ln>
                    </p:spPr>
                  </p:pic>
                </p:oleObj>
              </mc:Fallback>
            </mc:AlternateContent>
          </a:graphicData>
        </a:graphic>
      </p:graphicFrame>
      <p:graphicFrame>
        <p:nvGraphicFramePr>
          <p:cNvPr id="13317" name="Object 5"/>
          <p:cNvGraphicFramePr>
            <a:graphicFrameLocks noChangeAspect="1"/>
          </p:cNvGraphicFramePr>
          <p:nvPr/>
        </p:nvGraphicFramePr>
        <p:xfrm>
          <a:off x="1073150" y="2562225"/>
          <a:ext cx="2959100" cy="457200"/>
        </p:xfrm>
        <a:graphic>
          <a:graphicData uri="http://schemas.openxmlformats.org/presentationml/2006/ole">
            <mc:AlternateContent xmlns:mc="http://schemas.openxmlformats.org/markup-compatibility/2006">
              <mc:Choice xmlns:v="urn:schemas-microsoft-com:vml" Requires="v">
                <p:oleObj spid="_x0000_s3087" name="" r:id="rId5" imgW="2959100" imgH="457200" progId="Equation.3">
                  <p:embed/>
                </p:oleObj>
              </mc:Choice>
              <mc:Fallback>
                <p:oleObj name="" r:id="rId5" imgW="2959100" imgH="457200" progId="Equation.3">
                  <p:embed/>
                  <p:pic>
                    <p:nvPicPr>
                      <p:cNvPr id="0" name="图片 3086"/>
                      <p:cNvPicPr/>
                      <p:nvPr/>
                    </p:nvPicPr>
                    <p:blipFill>
                      <a:blip r:embed="rId6"/>
                      <a:stretch>
                        <a:fillRect/>
                      </a:stretch>
                    </p:blipFill>
                    <p:spPr>
                      <a:xfrm>
                        <a:off x="1073150" y="2562225"/>
                        <a:ext cx="2959100" cy="457200"/>
                      </a:xfrm>
                      <a:prstGeom prst="rect">
                        <a:avLst/>
                      </a:prstGeom>
                      <a:noFill/>
                      <a:ln w="38100">
                        <a:noFill/>
                        <a:miter/>
                      </a:ln>
                    </p:spPr>
                  </p:pic>
                </p:oleObj>
              </mc:Fallback>
            </mc:AlternateContent>
          </a:graphicData>
        </a:graphic>
      </p:graphicFrame>
      <p:graphicFrame>
        <p:nvGraphicFramePr>
          <p:cNvPr id="13318" name="Object 6"/>
          <p:cNvGraphicFramePr>
            <a:graphicFrameLocks noChangeAspect="1"/>
          </p:cNvGraphicFramePr>
          <p:nvPr/>
        </p:nvGraphicFramePr>
        <p:xfrm>
          <a:off x="1073150" y="3151188"/>
          <a:ext cx="2997200" cy="442912"/>
        </p:xfrm>
        <a:graphic>
          <a:graphicData uri="http://schemas.openxmlformats.org/presentationml/2006/ole">
            <mc:AlternateContent xmlns:mc="http://schemas.openxmlformats.org/markup-compatibility/2006">
              <mc:Choice xmlns:v="urn:schemas-microsoft-com:vml" Requires="v">
                <p:oleObj spid="_x0000_s3088" name="" r:id="rId7" imgW="2997200" imgH="444500" progId="Equation.3">
                  <p:embed/>
                </p:oleObj>
              </mc:Choice>
              <mc:Fallback>
                <p:oleObj name="" r:id="rId7" imgW="2997200" imgH="444500" progId="Equation.3">
                  <p:embed/>
                  <p:pic>
                    <p:nvPicPr>
                      <p:cNvPr id="0" name="图片 3087"/>
                      <p:cNvPicPr/>
                      <p:nvPr/>
                    </p:nvPicPr>
                    <p:blipFill>
                      <a:blip r:embed="rId8"/>
                      <a:stretch>
                        <a:fillRect/>
                      </a:stretch>
                    </p:blipFill>
                    <p:spPr>
                      <a:xfrm>
                        <a:off x="1073150" y="3151188"/>
                        <a:ext cx="2997200" cy="442912"/>
                      </a:xfrm>
                      <a:prstGeom prst="rect">
                        <a:avLst/>
                      </a:prstGeom>
                      <a:noFill/>
                      <a:ln w="38100">
                        <a:noFill/>
                        <a:miter/>
                      </a:ln>
                    </p:spPr>
                  </p:pic>
                </p:oleObj>
              </mc:Fallback>
            </mc:AlternateContent>
          </a:graphicData>
        </a:graphic>
      </p:graphicFrame>
      <p:graphicFrame>
        <p:nvGraphicFramePr>
          <p:cNvPr id="13322" name="Object 10"/>
          <p:cNvGraphicFramePr>
            <a:graphicFrameLocks noChangeAspect="1"/>
          </p:cNvGraphicFramePr>
          <p:nvPr/>
        </p:nvGraphicFramePr>
        <p:xfrm>
          <a:off x="1066800" y="3600450"/>
          <a:ext cx="7043738" cy="679450"/>
        </p:xfrm>
        <a:graphic>
          <a:graphicData uri="http://schemas.openxmlformats.org/presentationml/2006/ole">
            <mc:AlternateContent xmlns:mc="http://schemas.openxmlformats.org/markup-compatibility/2006">
              <mc:Choice xmlns:v="urn:schemas-microsoft-com:vml" Requires="v">
                <p:oleObj spid="_x0000_s3089" name="" r:id="rId9" imgW="2882900" imgH="279400" progId="Equation.3">
                  <p:embed/>
                </p:oleObj>
              </mc:Choice>
              <mc:Fallback>
                <p:oleObj name="" r:id="rId9" imgW="2882900" imgH="279400" progId="Equation.3">
                  <p:embed/>
                  <p:pic>
                    <p:nvPicPr>
                      <p:cNvPr id="0" name="图片 3088"/>
                      <p:cNvPicPr/>
                      <p:nvPr/>
                    </p:nvPicPr>
                    <p:blipFill>
                      <a:blip r:embed="rId10"/>
                      <a:stretch>
                        <a:fillRect/>
                      </a:stretch>
                    </p:blipFill>
                    <p:spPr>
                      <a:xfrm>
                        <a:off x="1066800" y="3600450"/>
                        <a:ext cx="7043738" cy="679450"/>
                      </a:xfrm>
                      <a:prstGeom prst="rect">
                        <a:avLst/>
                      </a:prstGeom>
                      <a:noFill/>
                      <a:ln w="38100">
                        <a:noFill/>
                        <a:miter/>
                      </a:ln>
                    </p:spPr>
                  </p:pic>
                </p:oleObj>
              </mc:Fallback>
            </mc:AlternateContent>
          </a:graphicData>
        </a:graphic>
      </p:graphicFrame>
      <p:grpSp>
        <p:nvGrpSpPr>
          <p:cNvPr id="2" name="Group 109"/>
          <p:cNvGrpSpPr/>
          <p:nvPr/>
        </p:nvGrpSpPr>
        <p:grpSpPr>
          <a:xfrm>
            <a:off x="1030288" y="4303713"/>
            <a:ext cx="3468687" cy="2141537"/>
            <a:chOff x="649" y="2711"/>
            <a:chExt cx="2090" cy="1282"/>
          </a:xfrm>
        </p:grpSpPr>
        <p:sp>
          <p:nvSpPr>
            <p:cNvPr id="32776" name="Text Box 7"/>
            <p:cNvSpPr txBox="1"/>
            <p:nvPr/>
          </p:nvSpPr>
          <p:spPr>
            <a:xfrm>
              <a:off x="649" y="2711"/>
              <a:ext cx="866" cy="313"/>
            </a:xfrm>
            <a:prstGeom prst="rect">
              <a:avLst/>
            </a:prstGeom>
            <a:noFill/>
            <a:ln w="9525">
              <a:noFill/>
            </a:ln>
          </p:spPr>
          <p:txBody>
            <a:bodyPr wrap="square" anchor="t" anchorCtr="0">
              <a:spAutoFit/>
            </a:bodyPr>
            <a:p>
              <a:pPr>
                <a:buChar char="•"/>
              </a:pPr>
              <a:r>
                <a:rPr lang="zh-CN" altLang="en-US" sz="2800" i="0" dirty="0">
                  <a:latin typeface="Times New Roman" panose="02020603050405020304" pitchFamily="18" charset="0"/>
                  <a:ea typeface="宋体" panose="02010600030101010101" pitchFamily="2" charset="-122"/>
                  <a:sym typeface="Monotype Sorts" pitchFamily="2" charset="2"/>
                </a:rPr>
                <a:t>化简：</a:t>
              </a:r>
              <a:endParaRPr lang="zh-CN" altLang="en-US" sz="2800" i="0" dirty="0">
                <a:latin typeface="Times New Roman" panose="02020603050405020304" pitchFamily="18" charset="0"/>
                <a:ea typeface="宋体" panose="02010600030101010101" pitchFamily="2" charset="-122"/>
              </a:endParaRPr>
            </a:p>
          </p:txBody>
        </p:sp>
        <p:graphicFrame>
          <p:nvGraphicFramePr>
            <p:cNvPr id="32777" name="Object 11"/>
            <p:cNvGraphicFramePr>
              <a:graphicFrameLocks noChangeAspect="1"/>
            </p:cNvGraphicFramePr>
            <p:nvPr/>
          </p:nvGraphicFramePr>
          <p:xfrm>
            <a:off x="895" y="2976"/>
            <a:ext cx="1844" cy="1017"/>
          </p:xfrm>
          <a:graphic>
            <a:graphicData uri="http://schemas.openxmlformats.org/presentationml/2006/ole">
              <mc:AlternateContent xmlns:mc="http://schemas.openxmlformats.org/markup-compatibility/2006">
                <mc:Choice xmlns:v="urn:schemas-microsoft-com:vml" Requires="v">
                  <p:oleObj spid="_x0000_s3090" name="" r:id="rId11" imgW="1181100" imgH="685800" progId="Equation.3">
                    <p:embed/>
                  </p:oleObj>
                </mc:Choice>
                <mc:Fallback>
                  <p:oleObj name="" r:id="rId11" imgW="1181100" imgH="685800" progId="Equation.3">
                    <p:embed/>
                    <p:pic>
                      <p:nvPicPr>
                        <p:cNvPr id="0" name="图片 3089"/>
                        <p:cNvPicPr/>
                        <p:nvPr/>
                      </p:nvPicPr>
                      <p:blipFill>
                        <a:blip r:embed="rId12"/>
                        <a:stretch>
                          <a:fillRect/>
                        </a:stretch>
                      </p:blipFill>
                      <p:spPr>
                        <a:xfrm>
                          <a:off x="895" y="2976"/>
                          <a:ext cx="1844" cy="1017"/>
                        </a:xfrm>
                        <a:prstGeom prst="rect">
                          <a:avLst/>
                        </a:prstGeom>
                        <a:noFill/>
                        <a:ln w="38100">
                          <a:noFill/>
                          <a:miter/>
                        </a:ln>
                      </p:spPr>
                    </p:pic>
                  </p:oleObj>
                </mc:Fallback>
              </mc:AlternateContent>
            </a:graphicData>
          </a:graphic>
        </p:graphicFrame>
      </p:grpSp>
      <p:grpSp>
        <p:nvGrpSpPr>
          <p:cNvPr id="32778" name="Group 112"/>
          <p:cNvGrpSpPr/>
          <p:nvPr/>
        </p:nvGrpSpPr>
        <p:grpSpPr>
          <a:xfrm>
            <a:off x="4400550" y="342900"/>
            <a:ext cx="4743450" cy="3157538"/>
            <a:chOff x="2772" y="216"/>
            <a:chExt cx="2988" cy="1989"/>
          </a:xfrm>
        </p:grpSpPr>
        <p:sp>
          <p:nvSpPr>
            <p:cNvPr id="32779" name="Line 23"/>
            <p:cNvSpPr/>
            <p:nvPr/>
          </p:nvSpPr>
          <p:spPr>
            <a:xfrm>
              <a:off x="4386" y="1252"/>
              <a:ext cx="1200" cy="0"/>
            </a:xfrm>
            <a:prstGeom prst="line">
              <a:avLst/>
            </a:prstGeom>
            <a:ln w="19050" cap="flat" cmpd="sng">
              <a:solidFill>
                <a:schemeClr val="tx1"/>
              </a:solidFill>
              <a:prstDash val="solid"/>
              <a:round/>
              <a:headEnd type="none" w="med" len="med"/>
              <a:tailEnd type="none" w="med" len="med"/>
            </a:ln>
          </p:spPr>
        </p:sp>
        <p:sp>
          <p:nvSpPr>
            <p:cNvPr id="32780" name="Line 24"/>
            <p:cNvSpPr/>
            <p:nvPr/>
          </p:nvSpPr>
          <p:spPr>
            <a:xfrm>
              <a:off x="3008" y="1164"/>
              <a:ext cx="1122" cy="0"/>
            </a:xfrm>
            <a:prstGeom prst="line">
              <a:avLst/>
            </a:prstGeom>
            <a:ln w="19050" cap="flat" cmpd="sng">
              <a:solidFill>
                <a:schemeClr val="tx1"/>
              </a:solidFill>
              <a:prstDash val="solid"/>
              <a:round/>
              <a:headEnd type="none" w="med" len="med"/>
              <a:tailEnd type="none" w="med" len="med"/>
            </a:ln>
          </p:spPr>
        </p:sp>
        <p:sp>
          <p:nvSpPr>
            <p:cNvPr id="32781" name="Rectangle 25"/>
            <p:cNvSpPr/>
            <p:nvPr/>
          </p:nvSpPr>
          <p:spPr>
            <a:xfrm>
              <a:off x="3276" y="941"/>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782" name="Rectangle 26"/>
            <p:cNvSpPr/>
            <p:nvPr/>
          </p:nvSpPr>
          <p:spPr>
            <a:xfrm>
              <a:off x="4121" y="296"/>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783" name="Rectangle 27"/>
            <p:cNvSpPr/>
            <p:nvPr/>
          </p:nvSpPr>
          <p:spPr>
            <a:xfrm>
              <a:off x="4121" y="1029"/>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784" name="Rectangle 28"/>
            <p:cNvSpPr/>
            <p:nvPr/>
          </p:nvSpPr>
          <p:spPr>
            <a:xfrm>
              <a:off x="4121" y="1740"/>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785" name="Rectangle 29"/>
            <p:cNvSpPr/>
            <p:nvPr/>
          </p:nvSpPr>
          <p:spPr>
            <a:xfrm>
              <a:off x="5043" y="1029"/>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32786" name="Line 30"/>
            <p:cNvSpPr/>
            <p:nvPr/>
          </p:nvSpPr>
          <p:spPr>
            <a:xfrm>
              <a:off x="3008" y="1042"/>
              <a:ext cx="267" cy="0"/>
            </a:xfrm>
            <a:prstGeom prst="line">
              <a:avLst/>
            </a:prstGeom>
            <a:ln w="19050" cap="flat" cmpd="sng">
              <a:solidFill>
                <a:schemeClr val="tx1"/>
              </a:solidFill>
              <a:prstDash val="solid"/>
              <a:round/>
              <a:headEnd type="none" w="med" len="med"/>
              <a:tailEnd type="none" w="med" len="med"/>
            </a:ln>
          </p:spPr>
        </p:sp>
        <p:sp>
          <p:nvSpPr>
            <p:cNvPr id="32787" name="Line 31"/>
            <p:cNvSpPr/>
            <p:nvPr/>
          </p:nvSpPr>
          <p:spPr>
            <a:xfrm>
              <a:off x="3008" y="1297"/>
              <a:ext cx="267" cy="0"/>
            </a:xfrm>
            <a:prstGeom prst="line">
              <a:avLst/>
            </a:prstGeom>
            <a:ln w="19050" cap="flat" cmpd="sng">
              <a:solidFill>
                <a:schemeClr val="tx1"/>
              </a:solidFill>
              <a:prstDash val="solid"/>
              <a:round/>
              <a:headEnd type="none" w="med" len="med"/>
              <a:tailEnd type="none" w="med" len="med"/>
            </a:ln>
          </p:spPr>
        </p:sp>
        <p:sp>
          <p:nvSpPr>
            <p:cNvPr id="32788" name="Oval 32"/>
            <p:cNvSpPr/>
            <p:nvPr/>
          </p:nvSpPr>
          <p:spPr>
            <a:xfrm>
              <a:off x="5309" y="1230"/>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789" name="Oval 33"/>
            <p:cNvSpPr/>
            <p:nvPr/>
          </p:nvSpPr>
          <p:spPr>
            <a:xfrm>
              <a:off x="3542" y="1142"/>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790" name="Line 34"/>
            <p:cNvSpPr/>
            <p:nvPr/>
          </p:nvSpPr>
          <p:spPr>
            <a:xfrm>
              <a:off x="3853" y="408"/>
              <a:ext cx="267" cy="0"/>
            </a:xfrm>
            <a:prstGeom prst="line">
              <a:avLst/>
            </a:prstGeom>
            <a:ln w="19050" cap="flat" cmpd="sng">
              <a:solidFill>
                <a:schemeClr val="tx1"/>
              </a:solidFill>
              <a:prstDash val="solid"/>
              <a:round/>
              <a:headEnd type="none" w="med" len="med"/>
              <a:tailEnd type="none" w="med" len="med"/>
            </a:ln>
          </p:spPr>
        </p:sp>
        <p:sp>
          <p:nvSpPr>
            <p:cNvPr id="32791" name="Line 35"/>
            <p:cNvSpPr/>
            <p:nvPr/>
          </p:nvSpPr>
          <p:spPr>
            <a:xfrm>
              <a:off x="3842" y="2063"/>
              <a:ext cx="267" cy="0"/>
            </a:xfrm>
            <a:prstGeom prst="line">
              <a:avLst/>
            </a:prstGeom>
            <a:ln w="19050" cap="flat" cmpd="sng">
              <a:solidFill>
                <a:schemeClr val="tx1"/>
              </a:solidFill>
              <a:prstDash val="solid"/>
              <a:round/>
              <a:headEnd type="none" w="med" len="med"/>
              <a:tailEnd type="none" w="med" len="med"/>
            </a:ln>
          </p:spPr>
        </p:sp>
        <p:sp>
          <p:nvSpPr>
            <p:cNvPr id="32792" name="Freeform 36"/>
            <p:cNvSpPr/>
            <p:nvPr/>
          </p:nvSpPr>
          <p:spPr>
            <a:xfrm>
              <a:off x="3730" y="630"/>
              <a:ext cx="389" cy="1233"/>
            </a:xfrm>
            <a:custGeom>
              <a:avLst/>
              <a:gdLst/>
              <a:ahLst/>
              <a:cxnLst>
                <a:cxn ang="0">
                  <a:pos x="389" y="0"/>
                </a:cxn>
                <a:cxn ang="0">
                  <a:pos x="0" y="0"/>
                </a:cxn>
                <a:cxn ang="0">
                  <a:pos x="0" y="1233"/>
                </a:cxn>
                <a:cxn ang="0">
                  <a:pos x="389" y="1233"/>
                </a:cxn>
              </a:cxnLst>
              <a:pathLst>
                <a:path w="277" h="1233">
                  <a:moveTo>
                    <a:pt x="277" y="0"/>
                  </a:moveTo>
                  <a:lnTo>
                    <a:pt x="0" y="0"/>
                  </a:lnTo>
                  <a:lnTo>
                    <a:pt x="0" y="1233"/>
                  </a:lnTo>
                  <a:lnTo>
                    <a:pt x="277" y="1233"/>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32793" name="Oval 37"/>
            <p:cNvSpPr/>
            <p:nvPr/>
          </p:nvSpPr>
          <p:spPr>
            <a:xfrm>
              <a:off x="3721" y="1142"/>
              <a:ext cx="47" cy="47"/>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794" name="Line 38"/>
            <p:cNvSpPr/>
            <p:nvPr/>
          </p:nvSpPr>
          <p:spPr>
            <a:xfrm>
              <a:off x="3853" y="1352"/>
              <a:ext cx="267" cy="0"/>
            </a:xfrm>
            <a:prstGeom prst="line">
              <a:avLst/>
            </a:prstGeom>
            <a:ln w="19050" cap="flat" cmpd="sng">
              <a:solidFill>
                <a:schemeClr val="tx1"/>
              </a:solidFill>
              <a:prstDash val="solid"/>
              <a:round/>
              <a:headEnd type="none" w="med" len="med"/>
              <a:tailEnd type="none" w="med" len="med"/>
            </a:ln>
          </p:spPr>
        </p:sp>
        <p:sp>
          <p:nvSpPr>
            <p:cNvPr id="32795" name="Freeform 39"/>
            <p:cNvSpPr/>
            <p:nvPr/>
          </p:nvSpPr>
          <p:spPr>
            <a:xfrm>
              <a:off x="4386" y="507"/>
              <a:ext cx="656" cy="589"/>
            </a:xfrm>
            <a:custGeom>
              <a:avLst/>
              <a:gdLst/>
              <a:ahLst/>
              <a:cxnLst>
                <a:cxn ang="0">
                  <a:pos x="0" y="0"/>
                </a:cxn>
                <a:cxn ang="0">
                  <a:pos x="289" y="0"/>
                </a:cxn>
                <a:cxn ang="0">
                  <a:pos x="289" y="589"/>
                </a:cxn>
                <a:cxn ang="0">
                  <a:pos x="656" y="589"/>
                </a:cxn>
              </a:cxnLst>
              <a:pathLst>
                <a:path w="656" h="589">
                  <a:moveTo>
                    <a:pt x="0" y="0"/>
                  </a:moveTo>
                  <a:lnTo>
                    <a:pt x="289" y="0"/>
                  </a:lnTo>
                  <a:lnTo>
                    <a:pt x="289" y="589"/>
                  </a:lnTo>
                  <a:lnTo>
                    <a:pt x="656" y="589"/>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32796" name="Freeform 40"/>
            <p:cNvSpPr/>
            <p:nvPr/>
          </p:nvSpPr>
          <p:spPr>
            <a:xfrm>
              <a:off x="4386" y="1418"/>
              <a:ext cx="656" cy="556"/>
            </a:xfrm>
            <a:custGeom>
              <a:avLst/>
              <a:gdLst/>
              <a:ahLst/>
              <a:cxnLst>
                <a:cxn ang="0">
                  <a:pos x="0" y="556"/>
                </a:cxn>
                <a:cxn ang="0">
                  <a:pos x="322" y="556"/>
                </a:cxn>
                <a:cxn ang="0">
                  <a:pos x="322" y="0"/>
                </a:cxn>
                <a:cxn ang="0">
                  <a:pos x="656" y="0"/>
                </a:cxn>
              </a:cxnLst>
              <a:pathLst>
                <a:path w="656" h="556">
                  <a:moveTo>
                    <a:pt x="0" y="556"/>
                  </a:moveTo>
                  <a:lnTo>
                    <a:pt x="322" y="556"/>
                  </a:lnTo>
                  <a:lnTo>
                    <a:pt x="322" y="0"/>
                  </a:lnTo>
                  <a:lnTo>
                    <a:pt x="656"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32797" name="Text Box 41"/>
            <p:cNvSpPr txBox="1"/>
            <p:nvPr/>
          </p:nvSpPr>
          <p:spPr>
            <a:xfrm>
              <a:off x="2795" y="849"/>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32798" name="Rectangle 42"/>
            <p:cNvSpPr/>
            <p:nvPr/>
          </p:nvSpPr>
          <p:spPr>
            <a:xfrm>
              <a:off x="2772" y="1172"/>
              <a:ext cx="244"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32799" name="Rectangle 43"/>
            <p:cNvSpPr/>
            <p:nvPr/>
          </p:nvSpPr>
          <p:spPr>
            <a:xfrm>
              <a:off x="2794" y="1016"/>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32800" name="Text Box 44"/>
            <p:cNvSpPr txBox="1"/>
            <p:nvPr/>
          </p:nvSpPr>
          <p:spPr>
            <a:xfrm>
              <a:off x="3628" y="216"/>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32801" name="Rectangle 45"/>
            <p:cNvSpPr/>
            <p:nvPr/>
          </p:nvSpPr>
          <p:spPr>
            <a:xfrm>
              <a:off x="3628" y="1917"/>
              <a:ext cx="244"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32802" name="Rectangle 46"/>
            <p:cNvSpPr/>
            <p:nvPr/>
          </p:nvSpPr>
          <p:spPr>
            <a:xfrm>
              <a:off x="5527" y="1083"/>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32803" name="Rectangle 47"/>
            <p:cNvSpPr/>
            <p:nvPr/>
          </p:nvSpPr>
          <p:spPr>
            <a:xfrm>
              <a:off x="3815" y="895"/>
              <a:ext cx="29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32804" name="Rectangle 48"/>
            <p:cNvSpPr/>
            <p:nvPr/>
          </p:nvSpPr>
          <p:spPr>
            <a:xfrm>
              <a:off x="4415" y="262"/>
              <a:ext cx="29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32805" name="Rectangle 49"/>
            <p:cNvSpPr/>
            <p:nvPr/>
          </p:nvSpPr>
          <p:spPr>
            <a:xfrm>
              <a:off x="4415" y="995"/>
              <a:ext cx="29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32806" name="Rectangle 50"/>
            <p:cNvSpPr/>
            <p:nvPr/>
          </p:nvSpPr>
          <p:spPr>
            <a:xfrm>
              <a:off x="4415" y="1695"/>
              <a:ext cx="29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4</a:t>
              </a:r>
              <a:endParaRPr lang="en-US" altLang="zh-CN" sz="2400" i="0" dirty="0">
                <a:latin typeface="Times New Roman" panose="02020603050405020304" pitchFamily="18" charset="0"/>
                <a:ea typeface="宋体" panose="02010600030101010101" pitchFamily="2" charset="-122"/>
              </a:endParaRPr>
            </a:p>
          </p:txBody>
        </p:sp>
        <p:sp>
          <p:nvSpPr>
            <p:cNvPr id="32807" name="Rectangle 51"/>
            <p:cNvSpPr/>
            <p:nvPr/>
          </p:nvSpPr>
          <p:spPr>
            <a:xfrm>
              <a:off x="3707" y="1283"/>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32808" name="Text Box 52"/>
            <p:cNvSpPr txBox="1"/>
            <p:nvPr/>
          </p:nvSpPr>
          <p:spPr>
            <a:xfrm>
              <a:off x="3250" y="88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2809" name="Text Box 53"/>
            <p:cNvSpPr txBox="1"/>
            <p:nvPr/>
          </p:nvSpPr>
          <p:spPr>
            <a:xfrm>
              <a:off x="4073" y="218"/>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2810" name="Text Box 54"/>
            <p:cNvSpPr txBox="1"/>
            <p:nvPr/>
          </p:nvSpPr>
          <p:spPr>
            <a:xfrm>
              <a:off x="4107" y="962"/>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2811" name="Text Box 55"/>
            <p:cNvSpPr txBox="1"/>
            <p:nvPr/>
          </p:nvSpPr>
          <p:spPr>
            <a:xfrm>
              <a:off x="4096" y="1662"/>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sp>
        <p:nvSpPr>
          <p:cNvPr id="32812" name="Text Box 61"/>
          <p:cNvSpPr txBox="1"/>
          <p:nvPr/>
        </p:nvSpPr>
        <p:spPr>
          <a:xfrm>
            <a:off x="279400" y="787400"/>
            <a:ext cx="5327650" cy="519113"/>
          </a:xfrm>
          <a:prstGeom prst="rect">
            <a:avLst/>
          </a:prstGeom>
          <a:noFill/>
          <a:ln w="9525">
            <a:noFill/>
          </a:ln>
        </p:spPr>
        <p:txBody>
          <a:bodyPr wrap="none" anchor="t" anchorCtr="0">
            <a:spAutoFit/>
          </a:bodyPr>
          <a:p>
            <a:r>
              <a:rPr lang="zh-CN" altLang="en-US" sz="2800" b="1" i="0" dirty="0">
                <a:latin typeface="Times New Roman" panose="02020603050405020304" pitchFamily="18" charset="0"/>
                <a:ea typeface="宋体" panose="02010600030101010101" pitchFamily="2" charset="-122"/>
              </a:rPr>
              <a:t>例</a:t>
            </a:r>
            <a:r>
              <a:rPr lang="en-US" altLang="zh-CN" sz="2800" b="1" i="0" dirty="0">
                <a:latin typeface="Times New Roman" panose="02020603050405020304" pitchFamily="18" charset="0"/>
                <a:ea typeface="宋体" panose="02010600030101010101" pitchFamily="2" charset="-122"/>
              </a:rPr>
              <a:t>1</a:t>
            </a:r>
            <a:r>
              <a:rPr lang="zh-CN" altLang="en-US" sz="2800" b="1"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分析下图</a:t>
            </a:r>
            <a:r>
              <a:rPr lang="zh-CN" altLang="zh-CN" sz="2800" i="0" dirty="0">
                <a:latin typeface="Times New Roman" panose="02020603050405020304" pitchFamily="18" charset="0"/>
                <a:ea typeface="宋体" panose="02010600030101010101" pitchFamily="2" charset="-122"/>
              </a:rPr>
              <a:t>给定的组合电路。</a:t>
            </a:r>
            <a:endParaRPr lang="zh-CN" altLang="en-US" sz="2800" i="0" dirty="0">
              <a:latin typeface="Times New Roman" panose="02020603050405020304" pitchFamily="18" charset="0"/>
              <a:ea typeface="宋体" panose="02010600030101010101" pitchFamily="2" charset="-122"/>
            </a:endParaRPr>
          </a:p>
        </p:txBody>
      </p:sp>
      <p:grpSp>
        <p:nvGrpSpPr>
          <p:cNvPr id="4" name="Group 86"/>
          <p:cNvGrpSpPr/>
          <p:nvPr/>
        </p:nvGrpSpPr>
        <p:grpSpPr>
          <a:xfrm>
            <a:off x="5060950" y="4244975"/>
            <a:ext cx="3606800" cy="2384425"/>
            <a:chOff x="3020" y="1386"/>
            <a:chExt cx="2512" cy="1502"/>
          </a:xfrm>
        </p:grpSpPr>
        <p:sp>
          <p:nvSpPr>
            <p:cNvPr id="32814" name="Freeform 87"/>
            <p:cNvSpPr/>
            <p:nvPr/>
          </p:nvSpPr>
          <p:spPr>
            <a:xfrm>
              <a:off x="3712" y="1722"/>
              <a:ext cx="1033" cy="956"/>
            </a:xfrm>
            <a:custGeom>
              <a:avLst/>
              <a:gdLst/>
              <a:ahLst/>
              <a:cxnLst>
                <a:cxn ang="0">
                  <a:pos x="0" y="0"/>
                </a:cxn>
                <a:cxn ang="0">
                  <a:pos x="0" y="954"/>
                </a:cxn>
                <a:cxn ang="0">
                  <a:pos x="856" y="956"/>
                </a:cxn>
                <a:cxn ang="0">
                  <a:pos x="856" y="600"/>
                </a:cxn>
                <a:cxn ang="0">
                  <a:pos x="1033" y="600"/>
                </a:cxn>
              </a:cxnLst>
              <a:pathLst>
                <a:path w="1033" h="956">
                  <a:moveTo>
                    <a:pt x="0" y="0"/>
                  </a:moveTo>
                  <a:lnTo>
                    <a:pt x="0" y="954"/>
                  </a:lnTo>
                  <a:lnTo>
                    <a:pt x="856" y="956"/>
                  </a:lnTo>
                  <a:lnTo>
                    <a:pt x="856" y="600"/>
                  </a:lnTo>
                  <a:lnTo>
                    <a:pt x="1033" y="60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2815" name="Freeform 88"/>
            <p:cNvSpPr/>
            <p:nvPr/>
          </p:nvSpPr>
          <p:spPr>
            <a:xfrm>
              <a:off x="3267" y="1711"/>
              <a:ext cx="1490" cy="389"/>
            </a:xfrm>
            <a:custGeom>
              <a:avLst/>
              <a:gdLst/>
              <a:ahLst/>
              <a:cxnLst>
                <a:cxn ang="0">
                  <a:pos x="0" y="0"/>
                </a:cxn>
                <a:cxn ang="0">
                  <a:pos x="1256" y="0"/>
                </a:cxn>
                <a:cxn ang="0">
                  <a:pos x="1256" y="389"/>
                </a:cxn>
                <a:cxn ang="0">
                  <a:pos x="1490" y="389"/>
                </a:cxn>
              </a:cxnLst>
              <a:pathLst>
                <a:path w="1490" h="389">
                  <a:moveTo>
                    <a:pt x="0" y="0"/>
                  </a:moveTo>
                  <a:lnTo>
                    <a:pt x="1256" y="0"/>
                  </a:lnTo>
                  <a:lnTo>
                    <a:pt x="1256" y="389"/>
                  </a:lnTo>
                  <a:lnTo>
                    <a:pt x="1490" y="389"/>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2816" name="Rectangle 89"/>
            <p:cNvSpPr/>
            <p:nvPr/>
          </p:nvSpPr>
          <p:spPr>
            <a:xfrm>
              <a:off x="4056" y="1477"/>
              <a:ext cx="267" cy="43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817" name="Rectangle 90"/>
            <p:cNvSpPr/>
            <p:nvPr/>
          </p:nvSpPr>
          <p:spPr>
            <a:xfrm>
              <a:off x="4056" y="2455"/>
              <a:ext cx="267" cy="43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818" name="Rectangle 91"/>
            <p:cNvSpPr/>
            <p:nvPr/>
          </p:nvSpPr>
          <p:spPr>
            <a:xfrm>
              <a:off x="4756" y="1988"/>
              <a:ext cx="267" cy="43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819" name="Line 92"/>
            <p:cNvSpPr/>
            <p:nvPr/>
          </p:nvSpPr>
          <p:spPr>
            <a:xfrm>
              <a:off x="3256" y="1589"/>
              <a:ext cx="812" cy="0"/>
            </a:xfrm>
            <a:prstGeom prst="line">
              <a:avLst/>
            </a:prstGeom>
            <a:ln w="9525" cap="flat" cmpd="sng">
              <a:solidFill>
                <a:schemeClr val="tx1"/>
              </a:solidFill>
              <a:prstDash val="solid"/>
              <a:round/>
              <a:headEnd type="none" w="med" len="med"/>
              <a:tailEnd type="none" w="med" len="med"/>
            </a:ln>
          </p:spPr>
        </p:sp>
        <p:sp>
          <p:nvSpPr>
            <p:cNvPr id="32820" name="Line 93"/>
            <p:cNvSpPr/>
            <p:nvPr/>
          </p:nvSpPr>
          <p:spPr>
            <a:xfrm>
              <a:off x="3256" y="1844"/>
              <a:ext cx="812" cy="0"/>
            </a:xfrm>
            <a:prstGeom prst="line">
              <a:avLst/>
            </a:prstGeom>
            <a:ln w="9525" cap="flat" cmpd="sng">
              <a:solidFill>
                <a:schemeClr val="tx1"/>
              </a:solidFill>
              <a:prstDash val="solid"/>
              <a:round/>
              <a:headEnd type="none" w="med" len="med"/>
              <a:tailEnd type="none" w="med" len="med"/>
            </a:ln>
          </p:spPr>
        </p:sp>
        <p:sp>
          <p:nvSpPr>
            <p:cNvPr id="32821" name="Oval 94"/>
            <p:cNvSpPr/>
            <p:nvPr/>
          </p:nvSpPr>
          <p:spPr>
            <a:xfrm>
              <a:off x="4312" y="1689"/>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822" name="Freeform 95"/>
            <p:cNvSpPr/>
            <p:nvPr/>
          </p:nvSpPr>
          <p:spPr>
            <a:xfrm>
              <a:off x="3901" y="1844"/>
              <a:ext cx="155" cy="697"/>
            </a:xfrm>
            <a:custGeom>
              <a:avLst/>
              <a:gdLst/>
              <a:ahLst/>
              <a:cxnLst>
                <a:cxn ang="0">
                  <a:pos x="0" y="0"/>
                </a:cxn>
                <a:cxn ang="0">
                  <a:pos x="0" y="697"/>
                </a:cxn>
                <a:cxn ang="0">
                  <a:pos x="155" y="697"/>
                </a:cxn>
              </a:cxnLst>
              <a:pathLst>
                <a:path w="155" h="722">
                  <a:moveTo>
                    <a:pt x="0" y="0"/>
                  </a:moveTo>
                  <a:lnTo>
                    <a:pt x="0" y="722"/>
                  </a:lnTo>
                  <a:lnTo>
                    <a:pt x="155" y="722"/>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2823" name="Freeform 96"/>
            <p:cNvSpPr/>
            <p:nvPr/>
          </p:nvSpPr>
          <p:spPr>
            <a:xfrm>
              <a:off x="3501" y="1589"/>
              <a:ext cx="555" cy="1232"/>
            </a:xfrm>
            <a:custGeom>
              <a:avLst/>
              <a:gdLst/>
              <a:ahLst/>
              <a:cxnLst>
                <a:cxn ang="0">
                  <a:pos x="0" y="0"/>
                </a:cxn>
                <a:cxn ang="0">
                  <a:pos x="0" y="1232"/>
                </a:cxn>
                <a:cxn ang="0">
                  <a:pos x="555" y="1232"/>
                </a:cxn>
              </a:cxnLst>
              <a:pathLst>
                <a:path w="555" h="1277">
                  <a:moveTo>
                    <a:pt x="0" y="0"/>
                  </a:moveTo>
                  <a:lnTo>
                    <a:pt x="0" y="1277"/>
                  </a:lnTo>
                  <a:lnTo>
                    <a:pt x="555" y="1277"/>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2824" name="Oval 97"/>
            <p:cNvSpPr/>
            <p:nvPr/>
          </p:nvSpPr>
          <p:spPr>
            <a:xfrm>
              <a:off x="3480" y="1568"/>
              <a:ext cx="47" cy="47"/>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825" name="Oval 98"/>
            <p:cNvSpPr/>
            <p:nvPr/>
          </p:nvSpPr>
          <p:spPr>
            <a:xfrm>
              <a:off x="3691" y="1701"/>
              <a:ext cx="47" cy="47"/>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826" name="Oval 99"/>
            <p:cNvSpPr/>
            <p:nvPr/>
          </p:nvSpPr>
          <p:spPr>
            <a:xfrm>
              <a:off x="3880" y="1823"/>
              <a:ext cx="47" cy="47"/>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827" name="Text Box 100"/>
            <p:cNvSpPr txBox="1"/>
            <p:nvPr/>
          </p:nvSpPr>
          <p:spPr>
            <a:xfrm>
              <a:off x="4019" y="2389"/>
              <a:ext cx="321"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2828" name="Text Box 101"/>
            <p:cNvSpPr txBox="1"/>
            <p:nvPr/>
          </p:nvSpPr>
          <p:spPr>
            <a:xfrm>
              <a:off x="4033" y="1417"/>
              <a:ext cx="38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32829" name="Text Box 102"/>
            <p:cNvSpPr txBox="1"/>
            <p:nvPr/>
          </p:nvSpPr>
          <p:spPr>
            <a:xfrm>
              <a:off x="3043" y="1386"/>
              <a:ext cx="258"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32830" name="Rectangle 103"/>
            <p:cNvSpPr/>
            <p:nvPr/>
          </p:nvSpPr>
          <p:spPr>
            <a:xfrm>
              <a:off x="3020" y="1709"/>
              <a:ext cx="270"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32831" name="Rectangle 104"/>
            <p:cNvSpPr/>
            <p:nvPr/>
          </p:nvSpPr>
          <p:spPr>
            <a:xfrm>
              <a:off x="3042" y="1553"/>
              <a:ext cx="258"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32832" name="Text Box 105"/>
            <p:cNvSpPr txBox="1"/>
            <p:nvPr/>
          </p:nvSpPr>
          <p:spPr>
            <a:xfrm>
              <a:off x="4741" y="1906"/>
              <a:ext cx="389"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32833" name="Line 106"/>
            <p:cNvSpPr/>
            <p:nvPr/>
          </p:nvSpPr>
          <p:spPr>
            <a:xfrm>
              <a:off x="5023" y="2211"/>
              <a:ext cx="267" cy="0"/>
            </a:xfrm>
            <a:prstGeom prst="line">
              <a:avLst/>
            </a:prstGeom>
            <a:ln w="9525" cap="flat" cmpd="sng">
              <a:solidFill>
                <a:schemeClr val="tx1"/>
              </a:solidFill>
              <a:prstDash val="solid"/>
              <a:round/>
              <a:headEnd type="none" w="med" len="med"/>
              <a:tailEnd type="none" w="med" len="med"/>
            </a:ln>
          </p:spPr>
        </p:sp>
        <p:sp>
          <p:nvSpPr>
            <p:cNvPr id="32834" name="Rectangle 107"/>
            <p:cNvSpPr/>
            <p:nvPr/>
          </p:nvSpPr>
          <p:spPr>
            <a:xfrm>
              <a:off x="5275" y="2031"/>
              <a:ext cx="25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3315"/>
                                        </p:tgtEl>
                                        <p:attrNameLst>
                                          <p:attrName>style.visibility</p:attrName>
                                        </p:attrNameLst>
                                      </p:cBhvr>
                                      <p:to>
                                        <p:strVal val="visible"/>
                                      </p:to>
                                    </p:set>
                                    <p:animEffect transition="in" filter="wipe(left)">
                                      <p:cBhvr>
                                        <p:cTn id="11" dur="500"/>
                                        <p:tgtEl>
                                          <p:spTgt spid="133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3316"/>
                                        </p:tgtEl>
                                        <p:attrNameLst>
                                          <p:attrName>style.visibility</p:attrName>
                                        </p:attrNameLst>
                                      </p:cBhvr>
                                      <p:to>
                                        <p:strVal val="visible"/>
                                      </p:to>
                                    </p:set>
                                    <p:animEffect transition="in" filter="wipe(left)">
                                      <p:cBhvr>
                                        <p:cTn id="16" dur="500"/>
                                        <p:tgtEl>
                                          <p:spTgt spid="133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3317"/>
                                        </p:tgtEl>
                                        <p:attrNameLst>
                                          <p:attrName>style.visibility</p:attrName>
                                        </p:attrNameLst>
                                      </p:cBhvr>
                                      <p:to>
                                        <p:strVal val="visible"/>
                                      </p:to>
                                    </p:set>
                                    <p:animEffect transition="in" filter="wipe(left)">
                                      <p:cBhvr>
                                        <p:cTn id="21" dur="500"/>
                                        <p:tgtEl>
                                          <p:spTgt spid="133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3318"/>
                                        </p:tgtEl>
                                        <p:attrNameLst>
                                          <p:attrName>style.visibility</p:attrName>
                                        </p:attrNameLst>
                                      </p:cBhvr>
                                      <p:to>
                                        <p:strVal val="visible"/>
                                      </p:to>
                                    </p:set>
                                    <p:animEffect transition="in" filter="wipe(left)">
                                      <p:cBhvr>
                                        <p:cTn id="26" dur="500"/>
                                        <p:tgtEl>
                                          <p:spTgt spid="1331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3322"/>
                                        </p:tgtEl>
                                        <p:attrNameLst>
                                          <p:attrName>style.visibility</p:attrName>
                                        </p:attrNameLst>
                                      </p:cBhvr>
                                      <p:to>
                                        <p:strVal val="visible"/>
                                      </p:to>
                                    </p:set>
                                    <p:animEffect transition="in" filter="wipe(left)">
                                      <p:cBhvr>
                                        <p:cTn id="31" dur="500"/>
                                        <p:tgtEl>
                                          <p:spTgt spid="1332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left)">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box(out)">
                                      <p:cBhvr>
                                        <p:cTn id="4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p:nvPr/>
        </p:nvSpPr>
        <p:spPr>
          <a:xfrm>
            <a:off x="935038" y="909638"/>
            <a:ext cx="2085975" cy="519112"/>
          </a:xfrm>
          <a:prstGeom prst="rect">
            <a:avLst/>
          </a:prstGeom>
          <a:noFill/>
          <a:ln w="9525">
            <a:noFill/>
          </a:ln>
        </p:spPr>
        <p:txBody>
          <a:bodyPr wrap="none" anchor="t" anchorCtr="0">
            <a:spAutoFit/>
          </a:bodyPr>
          <a:p>
            <a:pPr>
              <a:buChar char="•"/>
            </a:pPr>
            <a:r>
              <a:rPr lang="zh-CN" altLang="en-US" sz="2800" i="0" dirty="0">
                <a:latin typeface="Times New Roman" panose="02020603050405020304" pitchFamily="18" charset="0"/>
                <a:ea typeface="宋体" panose="02010600030101010101" pitchFamily="2" charset="-122"/>
                <a:sym typeface="Monotype Sorts" pitchFamily="2" charset="2"/>
              </a:rPr>
              <a:t>列出真值表</a:t>
            </a:r>
            <a:endParaRPr lang="zh-CN" altLang="en-US" sz="2800" i="0" dirty="0">
              <a:latin typeface="Times New Roman" panose="02020603050405020304" pitchFamily="18" charset="0"/>
              <a:ea typeface="宋体" panose="02010600030101010101" pitchFamily="2" charset="-122"/>
              <a:sym typeface="Monotype Sorts" pitchFamily="2" charset="2"/>
            </a:endParaRPr>
          </a:p>
        </p:txBody>
      </p:sp>
      <p:sp>
        <p:nvSpPr>
          <p:cNvPr id="14339" name="Rectangle 3"/>
          <p:cNvSpPr/>
          <p:nvPr/>
        </p:nvSpPr>
        <p:spPr>
          <a:xfrm>
            <a:off x="968375" y="1851025"/>
            <a:ext cx="1730375" cy="519113"/>
          </a:xfrm>
          <a:prstGeom prst="rect">
            <a:avLst/>
          </a:prstGeom>
          <a:noFill/>
          <a:ln w="9525">
            <a:noFill/>
          </a:ln>
        </p:spPr>
        <p:txBody>
          <a:bodyPr wrap="none" anchor="t" anchorCtr="0">
            <a:spAutoFit/>
          </a:bodyPr>
          <a:p>
            <a:pPr>
              <a:buChar char="•"/>
            </a:pPr>
            <a:r>
              <a:rPr lang="zh-CN" altLang="en-US" sz="2800" i="0" dirty="0">
                <a:latin typeface="Times New Roman" panose="02020603050405020304" pitchFamily="18" charset="0"/>
                <a:ea typeface="宋体" panose="02010600030101010101" pitchFamily="2" charset="-122"/>
                <a:sym typeface="Monotype Sorts" pitchFamily="2" charset="2"/>
              </a:rPr>
              <a:t>功能评述</a:t>
            </a:r>
            <a:endParaRPr lang="zh-CN" altLang="en-US" sz="2800" i="0" dirty="0">
              <a:latin typeface="Times New Roman" panose="02020603050405020304" pitchFamily="18" charset="0"/>
              <a:ea typeface="宋体" panose="02010600030101010101" pitchFamily="2" charset="-122"/>
              <a:sym typeface="Monotype Sorts" pitchFamily="2" charset="2"/>
            </a:endParaRPr>
          </a:p>
        </p:txBody>
      </p:sp>
      <p:sp>
        <p:nvSpPr>
          <p:cNvPr id="14340" name="Text Box 4"/>
          <p:cNvSpPr txBox="1"/>
          <p:nvPr/>
        </p:nvSpPr>
        <p:spPr>
          <a:xfrm>
            <a:off x="846138" y="2528888"/>
            <a:ext cx="3571875" cy="2870200"/>
          </a:xfrm>
          <a:prstGeom prst="rect">
            <a:avLst/>
          </a:prstGeom>
          <a:noFill/>
          <a:ln w="9525">
            <a:noFill/>
          </a:ln>
        </p:spPr>
        <p:txBody>
          <a:bodyPr anchor="t" anchorCtr="0">
            <a:spAutoFit/>
          </a:bodyPr>
          <a:p>
            <a:pPr indent="565150" algn="just">
              <a:lnSpc>
                <a:spcPct val="130000"/>
              </a:lnSpc>
              <a:spcBef>
                <a:spcPct val="50000"/>
              </a:spcBef>
            </a:pPr>
            <a:r>
              <a:rPr lang="zh-CN" altLang="en-US" sz="2800" i="0" dirty="0">
                <a:latin typeface="Times New Roman" panose="02020603050405020304" pitchFamily="18" charset="0"/>
                <a:ea typeface="宋体" panose="02010600030101010101" pitchFamily="2" charset="-122"/>
              </a:rPr>
              <a:t>由真值可知</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当</a:t>
            </a:r>
            <a:r>
              <a:rPr lang="en-US" altLang="zh-CN" sz="2800" dirty="0">
                <a:latin typeface="Times New Roman" panose="02020603050405020304" pitchFamily="18" charset="0"/>
                <a:ea typeface="宋体" panose="02010600030101010101" pitchFamily="2" charset="-122"/>
              </a:rPr>
              <a:t>A</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B</a:t>
            </a:r>
            <a:r>
              <a:rPr lang="zh-CN" altLang="en-US"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C</a:t>
            </a:r>
            <a:r>
              <a:rPr lang="zh-CN" altLang="zh-CN" sz="2800" i="0" dirty="0">
                <a:latin typeface="Times New Roman" panose="02020603050405020304" pitchFamily="18" charset="0"/>
                <a:ea typeface="宋体" panose="02010600030101010101" pitchFamily="2" charset="-122"/>
              </a:rPr>
              <a:t>取相同值时, </a:t>
            </a:r>
            <a:r>
              <a:rPr lang="en-US" altLang="zh-CN" sz="2800" dirty="0">
                <a:latin typeface="Times New Roman" panose="02020603050405020304" pitchFamily="18" charset="0"/>
                <a:ea typeface="宋体" panose="02010600030101010101" pitchFamily="2" charset="-122"/>
              </a:rPr>
              <a:t>F</a:t>
            </a:r>
            <a:r>
              <a:rPr lang="zh-CN" altLang="zh-CN" sz="2800" i="0" dirty="0">
                <a:latin typeface="Times New Roman" panose="02020603050405020304" pitchFamily="18" charset="0"/>
                <a:ea typeface="宋体" panose="02010600030101010101" pitchFamily="2" charset="-122"/>
              </a:rPr>
              <a:t>为1, 否则</a:t>
            </a:r>
            <a:r>
              <a:rPr lang="en-US" altLang="zh-CN" sz="2800" dirty="0">
                <a:latin typeface="Times New Roman" panose="02020603050405020304" pitchFamily="18" charset="0"/>
                <a:ea typeface="宋体" panose="02010600030101010101" pitchFamily="2" charset="-122"/>
              </a:rPr>
              <a:t>F</a:t>
            </a:r>
            <a:r>
              <a:rPr lang="zh-CN" altLang="zh-CN" sz="2800" i="0" dirty="0">
                <a:latin typeface="Times New Roman" panose="02020603050405020304" pitchFamily="18" charset="0"/>
                <a:ea typeface="宋体" panose="02010600030101010101" pitchFamily="2" charset="-122"/>
              </a:rPr>
              <a:t>为0。所以该电路是一个“一致性</a:t>
            </a:r>
            <a:r>
              <a:rPr lang="zh-CN" altLang="en-US" sz="2800" i="0" dirty="0">
                <a:latin typeface="Times New Roman" panose="02020603050405020304" pitchFamily="18" charset="0"/>
                <a:ea typeface="宋体" panose="02010600030101010101" pitchFamily="2" charset="-122"/>
              </a:rPr>
              <a:t>判定</a:t>
            </a:r>
            <a:r>
              <a:rPr lang="zh-CN" altLang="zh-CN" sz="2800" i="0" dirty="0">
                <a:latin typeface="Times New Roman" panose="02020603050405020304" pitchFamily="18" charset="0"/>
                <a:ea typeface="宋体" panose="02010600030101010101" pitchFamily="2" charset="-122"/>
              </a:rPr>
              <a:t>电路"。</a:t>
            </a:r>
            <a:endParaRPr lang="zh-CN" altLang="en-US" sz="2800" i="0" dirty="0">
              <a:latin typeface="Times New Roman" panose="02020603050405020304" pitchFamily="18" charset="0"/>
              <a:ea typeface="宋体" panose="02010600030101010101" pitchFamily="2" charset="-122"/>
            </a:endParaRPr>
          </a:p>
        </p:txBody>
      </p:sp>
      <p:grpSp>
        <p:nvGrpSpPr>
          <p:cNvPr id="2" name="Group 12"/>
          <p:cNvGrpSpPr/>
          <p:nvPr/>
        </p:nvGrpSpPr>
        <p:grpSpPr>
          <a:xfrm>
            <a:off x="5053013" y="919163"/>
            <a:ext cx="2930525" cy="4321175"/>
            <a:chOff x="3322" y="673"/>
            <a:chExt cx="1846" cy="2722"/>
          </a:xfrm>
        </p:grpSpPr>
        <p:sp>
          <p:nvSpPr>
            <p:cNvPr id="33797" name="Text Box 5"/>
            <p:cNvSpPr txBox="1"/>
            <p:nvPr/>
          </p:nvSpPr>
          <p:spPr>
            <a:xfrm>
              <a:off x="3554" y="673"/>
              <a:ext cx="1393" cy="2722"/>
            </a:xfrm>
            <a:prstGeom prst="rect">
              <a:avLst/>
            </a:prstGeom>
            <a:noFill/>
            <a:ln w="9525">
              <a:noFill/>
            </a:ln>
          </p:spPr>
          <p:txBody>
            <a:bodyPr wrap="none" anchor="t" anchorCtr="0">
              <a:spAutoFit/>
            </a:bodyPr>
            <a:p>
              <a:pPr>
                <a:lnSpc>
                  <a:spcPct val="110000"/>
                </a:lnSpc>
              </a:pPr>
              <a:r>
                <a:rPr lang="en-US" altLang="zh-CN" sz="2800" i="0" dirty="0">
                  <a:latin typeface="Times New Roman" panose="02020603050405020304" pitchFamily="18" charset="0"/>
                  <a:ea typeface="宋体" panose="02010600030101010101" pitchFamily="2" charset="-122"/>
                </a:rPr>
                <a:t>A   B   C	F</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0    0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0    1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1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1    1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0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0    1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1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1    1	1</a:t>
              </a:r>
              <a:endParaRPr lang="en-US" altLang="zh-CN" sz="2800" i="0" dirty="0">
                <a:latin typeface="Times New Roman" panose="02020603050405020304" pitchFamily="18" charset="0"/>
                <a:ea typeface="宋体" panose="02010600030101010101" pitchFamily="2" charset="-122"/>
              </a:endParaRPr>
            </a:p>
          </p:txBody>
        </p:sp>
        <p:sp>
          <p:nvSpPr>
            <p:cNvPr id="33798" name="Line 6"/>
            <p:cNvSpPr/>
            <p:nvPr/>
          </p:nvSpPr>
          <p:spPr>
            <a:xfrm>
              <a:off x="3322" y="755"/>
              <a:ext cx="1846" cy="0"/>
            </a:xfrm>
            <a:prstGeom prst="line">
              <a:avLst/>
            </a:prstGeom>
            <a:ln w="19050" cap="flat" cmpd="sng">
              <a:solidFill>
                <a:srgbClr val="3333FF"/>
              </a:solidFill>
              <a:prstDash val="solid"/>
              <a:round/>
              <a:headEnd type="none" w="med" len="med"/>
              <a:tailEnd type="none" w="med" len="med"/>
            </a:ln>
          </p:spPr>
        </p:sp>
        <p:sp>
          <p:nvSpPr>
            <p:cNvPr id="33799" name="Line 7"/>
            <p:cNvSpPr/>
            <p:nvPr/>
          </p:nvSpPr>
          <p:spPr>
            <a:xfrm>
              <a:off x="3322" y="1011"/>
              <a:ext cx="1846" cy="0"/>
            </a:xfrm>
            <a:prstGeom prst="line">
              <a:avLst/>
            </a:prstGeom>
            <a:ln w="19050" cap="flat" cmpd="sng">
              <a:solidFill>
                <a:srgbClr val="3333FF"/>
              </a:solidFill>
              <a:prstDash val="solid"/>
              <a:round/>
              <a:headEnd type="none" w="med" len="med"/>
              <a:tailEnd type="none" w="med" len="med"/>
            </a:ln>
          </p:spPr>
        </p:sp>
        <p:sp>
          <p:nvSpPr>
            <p:cNvPr id="33800" name="Line 8"/>
            <p:cNvSpPr/>
            <p:nvPr/>
          </p:nvSpPr>
          <p:spPr>
            <a:xfrm>
              <a:off x="3322" y="3344"/>
              <a:ext cx="1846" cy="0"/>
            </a:xfrm>
            <a:prstGeom prst="line">
              <a:avLst/>
            </a:prstGeom>
            <a:ln w="19050" cap="flat" cmpd="sng">
              <a:solidFill>
                <a:srgbClr val="3333FF"/>
              </a:solidFill>
              <a:prstDash val="solid"/>
              <a:round/>
              <a:headEnd type="none" w="med" len="med"/>
              <a:tailEnd type="none" w="med" len="med"/>
            </a:ln>
          </p:spPr>
        </p:sp>
        <p:sp>
          <p:nvSpPr>
            <p:cNvPr id="33801" name="Line 9"/>
            <p:cNvSpPr/>
            <p:nvPr/>
          </p:nvSpPr>
          <p:spPr>
            <a:xfrm>
              <a:off x="4568" y="755"/>
              <a:ext cx="0" cy="2589"/>
            </a:xfrm>
            <a:prstGeom prst="line">
              <a:avLst/>
            </a:prstGeom>
            <a:ln w="19050" cap="flat" cmpd="sng">
              <a:solidFill>
                <a:srgbClr val="3333FF"/>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left)">
                                      <p:cBhvr>
                                        <p:cTn id="7" dur="500"/>
                                        <p:tgtEl>
                                          <p:spTgt spid="1433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39">
                                            <p:txEl>
                                              <p:charRg st="0" end="5"/>
                                            </p:txEl>
                                          </p:spTgt>
                                        </p:tgtEl>
                                        <p:attrNameLst>
                                          <p:attrName>style.visibility</p:attrName>
                                        </p:attrNameLst>
                                      </p:cBhvr>
                                      <p:to>
                                        <p:strVal val="visible"/>
                                      </p:to>
                                    </p:set>
                                    <p:animEffect transition="in" filter="wipe(left)">
                                      <p:cBhvr>
                                        <p:cTn id="17" dur="500"/>
                                        <p:tgtEl>
                                          <p:spTgt spid="14339">
                                            <p:txEl>
                                              <p:charRg st="0"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340">
                                            <p:txEl>
                                              <p:charRg st="0" end="50"/>
                                            </p:txEl>
                                          </p:spTgt>
                                        </p:tgtEl>
                                        <p:attrNameLst>
                                          <p:attrName>style.visibility</p:attrName>
                                        </p:attrNameLst>
                                      </p:cBhvr>
                                      <p:to>
                                        <p:strVal val="visible"/>
                                      </p:to>
                                    </p:set>
                                    <p:animEffect transition="in" filter="wipe(left)">
                                      <p:cBhvr>
                                        <p:cTn id="22" dur="500"/>
                                        <p:tgtEl>
                                          <p:spTgt spid="14340">
                                            <p:txEl>
                                              <p:charRg st="0" end="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14339" grpId="0" build="p"/>
      <p:bldP spid="14340"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Text Box 34"/>
          <p:cNvSpPr txBox="1"/>
          <p:nvPr/>
        </p:nvSpPr>
        <p:spPr>
          <a:xfrm>
            <a:off x="336550" y="596900"/>
            <a:ext cx="5327650" cy="519113"/>
          </a:xfrm>
          <a:prstGeom prst="rect">
            <a:avLst/>
          </a:prstGeom>
          <a:noFill/>
          <a:ln w="9525">
            <a:noFill/>
          </a:ln>
        </p:spPr>
        <p:txBody>
          <a:bodyPr wrap="none" anchor="t" anchorCtr="0">
            <a:spAutoFit/>
          </a:bodyPr>
          <a:p>
            <a:r>
              <a:rPr lang="zh-CN" altLang="en-US" sz="2800" b="1" i="0" dirty="0">
                <a:latin typeface="Times New Roman" panose="02020603050405020304" pitchFamily="18" charset="0"/>
                <a:ea typeface="宋体" panose="02010600030101010101" pitchFamily="2" charset="-122"/>
              </a:rPr>
              <a:t>例</a:t>
            </a:r>
            <a:r>
              <a:rPr lang="en-US" altLang="zh-CN" sz="2800" b="1" i="0" dirty="0">
                <a:latin typeface="Times New Roman" panose="02020603050405020304" pitchFamily="18" charset="0"/>
                <a:ea typeface="宋体" panose="02010600030101010101" pitchFamily="2" charset="-122"/>
              </a:rPr>
              <a:t>2</a:t>
            </a:r>
            <a:r>
              <a:rPr lang="zh-CN" altLang="en-US" sz="2800" b="1"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分析下图</a:t>
            </a:r>
            <a:r>
              <a:rPr lang="zh-CN" altLang="zh-CN" sz="2800" i="0" dirty="0">
                <a:latin typeface="Times New Roman" panose="02020603050405020304" pitchFamily="18" charset="0"/>
                <a:ea typeface="宋体" panose="02010600030101010101" pitchFamily="2" charset="-122"/>
              </a:rPr>
              <a:t>给定的组合电路。</a:t>
            </a:r>
            <a:endParaRPr lang="zh-CN" altLang="en-US" sz="2800" i="0" dirty="0">
              <a:latin typeface="Times New Roman" panose="02020603050405020304" pitchFamily="18" charset="0"/>
              <a:ea typeface="宋体" panose="02010600030101010101" pitchFamily="2" charset="-122"/>
            </a:endParaRPr>
          </a:p>
        </p:txBody>
      </p:sp>
      <p:grpSp>
        <p:nvGrpSpPr>
          <p:cNvPr id="34818" name="Group 111"/>
          <p:cNvGrpSpPr/>
          <p:nvPr/>
        </p:nvGrpSpPr>
        <p:grpSpPr>
          <a:xfrm>
            <a:off x="4330700" y="1222375"/>
            <a:ext cx="4470400" cy="4387850"/>
            <a:chOff x="2728" y="770"/>
            <a:chExt cx="2816" cy="2764"/>
          </a:xfrm>
        </p:grpSpPr>
        <p:sp>
          <p:nvSpPr>
            <p:cNvPr id="34819" name="Rectangle 69"/>
            <p:cNvSpPr/>
            <p:nvPr/>
          </p:nvSpPr>
          <p:spPr>
            <a:xfrm>
              <a:off x="4176" y="2465"/>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20" name="Rectangle 70"/>
            <p:cNvSpPr/>
            <p:nvPr/>
          </p:nvSpPr>
          <p:spPr>
            <a:xfrm>
              <a:off x="4956" y="2009"/>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21" name="Line 36"/>
            <p:cNvSpPr/>
            <p:nvPr/>
          </p:nvSpPr>
          <p:spPr>
            <a:xfrm flipV="1">
              <a:off x="3510" y="1864"/>
              <a:ext cx="648" cy="0"/>
            </a:xfrm>
            <a:prstGeom prst="line">
              <a:avLst/>
            </a:prstGeom>
            <a:ln w="19050" cap="flat" cmpd="sng">
              <a:solidFill>
                <a:schemeClr val="tx1"/>
              </a:solidFill>
              <a:prstDash val="solid"/>
              <a:round/>
              <a:headEnd type="none" w="med" len="med"/>
              <a:tailEnd type="none" w="med" len="med"/>
            </a:ln>
          </p:spPr>
        </p:sp>
        <p:sp>
          <p:nvSpPr>
            <p:cNvPr id="34822" name="Line 37"/>
            <p:cNvSpPr/>
            <p:nvPr/>
          </p:nvSpPr>
          <p:spPr>
            <a:xfrm>
              <a:off x="3488" y="2604"/>
              <a:ext cx="690" cy="0"/>
            </a:xfrm>
            <a:prstGeom prst="line">
              <a:avLst/>
            </a:prstGeom>
            <a:ln w="19050" cap="flat" cmpd="sng">
              <a:solidFill>
                <a:schemeClr val="tx1"/>
              </a:solidFill>
              <a:prstDash val="solid"/>
              <a:round/>
              <a:headEnd type="none" w="med" len="med"/>
              <a:tailEnd type="none" w="med" len="med"/>
            </a:ln>
          </p:spPr>
        </p:sp>
        <p:sp>
          <p:nvSpPr>
            <p:cNvPr id="34823" name="Rectangle 38"/>
            <p:cNvSpPr/>
            <p:nvPr/>
          </p:nvSpPr>
          <p:spPr>
            <a:xfrm>
              <a:off x="3240" y="3101"/>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24" name="Rectangle 39"/>
            <p:cNvSpPr/>
            <p:nvPr/>
          </p:nvSpPr>
          <p:spPr>
            <a:xfrm>
              <a:off x="3221" y="908"/>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25" name="Rectangle 40"/>
            <p:cNvSpPr/>
            <p:nvPr/>
          </p:nvSpPr>
          <p:spPr>
            <a:xfrm>
              <a:off x="3221" y="1641"/>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26" name="Rectangle 41"/>
            <p:cNvSpPr/>
            <p:nvPr/>
          </p:nvSpPr>
          <p:spPr>
            <a:xfrm>
              <a:off x="3221" y="2352"/>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r>
                <a:rPr lang="en-US" altLang="zh-CN" sz="24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34827" name="Rectangle 42"/>
            <p:cNvSpPr/>
            <p:nvPr/>
          </p:nvSpPr>
          <p:spPr>
            <a:xfrm>
              <a:off x="4143" y="1569"/>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28" name="Line 43"/>
            <p:cNvSpPr/>
            <p:nvPr/>
          </p:nvSpPr>
          <p:spPr>
            <a:xfrm>
              <a:off x="2972" y="3214"/>
              <a:ext cx="267" cy="0"/>
            </a:xfrm>
            <a:prstGeom prst="line">
              <a:avLst/>
            </a:prstGeom>
            <a:ln w="19050" cap="flat" cmpd="sng">
              <a:solidFill>
                <a:schemeClr val="tx1"/>
              </a:solidFill>
              <a:prstDash val="solid"/>
              <a:round/>
              <a:headEnd type="none" w="med" len="med"/>
              <a:tailEnd type="none" w="med" len="med"/>
            </a:ln>
          </p:spPr>
        </p:sp>
        <p:sp>
          <p:nvSpPr>
            <p:cNvPr id="34829" name="Line 44"/>
            <p:cNvSpPr/>
            <p:nvPr/>
          </p:nvSpPr>
          <p:spPr>
            <a:xfrm>
              <a:off x="2972" y="3409"/>
              <a:ext cx="267" cy="0"/>
            </a:xfrm>
            <a:prstGeom prst="line">
              <a:avLst/>
            </a:prstGeom>
            <a:ln w="19050" cap="flat" cmpd="sng">
              <a:solidFill>
                <a:schemeClr val="tx1"/>
              </a:solidFill>
              <a:prstDash val="solid"/>
              <a:round/>
              <a:headEnd type="none" w="med" len="med"/>
              <a:tailEnd type="none" w="med" len="med"/>
            </a:ln>
          </p:spPr>
        </p:sp>
        <p:sp>
          <p:nvSpPr>
            <p:cNvPr id="34830" name="Oval 45"/>
            <p:cNvSpPr/>
            <p:nvPr/>
          </p:nvSpPr>
          <p:spPr>
            <a:xfrm>
              <a:off x="4397" y="1770"/>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31" name="Oval 46"/>
            <p:cNvSpPr/>
            <p:nvPr/>
          </p:nvSpPr>
          <p:spPr>
            <a:xfrm>
              <a:off x="3482" y="1838"/>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32" name="Line 47"/>
            <p:cNvSpPr/>
            <p:nvPr/>
          </p:nvSpPr>
          <p:spPr>
            <a:xfrm>
              <a:off x="2953" y="1020"/>
              <a:ext cx="267" cy="0"/>
            </a:xfrm>
            <a:prstGeom prst="line">
              <a:avLst/>
            </a:prstGeom>
            <a:ln w="19050" cap="flat" cmpd="sng">
              <a:solidFill>
                <a:schemeClr val="tx1"/>
              </a:solidFill>
              <a:prstDash val="solid"/>
              <a:round/>
              <a:headEnd type="none" w="med" len="med"/>
              <a:tailEnd type="none" w="med" len="med"/>
            </a:ln>
          </p:spPr>
        </p:sp>
        <p:sp>
          <p:nvSpPr>
            <p:cNvPr id="34833" name="Line 48"/>
            <p:cNvSpPr/>
            <p:nvPr/>
          </p:nvSpPr>
          <p:spPr>
            <a:xfrm>
              <a:off x="2942" y="2675"/>
              <a:ext cx="267" cy="0"/>
            </a:xfrm>
            <a:prstGeom prst="line">
              <a:avLst/>
            </a:prstGeom>
            <a:ln w="19050" cap="flat" cmpd="sng">
              <a:solidFill>
                <a:schemeClr val="tx1"/>
              </a:solidFill>
              <a:prstDash val="solid"/>
              <a:round/>
              <a:headEnd type="none" w="med" len="med"/>
              <a:tailEnd type="none" w="med" len="med"/>
            </a:ln>
          </p:spPr>
        </p:sp>
        <p:sp>
          <p:nvSpPr>
            <p:cNvPr id="34834" name="Line 51"/>
            <p:cNvSpPr/>
            <p:nvPr/>
          </p:nvSpPr>
          <p:spPr>
            <a:xfrm>
              <a:off x="2953" y="1964"/>
              <a:ext cx="267" cy="0"/>
            </a:xfrm>
            <a:prstGeom prst="line">
              <a:avLst/>
            </a:prstGeom>
            <a:ln w="19050" cap="flat" cmpd="sng">
              <a:solidFill>
                <a:schemeClr val="tx1"/>
              </a:solidFill>
              <a:prstDash val="solid"/>
              <a:round/>
              <a:headEnd type="none" w="med" len="med"/>
              <a:tailEnd type="none" w="med" len="med"/>
            </a:ln>
          </p:spPr>
        </p:sp>
        <p:sp>
          <p:nvSpPr>
            <p:cNvPr id="34835" name="Freeform 52"/>
            <p:cNvSpPr/>
            <p:nvPr/>
          </p:nvSpPr>
          <p:spPr>
            <a:xfrm>
              <a:off x="3498" y="1119"/>
              <a:ext cx="644" cy="577"/>
            </a:xfrm>
            <a:custGeom>
              <a:avLst/>
              <a:gdLst/>
              <a:ahLst/>
              <a:cxnLst>
                <a:cxn ang="0">
                  <a:pos x="0" y="0"/>
                </a:cxn>
                <a:cxn ang="0">
                  <a:pos x="284" y="0"/>
                </a:cxn>
                <a:cxn ang="0">
                  <a:pos x="284" y="577"/>
                </a:cxn>
                <a:cxn ang="0">
                  <a:pos x="644" y="577"/>
                </a:cxn>
              </a:cxnLst>
              <a:pathLst>
                <a:path w="656" h="589">
                  <a:moveTo>
                    <a:pt x="0" y="0"/>
                  </a:moveTo>
                  <a:lnTo>
                    <a:pt x="289" y="0"/>
                  </a:lnTo>
                  <a:lnTo>
                    <a:pt x="289" y="589"/>
                  </a:lnTo>
                  <a:lnTo>
                    <a:pt x="656" y="589"/>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34836" name="Freeform 53"/>
            <p:cNvSpPr/>
            <p:nvPr/>
          </p:nvSpPr>
          <p:spPr>
            <a:xfrm>
              <a:off x="3522" y="2774"/>
              <a:ext cx="656" cy="556"/>
            </a:xfrm>
            <a:custGeom>
              <a:avLst/>
              <a:gdLst/>
              <a:ahLst/>
              <a:cxnLst>
                <a:cxn ang="0">
                  <a:pos x="0" y="556"/>
                </a:cxn>
                <a:cxn ang="0">
                  <a:pos x="322" y="556"/>
                </a:cxn>
                <a:cxn ang="0">
                  <a:pos x="322" y="0"/>
                </a:cxn>
                <a:cxn ang="0">
                  <a:pos x="656" y="0"/>
                </a:cxn>
              </a:cxnLst>
              <a:pathLst>
                <a:path w="656" h="556">
                  <a:moveTo>
                    <a:pt x="0" y="556"/>
                  </a:moveTo>
                  <a:lnTo>
                    <a:pt x="322" y="556"/>
                  </a:lnTo>
                  <a:lnTo>
                    <a:pt x="322" y="0"/>
                  </a:lnTo>
                  <a:lnTo>
                    <a:pt x="656"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34837" name="Text Box 54"/>
            <p:cNvSpPr txBox="1"/>
            <p:nvPr/>
          </p:nvSpPr>
          <p:spPr>
            <a:xfrm>
              <a:off x="2735" y="1545"/>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34838" name="Rectangle 55"/>
            <p:cNvSpPr/>
            <p:nvPr/>
          </p:nvSpPr>
          <p:spPr>
            <a:xfrm>
              <a:off x="2748" y="1772"/>
              <a:ext cx="244"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34839" name="Rectangle 56"/>
            <p:cNvSpPr/>
            <p:nvPr/>
          </p:nvSpPr>
          <p:spPr>
            <a:xfrm>
              <a:off x="2746" y="1100"/>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34840" name="Text Box 57"/>
            <p:cNvSpPr txBox="1"/>
            <p:nvPr/>
          </p:nvSpPr>
          <p:spPr>
            <a:xfrm>
              <a:off x="2728" y="828"/>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34841" name="Rectangle 58"/>
            <p:cNvSpPr/>
            <p:nvPr/>
          </p:nvSpPr>
          <p:spPr>
            <a:xfrm>
              <a:off x="2752" y="2265"/>
              <a:ext cx="244"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34842" name="Rectangle 59"/>
            <p:cNvSpPr/>
            <p:nvPr/>
          </p:nvSpPr>
          <p:spPr>
            <a:xfrm>
              <a:off x="5311" y="1887"/>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34843" name="Rectangle 61"/>
            <p:cNvSpPr/>
            <p:nvPr/>
          </p:nvSpPr>
          <p:spPr>
            <a:xfrm>
              <a:off x="3503" y="1558"/>
              <a:ext cx="29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34844" name="Rectangle 62"/>
            <p:cNvSpPr/>
            <p:nvPr/>
          </p:nvSpPr>
          <p:spPr>
            <a:xfrm>
              <a:off x="3515" y="2303"/>
              <a:ext cx="29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34845" name="Rectangle 63"/>
            <p:cNvSpPr/>
            <p:nvPr/>
          </p:nvSpPr>
          <p:spPr>
            <a:xfrm>
              <a:off x="3527" y="3027"/>
              <a:ext cx="29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4</a:t>
              </a:r>
              <a:endParaRPr lang="en-US" altLang="zh-CN" sz="2400" i="0" dirty="0">
                <a:latin typeface="Times New Roman" panose="02020603050405020304" pitchFamily="18" charset="0"/>
                <a:ea typeface="宋体" panose="02010600030101010101" pitchFamily="2" charset="-122"/>
              </a:endParaRPr>
            </a:p>
          </p:txBody>
        </p:sp>
        <p:sp>
          <p:nvSpPr>
            <p:cNvPr id="34846" name="Rectangle 64"/>
            <p:cNvSpPr/>
            <p:nvPr/>
          </p:nvSpPr>
          <p:spPr>
            <a:xfrm>
              <a:off x="2759" y="2483"/>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34847" name="Text Box 66"/>
            <p:cNvSpPr txBox="1"/>
            <p:nvPr/>
          </p:nvSpPr>
          <p:spPr>
            <a:xfrm>
              <a:off x="4121" y="1502"/>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4848" name="Text Box 67"/>
            <p:cNvSpPr txBox="1"/>
            <p:nvPr/>
          </p:nvSpPr>
          <p:spPr>
            <a:xfrm>
              <a:off x="4143" y="2390"/>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4849" name="Text Box 68"/>
            <p:cNvSpPr txBox="1"/>
            <p:nvPr/>
          </p:nvSpPr>
          <p:spPr>
            <a:xfrm>
              <a:off x="4924" y="1938"/>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cxnSp>
          <p:nvCxnSpPr>
            <p:cNvPr id="34850" name="AutoShape 71"/>
            <p:cNvCxnSpPr/>
            <p:nvPr/>
          </p:nvCxnSpPr>
          <p:spPr>
            <a:xfrm rot="5400000" flipV="1">
              <a:off x="4488" y="1692"/>
              <a:ext cx="371" cy="546"/>
            </a:xfrm>
            <a:prstGeom prst="bentConnector4">
              <a:avLst>
                <a:gd name="adj1" fmla="val 2963"/>
                <a:gd name="adj2" fmla="val 53662"/>
              </a:avLst>
            </a:prstGeom>
            <a:ln w="19050" cap="flat" cmpd="sng">
              <a:solidFill>
                <a:schemeClr val="tx1"/>
              </a:solidFill>
              <a:prstDash val="solid"/>
              <a:miter/>
              <a:headEnd type="none" w="med" len="med"/>
              <a:tailEnd type="none" w="sm" len="lg"/>
            </a:ln>
          </p:spPr>
        </p:cxnSp>
        <p:cxnSp>
          <p:nvCxnSpPr>
            <p:cNvPr id="34851" name="AutoShape 72"/>
            <p:cNvCxnSpPr>
              <a:stCxn id="34819" idx="3"/>
            </p:cNvCxnSpPr>
            <p:nvPr/>
          </p:nvCxnSpPr>
          <p:spPr>
            <a:xfrm flipV="1">
              <a:off x="4449" y="2322"/>
              <a:ext cx="501" cy="360"/>
            </a:xfrm>
            <a:prstGeom prst="bentConnector3">
              <a:avLst>
                <a:gd name="adj1" fmla="val 49301"/>
              </a:avLst>
            </a:prstGeom>
            <a:ln w="19050" cap="flat" cmpd="sng">
              <a:solidFill>
                <a:schemeClr val="tx1"/>
              </a:solidFill>
              <a:prstDash val="solid"/>
              <a:miter/>
              <a:headEnd type="none" w="med" len="med"/>
              <a:tailEnd type="none" w="sm" len="lg"/>
            </a:ln>
          </p:spPr>
        </p:cxnSp>
        <p:sp>
          <p:nvSpPr>
            <p:cNvPr id="34852" name="Line 73"/>
            <p:cNvSpPr/>
            <p:nvPr/>
          </p:nvSpPr>
          <p:spPr>
            <a:xfrm>
              <a:off x="5208" y="2208"/>
              <a:ext cx="216" cy="0"/>
            </a:xfrm>
            <a:prstGeom prst="line">
              <a:avLst/>
            </a:prstGeom>
            <a:ln w="19050" cap="flat" cmpd="sng">
              <a:solidFill>
                <a:schemeClr val="tx1"/>
              </a:solidFill>
              <a:prstDash val="solid"/>
              <a:round/>
              <a:headEnd type="none" w="med" len="med"/>
              <a:tailEnd type="none" w="sm" len="lg"/>
            </a:ln>
          </p:spPr>
        </p:sp>
        <p:sp>
          <p:nvSpPr>
            <p:cNvPr id="34853" name="Text Box 74"/>
            <p:cNvSpPr txBox="1"/>
            <p:nvPr/>
          </p:nvSpPr>
          <p:spPr>
            <a:xfrm>
              <a:off x="3506" y="770"/>
              <a:ext cx="297"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baseline="-25000" dirty="0">
                  <a:latin typeface="Times New Roman" panose="02020603050405020304" pitchFamily="18" charset="0"/>
                  <a:ea typeface="宋体" panose="02010600030101010101" pitchFamily="2" charset="-122"/>
                </a:rPr>
                <a:t>1</a:t>
              </a:r>
              <a:endParaRPr lang="en-US" altLang="zh-CN" sz="2400" baseline="-25000" dirty="0">
                <a:latin typeface="Times New Roman" panose="02020603050405020304" pitchFamily="18" charset="0"/>
                <a:ea typeface="宋体" panose="02010600030101010101" pitchFamily="2" charset="-122"/>
              </a:endParaRPr>
            </a:p>
          </p:txBody>
        </p:sp>
        <p:sp>
          <p:nvSpPr>
            <p:cNvPr id="34854" name="Text Box 75"/>
            <p:cNvSpPr txBox="1"/>
            <p:nvPr/>
          </p:nvSpPr>
          <p:spPr>
            <a:xfrm>
              <a:off x="4406" y="1502"/>
              <a:ext cx="297"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baseline="-25000" dirty="0">
                  <a:latin typeface="Times New Roman" panose="02020603050405020304" pitchFamily="18" charset="0"/>
                  <a:ea typeface="宋体" panose="02010600030101010101" pitchFamily="2" charset="-122"/>
                </a:rPr>
                <a:t>5</a:t>
              </a:r>
              <a:endParaRPr lang="en-US" altLang="zh-CN" sz="2400" baseline="-25000" dirty="0">
                <a:latin typeface="Times New Roman" panose="02020603050405020304" pitchFamily="18" charset="0"/>
                <a:ea typeface="宋体" panose="02010600030101010101" pitchFamily="2" charset="-122"/>
              </a:endParaRPr>
            </a:p>
          </p:txBody>
        </p:sp>
        <p:sp>
          <p:nvSpPr>
            <p:cNvPr id="34855" name="Text Box 76"/>
            <p:cNvSpPr txBox="1"/>
            <p:nvPr/>
          </p:nvSpPr>
          <p:spPr>
            <a:xfrm>
              <a:off x="4418" y="2378"/>
              <a:ext cx="297"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baseline="-25000" dirty="0">
                  <a:latin typeface="Times New Roman" panose="02020603050405020304" pitchFamily="18" charset="0"/>
                  <a:ea typeface="宋体" panose="02010600030101010101" pitchFamily="2" charset="-122"/>
                </a:rPr>
                <a:t>6</a:t>
              </a:r>
              <a:endParaRPr lang="en-US" altLang="zh-CN" sz="2400" baseline="-25000" dirty="0">
                <a:latin typeface="Times New Roman" panose="02020603050405020304" pitchFamily="18" charset="0"/>
                <a:ea typeface="宋体" panose="02010600030101010101" pitchFamily="2" charset="-122"/>
              </a:endParaRPr>
            </a:p>
          </p:txBody>
        </p:sp>
        <p:sp>
          <p:nvSpPr>
            <p:cNvPr id="34856" name="Line 77"/>
            <p:cNvSpPr/>
            <p:nvPr/>
          </p:nvSpPr>
          <p:spPr>
            <a:xfrm>
              <a:off x="2964" y="1272"/>
              <a:ext cx="252" cy="0"/>
            </a:xfrm>
            <a:prstGeom prst="line">
              <a:avLst/>
            </a:prstGeom>
            <a:ln w="19050" cap="flat" cmpd="sng">
              <a:solidFill>
                <a:schemeClr val="tx1"/>
              </a:solidFill>
              <a:prstDash val="solid"/>
              <a:round/>
              <a:headEnd type="none" w="med" len="med"/>
              <a:tailEnd type="none" w="sm" len="lg"/>
            </a:ln>
          </p:spPr>
        </p:sp>
        <p:sp>
          <p:nvSpPr>
            <p:cNvPr id="34857" name="Line 78"/>
            <p:cNvSpPr/>
            <p:nvPr/>
          </p:nvSpPr>
          <p:spPr>
            <a:xfrm>
              <a:off x="2928" y="1752"/>
              <a:ext cx="288" cy="0"/>
            </a:xfrm>
            <a:prstGeom prst="line">
              <a:avLst/>
            </a:prstGeom>
            <a:ln w="19050" cap="flat" cmpd="sng">
              <a:solidFill>
                <a:schemeClr val="tx1"/>
              </a:solidFill>
              <a:prstDash val="solid"/>
              <a:round/>
              <a:headEnd type="none" w="med" len="med"/>
              <a:tailEnd type="none" w="sm" len="lg"/>
            </a:ln>
          </p:spPr>
        </p:sp>
        <p:sp>
          <p:nvSpPr>
            <p:cNvPr id="34858" name="Line 79"/>
            <p:cNvSpPr/>
            <p:nvPr/>
          </p:nvSpPr>
          <p:spPr>
            <a:xfrm>
              <a:off x="2940" y="2460"/>
              <a:ext cx="276" cy="0"/>
            </a:xfrm>
            <a:prstGeom prst="line">
              <a:avLst/>
            </a:prstGeom>
            <a:ln w="19050" cap="flat" cmpd="sng">
              <a:solidFill>
                <a:schemeClr val="tx1"/>
              </a:solidFill>
              <a:prstDash val="solid"/>
              <a:round/>
              <a:headEnd type="none" w="med" len="med"/>
              <a:tailEnd type="none" w="sm" len="lg"/>
            </a:ln>
          </p:spPr>
        </p:sp>
        <p:sp>
          <p:nvSpPr>
            <p:cNvPr id="34859" name="Rectangle 80"/>
            <p:cNvSpPr/>
            <p:nvPr/>
          </p:nvSpPr>
          <p:spPr>
            <a:xfrm>
              <a:off x="2795" y="2999"/>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34860" name="Rectangle 81"/>
            <p:cNvSpPr/>
            <p:nvPr/>
          </p:nvSpPr>
          <p:spPr>
            <a:xfrm>
              <a:off x="2812" y="3237"/>
              <a:ext cx="244"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34861" name="Line 82"/>
            <p:cNvSpPr/>
            <p:nvPr/>
          </p:nvSpPr>
          <p:spPr>
            <a:xfrm>
              <a:off x="2796" y="876"/>
              <a:ext cx="108" cy="0"/>
            </a:xfrm>
            <a:prstGeom prst="line">
              <a:avLst/>
            </a:prstGeom>
            <a:ln w="12700" cap="flat" cmpd="sng">
              <a:solidFill>
                <a:schemeClr val="tx1"/>
              </a:solidFill>
              <a:prstDash val="solid"/>
              <a:round/>
              <a:headEnd type="none" w="med" len="med"/>
              <a:tailEnd type="none" w="sm" len="lg"/>
            </a:ln>
          </p:spPr>
        </p:sp>
        <p:sp>
          <p:nvSpPr>
            <p:cNvPr id="34862" name="Line 83"/>
            <p:cNvSpPr/>
            <p:nvPr/>
          </p:nvSpPr>
          <p:spPr>
            <a:xfrm>
              <a:off x="2820" y="1140"/>
              <a:ext cx="96" cy="0"/>
            </a:xfrm>
            <a:prstGeom prst="line">
              <a:avLst/>
            </a:prstGeom>
            <a:ln w="12700" cap="flat" cmpd="sng">
              <a:solidFill>
                <a:schemeClr val="tx1"/>
              </a:solidFill>
              <a:prstDash val="solid"/>
              <a:round/>
              <a:headEnd type="none" w="med" len="med"/>
              <a:tailEnd type="none" w="sm" len="lg"/>
            </a:ln>
          </p:spPr>
        </p:sp>
        <p:sp>
          <p:nvSpPr>
            <p:cNvPr id="34863" name="Line 84"/>
            <p:cNvSpPr/>
            <p:nvPr/>
          </p:nvSpPr>
          <p:spPr>
            <a:xfrm>
              <a:off x="2808" y="1584"/>
              <a:ext cx="108" cy="0"/>
            </a:xfrm>
            <a:prstGeom prst="line">
              <a:avLst/>
            </a:prstGeom>
            <a:ln w="12700" cap="flat" cmpd="sng">
              <a:solidFill>
                <a:schemeClr val="tx1"/>
              </a:solidFill>
              <a:prstDash val="solid"/>
              <a:round/>
              <a:headEnd type="none" w="med" len="med"/>
              <a:tailEnd type="none" w="sm" len="lg"/>
            </a:ln>
          </p:spPr>
        </p:sp>
        <p:sp>
          <p:nvSpPr>
            <p:cNvPr id="34864" name="Text Box 86"/>
            <p:cNvSpPr txBox="1"/>
            <p:nvPr/>
          </p:nvSpPr>
          <p:spPr>
            <a:xfrm>
              <a:off x="3218" y="3046"/>
              <a:ext cx="317"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34865" name="Text Box 87"/>
            <p:cNvSpPr txBox="1"/>
            <p:nvPr/>
          </p:nvSpPr>
          <p:spPr>
            <a:xfrm>
              <a:off x="3194" y="862"/>
              <a:ext cx="317" cy="288"/>
            </a:xfrm>
            <a:prstGeom prst="rect">
              <a:avLst/>
            </a:prstGeom>
            <a:noFill/>
            <a:ln w="12700">
              <a:noFill/>
            </a:ln>
          </p:spPr>
          <p:txBody>
            <a:bodyPr anchor="t" anchorCtr="0">
              <a:spAutoFit/>
            </a:bodyPr>
            <a:p>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34866" name="Text Box 88"/>
            <p:cNvSpPr txBox="1"/>
            <p:nvPr/>
          </p:nvSpPr>
          <p:spPr>
            <a:xfrm>
              <a:off x="3194" y="1606"/>
              <a:ext cx="317"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grpSp>
      <p:sp>
        <p:nvSpPr>
          <p:cNvPr id="66650" name="Text Box 90"/>
          <p:cNvSpPr txBox="1"/>
          <p:nvPr/>
        </p:nvSpPr>
        <p:spPr>
          <a:xfrm>
            <a:off x="114300" y="1263650"/>
            <a:ext cx="8953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66651" name="Text Box 91"/>
          <p:cNvSpPr txBox="1"/>
          <p:nvPr/>
        </p:nvSpPr>
        <p:spPr>
          <a:xfrm>
            <a:off x="708025" y="1301750"/>
            <a:ext cx="33718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一：写出逻辑表达式</a:t>
            </a:r>
            <a:endParaRPr lang="zh-CN" altLang="en-US" sz="2800" i="0" dirty="0">
              <a:latin typeface="Times New Roman" panose="02020603050405020304" pitchFamily="18" charset="0"/>
              <a:ea typeface="宋体" panose="02010600030101010101" pitchFamily="2" charset="-122"/>
            </a:endParaRPr>
          </a:p>
        </p:txBody>
      </p:sp>
      <p:grpSp>
        <p:nvGrpSpPr>
          <p:cNvPr id="3" name="Group 110"/>
          <p:cNvGrpSpPr/>
          <p:nvPr/>
        </p:nvGrpSpPr>
        <p:grpSpPr>
          <a:xfrm>
            <a:off x="498475" y="1933575"/>
            <a:ext cx="5832475" cy="4362450"/>
            <a:chOff x="470" y="1218"/>
            <a:chExt cx="3338" cy="2748"/>
          </a:xfrm>
        </p:grpSpPr>
        <p:sp>
          <p:nvSpPr>
            <p:cNvPr id="34870" name="Text Box 92"/>
            <p:cNvSpPr txBox="1"/>
            <p:nvPr/>
          </p:nvSpPr>
          <p:spPr>
            <a:xfrm>
              <a:off x="470" y="1218"/>
              <a:ext cx="3338" cy="2748"/>
            </a:xfrm>
            <a:prstGeom prst="rect">
              <a:avLst/>
            </a:prstGeom>
            <a:noFill/>
            <a:ln w="1270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 = A + B</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 A + C</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3</a:t>
              </a:r>
              <a:r>
                <a:rPr lang="en-US" altLang="zh-CN" sz="2800" i="0" dirty="0">
                  <a:latin typeface="Times New Roman" panose="02020603050405020304" pitchFamily="18" charset="0"/>
                  <a:ea typeface="宋体" panose="02010600030101010101" pitchFamily="2" charset="-122"/>
                </a:rPr>
                <a:t> =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C</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4</a:t>
              </a:r>
              <a:r>
                <a:rPr lang="en-US" altLang="zh-CN" sz="2800" i="0" dirty="0">
                  <a:latin typeface="Times New Roman" panose="02020603050405020304" pitchFamily="18" charset="0"/>
                  <a:ea typeface="宋体" panose="02010600030101010101" pitchFamily="2" charset="-122"/>
                </a:rPr>
                <a:t> = B + C</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5</a:t>
              </a:r>
              <a:r>
                <a:rPr lang="en-US" altLang="zh-CN" sz="2800" i="0" dirty="0">
                  <a:latin typeface="Times New Roman" panose="02020603050405020304" pitchFamily="18" charset="0"/>
                  <a:ea typeface="宋体" panose="02010600030101010101" pitchFamily="2" charset="-122"/>
                </a:rPr>
                <a:t> = P</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2</a:t>
              </a:r>
              <a:endParaRPr lang="en-US" altLang="zh-CN" sz="2800" i="0" baseline="-2500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     = (A + B)(A + C)</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6</a:t>
              </a:r>
              <a:r>
                <a:rPr lang="en-US" altLang="zh-CN" sz="2800" i="0" dirty="0">
                  <a:latin typeface="Times New Roman" panose="02020603050405020304" pitchFamily="18" charset="0"/>
                  <a:ea typeface="宋体" panose="02010600030101010101" pitchFamily="2" charset="-122"/>
                </a:rPr>
                <a:t> = P</a:t>
              </a:r>
              <a:r>
                <a:rPr lang="en-US" altLang="zh-CN" sz="2800" i="0" baseline="-25000" dirty="0">
                  <a:latin typeface="Times New Roman" panose="02020603050405020304" pitchFamily="18" charset="0"/>
                  <a:ea typeface="宋体" panose="02010600030101010101" pitchFamily="2" charset="-122"/>
                </a:rPr>
                <a:t>3</a:t>
              </a:r>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4</a:t>
              </a:r>
              <a:endParaRPr lang="en-US" altLang="zh-CN" sz="2800" i="0" baseline="-2500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     =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C)(B + C)</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  F = P</a:t>
              </a:r>
              <a:r>
                <a:rPr lang="en-US" altLang="zh-CN" sz="2800" i="0" baseline="-25000" dirty="0">
                  <a:latin typeface="Times New Roman" panose="02020603050405020304" pitchFamily="18" charset="0"/>
                  <a:ea typeface="宋体" panose="02010600030101010101" pitchFamily="2" charset="-122"/>
                </a:rPr>
                <a:t>5</a:t>
              </a:r>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6</a:t>
              </a:r>
              <a:endParaRPr lang="en-US" altLang="zh-CN" sz="2800" i="0" baseline="-2500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     =(A + B)(A + C)(B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C)(B + C)</a:t>
              </a:r>
              <a:endParaRPr lang="en-US" altLang="zh-CN" sz="2800" i="0" dirty="0">
                <a:latin typeface="Times New Roman" panose="02020603050405020304" pitchFamily="18" charset="0"/>
                <a:ea typeface="宋体" panose="02010600030101010101" pitchFamily="2" charset="-122"/>
              </a:endParaRPr>
            </a:p>
          </p:txBody>
        </p:sp>
        <p:sp>
          <p:nvSpPr>
            <p:cNvPr id="34871" name="Line 93"/>
            <p:cNvSpPr/>
            <p:nvPr/>
          </p:nvSpPr>
          <p:spPr>
            <a:xfrm>
              <a:off x="926" y="1272"/>
              <a:ext cx="132" cy="0"/>
            </a:xfrm>
            <a:prstGeom prst="line">
              <a:avLst/>
            </a:prstGeom>
            <a:ln w="12700" cap="flat" cmpd="sng">
              <a:solidFill>
                <a:schemeClr val="tx1"/>
              </a:solidFill>
              <a:prstDash val="solid"/>
              <a:round/>
              <a:headEnd type="none" w="med" len="med"/>
              <a:tailEnd type="none" w="sm" len="lg"/>
            </a:ln>
          </p:spPr>
        </p:sp>
        <p:sp>
          <p:nvSpPr>
            <p:cNvPr id="34872" name="Line 94"/>
            <p:cNvSpPr/>
            <p:nvPr/>
          </p:nvSpPr>
          <p:spPr>
            <a:xfrm>
              <a:off x="1265" y="1272"/>
              <a:ext cx="132" cy="0"/>
            </a:xfrm>
            <a:prstGeom prst="line">
              <a:avLst/>
            </a:prstGeom>
            <a:ln w="12700" cap="flat" cmpd="sng">
              <a:solidFill>
                <a:schemeClr val="tx1"/>
              </a:solidFill>
              <a:prstDash val="solid"/>
              <a:round/>
              <a:headEnd type="none" w="med" len="med"/>
              <a:tailEnd type="none" w="sm" len="lg"/>
            </a:ln>
          </p:spPr>
        </p:sp>
        <p:sp>
          <p:nvSpPr>
            <p:cNvPr id="34873" name="Line 95"/>
            <p:cNvSpPr/>
            <p:nvPr/>
          </p:nvSpPr>
          <p:spPr>
            <a:xfrm>
              <a:off x="928" y="1560"/>
              <a:ext cx="120" cy="0"/>
            </a:xfrm>
            <a:prstGeom prst="line">
              <a:avLst/>
            </a:prstGeom>
            <a:ln w="12700" cap="flat" cmpd="sng">
              <a:solidFill>
                <a:schemeClr val="tx1"/>
              </a:solidFill>
              <a:prstDash val="solid"/>
              <a:round/>
              <a:headEnd type="none" w="med" len="med"/>
              <a:tailEnd type="none" w="sm" len="lg"/>
            </a:ln>
          </p:spPr>
        </p:sp>
        <p:sp>
          <p:nvSpPr>
            <p:cNvPr id="34874" name="Line 96"/>
            <p:cNvSpPr/>
            <p:nvPr/>
          </p:nvSpPr>
          <p:spPr>
            <a:xfrm>
              <a:off x="911" y="1536"/>
              <a:ext cx="540" cy="0"/>
            </a:xfrm>
            <a:prstGeom prst="line">
              <a:avLst/>
            </a:prstGeom>
            <a:ln w="12700" cap="flat" cmpd="sng">
              <a:solidFill>
                <a:schemeClr val="tx1"/>
              </a:solidFill>
              <a:prstDash val="solid"/>
              <a:round/>
              <a:headEnd type="none" w="med" len="med"/>
              <a:tailEnd type="none" w="sm" len="lg"/>
            </a:ln>
          </p:spPr>
        </p:sp>
        <p:sp>
          <p:nvSpPr>
            <p:cNvPr id="34875" name="Line 97"/>
            <p:cNvSpPr/>
            <p:nvPr/>
          </p:nvSpPr>
          <p:spPr>
            <a:xfrm>
              <a:off x="902" y="2364"/>
              <a:ext cx="372" cy="0"/>
            </a:xfrm>
            <a:prstGeom prst="line">
              <a:avLst/>
            </a:prstGeom>
            <a:ln w="12700" cap="flat" cmpd="sng">
              <a:solidFill>
                <a:schemeClr val="tx1"/>
              </a:solidFill>
              <a:prstDash val="solid"/>
              <a:round/>
              <a:headEnd type="none" w="med" len="med"/>
              <a:tailEnd type="none" w="sm" len="lg"/>
            </a:ln>
          </p:spPr>
        </p:sp>
        <p:sp>
          <p:nvSpPr>
            <p:cNvPr id="34876" name="Line 98"/>
            <p:cNvSpPr/>
            <p:nvPr/>
          </p:nvSpPr>
          <p:spPr>
            <a:xfrm>
              <a:off x="1004" y="2640"/>
              <a:ext cx="108" cy="0"/>
            </a:xfrm>
            <a:prstGeom prst="line">
              <a:avLst/>
            </a:prstGeom>
            <a:ln w="12700" cap="flat" cmpd="sng">
              <a:solidFill>
                <a:schemeClr val="tx1"/>
              </a:solidFill>
              <a:prstDash val="solid"/>
              <a:round/>
              <a:headEnd type="none" w="med" len="med"/>
              <a:tailEnd type="none" w="sm" len="lg"/>
            </a:ln>
          </p:spPr>
        </p:sp>
        <p:sp>
          <p:nvSpPr>
            <p:cNvPr id="34877" name="Line 99"/>
            <p:cNvSpPr/>
            <p:nvPr/>
          </p:nvSpPr>
          <p:spPr>
            <a:xfrm>
              <a:off x="1376" y="2640"/>
              <a:ext cx="108" cy="0"/>
            </a:xfrm>
            <a:prstGeom prst="line">
              <a:avLst/>
            </a:prstGeom>
            <a:ln w="12700" cap="flat" cmpd="sng">
              <a:solidFill>
                <a:schemeClr val="tx1"/>
              </a:solidFill>
              <a:prstDash val="solid"/>
              <a:round/>
              <a:headEnd type="none" w="med" len="med"/>
              <a:tailEnd type="none" w="sm" len="lg"/>
            </a:ln>
          </p:spPr>
        </p:sp>
        <p:sp>
          <p:nvSpPr>
            <p:cNvPr id="34878" name="Line 100"/>
            <p:cNvSpPr/>
            <p:nvPr/>
          </p:nvSpPr>
          <p:spPr>
            <a:xfrm>
              <a:off x="1688" y="2640"/>
              <a:ext cx="108" cy="0"/>
            </a:xfrm>
            <a:prstGeom prst="line">
              <a:avLst/>
            </a:prstGeom>
            <a:ln w="12700" cap="flat" cmpd="sng">
              <a:solidFill>
                <a:schemeClr val="tx1"/>
              </a:solidFill>
              <a:prstDash val="solid"/>
              <a:round/>
              <a:headEnd type="none" w="med" len="med"/>
              <a:tailEnd type="none" w="sm" len="lg"/>
            </a:ln>
          </p:spPr>
        </p:sp>
        <p:sp>
          <p:nvSpPr>
            <p:cNvPr id="34879" name="Line 101"/>
            <p:cNvSpPr/>
            <p:nvPr/>
          </p:nvSpPr>
          <p:spPr>
            <a:xfrm>
              <a:off x="1652" y="2616"/>
              <a:ext cx="552" cy="0"/>
            </a:xfrm>
            <a:prstGeom prst="line">
              <a:avLst/>
            </a:prstGeom>
            <a:ln w="12700" cap="flat" cmpd="sng">
              <a:solidFill>
                <a:schemeClr val="tx1"/>
              </a:solidFill>
              <a:prstDash val="solid"/>
              <a:round/>
              <a:headEnd type="none" w="med" len="med"/>
              <a:tailEnd type="none" w="sm" len="lg"/>
            </a:ln>
          </p:spPr>
        </p:sp>
        <p:sp>
          <p:nvSpPr>
            <p:cNvPr id="34880" name="Line 102"/>
            <p:cNvSpPr/>
            <p:nvPr/>
          </p:nvSpPr>
          <p:spPr>
            <a:xfrm flipH="1">
              <a:off x="920" y="2592"/>
              <a:ext cx="1332" cy="0"/>
            </a:xfrm>
            <a:prstGeom prst="line">
              <a:avLst/>
            </a:prstGeom>
            <a:ln w="12700" cap="flat" cmpd="sng">
              <a:solidFill>
                <a:schemeClr val="tx1"/>
              </a:solidFill>
              <a:prstDash val="solid"/>
              <a:round/>
              <a:headEnd type="none" w="med" len="med"/>
              <a:tailEnd type="none" w="sm" len="lg"/>
            </a:ln>
          </p:spPr>
        </p:sp>
        <p:sp>
          <p:nvSpPr>
            <p:cNvPr id="34881" name="Line 103"/>
            <p:cNvSpPr/>
            <p:nvPr/>
          </p:nvSpPr>
          <p:spPr>
            <a:xfrm>
              <a:off x="962" y="3720"/>
              <a:ext cx="120" cy="0"/>
            </a:xfrm>
            <a:prstGeom prst="line">
              <a:avLst/>
            </a:prstGeom>
            <a:ln w="12700" cap="flat" cmpd="sng">
              <a:solidFill>
                <a:schemeClr val="tx1"/>
              </a:solidFill>
              <a:prstDash val="solid"/>
              <a:round/>
              <a:headEnd type="none" w="med" len="med"/>
              <a:tailEnd type="none" w="sm" len="lg"/>
            </a:ln>
          </p:spPr>
        </p:sp>
        <p:sp>
          <p:nvSpPr>
            <p:cNvPr id="34882" name="Line 104"/>
            <p:cNvSpPr/>
            <p:nvPr/>
          </p:nvSpPr>
          <p:spPr>
            <a:xfrm>
              <a:off x="1314" y="3720"/>
              <a:ext cx="120" cy="0"/>
            </a:xfrm>
            <a:prstGeom prst="line">
              <a:avLst/>
            </a:prstGeom>
            <a:ln w="12700" cap="flat" cmpd="sng">
              <a:solidFill>
                <a:schemeClr val="tx1"/>
              </a:solidFill>
              <a:prstDash val="solid"/>
              <a:round/>
              <a:headEnd type="none" w="med" len="med"/>
              <a:tailEnd type="none" w="sm" len="lg"/>
            </a:ln>
          </p:spPr>
        </p:sp>
        <p:sp>
          <p:nvSpPr>
            <p:cNvPr id="34883" name="Line 105"/>
            <p:cNvSpPr/>
            <p:nvPr/>
          </p:nvSpPr>
          <p:spPr>
            <a:xfrm>
              <a:off x="1606" y="3720"/>
              <a:ext cx="120" cy="0"/>
            </a:xfrm>
            <a:prstGeom prst="line">
              <a:avLst/>
            </a:prstGeom>
            <a:ln w="12700" cap="flat" cmpd="sng">
              <a:solidFill>
                <a:schemeClr val="tx1"/>
              </a:solidFill>
              <a:prstDash val="solid"/>
              <a:round/>
              <a:headEnd type="none" w="med" len="med"/>
              <a:tailEnd type="none" w="sm" len="lg"/>
            </a:ln>
          </p:spPr>
        </p:sp>
        <p:sp>
          <p:nvSpPr>
            <p:cNvPr id="34884" name="Line 106"/>
            <p:cNvSpPr/>
            <p:nvPr/>
          </p:nvSpPr>
          <p:spPr>
            <a:xfrm>
              <a:off x="1534" y="3696"/>
              <a:ext cx="588" cy="0"/>
            </a:xfrm>
            <a:prstGeom prst="line">
              <a:avLst/>
            </a:prstGeom>
            <a:ln w="12700" cap="flat" cmpd="sng">
              <a:solidFill>
                <a:schemeClr val="tx1"/>
              </a:solidFill>
              <a:prstDash val="solid"/>
              <a:round/>
              <a:headEnd type="none" w="med" len="med"/>
              <a:tailEnd type="none" w="sm" len="lg"/>
            </a:ln>
          </p:spPr>
        </p:sp>
        <p:sp>
          <p:nvSpPr>
            <p:cNvPr id="34885" name="Line 107"/>
            <p:cNvSpPr/>
            <p:nvPr/>
          </p:nvSpPr>
          <p:spPr>
            <a:xfrm flipH="1">
              <a:off x="921" y="3672"/>
              <a:ext cx="1250" cy="0"/>
            </a:xfrm>
            <a:prstGeom prst="line">
              <a:avLst/>
            </a:prstGeom>
            <a:ln w="12700" cap="flat" cmpd="sng">
              <a:solidFill>
                <a:schemeClr val="tx1"/>
              </a:solidFill>
              <a:prstDash val="solid"/>
              <a:round/>
              <a:headEnd type="none" w="med" len="med"/>
              <a:tailEnd type="none" w="sm" len="lg"/>
            </a:ln>
          </p:spPr>
        </p:sp>
      </p:grpSp>
      <p:pic>
        <p:nvPicPr>
          <p:cNvPr id="34886" name="图片 1"/>
          <p:cNvPicPr>
            <a:picLocks noChangeAspect="1"/>
          </p:cNvPicPr>
          <p:nvPr/>
        </p:nvPicPr>
        <p:blipFill>
          <a:blip r:embed="rId1"/>
          <a:stretch>
            <a:fillRect/>
          </a:stretch>
        </p:blipFill>
        <p:spPr>
          <a:xfrm>
            <a:off x="114300" y="1116013"/>
            <a:ext cx="8653463" cy="5180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6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6651"/>
                                        </p:tgtEl>
                                        <p:attrNameLst>
                                          <p:attrName>style.visibility</p:attrName>
                                        </p:attrNameLst>
                                      </p:cBhvr>
                                      <p:to>
                                        <p:strVal val="visible"/>
                                      </p:to>
                                    </p:set>
                                    <p:animEffect transition="in" filter="wipe(left)">
                                      <p:cBhvr>
                                        <p:cTn id="11" dur="500"/>
                                        <p:tgtEl>
                                          <p:spTgt spid="6665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50" grpId="0"/>
      <p:bldP spid="6665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8" name="Text Box 4"/>
          <p:cNvSpPr txBox="1"/>
          <p:nvPr/>
        </p:nvSpPr>
        <p:spPr>
          <a:xfrm>
            <a:off x="669925" y="654050"/>
            <a:ext cx="16002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二：化简</a:t>
            </a:r>
            <a:endParaRPr lang="zh-CN" altLang="en-US" sz="2800" i="0" dirty="0">
              <a:latin typeface="Times New Roman" panose="02020603050405020304" pitchFamily="18" charset="0"/>
              <a:ea typeface="宋体" panose="02010600030101010101" pitchFamily="2" charset="-122"/>
            </a:endParaRPr>
          </a:p>
        </p:txBody>
      </p:sp>
      <p:grpSp>
        <p:nvGrpSpPr>
          <p:cNvPr id="2" name="Group 11"/>
          <p:cNvGrpSpPr/>
          <p:nvPr/>
        </p:nvGrpSpPr>
        <p:grpSpPr>
          <a:xfrm>
            <a:off x="419100" y="1244600"/>
            <a:ext cx="5695950" cy="519113"/>
            <a:chOff x="252" y="784"/>
            <a:chExt cx="3588" cy="327"/>
          </a:xfrm>
        </p:grpSpPr>
        <p:sp>
          <p:nvSpPr>
            <p:cNvPr id="35843" name="Rectangle 5"/>
            <p:cNvSpPr/>
            <p:nvPr/>
          </p:nvSpPr>
          <p:spPr>
            <a:xfrm>
              <a:off x="252" y="784"/>
              <a:ext cx="3588" cy="327"/>
            </a:xfrm>
            <a:prstGeom prst="rect">
              <a:avLst/>
            </a:prstGeom>
            <a:noFill/>
            <a:ln w="12700">
              <a:noFill/>
            </a:ln>
          </p:spPr>
          <p:txBody>
            <a:bodyPr anchor="t" anchorCtr="0">
              <a:spAutoFit/>
            </a:bodyPr>
            <a:p>
              <a:pPr>
                <a:spcBef>
                  <a:spcPct val="50000"/>
                </a:spcBef>
              </a:pPr>
              <a:r>
                <a:rPr lang="en-US" altLang="zh-CN" sz="2800" i="0" dirty="0">
                  <a:latin typeface="Times New Roman" panose="02020603050405020304" pitchFamily="18" charset="0"/>
                  <a:ea typeface="宋体" panose="02010600030101010101" pitchFamily="2" charset="-122"/>
                </a:rPr>
                <a:t>F=(A + B)(A + C)(B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C)(B + C)</a:t>
              </a:r>
              <a:endParaRPr lang="en-US" altLang="zh-CN" sz="2800" i="0" dirty="0">
                <a:latin typeface="Times New Roman" panose="02020603050405020304" pitchFamily="18" charset="0"/>
                <a:ea typeface="宋体" panose="02010600030101010101" pitchFamily="2" charset="-122"/>
              </a:endParaRPr>
            </a:p>
          </p:txBody>
        </p:sp>
        <p:sp>
          <p:nvSpPr>
            <p:cNvPr id="35844" name="Line 6"/>
            <p:cNvSpPr/>
            <p:nvPr/>
          </p:nvSpPr>
          <p:spPr>
            <a:xfrm>
              <a:off x="660" y="852"/>
              <a:ext cx="144" cy="0"/>
            </a:xfrm>
            <a:prstGeom prst="line">
              <a:avLst/>
            </a:prstGeom>
            <a:ln w="12700" cap="flat" cmpd="sng">
              <a:solidFill>
                <a:schemeClr val="tx1"/>
              </a:solidFill>
              <a:prstDash val="solid"/>
              <a:round/>
              <a:headEnd type="none" w="med" len="med"/>
              <a:tailEnd type="none" w="sm" len="lg"/>
            </a:ln>
          </p:spPr>
        </p:sp>
        <p:sp>
          <p:nvSpPr>
            <p:cNvPr id="35845" name="Line 7"/>
            <p:cNvSpPr/>
            <p:nvPr/>
          </p:nvSpPr>
          <p:spPr>
            <a:xfrm>
              <a:off x="1044" y="852"/>
              <a:ext cx="156" cy="0"/>
            </a:xfrm>
            <a:prstGeom prst="line">
              <a:avLst/>
            </a:prstGeom>
            <a:ln w="12700" cap="flat" cmpd="sng">
              <a:solidFill>
                <a:schemeClr val="tx1"/>
              </a:solidFill>
              <a:prstDash val="solid"/>
              <a:round/>
              <a:headEnd type="none" w="med" len="med"/>
              <a:tailEnd type="none" w="sm" len="lg"/>
            </a:ln>
          </p:spPr>
        </p:sp>
        <p:sp>
          <p:nvSpPr>
            <p:cNvPr id="35846" name="Line 8"/>
            <p:cNvSpPr/>
            <p:nvPr/>
          </p:nvSpPr>
          <p:spPr>
            <a:xfrm>
              <a:off x="1368" y="852"/>
              <a:ext cx="120" cy="0"/>
            </a:xfrm>
            <a:prstGeom prst="line">
              <a:avLst/>
            </a:prstGeom>
            <a:ln w="12700" cap="flat" cmpd="sng">
              <a:solidFill>
                <a:schemeClr val="tx1"/>
              </a:solidFill>
              <a:prstDash val="solid"/>
              <a:round/>
              <a:headEnd type="none" w="med" len="med"/>
              <a:tailEnd type="none" w="sm" len="lg"/>
            </a:ln>
          </p:spPr>
        </p:sp>
        <p:sp>
          <p:nvSpPr>
            <p:cNvPr id="35847" name="Line 9"/>
            <p:cNvSpPr/>
            <p:nvPr/>
          </p:nvSpPr>
          <p:spPr>
            <a:xfrm>
              <a:off x="1332" y="828"/>
              <a:ext cx="612" cy="0"/>
            </a:xfrm>
            <a:prstGeom prst="line">
              <a:avLst/>
            </a:prstGeom>
            <a:ln w="12700" cap="flat" cmpd="sng">
              <a:solidFill>
                <a:schemeClr val="tx1"/>
              </a:solidFill>
              <a:prstDash val="solid"/>
              <a:round/>
              <a:headEnd type="none" w="med" len="med"/>
              <a:tailEnd type="none" w="sm" len="lg"/>
            </a:ln>
          </p:spPr>
        </p:sp>
        <p:sp>
          <p:nvSpPr>
            <p:cNvPr id="35848" name="Line 10"/>
            <p:cNvSpPr/>
            <p:nvPr/>
          </p:nvSpPr>
          <p:spPr>
            <a:xfrm flipH="1">
              <a:off x="624" y="804"/>
              <a:ext cx="1308" cy="0"/>
            </a:xfrm>
            <a:prstGeom prst="line">
              <a:avLst/>
            </a:prstGeom>
            <a:ln w="12700" cap="flat" cmpd="sng">
              <a:solidFill>
                <a:schemeClr val="tx1"/>
              </a:solidFill>
              <a:prstDash val="solid"/>
              <a:round/>
              <a:headEnd type="none" w="med" len="med"/>
              <a:tailEnd type="none" w="sm" len="lg"/>
            </a:ln>
          </p:spPr>
        </p:sp>
      </p:grpSp>
      <p:grpSp>
        <p:nvGrpSpPr>
          <p:cNvPr id="3" name="Group 21"/>
          <p:cNvGrpSpPr/>
          <p:nvPr/>
        </p:nvGrpSpPr>
        <p:grpSpPr>
          <a:xfrm>
            <a:off x="514350" y="1778000"/>
            <a:ext cx="5695950" cy="519113"/>
            <a:chOff x="276" y="1120"/>
            <a:chExt cx="3588" cy="327"/>
          </a:xfrm>
        </p:grpSpPr>
        <p:sp>
          <p:nvSpPr>
            <p:cNvPr id="35850" name="Rectangle 13"/>
            <p:cNvSpPr/>
            <p:nvPr/>
          </p:nvSpPr>
          <p:spPr>
            <a:xfrm>
              <a:off x="276" y="1120"/>
              <a:ext cx="3588" cy="327"/>
            </a:xfrm>
            <a:prstGeom prst="rect">
              <a:avLst/>
            </a:prstGeom>
            <a:noFill/>
            <a:ln w="12700">
              <a:noFill/>
            </a:ln>
          </p:spPr>
          <p:txBody>
            <a:bodyPr anchor="t" anchorCtr="0">
              <a:spAutoFit/>
            </a:bodyPr>
            <a:p>
              <a:pPr>
                <a:spcBef>
                  <a:spcPct val="50000"/>
                </a:spcBef>
              </a:pPr>
              <a:r>
                <a:rPr lang="en-US" altLang="zh-CN" sz="2800" i="0" dirty="0">
                  <a:latin typeface="Times New Roman" panose="02020603050405020304" pitchFamily="18" charset="0"/>
                  <a:ea typeface="宋体" panose="02010600030101010101" pitchFamily="2" charset="-122"/>
                </a:rPr>
                <a:t> =(A + B)(A + C)(BC + BC)(B + C)</a:t>
              </a:r>
              <a:endParaRPr lang="en-US" altLang="zh-CN" sz="2800" i="0" dirty="0">
                <a:latin typeface="Times New Roman" panose="02020603050405020304" pitchFamily="18" charset="0"/>
                <a:ea typeface="宋体" panose="02010600030101010101" pitchFamily="2" charset="-122"/>
              </a:endParaRPr>
            </a:p>
          </p:txBody>
        </p:sp>
        <p:sp>
          <p:nvSpPr>
            <p:cNvPr id="35851" name="Line 14"/>
            <p:cNvSpPr/>
            <p:nvPr/>
          </p:nvSpPr>
          <p:spPr>
            <a:xfrm>
              <a:off x="684" y="1188"/>
              <a:ext cx="144" cy="0"/>
            </a:xfrm>
            <a:prstGeom prst="line">
              <a:avLst/>
            </a:prstGeom>
            <a:ln w="12700" cap="flat" cmpd="sng">
              <a:solidFill>
                <a:schemeClr val="tx1"/>
              </a:solidFill>
              <a:prstDash val="solid"/>
              <a:round/>
              <a:headEnd type="none" w="med" len="med"/>
              <a:tailEnd type="none" w="sm" len="lg"/>
            </a:ln>
          </p:spPr>
        </p:sp>
        <p:sp>
          <p:nvSpPr>
            <p:cNvPr id="35852" name="Line 15"/>
            <p:cNvSpPr/>
            <p:nvPr/>
          </p:nvSpPr>
          <p:spPr>
            <a:xfrm>
              <a:off x="1068" y="1188"/>
              <a:ext cx="156" cy="0"/>
            </a:xfrm>
            <a:prstGeom prst="line">
              <a:avLst/>
            </a:prstGeom>
            <a:ln w="12700" cap="flat" cmpd="sng">
              <a:solidFill>
                <a:schemeClr val="tx1"/>
              </a:solidFill>
              <a:prstDash val="solid"/>
              <a:round/>
              <a:headEnd type="none" w="med" len="med"/>
              <a:tailEnd type="none" w="sm" len="lg"/>
            </a:ln>
          </p:spPr>
        </p:sp>
        <p:sp>
          <p:nvSpPr>
            <p:cNvPr id="35853" name="Line 16"/>
            <p:cNvSpPr/>
            <p:nvPr/>
          </p:nvSpPr>
          <p:spPr>
            <a:xfrm>
              <a:off x="1392" y="1188"/>
              <a:ext cx="120" cy="0"/>
            </a:xfrm>
            <a:prstGeom prst="line">
              <a:avLst/>
            </a:prstGeom>
            <a:ln w="12700" cap="flat" cmpd="sng">
              <a:solidFill>
                <a:schemeClr val="tx1"/>
              </a:solidFill>
              <a:prstDash val="solid"/>
              <a:round/>
              <a:headEnd type="none" w="med" len="med"/>
              <a:tailEnd type="none" w="sm" len="lg"/>
            </a:ln>
          </p:spPr>
        </p:sp>
        <p:sp>
          <p:nvSpPr>
            <p:cNvPr id="35854" name="Line 17"/>
            <p:cNvSpPr/>
            <p:nvPr/>
          </p:nvSpPr>
          <p:spPr>
            <a:xfrm>
              <a:off x="1356" y="1164"/>
              <a:ext cx="612" cy="0"/>
            </a:xfrm>
            <a:prstGeom prst="line">
              <a:avLst/>
            </a:prstGeom>
            <a:ln w="12700" cap="flat" cmpd="sng">
              <a:solidFill>
                <a:schemeClr val="tx1"/>
              </a:solidFill>
              <a:prstDash val="solid"/>
              <a:round/>
              <a:headEnd type="none" w="med" len="med"/>
              <a:tailEnd type="none" w="sm" len="lg"/>
            </a:ln>
          </p:spPr>
        </p:sp>
        <p:sp>
          <p:nvSpPr>
            <p:cNvPr id="35855" name="Line 18"/>
            <p:cNvSpPr/>
            <p:nvPr/>
          </p:nvSpPr>
          <p:spPr>
            <a:xfrm flipH="1">
              <a:off x="648" y="1140"/>
              <a:ext cx="1308" cy="0"/>
            </a:xfrm>
            <a:prstGeom prst="line">
              <a:avLst/>
            </a:prstGeom>
            <a:ln w="12700" cap="flat" cmpd="sng">
              <a:solidFill>
                <a:schemeClr val="tx1"/>
              </a:solidFill>
              <a:prstDash val="solid"/>
              <a:round/>
              <a:headEnd type="none" w="med" len="med"/>
              <a:tailEnd type="none" w="sm" len="lg"/>
            </a:ln>
          </p:spPr>
        </p:sp>
        <p:sp>
          <p:nvSpPr>
            <p:cNvPr id="35856" name="Line 19"/>
            <p:cNvSpPr/>
            <p:nvPr/>
          </p:nvSpPr>
          <p:spPr>
            <a:xfrm>
              <a:off x="2160" y="1188"/>
              <a:ext cx="144" cy="0"/>
            </a:xfrm>
            <a:prstGeom prst="line">
              <a:avLst/>
            </a:prstGeom>
            <a:ln w="12700" cap="flat" cmpd="sng">
              <a:solidFill>
                <a:schemeClr val="tx1"/>
              </a:solidFill>
              <a:prstDash val="solid"/>
              <a:round/>
              <a:headEnd type="none" w="med" len="med"/>
              <a:tailEnd type="none" w="sm" len="lg"/>
            </a:ln>
          </p:spPr>
        </p:sp>
        <p:sp>
          <p:nvSpPr>
            <p:cNvPr id="35857" name="Line 20"/>
            <p:cNvSpPr/>
            <p:nvPr/>
          </p:nvSpPr>
          <p:spPr>
            <a:xfrm>
              <a:off x="2544" y="1188"/>
              <a:ext cx="156" cy="0"/>
            </a:xfrm>
            <a:prstGeom prst="line">
              <a:avLst/>
            </a:prstGeom>
            <a:ln w="12700" cap="flat" cmpd="sng">
              <a:solidFill>
                <a:schemeClr val="tx1"/>
              </a:solidFill>
              <a:prstDash val="solid"/>
              <a:round/>
              <a:headEnd type="none" w="med" len="med"/>
              <a:tailEnd type="none" w="sm" len="lg"/>
            </a:ln>
          </p:spPr>
        </p:sp>
      </p:grpSp>
      <p:grpSp>
        <p:nvGrpSpPr>
          <p:cNvPr id="4" name="Group 26"/>
          <p:cNvGrpSpPr/>
          <p:nvPr/>
        </p:nvGrpSpPr>
        <p:grpSpPr>
          <a:xfrm>
            <a:off x="612775" y="2257425"/>
            <a:ext cx="4927600" cy="519113"/>
            <a:chOff x="590" y="1662"/>
            <a:chExt cx="3104" cy="327"/>
          </a:xfrm>
        </p:grpSpPr>
        <p:sp>
          <p:nvSpPr>
            <p:cNvPr id="35859" name="Text Box 22"/>
            <p:cNvSpPr txBox="1"/>
            <p:nvPr/>
          </p:nvSpPr>
          <p:spPr>
            <a:xfrm>
              <a:off x="590" y="1662"/>
              <a:ext cx="3104"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=(AB + A + C)(BC + BC)(B +C)</a:t>
              </a:r>
              <a:endParaRPr lang="en-US" altLang="zh-CN" sz="2800" i="0" dirty="0">
                <a:latin typeface="Times New Roman" panose="02020603050405020304" pitchFamily="18" charset="0"/>
                <a:ea typeface="宋体" panose="02010600030101010101" pitchFamily="2" charset="-122"/>
              </a:endParaRPr>
            </a:p>
          </p:txBody>
        </p:sp>
        <p:sp>
          <p:nvSpPr>
            <p:cNvPr id="35860" name="Line 23"/>
            <p:cNvSpPr/>
            <p:nvPr/>
          </p:nvSpPr>
          <p:spPr>
            <a:xfrm>
              <a:off x="1404" y="1740"/>
              <a:ext cx="156" cy="0"/>
            </a:xfrm>
            <a:prstGeom prst="line">
              <a:avLst/>
            </a:prstGeom>
            <a:ln w="12700" cap="flat" cmpd="sng">
              <a:solidFill>
                <a:schemeClr val="tx1"/>
              </a:solidFill>
              <a:prstDash val="solid"/>
              <a:round/>
              <a:headEnd type="none" w="med" len="med"/>
              <a:tailEnd type="none" w="sm" len="lg"/>
            </a:ln>
          </p:spPr>
        </p:sp>
        <p:sp>
          <p:nvSpPr>
            <p:cNvPr id="35861" name="Line 24"/>
            <p:cNvSpPr/>
            <p:nvPr/>
          </p:nvSpPr>
          <p:spPr>
            <a:xfrm>
              <a:off x="2256" y="1728"/>
              <a:ext cx="144" cy="0"/>
            </a:xfrm>
            <a:prstGeom prst="line">
              <a:avLst/>
            </a:prstGeom>
            <a:ln w="12700" cap="flat" cmpd="sng">
              <a:solidFill>
                <a:schemeClr val="tx1"/>
              </a:solidFill>
              <a:prstDash val="solid"/>
              <a:round/>
              <a:headEnd type="none" w="med" len="med"/>
              <a:tailEnd type="none" w="sm" len="lg"/>
            </a:ln>
          </p:spPr>
        </p:sp>
        <p:sp>
          <p:nvSpPr>
            <p:cNvPr id="35862" name="Line 25"/>
            <p:cNvSpPr/>
            <p:nvPr/>
          </p:nvSpPr>
          <p:spPr>
            <a:xfrm>
              <a:off x="2616" y="1728"/>
              <a:ext cx="168" cy="0"/>
            </a:xfrm>
            <a:prstGeom prst="line">
              <a:avLst/>
            </a:prstGeom>
            <a:ln w="12700" cap="flat" cmpd="sng">
              <a:solidFill>
                <a:schemeClr val="tx1"/>
              </a:solidFill>
              <a:prstDash val="solid"/>
              <a:round/>
              <a:headEnd type="none" w="med" len="med"/>
              <a:tailEnd type="none" w="sm" len="lg"/>
            </a:ln>
          </p:spPr>
        </p:sp>
      </p:grpSp>
      <p:grpSp>
        <p:nvGrpSpPr>
          <p:cNvPr id="5" name="Group 33"/>
          <p:cNvGrpSpPr/>
          <p:nvPr/>
        </p:nvGrpSpPr>
        <p:grpSpPr>
          <a:xfrm>
            <a:off x="346075" y="2714625"/>
            <a:ext cx="4937125" cy="519113"/>
            <a:chOff x="446" y="1770"/>
            <a:chExt cx="3110" cy="327"/>
          </a:xfrm>
        </p:grpSpPr>
        <p:sp>
          <p:nvSpPr>
            <p:cNvPr id="35864" name="Text Box 29"/>
            <p:cNvSpPr txBox="1"/>
            <p:nvPr/>
          </p:nvSpPr>
          <p:spPr>
            <a:xfrm>
              <a:off x="446" y="1770"/>
              <a:ext cx="3110"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   =(B + A + C)(BC + BC)(B +C)</a:t>
              </a:r>
              <a:endParaRPr lang="en-US" altLang="zh-CN" sz="2800" i="0" dirty="0">
                <a:latin typeface="Times New Roman" panose="02020603050405020304" pitchFamily="18" charset="0"/>
                <a:ea typeface="宋体" panose="02010600030101010101" pitchFamily="2" charset="-122"/>
              </a:endParaRPr>
            </a:p>
          </p:txBody>
        </p:sp>
        <p:sp>
          <p:nvSpPr>
            <p:cNvPr id="35865" name="Line 30"/>
            <p:cNvSpPr/>
            <p:nvPr/>
          </p:nvSpPr>
          <p:spPr>
            <a:xfrm>
              <a:off x="1260" y="1848"/>
              <a:ext cx="156" cy="0"/>
            </a:xfrm>
            <a:prstGeom prst="line">
              <a:avLst/>
            </a:prstGeom>
            <a:ln w="12700" cap="flat" cmpd="sng">
              <a:solidFill>
                <a:schemeClr val="tx1"/>
              </a:solidFill>
              <a:prstDash val="solid"/>
              <a:round/>
              <a:headEnd type="none" w="med" len="med"/>
              <a:tailEnd type="none" w="sm" len="lg"/>
            </a:ln>
          </p:spPr>
        </p:sp>
        <p:sp>
          <p:nvSpPr>
            <p:cNvPr id="35866" name="Line 31"/>
            <p:cNvSpPr/>
            <p:nvPr/>
          </p:nvSpPr>
          <p:spPr>
            <a:xfrm>
              <a:off x="2112" y="1836"/>
              <a:ext cx="144" cy="0"/>
            </a:xfrm>
            <a:prstGeom prst="line">
              <a:avLst/>
            </a:prstGeom>
            <a:ln w="12700" cap="flat" cmpd="sng">
              <a:solidFill>
                <a:schemeClr val="tx1"/>
              </a:solidFill>
              <a:prstDash val="solid"/>
              <a:round/>
              <a:headEnd type="none" w="med" len="med"/>
              <a:tailEnd type="none" w="sm" len="lg"/>
            </a:ln>
          </p:spPr>
        </p:sp>
        <p:sp>
          <p:nvSpPr>
            <p:cNvPr id="35867" name="Line 32"/>
            <p:cNvSpPr/>
            <p:nvPr/>
          </p:nvSpPr>
          <p:spPr>
            <a:xfrm>
              <a:off x="2472" y="1836"/>
              <a:ext cx="168" cy="0"/>
            </a:xfrm>
            <a:prstGeom prst="line">
              <a:avLst/>
            </a:prstGeom>
            <a:ln w="12700" cap="flat" cmpd="sng">
              <a:solidFill>
                <a:schemeClr val="tx1"/>
              </a:solidFill>
              <a:prstDash val="solid"/>
              <a:round/>
              <a:headEnd type="none" w="med" len="med"/>
              <a:tailEnd type="none" w="sm" len="lg"/>
            </a:ln>
          </p:spPr>
        </p:sp>
      </p:grpSp>
      <p:grpSp>
        <p:nvGrpSpPr>
          <p:cNvPr id="6" name="Group 39"/>
          <p:cNvGrpSpPr/>
          <p:nvPr/>
        </p:nvGrpSpPr>
        <p:grpSpPr>
          <a:xfrm>
            <a:off x="669925" y="3171825"/>
            <a:ext cx="2946400" cy="519113"/>
            <a:chOff x="638" y="2478"/>
            <a:chExt cx="1856" cy="327"/>
          </a:xfrm>
        </p:grpSpPr>
        <p:sp>
          <p:nvSpPr>
            <p:cNvPr id="35869" name="Text Box 35"/>
            <p:cNvSpPr txBox="1"/>
            <p:nvPr/>
          </p:nvSpPr>
          <p:spPr>
            <a:xfrm>
              <a:off x="638" y="2478"/>
              <a:ext cx="1856"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=(BC + BC)(B +C)</a:t>
              </a:r>
              <a:endParaRPr lang="en-US" altLang="zh-CN" sz="2800" i="0" dirty="0">
                <a:latin typeface="Times New Roman" panose="02020603050405020304" pitchFamily="18" charset="0"/>
                <a:ea typeface="宋体" panose="02010600030101010101" pitchFamily="2" charset="-122"/>
              </a:endParaRPr>
            </a:p>
          </p:txBody>
        </p:sp>
        <p:sp>
          <p:nvSpPr>
            <p:cNvPr id="35870" name="Line 37"/>
            <p:cNvSpPr/>
            <p:nvPr/>
          </p:nvSpPr>
          <p:spPr>
            <a:xfrm>
              <a:off x="1056" y="2544"/>
              <a:ext cx="144" cy="0"/>
            </a:xfrm>
            <a:prstGeom prst="line">
              <a:avLst/>
            </a:prstGeom>
            <a:ln w="12700" cap="flat" cmpd="sng">
              <a:solidFill>
                <a:schemeClr val="tx1"/>
              </a:solidFill>
              <a:prstDash val="solid"/>
              <a:round/>
              <a:headEnd type="none" w="med" len="med"/>
              <a:tailEnd type="none" w="sm" len="lg"/>
            </a:ln>
          </p:spPr>
        </p:sp>
        <p:sp>
          <p:nvSpPr>
            <p:cNvPr id="35871" name="Line 38"/>
            <p:cNvSpPr/>
            <p:nvPr/>
          </p:nvSpPr>
          <p:spPr>
            <a:xfrm>
              <a:off x="1404" y="2544"/>
              <a:ext cx="168" cy="0"/>
            </a:xfrm>
            <a:prstGeom prst="line">
              <a:avLst/>
            </a:prstGeom>
            <a:ln w="12700" cap="flat" cmpd="sng">
              <a:solidFill>
                <a:schemeClr val="tx1"/>
              </a:solidFill>
              <a:prstDash val="solid"/>
              <a:round/>
              <a:headEnd type="none" w="med" len="med"/>
              <a:tailEnd type="none" w="sm" len="lg"/>
            </a:ln>
          </p:spPr>
        </p:sp>
      </p:grpSp>
      <p:grpSp>
        <p:nvGrpSpPr>
          <p:cNvPr id="7" name="Group 41"/>
          <p:cNvGrpSpPr/>
          <p:nvPr/>
        </p:nvGrpSpPr>
        <p:grpSpPr>
          <a:xfrm>
            <a:off x="708025" y="3648075"/>
            <a:ext cx="1708150" cy="519113"/>
            <a:chOff x="458" y="2430"/>
            <a:chExt cx="1076" cy="327"/>
          </a:xfrm>
        </p:grpSpPr>
        <p:sp>
          <p:nvSpPr>
            <p:cNvPr id="35873" name="Text Box 27"/>
            <p:cNvSpPr txBox="1"/>
            <p:nvPr/>
          </p:nvSpPr>
          <p:spPr>
            <a:xfrm>
              <a:off x="458" y="2430"/>
              <a:ext cx="1076"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=BC + BC</a:t>
              </a:r>
              <a:endParaRPr lang="en-US" altLang="zh-CN" sz="2800" i="0" dirty="0">
                <a:latin typeface="Times New Roman" panose="02020603050405020304" pitchFamily="18" charset="0"/>
                <a:ea typeface="宋体" panose="02010600030101010101" pitchFamily="2" charset="-122"/>
              </a:endParaRPr>
            </a:p>
          </p:txBody>
        </p:sp>
        <p:sp>
          <p:nvSpPr>
            <p:cNvPr id="35874" name="Line 36"/>
            <p:cNvSpPr/>
            <p:nvPr/>
          </p:nvSpPr>
          <p:spPr>
            <a:xfrm>
              <a:off x="804" y="2496"/>
              <a:ext cx="156" cy="0"/>
            </a:xfrm>
            <a:prstGeom prst="line">
              <a:avLst/>
            </a:prstGeom>
            <a:ln w="12700" cap="flat" cmpd="sng">
              <a:solidFill>
                <a:schemeClr val="tx1"/>
              </a:solidFill>
              <a:prstDash val="solid"/>
              <a:round/>
              <a:headEnd type="none" w="med" len="med"/>
              <a:tailEnd type="none" w="sm" len="lg"/>
            </a:ln>
          </p:spPr>
        </p:sp>
        <p:sp>
          <p:nvSpPr>
            <p:cNvPr id="35875" name="Line 40"/>
            <p:cNvSpPr/>
            <p:nvPr/>
          </p:nvSpPr>
          <p:spPr>
            <a:xfrm>
              <a:off x="1176" y="2496"/>
              <a:ext cx="156" cy="0"/>
            </a:xfrm>
            <a:prstGeom prst="line">
              <a:avLst/>
            </a:prstGeom>
            <a:ln w="12700" cap="flat" cmpd="sng">
              <a:solidFill>
                <a:schemeClr val="tx1"/>
              </a:solidFill>
              <a:prstDash val="solid"/>
              <a:round/>
              <a:headEnd type="none" w="med" len="med"/>
              <a:tailEnd type="none" w="sm" len="lg"/>
            </a:ln>
          </p:spPr>
        </p:sp>
      </p:grpSp>
      <p:sp>
        <p:nvSpPr>
          <p:cNvPr id="67627" name="Text Box 43"/>
          <p:cNvSpPr txBox="1"/>
          <p:nvPr/>
        </p:nvSpPr>
        <p:spPr>
          <a:xfrm>
            <a:off x="708025" y="4156075"/>
            <a:ext cx="1308100" cy="519113"/>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C</a:t>
            </a:r>
            <a:endParaRPr lang="en-US" altLang="zh-CN" sz="2800" i="0" dirty="0">
              <a:latin typeface="Times New Roman" panose="02020603050405020304" pitchFamily="18" charset="0"/>
              <a:ea typeface="宋体" panose="02010600030101010101" pitchFamily="2" charset="-122"/>
            </a:endParaRPr>
          </a:p>
        </p:txBody>
      </p:sp>
      <p:grpSp>
        <p:nvGrpSpPr>
          <p:cNvPr id="8" name="Group 44"/>
          <p:cNvGrpSpPr/>
          <p:nvPr/>
        </p:nvGrpSpPr>
        <p:grpSpPr>
          <a:xfrm>
            <a:off x="5795963" y="1243013"/>
            <a:ext cx="2930525" cy="4321175"/>
            <a:chOff x="3322" y="673"/>
            <a:chExt cx="1846" cy="2722"/>
          </a:xfrm>
        </p:grpSpPr>
        <p:sp>
          <p:nvSpPr>
            <p:cNvPr id="35878" name="Text Box 45"/>
            <p:cNvSpPr txBox="1"/>
            <p:nvPr/>
          </p:nvSpPr>
          <p:spPr>
            <a:xfrm>
              <a:off x="3554" y="673"/>
              <a:ext cx="1393" cy="2722"/>
            </a:xfrm>
            <a:prstGeom prst="rect">
              <a:avLst/>
            </a:prstGeom>
            <a:noFill/>
            <a:ln w="9525">
              <a:noFill/>
            </a:ln>
          </p:spPr>
          <p:txBody>
            <a:bodyPr wrap="none" anchor="t" anchorCtr="0">
              <a:spAutoFit/>
            </a:bodyPr>
            <a:p>
              <a:pPr>
                <a:lnSpc>
                  <a:spcPct val="110000"/>
                </a:lnSpc>
              </a:pPr>
              <a:r>
                <a:rPr lang="en-US" altLang="zh-CN" sz="2800" i="0" dirty="0">
                  <a:latin typeface="Times New Roman" panose="02020603050405020304" pitchFamily="18" charset="0"/>
                  <a:ea typeface="宋体" panose="02010600030101010101" pitchFamily="2" charset="-122"/>
                </a:rPr>
                <a:t>A   B   C	F</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0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0    1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1    0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1    1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0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0    1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1    0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1    1	0</a:t>
              </a:r>
              <a:endParaRPr lang="en-US" altLang="zh-CN" sz="2800" i="0" dirty="0">
                <a:latin typeface="Times New Roman" panose="02020603050405020304" pitchFamily="18" charset="0"/>
                <a:ea typeface="宋体" panose="02010600030101010101" pitchFamily="2" charset="-122"/>
              </a:endParaRPr>
            </a:p>
          </p:txBody>
        </p:sp>
        <p:sp>
          <p:nvSpPr>
            <p:cNvPr id="35879" name="Line 46"/>
            <p:cNvSpPr/>
            <p:nvPr/>
          </p:nvSpPr>
          <p:spPr>
            <a:xfrm>
              <a:off x="3322" y="755"/>
              <a:ext cx="1846" cy="0"/>
            </a:xfrm>
            <a:prstGeom prst="line">
              <a:avLst/>
            </a:prstGeom>
            <a:ln w="19050" cap="flat" cmpd="sng">
              <a:solidFill>
                <a:srgbClr val="3333FF"/>
              </a:solidFill>
              <a:prstDash val="solid"/>
              <a:round/>
              <a:headEnd type="none" w="med" len="med"/>
              <a:tailEnd type="none" w="med" len="med"/>
            </a:ln>
          </p:spPr>
        </p:sp>
        <p:sp>
          <p:nvSpPr>
            <p:cNvPr id="35880" name="Line 47"/>
            <p:cNvSpPr/>
            <p:nvPr/>
          </p:nvSpPr>
          <p:spPr>
            <a:xfrm>
              <a:off x="3322" y="1011"/>
              <a:ext cx="1846" cy="0"/>
            </a:xfrm>
            <a:prstGeom prst="line">
              <a:avLst/>
            </a:prstGeom>
            <a:ln w="19050" cap="flat" cmpd="sng">
              <a:solidFill>
                <a:srgbClr val="3333FF"/>
              </a:solidFill>
              <a:prstDash val="solid"/>
              <a:round/>
              <a:headEnd type="none" w="med" len="med"/>
              <a:tailEnd type="none" w="med" len="med"/>
            </a:ln>
          </p:spPr>
        </p:sp>
        <p:sp>
          <p:nvSpPr>
            <p:cNvPr id="35881" name="Line 48"/>
            <p:cNvSpPr/>
            <p:nvPr/>
          </p:nvSpPr>
          <p:spPr>
            <a:xfrm>
              <a:off x="3322" y="3344"/>
              <a:ext cx="1846" cy="0"/>
            </a:xfrm>
            <a:prstGeom prst="line">
              <a:avLst/>
            </a:prstGeom>
            <a:ln w="19050" cap="flat" cmpd="sng">
              <a:solidFill>
                <a:srgbClr val="3333FF"/>
              </a:solidFill>
              <a:prstDash val="solid"/>
              <a:round/>
              <a:headEnd type="none" w="med" len="med"/>
              <a:tailEnd type="none" w="med" len="med"/>
            </a:ln>
          </p:spPr>
        </p:sp>
        <p:sp>
          <p:nvSpPr>
            <p:cNvPr id="35882" name="Line 49"/>
            <p:cNvSpPr/>
            <p:nvPr/>
          </p:nvSpPr>
          <p:spPr>
            <a:xfrm>
              <a:off x="4568" y="755"/>
              <a:ext cx="0" cy="2589"/>
            </a:xfrm>
            <a:prstGeom prst="line">
              <a:avLst/>
            </a:prstGeom>
            <a:ln w="19050" cap="flat" cmpd="sng">
              <a:solidFill>
                <a:srgbClr val="3333FF"/>
              </a:solidFill>
              <a:prstDash val="solid"/>
              <a:round/>
              <a:headEnd type="none" w="med" len="med"/>
              <a:tailEnd type="none" w="med" len="med"/>
            </a:ln>
          </p:spPr>
        </p:sp>
      </p:grpSp>
      <p:sp>
        <p:nvSpPr>
          <p:cNvPr id="67634" name="Text Box 50"/>
          <p:cNvSpPr txBox="1"/>
          <p:nvPr/>
        </p:nvSpPr>
        <p:spPr>
          <a:xfrm>
            <a:off x="746125" y="4673600"/>
            <a:ext cx="44323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三：列出逻辑函数的真值表</a:t>
            </a:r>
            <a:endParaRPr lang="zh-CN" altLang="en-US" sz="2800" i="0" dirty="0">
              <a:latin typeface="Times New Roman" panose="02020603050405020304" pitchFamily="18" charset="0"/>
              <a:ea typeface="宋体" panose="02010600030101010101" pitchFamily="2" charset="-122"/>
            </a:endParaRPr>
          </a:p>
        </p:txBody>
      </p:sp>
      <p:sp>
        <p:nvSpPr>
          <p:cNvPr id="67635" name="Text Box 51"/>
          <p:cNvSpPr txBox="1"/>
          <p:nvPr/>
        </p:nvSpPr>
        <p:spPr>
          <a:xfrm>
            <a:off x="765175" y="5321300"/>
            <a:ext cx="3803650" cy="946150"/>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四：逻辑问题评述</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         等效逻辑电路略。</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wipe(left)">
                                      <p:cBhvr>
                                        <p:cTn id="7" dur="500"/>
                                        <p:tgtEl>
                                          <p:spTgt spid="675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7627"/>
                                        </p:tgtEl>
                                        <p:attrNameLst>
                                          <p:attrName>style.visibility</p:attrName>
                                        </p:attrNameLst>
                                      </p:cBhvr>
                                      <p:to>
                                        <p:strVal val="visible"/>
                                      </p:to>
                                    </p:set>
                                    <p:animEffect transition="in" filter="wipe(left)">
                                      <p:cBhvr>
                                        <p:cTn id="42" dur="500"/>
                                        <p:tgtEl>
                                          <p:spTgt spid="676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7634"/>
                                        </p:tgtEl>
                                        <p:attrNameLst>
                                          <p:attrName>style.visibility</p:attrName>
                                        </p:attrNameLst>
                                      </p:cBhvr>
                                      <p:to>
                                        <p:strVal val="visible"/>
                                      </p:to>
                                    </p:set>
                                    <p:animEffect transition="in" filter="wipe(left)">
                                      <p:cBhvr>
                                        <p:cTn id="47" dur="500"/>
                                        <p:tgtEl>
                                          <p:spTgt spid="67634"/>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box(out)">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67635"/>
                                        </p:tgtEl>
                                        <p:attrNameLst>
                                          <p:attrName>style.visibility</p:attrName>
                                        </p:attrNameLst>
                                      </p:cBhvr>
                                      <p:to>
                                        <p:strVal val="visible"/>
                                      </p:to>
                                    </p:set>
                                    <p:anim calcmode="lin" valueType="num">
                                      <p:cBhvr additive="base">
                                        <p:cTn id="57" dur="500" fill="hold"/>
                                        <p:tgtEl>
                                          <p:spTgt spid="67635"/>
                                        </p:tgtEl>
                                        <p:attrNameLst>
                                          <p:attrName>ppt_x</p:attrName>
                                        </p:attrNameLst>
                                      </p:cBhvr>
                                      <p:tavLst>
                                        <p:tav tm="0">
                                          <p:val>
                                            <p:strVal val="0-#ppt_w/2"/>
                                          </p:val>
                                        </p:tav>
                                        <p:tav tm="100000">
                                          <p:val>
                                            <p:strVal val="#ppt_x"/>
                                          </p:val>
                                        </p:tav>
                                      </p:tavLst>
                                    </p:anim>
                                    <p:anim calcmode="lin" valueType="num">
                                      <p:cBhvr additive="base">
                                        <p:cTn id="58" dur="500" fill="hold"/>
                                        <p:tgtEl>
                                          <p:spTgt spid="676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p:bldP spid="67627" grpId="0"/>
      <p:bldP spid="67634" grpId="0"/>
      <p:bldP spid="6763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 Box 2"/>
          <p:cNvSpPr txBox="1">
            <a:spLocks noChangeArrowheads="1"/>
          </p:cNvSpPr>
          <p:nvPr/>
        </p:nvSpPr>
        <p:spPr bwMode="auto">
          <a:xfrm>
            <a:off x="711200" y="877888"/>
            <a:ext cx="4391025" cy="54927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2</a:t>
            </a:r>
            <a:r>
              <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  组合逻辑电路的设计</a:t>
            </a:r>
            <a:endPar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5364" name="Text Box 4"/>
          <p:cNvSpPr txBox="1"/>
          <p:nvPr/>
        </p:nvSpPr>
        <p:spPr>
          <a:xfrm>
            <a:off x="288925" y="1611313"/>
            <a:ext cx="7886700" cy="1563687"/>
          </a:xfrm>
          <a:prstGeom prst="rect">
            <a:avLst/>
          </a:prstGeom>
          <a:noFill/>
          <a:ln w="9525">
            <a:noFill/>
          </a:ln>
        </p:spPr>
        <p:txBody>
          <a:bodyPr anchor="t" anchorCtr="0">
            <a:spAutoFit/>
          </a:bodyPr>
          <a:p>
            <a:pPr indent="565150">
              <a:lnSpc>
                <a:spcPct val="115000"/>
              </a:lnSpc>
              <a:spcBef>
                <a:spcPct val="50000"/>
              </a:spcBef>
            </a:pPr>
            <a:r>
              <a:rPr lang="zh-CN" altLang="en-US" sz="2800" i="0" dirty="0">
                <a:latin typeface="Times New Roman" panose="02020603050405020304" pitchFamily="18" charset="0"/>
                <a:ea typeface="宋体" panose="02010600030101010101" pitchFamily="2" charset="-122"/>
              </a:rPr>
              <a:t>根据给定要求的文字描述或逻辑函数，在特定条件下，找出用最少的逻辑门来实现给定逻辑功能的方案，并画出逻辑电路图。</a:t>
            </a:r>
            <a:endParaRPr lang="zh-CN" altLang="en-US" sz="2800" i="0" dirty="0">
              <a:latin typeface="Times New Roman" panose="02020603050405020304" pitchFamily="18" charset="0"/>
              <a:ea typeface="宋体" panose="02010600030101010101" pitchFamily="2" charset="-122"/>
            </a:endParaRPr>
          </a:p>
        </p:txBody>
      </p:sp>
      <p:sp>
        <p:nvSpPr>
          <p:cNvPr id="15367" name="Text Box 7"/>
          <p:cNvSpPr txBox="1">
            <a:spLocks noChangeArrowheads="1"/>
          </p:cNvSpPr>
          <p:nvPr/>
        </p:nvSpPr>
        <p:spPr bwMode="auto">
          <a:xfrm>
            <a:off x="581025" y="3521075"/>
            <a:ext cx="304641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设计的一般步骤：</a:t>
            </a:r>
            <a:endParaRPr kumimoji="1" lang="zh-CN" altLang="en-US" sz="28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5368" name="Text Box 8"/>
          <p:cNvSpPr txBox="1">
            <a:spLocks noChangeArrowheads="1"/>
          </p:cNvSpPr>
          <p:nvPr/>
        </p:nvSpPr>
        <p:spPr bwMode="auto">
          <a:xfrm>
            <a:off x="488950" y="4029075"/>
            <a:ext cx="8064500" cy="522288"/>
          </a:xfrm>
          <a:prstGeom prst="rect">
            <a:avLst/>
          </a:prstGeom>
          <a:noFill/>
          <a:ln w="9525">
            <a:noFill/>
            <a:miter lim="800000"/>
          </a:ln>
          <a:effectLst/>
        </p:spPr>
        <p:txBody>
          <a:bodyPr wrap="square">
            <a:spAutoFit/>
          </a:bodyPr>
          <a:lstStyle/>
          <a:p>
            <a:pPr marR="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第一步</a:t>
            </a:r>
            <a:r>
              <a:rPr kumimoji="1" lang="zh-CN" altLang="en-US" sz="2800" i="0" kern="1200" cap="none" spc="0" normalizeH="0" baseline="0" noProof="0">
                <a:solidFill>
                  <a:srgbClr val="339933"/>
                </a:solidFill>
                <a:latin typeface="Times New Roman" panose="02020603050405020304" pitchFamily="18" charset="0"/>
                <a:ea typeface="宋体" panose="02010600030101010101" pitchFamily="2" charset="-122"/>
                <a:cs typeface="+mn-cs"/>
              </a:rPr>
              <a:t>：</a:t>
            </a:r>
            <a:r>
              <a:rPr kumimoji="1" lang="zh-CN" altLang="en-US" sz="2800" i="0" kern="1200" cap="none" spc="0" normalizeH="0" baseline="0" noProof="0">
                <a:solidFill>
                  <a:srgbClr val="FF9900"/>
                </a:solidFill>
                <a:latin typeface="Times New Roman" panose="02020603050405020304" pitchFamily="18" charset="0"/>
                <a:ea typeface="宋体" panose="02010600030101010101" pitchFamily="2" charset="-122"/>
                <a:cs typeface="+mn-cs"/>
              </a:rPr>
              <a:t>逻辑抽象，</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根据逻辑要求建立真值表；</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
        <p:nvSpPr>
          <p:cNvPr id="15369" name="Text Box 9"/>
          <p:cNvSpPr txBox="1">
            <a:spLocks noChangeArrowheads="1"/>
          </p:cNvSpPr>
          <p:nvPr/>
        </p:nvSpPr>
        <p:spPr bwMode="auto">
          <a:xfrm>
            <a:off x="508000" y="4533900"/>
            <a:ext cx="8105775" cy="1117600"/>
          </a:xfrm>
          <a:prstGeom prst="rect">
            <a:avLst/>
          </a:prstGeom>
          <a:noFill/>
          <a:ln w="9525">
            <a:noFill/>
            <a:miter lim="800000"/>
          </a:ln>
          <a:effectLst/>
        </p:spPr>
        <p:txBody>
          <a:bodyPr>
            <a:spAutoFit/>
          </a:bodyPr>
          <a:lstStyle/>
          <a:p>
            <a:pPr marL="1428750" marR="0" indent="-1428750" defTabSz="914400">
              <a:lnSpc>
                <a:spcPct val="120000"/>
              </a:lnSpc>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第二步：</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根据真值表写出逻辑函数的</a:t>
            </a:r>
            <a:r>
              <a:rPr kumimoji="1" lang="en-US" altLang="zh-CN" sz="2800" i="0" kern="1200" cap="none" spc="0" normalizeH="0" baseline="0" noProof="0">
                <a:latin typeface="Times New Roman" panose="02020603050405020304" pitchFamily="18" charset="0"/>
                <a:ea typeface="宋体" panose="02010600030101010101" pitchFamily="2" charset="-122"/>
                <a:cs typeface="+mn-cs"/>
              </a:rPr>
              <a:t>"</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最小项之和</a:t>
            </a:r>
            <a:r>
              <a:rPr kumimoji="1" lang="en-US" altLang="zh-CN" sz="2800" i="0" kern="1200" cap="none" spc="0" normalizeH="0" baseline="0" noProof="0">
                <a:latin typeface="Times New Roman" panose="02020603050405020304" pitchFamily="18" charset="0"/>
                <a:ea typeface="宋体" panose="02010600030101010101" pitchFamily="2" charset="-122"/>
                <a:cs typeface="+mn-cs"/>
              </a:rPr>
              <a:t>"</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表达式；</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
        <p:nvSpPr>
          <p:cNvPr id="15370" name="Text Box 10"/>
          <p:cNvSpPr txBox="1">
            <a:spLocks noChangeArrowheads="1"/>
          </p:cNvSpPr>
          <p:nvPr/>
        </p:nvSpPr>
        <p:spPr bwMode="auto">
          <a:xfrm>
            <a:off x="527050" y="5581650"/>
            <a:ext cx="6051550" cy="519113"/>
          </a:xfrm>
          <a:prstGeom prst="rect">
            <a:avLst/>
          </a:prstGeom>
          <a:noFill/>
          <a:ln w="9525">
            <a:noFill/>
            <a:miter lim="800000"/>
          </a:ln>
          <a:effectLst/>
        </p:spPr>
        <p:txBody>
          <a:bodyPr>
            <a:spAutoFit/>
          </a:bodyPr>
          <a:lstStyle/>
          <a:p>
            <a:pPr marL="1428750" marR="0" indent="-142875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第三步：</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化简并转换为适当的形式；</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
        <p:nvSpPr>
          <p:cNvPr id="15371" name="Text Box 11"/>
          <p:cNvSpPr txBox="1">
            <a:spLocks noChangeArrowheads="1"/>
          </p:cNvSpPr>
          <p:nvPr/>
        </p:nvSpPr>
        <p:spPr bwMode="auto">
          <a:xfrm>
            <a:off x="527050" y="6132513"/>
            <a:ext cx="6297613" cy="519113"/>
          </a:xfrm>
          <a:prstGeom prst="rect">
            <a:avLst/>
          </a:prstGeom>
          <a:noFill/>
          <a:ln w="9525">
            <a:noFill/>
            <a:miter lim="800000"/>
          </a:ln>
          <a:effectLst/>
        </p:spPr>
        <p:txBody>
          <a:bodyPr>
            <a:spAutoFit/>
          </a:bodyPr>
          <a:lstStyle/>
          <a:p>
            <a:pPr marL="1428750" marR="0" indent="-142875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第四步：</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根据表达式画出逻辑电路图；</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4">
                                            <p:txEl>
                                              <p:charRg st="0" end="56"/>
                                            </p:txEl>
                                          </p:spTgt>
                                        </p:tgtEl>
                                        <p:attrNameLst>
                                          <p:attrName>style.visibility</p:attrName>
                                        </p:attrNameLst>
                                      </p:cBhvr>
                                      <p:to>
                                        <p:strVal val="visible"/>
                                      </p:to>
                                    </p:set>
                                    <p:animEffect transition="in" filter="wipe(left)">
                                      <p:cBhvr>
                                        <p:cTn id="7" dur="500"/>
                                        <p:tgtEl>
                                          <p:spTgt spid="15364">
                                            <p:txEl>
                                              <p:charRg st="0" end="5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7"/>
                                        </p:tgtEl>
                                        <p:attrNameLst>
                                          <p:attrName>style.visibility</p:attrName>
                                        </p:attrNameLst>
                                      </p:cBhvr>
                                      <p:to>
                                        <p:strVal val="visible"/>
                                      </p:to>
                                    </p:set>
                                    <p:animEffect transition="in" filter="wipe(left)">
                                      <p:cBhvr>
                                        <p:cTn id="12" dur="500"/>
                                        <p:tgtEl>
                                          <p:spTgt spid="153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8"/>
                                        </p:tgtEl>
                                        <p:attrNameLst>
                                          <p:attrName>style.visibility</p:attrName>
                                        </p:attrNameLst>
                                      </p:cBhvr>
                                      <p:to>
                                        <p:strVal val="visible"/>
                                      </p:to>
                                    </p:set>
                                    <p:animEffect transition="in" filter="wipe(left)">
                                      <p:cBhvr>
                                        <p:cTn id="17" dur="500"/>
                                        <p:tgtEl>
                                          <p:spTgt spid="153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369"/>
                                        </p:tgtEl>
                                        <p:attrNameLst>
                                          <p:attrName>style.visibility</p:attrName>
                                        </p:attrNameLst>
                                      </p:cBhvr>
                                      <p:to>
                                        <p:strVal val="visible"/>
                                      </p:to>
                                    </p:set>
                                    <p:animEffect transition="in" filter="wipe(left)">
                                      <p:cBhvr>
                                        <p:cTn id="22" dur="500"/>
                                        <p:tgtEl>
                                          <p:spTgt spid="1536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370"/>
                                        </p:tgtEl>
                                        <p:attrNameLst>
                                          <p:attrName>style.visibility</p:attrName>
                                        </p:attrNameLst>
                                      </p:cBhvr>
                                      <p:to>
                                        <p:strVal val="visible"/>
                                      </p:to>
                                    </p:set>
                                    <p:animEffect transition="in" filter="wipe(left)">
                                      <p:cBhvr>
                                        <p:cTn id="27" dur="500"/>
                                        <p:tgtEl>
                                          <p:spTgt spid="1537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371"/>
                                        </p:tgtEl>
                                        <p:attrNameLst>
                                          <p:attrName>style.visibility</p:attrName>
                                        </p:attrNameLst>
                                      </p:cBhvr>
                                      <p:to>
                                        <p:strVal val="visible"/>
                                      </p:to>
                                    </p:set>
                                    <p:animEffect transition="in" filter="wipe(left)">
                                      <p:cBhvr>
                                        <p:cTn id="32" dur="500"/>
                                        <p:tgtEl>
                                          <p:spTgt spid="15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build="p"/>
      <p:bldP spid="15367" grpId="0" bldLvl="0" animBg="1"/>
      <p:bldP spid="15368" grpId="0" bldLvl="0" animBg="1"/>
      <p:bldP spid="15369" grpId="0"/>
      <p:bldP spid="15370" grpId="0"/>
      <p:bldP spid="1537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2" name="Text Box 4"/>
          <p:cNvSpPr txBox="1"/>
          <p:nvPr/>
        </p:nvSpPr>
        <p:spPr>
          <a:xfrm>
            <a:off x="612775" y="755650"/>
            <a:ext cx="7870825" cy="1501775"/>
          </a:xfrm>
          <a:prstGeom prst="rect">
            <a:avLst/>
          </a:prstGeom>
          <a:noFill/>
          <a:ln w="12700">
            <a:noFill/>
          </a:ln>
        </p:spPr>
        <p:txBody>
          <a:bodyPr wrap="none" anchor="t" anchorCtr="0">
            <a:spAutoFit/>
          </a:bodyPr>
          <a:p>
            <a:pPr>
              <a:lnSpc>
                <a:spcPct val="110000"/>
              </a:lnSpc>
            </a:pPr>
            <a:r>
              <a:rPr lang="zh-CN" altLang="en-US" sz="2800" i="0" dirty="0">
                <a:latin typeface="Times New Roman" panose="02020603050405020304" pitchFamily="18" charset="0"/>
                <a:ea typeface="宋体" panose="02010600030101010101" pitchFamily="2" charset="-122"/>
              </a:rPr>
              <a:t>例</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：假设有两个正整数，每个都由两位二进制数</a:t>
            </a:r>
            <a:endParaRPr lang="zh-CN" altLang="en-US" sz="2800" i="0" dirty="0">
              <a:latin typeface="Times New Roman" panose="02020603050405020304" pitchFamily="18" charset="0"/>
              <a:ea typeface="宋体" panose="02010600030101010101" pitchFamily="2" charset="-122"/>
            </a:endParaRPr>
          </a:p>
          <a:p>
            <a:pPr>
              <a:lnSpc>
                <a:spcPct val="110000"/>
              </a:lnSpc>
            </a:pPr>
            <a:r>
              <a:rPr lang="zh-CN" altLang="en-US" sz="2800" i="0" dirty="0">
                <a:latin typeface="Times New Roman" panose="02020603050405020304" pitchFamily="18" charset="0"/>
                <a:ea typeface="宋体" panose="02010600030101010101" pitchFamily="2" charset="-122"/>
              </a:rPr>
              <a:t>组成用</a:t>
            </a:r>
            <a:r>
              <a:rPr lang="en-US" altLang="zh-CN" sz="2800" i="0" dirty="0">
                <a:latin typeface="Times New Roman" panose="02020603050405020304" pitchFamily="18" charset="0"/>
                <a:ea typeface="宋体" panose="02010600030101010101" pitchFamily="2" charset="-122"/>
              </a:rPr>
              <a:t>X=x1x2,Y=y1y2</a:t>
            </a:r>
            <a:r>
              <a:rPr lang="zh-CN" altLang="en-US" sz="2800" i="0" dirty="0">
                <a:latin typeface="Times New Roman" panose="02020603050405020304" pitchFamily="18" charset="0"/>
                <a:ea typeface="宋体" panose="02010600030101010101" pitchFamily="2" charset="-122"/>
              </a:rPr>
              <a:t>表示，要求用“与非”门设计</a:t>
            </a:r>
            <a:endParaRPr lang="zh-CN" altLang="en-US" sz="2800" i="0" dirty="0">
              <a:latin typeface="Times New Roman" panose="02020603050405020304" pitchFamily="18" charset="0"/>
              <a:ea typeface="宋体" panose="02010600030101010101" pitchFamily="2" charset="-122"/>
            </a:endParaRPr>
          </a:p>
          <a:p>
            <a:pPr>
              <a:lnSpc>
                <a:spcPct val="110000"/>
              </a:lnSpc>
            </a:pPr>
            <a:r>
              <a:rPr lang="zh-CN" altLang="en-US" sz="2800" i="0" dirty="0">
                <a:latin typeface="Times New Roman" panose="02020603050405020304" pitchFamily="18" charset="0"/>
                <a:ea typeface="宋体" panose="02010600030101010101" pitchFamily="2" charset="-122"/>
              </a:rPr>
              <a:t>一个判别</a:t>
            </a:r>
            <a:r>
              <a:rPr lang="en-US" altLang="zh-CN" sz="2800" i="0" dirty="0">
                <a:latin typeface="Times New Roman" panose="02020603050405020304" pitchFamily="18" charset="0"/>
                <a:ea typeface="宋体" panose="02010600030101010101" pitchFamily="2" charset="-122"/>
              </a:rPr>
              <a:t>X&gt;Y</a:t>
            </a:r>
            <a:r>
              <a:rPr lang="zh-CN" altLang="en-US" sz="2800" i="0" dirty="0">
                <a:latin typeface="Times New Roman" panose="02020603050405020304" pitchFamily="18" charset="0"/>
                <a:ea typeface="宋体" panose="02010600030101010101" pitchFamily="2" charset="-122"/>
              </a:rPr>
              <a:t>的逻辑电路。</a:t>
            </a:r>
            <a:endParaRPr lang="zh-CN" altLang="en-US" sz="2800" i="0" dirty="0">
              <a:latin typeface="Times New Roman" panose="02020603050405020304" pitchFamily="18" charset="0"/>
              <a:ea typeface="宋体" panose="02010600030101010101" pitchFamily="2" charset="-122"/>
            </a:endParaRPr>
          </a:p>
        </p:txBody>
      </p:sp>
      <p:sp>
        <p:nvSpPr>
          <p:cNvPr id="68613" name="Text Box 5"/>
          <p:cNvSpPr txBox="1"/>
          <p:nvPr/>
        </p:nvSpPr>
        <p:spPr>
          <a:xfrm>
            <a:off x="669925" y="2330450"/>
            <a:ext cx="8890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68614" name="Text Box 6"/>
          <p:cNvSpPr txBox="1"/>
          <p:nvPr/>
        </p:nvSpPr>
        <p:spPr>
          <a:xfrm>
            <a:off x="1431925" y="2330450"/>
            <a:ext cx="32004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第一步  建立真值表</a:t>
            </a:r>
            <a:endParaRPr lang="zh-CN" altLang="en-US" sz="2800" i="0" dirty="0">
              <a:latin typeface="Times New Roman" panose="02020603050405020304" pitchFamily="18" charset="0"/>
              <a:ea typeface="宋体" panose="02010600030101010101" pitchFamily="2" charset="-122"/>
            </a:endParaRPr>
          </a:p>
        </p:txBody>
      </p:sp>
      <p:grpSp>
        <p:nvGrpSpPr>
          <p:cNvPr id="2" name="Group 19"/>
          <p:cNvGrpSpPr/>
          <p:nvPr/>
        </p:nvGrpSpPr>
        <p:grpSpPr>
          <a:xfrm>
            <a:off x="4781550" y="1809750"/>
            <a:ext cx="4038600" cy="1828800"/>
            <a:chOff x="2268" y="1776"/>
            <a:chExt cx="2460" cy="1152"/>
          </a:xfrm>
        </p:grpSpPr>
        <p:sp>
          <p:nvSpPr>
            <p:cNvPr id="37893" name="Line 7"/>
            <p:cNvSpPr/>
            <p:nvPr/>
          </p:nvSpPr>
          <p:spPr>
            <a:xfrm>
              <a:off x="2268" y="1776"/>
              <a:ext cx="2376" cy="0"/>
            </a:xfrm>
            <a:prstGeom prst="line">
              <a:avLst/>
            </a:prstGeom>
            <a:ln w="12700" cap="flat" cmpd="sng">
              <a:solidFill>
                <a:srgbClr val="0000FF"/>
              </a:solidFill>
              <a:prstDash val="solid"/>
              <a:round/>
              <a:headEnd type="none" w="med" len="med"/>
              <a:tailEnd type="none" w="sm" len="lg"/>
            </a:ln>
          </p:spPr>
        </p:sp>
        <p:sp>
          <p:nvSpPr>
            <p:cNvPr id="37894" name="Line 8"/>
            <p:cNvSpPr/>
            <p:nvPr/>
          </p:nvSpPr>
          <p:spPr>
            <a:xfrm>
              <a:off x="2280" y="2124"/>
              <a:ext cx="2388" cy="0"/>
            </a:xfrm>
            <a:prstGeom prst="line">
              <a:avLst/>
            </a:prstGeom>
            <a:ln w="12700" cap="flat" cmpd="sng">
              <a:solidFill>
                <a:srgbClr val="0000FF"/>
              </a:solidFill>
              <a:prstDash val="solid"/>
              <a:round/>
              <a:headEnd type="none" w="med" len="med"/>
              <a:tailEnd type="none" w="sm" len="lg"/>
            </a:ln>
          </p:spPr>
        </p:sp>
        <p:sp>
          <p:nvSpPr>
            <p:cNvPr id="37895" name="Line 12"/>
            <p:cNvSpPr/>
            <p:nvPr/>
          </p:nvSpPr>
          <p:spPr>
            <a:xfrm>
              <a:off x="2316" y="2928"/>
              <a:ext cx="2412" cy="0"/>
            </a:xfrm>
            <a:prstGeom prst="line">
              <a:avLst/>
            </a:prstGeom>
            <a:ln w="12700" cap="flat" cmpd="sng">
              <a:solidFill>
                <a:srgbClr val="0000FF"/>
              </a:solidFill>
              <a:prstDash val="solid"/>
              <a:round/>
              <a:headEnd type="none" w="med" len="med"/>
              <a:tailEnd type="none" w="sm" len="lg"/>
            </a:ln>
          </p:spPr>
        </p:sp>
        <p:sp>
          <p:nvSpPr>
            <p:cNvPr id="37896" name="Line 13"/>
            <p:cNvSpPr/>
            <p:nvPr/>
          </p:nvSpPr>
          <p:spPr>
            <a:xfrm>
              <a:off x="4152" y="1776"/>
              <a:ext cx="0" cy="1152"/>
            </a:xfrm>
            <a:prstGeom prst="line">
              <a:avLst/>
            </a:prstGeom>
            <a:ln w="12700" cap="flat" cmpd="sng">
              <a:solidFill>
                <a:srgbClr val="0000FF"/>
              </a:solidFill>
              <a:prstDash val="solid"/>
              <a:round/>
              <a:headEnd type="none" w="med" len="med"/>
              <a:tailEnd type="none" w="sm" len="lg"/>
            </a:ln>
          </p:spPr>
        </p:sp>
        <p:sp>
          <p:nvSpPr>
            <p:cNvPr id="37897" name="Text Box 14"/>
            <p:cNvSpPr txBox="1"/>
            <p:nvPr/>
          </p:nvSpPr>
          <p:spPr>
            <a:xfrm>
              <a:off x="2391" y="1794"/>
              <a:ext cx="1737"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x1    y1    x2     y2 </a:t>
              </a:r>
              <a:endParaRPr lang="en-US" altLang="zh-CN" sz="2800" i="0" dirty="0">
                <a:latin typeface="Times New Roman" panose="02020603050405020304" pitchFamily="18" charset="0"/>
                <a:ea typeface="宋体" panose="02010600030101010101" pitchFamily="2" charset="-122"/>
              </a:endParaRPr>
            </a:p>
          </p:txBody>
        </p:sp>
        <p:sp>
          <p:nvSpPr>
            <p:cNvPr id="37898" name="Text Box 15"/>
            <p:cNvSpPr txBox="1"/>
            <p:nvPr/>
          </p:nvSpPr>
          <p:spPr>
            <a:xfrm>
              <a:off x="4346" y="1782"/>
              <a:ext cx="233"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37899" name="Text Box 16"/>
            <p:cNvSpPr txBox="1"/>
            <p:nvPr/>
          </p:nvSpPr>
          <p:spPr>
            <a:xfrm>
              <a:off x="2414" y="2162"/>
              <a:ext cx="1597" cy="748"/>
            </a:xfrm>
            <a:prstGeom prst="rect">
              <a:avLst/>
            </a:prstGeom>
            <a:noFill/>
            <a:ln w="12700">
              <a:noFill/>
            </a:ln>
          </p:spPr>
          <p:txBody>
            <a:bodyPr wrap="none" anchor="t" anchorCtr="0">
              <a:spAutoFit/>
            </a:bodyPr>
            <a:p>
              <a:pPr marL="457200" indent="-457200">
                <a:buAutoNum type="arabicPlain"/>
              </a:pPr>
              <a:r>
                <a:rPr lang="en-US" altLang="zh-CN" sz="2400" i="0" dirty="0">
                  <a:latin typeface="Times New Roman" panose="02020603050405020304" pitchFamily="18" charset="0"/>
                  <a:ea typeface="宋体" panose="02010600030101010101" pitchFamily="2" charset="-122"/>
                </a:rPr>
                <a:t>    0         d       d</a:t>
              </a:r>
              <a:endParaRPr lang="en-US" altLang="zh-CN" sz="2400" i="0" dirty="0">
                <a:latin typeface="Times New Roman" panose="02020603050405020304" pitchFamily="18" charset="0"/>
                <a:ea typeface="宋体" panose="02010600030101010101" pitchFamily="2" charset="-122"/>
              </a:endParaRPr>
            </a:p>
            <a:p>
              <a:pPr marL="457200" indent="-457200">
                <a:buNone/>
              </a:pPr>
              <a:r>
                <a:rPr lang="en-US" altLang="zh-CN" sz="2400" i="0" dirty="0">
                  <a:latin typeface="Times New Roman" panose="02020603050405020304" pitchFamily="18" charset="0"/>
                  <a:ea typeface="宋体" panose="02010600030101010101" pitchFamily="2" charset="-122"/>
                </a:rPr>
                <a:t>0        0         1       0</a:t>
              </a:r>
              <a:endParaRPr lang="en-US" altLang="zh-CN" sz="2400" i="0" dirty="0">
                <a:latin typeface="Times New Roman" panose="02020603050405020304" pitchFamily="18" charset="0"/>
                <a:ea typeface="宋体" panose="02010600030101010101" pitchFamily="2" charset="-122"/>
              </a:endParaRPr>
            </a:p>
            <a:p>
              <a:pPr marL="457200" indent="-457200">
                <a:buNone/>
              </a:pPr>
              <a:r>
                <a:rPr lang="en-US" altLang="zh-CN" sz="2400" i="0" dirty="0">
                  <a:latin typeface="Times New Roman" panose="02020603050405020304" pitchFamily="18" charset="0"/>
                  <a:ea typeface="宋体" panose="02010600030101010101" pitchFamily="2" charset="-122"/>
                </a:rPr>
                <a:t>1        1         1       0</a:t>
              </a:r>
              <a:endParaRPr lang="en-US" altLang="zh-CN" sz="2400" i="0" dirty="0">
                <a:latin typeface="Times New Roman" panose="02020603050405020304" pitchFamily="18" charset="0"/>
                <a:ea typeface="宋体" panose="02010600030101010101" pitchFamily="2" charset="-122"/>
              </a:endParaRPr>
            </a:p>
          </p:txBody>
        </p:sp>
        <p:sp>
          <p:nvSpPr>
            <p:cNvPr id="37900" name="Text Box 17"/>
            <p:cNvSpPr txBox="1"/>
            <p:nvPr/>
          </p:nvSpPr>
          <p:spPr>
            <a:xfrm>
              <a:off x="4346" y="2174"/>
              <a:ext cx="251" cy="74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1 </a:t>
              </a:r>
              <a:endParaRPr lang="en-US" altLang="zh-CN" sz="2400" i="0" dirty="0">
                <a:latin typeface="Times New Roman" panose="02020603050405020304" pitchFamily="18" charset="0"/>
                <a:ea typeface="宋体" panose="02010600030101010101" pitchFamily="2" charset="-122"/>
              </a:endParaRPr>
            </a:p>
            <a:p>
              <a:r>
                <a:rPr lang="en-US" altLang="zh-CN" sz="2400" i="0" dirty="0">
                  <a:latin typeface="Times New Roman" panose="02020603050405020304" pitchFamily="18" charset="0"/>
                  <a:ea typeface="宋体" panose="02010600030101010101" pitchFamily="2" charset="-122"/>
                </a:rPr>
                <a:t>1 </a:t>
              </a:r>
              <a:endParaRPr lang="en-US" altLang="zh-CN" sz="2400" i="0" dirty="0">
                <a:latin typeface="Times New Roman" panose="02020603050405020304" pitchFamily="18" charset="0"/>
                <a:ea typeface="宋体" panose="02010600030101010101" pitchFamily="2" charset="-122"/>
              </a:endParaRPr>
            </a:p>
            <a:p>
              <a:r>
                <a:rPr lang="en-US" altLang="zh-CN" sz="24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grpSp>
      <p:sp>
        <p:nvSpPr>
          <p:cNvPr id="68628" name="Text Box 20"/>
          <p:cNvSpPr txBox="1"/>
          <p:nvPr/>
        </p:nvSpPr>
        <p:spPr>
          <a:xfrm>
            <a:off x="1403350" y="2847975"/>
            <a:ext cx="3206750" cy="946150"/>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第二步  写出逻辑表</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              达式</a:t>
            </a:r>
            <a:endParaRPr lang="zh-CN" altLang="en-US" sz="2800" i="0" dirty="0">
              <a:latin typeface="Times New Roman" panose="02020603050405020304" pitchFamily="18" charset="0"/>
              <a:ea typeface="宋体" panose="02010600030101010101" pitchFamily="2" charset="-122"/>
            </a:endParaRPr>
          </a:p>
        </p:txBody>
      </p:sp>
      <p:sp>
        <p:nvSpPr>
          <p:cNvPr id="37902" name="Text Box 22"/>
          <p:cNvSpPr txBox="1"/>
          <p:nvPr/>
        </p:nvSpPr>
        <p:spPr>
          <a:xfrm>
            <a:off x="346075" y="3683000"/>
            <a:ext cx="184150" cy="519113"/>
          </a:xfrm>
          <a:prstGeom prst="rect">
            <a:avLst/>
          </a:prstGeom>
          <a:noFill/>
          <a:ln w="12700">
            <a:noFill/>
          </a:ln>
        </p:spPr>
        <p:txBody>
          <a:bodyPr wrap="none" anchor="t" anchorCtr="0">
            <a:spAutoFit/>
          </a:bodyPr>
          <a:p>
            <a:endParaRPr lang="zh-CN" altLang="zh-CN" sz="2800" i="0" dirty="0">
              <a:latin typeface="Times New Roman" panose="02020603050405020304" pitchFamily="18" charset="0"/>
              <a:ea typeface="宋体" panose="02010600030101010101" pitchFamily="2" charset="-122"/>
            </a:endParaRPr>
          </a:p>
        </p:txBody>
      </p:sp>
      <p:grpSp>
        <p:nvGrpSpPr>
          <p:cNvPr id="3" name="Group 63"/>
          <p:cNvGrpSpPr/>
          <p:nvPr/>
        </p:nvGrpSpPr>
        <p:grpSpPr>
          <a:xfrm>
            <a:off x="742950" y="3629025"/>
            <a:ext cx="4140200" cy="1468438"/>
            <a:chOff x="492" y="2382"/>
            <a:chExt cx="2608" cy="925"/>
          </a:xfrm>
        </p:grpSpPr>
        <p:sp>
          <p:nvSpPr>
            <p:cNvPr id="37904" name="Text Box 23"/>
            <p:cNvSpPr txBox="1"/>
            <p:nvPr/>
          </p:nvSpPr>
          <p:spPr>
            <a:xfrm>
              <a:off x="492" y="2382"/>
              <a:ext cx="2608" cy="596"/>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F(x1,y1,x2,y2)=</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x1y1+x1y1x2y2+x1y1x2y2</a:t>
              </a:r>
              <a:endParaRPr lang="en-US" altLang="zh-CN" sz="2800" i="0" dirty="0">
                <a:latin typeface="Times New Roman" panose="02020603050405020304" pitchFamily="18" charset="0"/>
                <a:ea typeface="宋体" panose="02010600030101010101" pitchFamily="2" charset="-122"/>
              </a:endParaRPr>
            </a:p>
          </p:txBody>
        </p:sp>
        <p:sp>
          <p:nvSpPr>
            <p:cNvPr id="37905" name="Line 24"/>
            <p:cNvSpPr/>
            <p:nvPr/>
          </p:nvSpPr>
          <p:spPr>
            <a:xfrm>
              <a:off x="1330" y="2736"/>
              <a:ext cx="180" cy="0"/>
            </a:xfrm>
            <a:prstGeom prst="line">
              <a:avLst/>
            </a:prstGeom>
            <a:ln w="12700" cap="flat" cmpd="sng">
              <a:solidFill>
                <a:schemeClr val="tx1"/>
              </a:solidFill>
              <a:prstDash val="solid"/>
              <a:round/>
              <a:headEnd type="none" w="med" len="med"/>
              <a:tailEnd type="none" w="sm" len="lg"/>
            </a:ln>
          </p:spPr>
        </p:sp>
        <p:sp>
          <p:nvSpPr>
            <p:cNvPr id="37906" name="Line 25"/>
            <p:cNvSpPr/>
            <p:nvPr/>
          </p:nvSpPr>
          <p:spPr>
            <a:xfrm>
              <a:off x="1102" y="2736"/>
              <a:ext cx="180" cy="0"/>
            </a:xfrm>
            <a:prstGeom prst="line">
              <a:avLst/>
            </a:prstGeom>
            <a:ln w="12700" cap="flat" cmpd="sng">
              <a:solidFill>
                <a:schemeClr val="tx1"/>
              </a:solidFill>
              <a:prstDash val="solid"/>
              <a:round/>
              <a:headEnd type="none" w="med" len="med"/>
              <a:tailEnd type="none" w="sm" len="lg"/>
            </a:ln>
          </p:spPr>
        </p:sp>
        <p:sp>
          <p:nvSpPr>
            <p:cNvPr id="37907" name="Line 26"/>
            <p:cNvSpPr/>
            <p:nvPr/>
          </p:nvSpPr>
          <p:spPr>
            <a:xfrm>
              <a:off x="766" y="2736"/>
              <a:ext cx="192" cy="0"/>
            </a:xfrm>
            <a:prstGeom prst="line">
              <a:avLst/>
            </a:prstGeom>
            <a:ln w="12700" cap="flat" cmpd="sng">
              <a:solidFill>
                <a:schemeClr val="tx1"/>
              </a:solidFill>
              <a:prstDash val="solid"/>
              <a:round/>
              <a:headEnd type="none" w="med" len="med"/>
              <a:tailEnd type="none" w="sm" len="lg"/>
            </a:ln>
          </p:spPr>
        </p:sp>
        <p:sp>
          <p:nvSpPr>
            <p:cNvPr id="37908" name="Line 27"/>
            <p:cNvSpPr/>
            <p:nvPr/>
          </p:nvSpPr>
          <p:spPr>
            <a:xfrm flipV="1">
              <a:off x="1774" y="2736"/>
              <a:ext cx="228" cy="0"/>
            </a:xfrm>
            <a:prstGeom prst="line">
              <a:avLst/>
            </a:prstGeom>
            <a:ln w="12700" cap="flat" cmpd="sng">
              <a:solidFill>
                <a:schemeClr val="tx1"/>
              </a:solidFill>
              <a:prstDash val="solid"/>
              <a:round/>
              <a:headEnd type="none" w="med" len="med"/>
              <a:tailEnd type="none" w="sm" len="lg"/>
            </a:ln>
          </p:spPr>
        </p:sp>
        <p:sp>
          <p:nvSpPr>
            <p:cNvPr id="37909" name="Line 28"/>
            <p:cNvSpPr/>
            <p:nvPr/>
          </p:nvSpPr>
          <p:spPr>
            <a:xfrm>
              <a:off x="2770" y="2736"/>
              <a:ext cx="204" cy="0"/>
            </a:xfrm>
            <a:prstGeom prst="line">
              <a:avLst/>
            </a:prstGeom>
            <a:ln w="12700" cap="flat" cmpd="sng">
              <a:solidFill>
                <a:schemeClr val="tx1"/>
              </a:solidFill>
              <a:prstDash val="solid"/>
              <a:round/>
              <a:headEnd type="none" w="med" len="med"/>
              <a:tailEnd type="none" w="sm" len="lg"/>
            </a:ln>
          </p:spPr>
        </p:sp>
        <p:sp>
          <p:nvSpPr>
            <p:cNvPr id="37910" name="Text Box 30"/>
            <p:cNvSpPr txBox="1"/>
            <p:nvPr/>
          </p:nvSpPr>
          <p:spPr>
            <a:xfrm>
              <a:off x="1082" y="2980"/>
              <a:ext cx="116" cy="327"/>
            </a:xfrm>
            <a:prstGeom prst="rect">
              <a:avLst/>
            </a:prstGeom>
            <a:noFill/>
            <a:ln w="12700">
              <a:noFill/>
            </a:ln>
          </p:spPr>
          <p:txBody>
            <a:bodyPr wrap="none" anchor="t" anchorCtr="0">
              <a:spAutoFit/>
            </a:bodyPr>
            <a:p>
              <a:endParaRPr lang="zh-CN" altLang="zh-CN" sz="2800" i="0" dirty="0">
                <a:latin typeface="Times New Roman" panose="02020603050405020304" pitchFamily="18" charset="0"/>
                <a:ea typeface="宋体" panose="02010600030101010101" pitchFamily="2" charset="-122"/>
              </a:endParaRPr>
            </a:p>
          </p:txBody>
        </p:sp>
      </p:grpSp>
      <p:sp>
        <p:nvSpPr>
          <p:cNvPr id="68639" name="Text Box 31"/>
          <p:cNvSpPr txBox="1"/>
          <p:nvPr/>
        </p:nvSpPr>
        <p:spPr>
          <a:xfrm>
            <a:off x="1508125" y="4848225"/>
            <a:ext cx="21399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第三步  化简</a:t>
            </a:r>
            <a:endParaRPr lang="zh-CN" altLang="en-US" sz="2800" i="0" dirty="0">
              <a:latin typeface="Times New Roman" panose="02020603050405020304" pitchFamily="18" charset="0"/>
              <a:ea typeface="宋体" panose="02010600030101010101" pitchFamily="2" charset="-122"/>
            </a:endParaRPr>
          </a:p>
        </p:txBody>
      </p:sp>
      <p:grpSp>
        <p:nvGrpSpPr>
          <p:cNvPr id="4" name="Group 79"/>
          <p:cNvGrpSpPr/>
          <p:nvPr/>
        </p:nvGrpSpPr>
        <p:grpSpPr>
          <a:xfrm>
            <a:off x="4929188" y="3632200"/>
            <a:ext cx="3624262" cy="3149600"/>
            <a:chOff x="3105" y="2288"/>
            <a:chExt cx="2283" cy="1984"/>
          </a:xfrm>
        </p:grpSpPr>
        <p:sp>
          <p:nvSpPr>
            <p:cNvPr id="37913" name="Text Box 37"/>
            <p:cNvSpPr txBox="1"/>
            <p:nvPr/>
          </p:nvSpPr>
          <p:spPr>
            <a:xfrm>
              <a:off x="3385" y="2288"/>
              <a:ext cx="478"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x1y1</a:t>
              </a:r>
              <a:endParaRPr lang="en-US" altLang="zh-CN" sz="2400" i="0" dirty="0">
                <a:latin typeface="Times New Roman" panose="02020603050405020304" pitchFamily="18" charset="0"/>
                <a:ea typeface="宋体" panose="02010600030101010101" pitchFamily="2" charset="-122"/>
              </a:endParaRPr>
            </a:p>
          </p:txBody>
        </p:sp>
        <p:sp>
          <p:nvSpPr>
            <p:cNvPr id="37914" name="AutoShape 66"/>
            <p:cNvSpPr/>
            <p:nvPr/>
          </p:nvSpPr>
          <p:spPr>
            <a:xfrm flipH="1">
              <a:off x="5076" y="3912"/>
              <a:ext cx="312" cy="300"/>
            </a:xfrm>
            <a:prstGeom prst="flowChartDelay">
              <a:avLst/>
            </a:prstGeom>
            <a:solidFill>
              <a:srgbClr val="CCFFCC">
                <a:alpha val="50195"/>
              </a:srgbClr>
            </a:solidFill>
            <a:ln w="1270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7915" name="AutoShape 67"/>
            <p:cNvSpPr/>
            <p:nvPr/>
          </p:nvSpPr>
          <p:spPr>
            <a:xfrm>
              <a:off x="3648" y="3924"/>
              <a:ext cx="312" cy="300"/>
            </a:xfrm>
            <a:prstGeom prst="flowChartDelay">
              <a:avLst/>
            </a:prstGeom>
            <a:solidFill>
              <a:srgbClr val="CCFFFF">
                <a:alpha val="50195"/>
              </a:srgbClr>
            </a:solidFill>
            <a:ln w="1270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7916" name="AutoShape 65"/>
            <p:cNvSpPr/>
            <p:nvPr/>
          </p:nvSpPr>
          <p:spPr>
            <a:xfrm>
              <a:off x="4584" y="3924"/>
              <a:ext cx="696" cy="288"/>
            </a:xfrm>
            <a:prstGeom prst="roundRect">
              <a:avLst>
                <a:gd name="adj" fmla="val 16667"/>
              </a:avLst>
            </a:prstGeom>
            <a:solidFill>
              <a:srgbClr val="CCFFFF">
                <a:alpha val="50195"/>
              </a:srgbClr>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7917" name="AutoShape 64"/>
            <p:cNvSpPr/>
            <p:nvPr/>
          </p:nvSpPr>
          <p:spPr>
            <a:xfrm>
              <a:off x="5028" y="2712"/>
              <a:ext cx="288" cy="1464"/>
            </a:xfrm>
            <a:prstGeom prst="roundRect">
              <a:avLst>
                <a:gd name="adj" fmla="val 16667"/>
              </a:avLst>
            </a:prstGeom>
            <a:solidFill>
              <a:srgbClr val="CCFFFF">
                <a:alpha val="50195"/>
              </a:srgbClr>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7918" name="Line 34"/>
            <p:cNvSpPr/>
            <p:nvPr/>
          </p:nvSpPr>
          <p:spPr>
            <a:xfrm>
              <a:off x="3629" y="3101"/>
              <a:ext cx="1748" cy="0"/>
            </a:xfrm>
            <a:prstGeom prst="line">
              <a:avLst/>
            </a:prstGeom>
            <a:ln w="28575" cap="flat" cmpd="sng">
              <a:solidFill>
                <a:srgbClr val="3333FF"/>
              </a:solidFill>
              <a:prstDash val="solid"/>
              <a:round/>
              <a:headEnd type="none" w="med" len="med"/>
              <a:tailEnd type="none" w="med" len="med"/>
            </a:ln>
          </p:spPr>
        </p:sp>
        <p:sp>
          <p:nvSpPr>
            <p:cNvPr id="37919" name="Text Box 35"/>
            <p:cNvSpPr txBox="1"/>
            <p:nvPr/>
          </p:nvSpPr>
          <p:spPr>
            <a:xfrm>
              <a:off x="3726" y="2324"/>
              <a:ext cx="162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37920" name="Text Box 36"/>
            <p:cNvSpPr txBox="1"/>
            <p:nvPr/>
          </p:nvSpPr>
          <p:spPr>
            <a:xfrm>
              <a:off x="3288" y="2598"/>
              <a:ext cx="364" cy="1674"/>
            </a:xfrm>
            <a:prstGeom prst="rect">
              <a:avLst/>
            </a:prstGeom>
            <a:noFill/>
            <a:ln w="9525">
              <a:noFill/>
            </a:ln>
          </p:spPr>
          <p:txBody>
            <a:bodyPr anchor="t" anchorCtr="0">
              <a:spAutoFit/>
            </a:bodyPr>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37921" name="Text Box 38"/>
            <p:cNvSpPr txBox="1"/>
            <p:nvPr/>
          </p:nvSpPr>
          <p:spPr>
            <a:xfrm>
              <a:off x="3105" y="2467"/>
              <a:ext cx="478"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x2y2</a:t>
              </a:r>
              <a:endParaRPr lang="en-US" altLang="zh-CN" sz="2400" i="0" dirty="0">
                <a:latin typeface="Times New Roman" panose="02020603050405020304" pitchFamily="18" charset="0"/>
                <a:ea typeface="宋体" panose="02010600030101010101" pitchFamily="2" charset="-122"/>
              </a:endParaRPr>
            </a:p>
          </p:txBody>
        </p:sp>
        <p:sp>
          <p:nvSpPr>
            <p:cNvPr id="37922" name="Rectangle 39"/>
            <p:cNvSpPr/>
            <p:nvPr/>
          </p:nvSpPr>
          <p:spPr>
            <a:xfrm>
              <a:off x="3634" y="2647"/>
              <a:ext cx="1754" cy="1601"/>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37923" name="Group 40"/>
            <p:cNvGrpSpPr/>
            <p:nvPr/>
          </p:nvGrpSpPr>
          <p:grpSpPr>
            <a:xfrm>
              <a:off x="4073" y="2656"/>
              <a:ext cx="883" cy="1604"/>
              <a:chOff x="858" y="702"/>
              <a:chExt cx="645" cy="1380"/>
            </a:xfrm>
          </p:grpSpPr>
          <p:sp>
            <p:nvSpPr>
              <p:cNvPr id="37924" name="Line 41"/>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37925" name="Line 42"/>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37926" name="Line 43"/>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sp>
          <p:nvSpPr>
            <p:cNvPr id="37927" name="Line 44"/>
            <p:cNvSpPr/>
            <p:nvPr/>
          </p:nvSpPr>
          <p:spPr>
            <a:xfrm>
              <a:off x="3629" y="3499"/>
              <a:ext cx="1748" cy="0"/>
            </a:xfrm>
            <a:prstGeom prst="line">
              <a:avLst/>
            </a:prstGeom>
            <a:ln w="28575" cap="flat" cmpd="sng">
              <a:solidFill>
                <a:srgbClr val="3333FF"/>
              </a:solidFill>
              <a:prstDash val="solid"/>
              <a:round/>
              <a:headEnd type="none" w="med" len="med"/>
              <a:tailEnd type="none" w="med" len="med"/>
            </a:ln>
          </p:spPr>
        </p:sp>
        <p:sp>
          <p:nvSpPr>
            <p:cNvPr id="37928" name="Line 45"/>
            <p:cNvSpPr/>
            <p:nvPr/>
          </p:nvSpPr>
          <p:spPr>
            <a:xfrm>
              <a:off x="3635" y="3882"/>
              <a:ext cx="1748" cy="0"/>
            </a:xfrm>
            <a:prstGeom prst="line">
              <a:avLst/>
            </a:prstGeom>
            <a:ln w="28575" cap="flat" cmpd="sng">
              <a:solidFill>
                <a:srgbClr val="3333FF"/>
              </a:solidFill>
              <a:prstDash val="solid"/>
              <a:round/>
              <a:headEnd type="none" w="med" len="med"/>
              <a:tailEnd type="none" w="med" len="med"/>
            </a:ln>
          </p:spPr>
        </p:sp>
        <p:sp>
          <p:nvSpPr>
            <p:cNvPr id="37929" name="Rectangle 46"/>
            <p:cNvSpPr/>
            <p:nvPr/>
          </p:nvSpPr>
          <p:spPr>
            <a:xfrm>
              <a:off x="4649" y="3527"/>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30" name="Rectangle 47"/>
            <p:cNvSpPr/>
            <p:nvPr/>
          </p:nvSpPr>
          <p:spPr>
            <a:xfrm>
              <a:off x="4630" y="2710"/>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31" name="Rectangle 48"/>
            <p:cNvSpPr/>
            <p:nvPr/>
          </p:nvSpPr>
          <p:spPr>
            <a:xfrm>
              <a:off x="4192" y="3129"/>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32" name="Rectangle 49"/>
            <p:cNvSpPr/>
            <p:nvPr/>
          </p:nvSpPr>
          <p:spPr>
            <a:xfrm>
              <a:off x="5074" y="3146"/>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37933" name="Text Box 50"/>
            <p:cNvSpPr txBox="1"/>
            <p:nvPr/>
          </p:nvSpPr>
          <p:spPr>
            <a:xfrm>
              <a:off x="3756" y="3483"/>
              <a:ext cx="237"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34" name="Rectangle 51"/>
            <p:cNvSpPr/>
            <p:nvPr/>
          </p:nvSpPr>
          <p:spPr>
            <a:xfrm>
              <a:off x="3757" y="2715"/>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35" name="Rectangle 52"/>
            <p:cNvSpPr/>
            <p:nvPr/>
          </p:nvSpPr>
          <p:spPr>
            <a:xfrm>
              <a:off x="4206" y="3911"/>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36" name="Line 53"/>
            <p:cNvSpPr/>
            <p:nvPr/>
          </p:nvSpPr>
          <p:spPr>
            <a:xfrm>
              <a:off x="3326" y="2356"/>
              <a:ext cx="306" cy="304"/>
            </a:xfrm>
            <a:prstGeom prst="line">
              <a:avLst/>
            </a:prstGeom>
            <a:ln w="28575" cap="flat" cmpd="sng">
              <a:solidFill>
                <a:srgbClr val="3333FF"/>
              </a:solidFill>
              <a:prstDash val="solid"/>
              <a:round/>
              <a:headEnd type="none" w="med" len="med"/>
              <a:tailEnd type="none" w="med" len="med"/>
            </a:ln>
          </p:spPr>
        </p:sp>
        <p:sp>
          <p:nvSpPr>
            <p:cNvPr id="37937" name="Text Box 54"/>
            <p:cNvSpPr txBox="1"/>
            <p:nvPr/>
          </p:nvSpPr>
          <p:spPr>
            <a:xfrm>
              <a:off x="5079" y="3909"/>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37938" name="Text Box 55"/>
            <p:cNvSpPr txBox="1"/>
            <p:nvPr/>
          </p:nvSpPr>
          <p:spPr>
            <a:xfrm>
              <a:off x="5083" y="353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37939" name="Text Box 56"/>
            <p:cNvSpPr txBox="1"/>
            <p:nvPr/>
          </p:nvSpPr>
          <p:spPr>
            <a:xfrm>
              <a:off x="4197" y="353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40" name="Text Box 57"/>
            <p:cNvSpPr txBox="1"/>
            <p:nvPr/>
          </p:nvSpPr>
          <p:spPr>
            <a:xfrm>
              <a:off x="3753" y="312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41" name="Text Box 58"/>
            <p:cNvSpPr txBox="1"/>
            <p:nvPr/>
          </p:nvSpPr>
          <p:spPr>
            <a:xfrm>
              <a:off x="3741" y="390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37942" name="Text Box 59"/>
            <p:cNvSpPr txBox="1"/>
            <p:nvPr/>
          </p:nvSpPr>
          <p:spPr>
            <a:xfrm>
              <a:off x="4197" y="270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43" name="Text Box 60"/>
            <p:cNvSpPr txBox="1"/>
            <p:nvPr/>
          </p:nvSpPr>
          <p:spPr>
            <a:xfrm>
              <a:off x="5049" y="270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37944" name="Text Box 61"/>
            <p:cNvSpPr txBox="1"/>
            <p:nvPr/>
          </p:nvSpPr>
          <p:spPr>
            <a:xfrm>
              <a:off x="4653" y="3918"/>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37945" name="Text Box 62"/>
            <p:cNvSpPr txBox="1"/>
            <p:nvPr/>
          </p:nvSpPr>
          <p:spPr>
            <a:xfrm>
              <a:off x="4629" y="312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grpSp>
      <p:grpSp>
        <p:nvGrpSpPr>
          <p:cNvPr id="6" name="Group 76"/>
          <p:cNvGrpSpPr/>
          <p:nvPr/>
        </p:nvGrpSpPr>
        <p:grpSpPr>
          <a:xfrm>
            <a:off x="876300" y="5408613"/>
            <a:ext cx="3429000" cy="946150"/>
            <a:chOff x="456" y="3263"/>
            <a:chExt cx="2160" cy="596"/>
          </a:xfrm>
        </p:grpSpPr>
        <p:sp>
          <p:nvSpPr>
            <p:cNvPr id="37947" name="Text Box 69"/>
            <p:cNvSpPr txBox="1"/>
            <p:nvPr/>
          </p:nvSpPr>
          <p:spPr>
            <a:xfrm>
              <a:off x="456" y="3263"/>
              <a:ext cx="2160" cy="596"/>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F(x1,y1,x2,y2)=</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x1y1+y1x2y2+x1x2y2</a:t>
              </a:r>
              <a:endParaRPr lang="en-US" altLang="zh-CN" sz="2800" i="0" dirty="0">
                <a:latin typeface="Times New Roman" panose="02020603050405020304" pitchFamily="18" charset="0"/>
                <a:ea typeface="宋体" panose="02010600030101010101" pitchFamily="2" charset="-122"/>
              </a:endParaRPr>
            </a:p>
          </p:txBody>
        </p:sp>
        <p:sp>
          <p:nvSpPr>
            <p:cNvPr id="37948" name="Line 70"/>
            <p:cNvSpPr/>
            <p:nvPr/>
          </p:nvSpPr>
          <p:spPr>
            <a:xfrm>
              <a:off x="1522" y="3593"/>
              <a:ext cx="180" cy="0"/>
            </a:xfrm>
            <a:prstGeom prst="line">
              <a:avLst/>
            </a:prstGeom>
            <a:ln w="12700" cap="flat" cmpd="sng">
              <a:solidFill>
                <a:schemeClr val="tx1"/>
              </a:solidFill>
              <a:prstDash val="solid"/>
              <a:round/>
              <a:headEnd type="none" w="med" len="med"/>
              <a:tailEnd type="none" w="sm" len="lg"/>
            </a:ln>
          </p:spPr>
        </p:sp>
        <p:sp>
          <p:nvSpPr>
            <p:cNvPr id="37949" name="Line 71"/>
            <p:cNvSpPr/>
            <p:nvPr/>
          </p:nvSpPr>
          <p:spPr>
            <a:xfrm>
              <a:off x="1054" y="3593"/>
              <a:ext cx="180" cy="0"/>
            </a:xfrm>
            <a:prstGeom prst="line">
              <a:avLst/>
            </a:prstGeom>
            <a:ln w="12700" cap="flat" cmpd="sng">
              <a:solidFill>
                <a:schemeClr val="tx1"/>
              </a:solidFill>
              <a:prstDash val="solid"/>
              <a:round/>
              <a:headEnd type="none" w="med" len="med"/>
              <a:tailEnd type="none" w="sm" len="lg"/>
            </a:ln>
          </p:spPr>
        </p:sp>
        <p:sp>
          <p:nvSpPr>
            <p:cNvPr id="37950" name="Line 72"/>
            <p:cNvSpPr/>
            <p:nvPr/>
          </p:nvSpPr>
          <p:spPr>
            <a:xfrm>
              <a:off x="718" y="3593"/>
              <a:ext cx="192" cy="0"/>
            </a:xfrm>
            <a:prstGeom prst="line">
              <a:avLst/>
            </a:prstGeom>
            <a:ln w="12700" cap="flat" cmpd="sng">
              <a:solidFill>
                <a:schemeClr val="tx1"/>
              </a:solidFill>
              <a:prstDash val="solid"/>
              <a:round/>
              <a:headEnd type="none" w="med" len="med"/>
              <a:tailEnd type="none" w="sm" len="lg"/>
            </a:ln>
          </p:spPr>
        </p:sp>
        <p:sp>
          <p:nvSpPr>
            <p:cNvPr id="37951" name="Line 74"/>
            <p:cNvSpPr/>
            <p:nvPr/>
          </p:nvSpPr>
          <p:spPr>
            <a:xfrm>
              <a:off x="2302" y="3593"/>
              <a:ext cx="204" cy="0"/>
            </a:xfrm>
            <a:prstGeom prst="line">
              <a:avLst/>
            </a:prstGeom>
            <a:ln w="12700" cap="flat" cmpd="sng">
              <a:solidFill>
                <a:schemeClr val="tx1"/>
              </a:solidFill>
              <a:prstDash val="solid"/>
              <a:round/>
              <a:headEnd type="none" w="med" len="med"/>
              <a:tailEnd type="none" w="sm" len="lg"/>
            </a:ln>
          </p:spPr>
        </p:sp>
      </p:grpSp>
      <p:sp>
        <p:nvSpPr>
          <p:cNvPr id="37952" name="Text Box 78"/>
          <p:cNvSpPr txBox="1"/>
          <p:nvPr/>
        </p:nvSpPr>
        <p:spPr>
          <a:xfrm>
            <a:off x="1774825" y="371475"/>
            <a:ext cx="4468813" cy="519113"/>
          </a:xfrm>
          <a:prstGeom prst="rect">
            <a:avLst/>
          </a:prstGeom>
          <a:noFill/>
          <a:ln w="12700">
            <a:noFill/>
          </a:ln>
        </p:spPr>
        <p:txBody>
          <a:bodyPr wrap="none" anchor="t" anchorCtr="0">
            <a:spAutoFit/>
          </a:bodyPr>
          <a:p>
            <a:r>
              <a:rPr lang="en-US" altLang="zh-CN" sz="2800" b="1" i="0" dirty="0">
                <a:latin typeface="Times New Roman" panose="02020603050405020304" pitchFamily="18" charset="0"/>
                <a:ea typeface="宋体" panose="02010600030101010101" pitchFamily="2" charset="-122"/>
              </a:rPr>
              <a:t>1</a:t>
            </a:r>
            <a:r>
              <a:rPr lang="zh-CN" altLang="en-US" sz="2800" b="1" i="0" dirty="0">
                <a:latin typeface="Times New Roman" panose="02020603050405020304" pitchFamily="18" charset="0"/>
                <a:ea typeface="宋体" panose="02010600030101010101" pitchFamily="2" charset="-122"/>
              </a:rPr>
              <a:t>）、  单输出组合电路设计</a:t>
            </a:r>
            <a:endParaRPr lang="zh-CN" altLang="en-US" sz="2800" b="1"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wipe(left)">
                                      <p:cBhvr>
                                        <p:cTn id="7" dur="500"/>
                                        <p:tgtEl>
                                          <p:spTgt spid="686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861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8614"/>
                                        </p:tgtEl>
                                        <p:attrNameLst>
                                          <p:attrName>style.visibility</p:attrName>
                                        </p:attrNameLst>
                                      </p:cBhvr>
                                      <p:to>
                                        <p:strVal val="visible"/>
                                      </p:to>
                                    </p:set>
                                    <p:animEffect transition="in" filter="wipe(left)">
                                      <p:cBhvr>
                                        <p:cTn id="16" dur="500"/>
                                        <p:tgtEl>
                                          <p:spTgt spid="68614"/>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ox(ou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8628"/>
                                        </p:tgtEl>
                                        <p:attrNameLst>
                                          <p:attrName>style.visibility</p:attrName>
                                        </p:attrNameLst>
                                      </p:cBhvr>
                                      <p:to>
                                        <p:strVal val="visible"/>
                                      </p:to>
                                    </p:set>
                                    <p:animEffect transition="in" filter="wipe(left)">
                                      <p:cBhvr>
                                        <p:cTn id="26" dur="500"/>
                                        <p:tgtEl>
                                          <p:spTgt spid="6862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8639"/>
                                        </p:tgtEl>
                                        <p:attrNameLst>
                                          <p:attrName>style.visibility</p:attrName>
                                        </p:attrNameLst>
                                      </p:cBhvr>
                                      <p:to>
                                        <p:strVal val="visible"/>
                                      </p:to>
                                    </p:set>
                                    <p:animEffect transition="in" filter="wipe(left)">
                                      <p:cBhvr>
                                        <p:cTn id="36" dur="500"/>
                                        <p:tgtEl>
                                          <p:spTgt spid="68639"/>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box(out)">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wipe(left)">
                                      <p:cBhvr>
                                        <p:cTn id="4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p:bldP spid="68613" grpId="0"/>
      <p:bldP spid="68614" grpId="0"/>
      <p:bldP spid="68628" grpId="0"/>
      <p:bldP spid="6863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6" name="Text Box 4"/>
          <p:cNvSpPr txBox="1"/>
          <p:nvPr/>
        </p:nvSpPr>
        <p:spPr>
          <a:xfrm>
            <a:off x="993775" y="752475"/>
            <a:ext cx="38925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第四步  画出逻辑电路图</a:t>
            </a:r>
            <a:endParaRPr lang="zh-CN" altLang="en-US" sz="2800" i="0" dirty="0">
              <a:latin typeface="Times New Roman" panose="02020603050405020304" pitchFamily="18" charset="0"/>
              <a:ea typeface="宋体" panose="02010600030101010101" pitchFamily="2" charset="-122"/>
            </a:endParaRPr>
          </a:p>
        </p:txBody>
      </p:sp>
      <p:grpSp>
        <p:nvGrpSpPr>
          <p:cNvPr id="2" name="Group 13"/>
          <p:cNvGrpSpPr/>
          <p:nvPr/>
        </p:nvGrpSpPr>
        <p:grpSpPr>
          <a:xfrm>
            <a:off x="1104900" y="1446213"/>
            <a:ext cx="5754688" cy="519112"/>
            <a:chOff x="612" y="1019"/>
            <a:chExt cx="3625" cy="327"/>
          </a:xfrm>
        </p:grpSpPr>
        <p:sp>
          <p:nvSpPr>
            <p:cNvPr id="38915" name="Text Box 6"/>
            <p:cNvSpPr txBox="1"/>
            <p:nvPr/>
          </p:nvSpPr>
          <p:spPr>
            <a:xfrm>
              <a:off x="612" y="1019"/>
              <a:ext cx="3625"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F(x1,y1,x2,y2)=x1y1+y1x2y2+x1x2y2</a:t>
              </a:r>
              <a:endParaRPr lang="en-US" altLang="zh-CN" sz="2800" i="0" dirty="0">
                <a:latin typeface="Times New Roman" panose="02020603050405020304" pitchFamily="18" charset="0"/>
                <a:ea typeface="宋体" panose="02010600030101010101" pitchFamily="2" charset="-122"/>
              </a:endParaRPr>
            </a:p>
          </p:txBody>
        </p:sp>
        <p:sp>
          <p:nvSpPr>
            <p:cNvPr id="38916" name="Line 7"/>
            <p:cNvSpPr/>
            <p:nvPr/>
          </p:nvSpPr>
          <p:spPr>
            <a:xfrm>
              <a:off x="3166" y="1097"/>
              <a:ext cx="180" cy="0"/>
            </a:xfrm>
            <a:prstGeom prst="line">
              <a:avLst/>
            </a:prstGeom>
            <a:ln w="12700" cap="flat" cmpd="sng">
              <a:solidFill>
                <a:schemeClr val="tx1"/>
              </a:solidFill>
              <a:prstDash val="solid"/>
              <a:round/>
              <a:headEnd type="none" w="med" len="med"/>
              <a:tailEnd type="none" w="sm" len="lg"/>
            </a:ln>
          </p:spPr>
        </p:sp>
        <p:sp>
          <p:nvSpPr>
            <p:cNvPr id="38917" name="Line 8"/>
            <p:cNvSpPr/>
            <p:nvPr/>
          </p:nvSpPr>
          <p:spPr>
            <a:xfrm>
              <a:off x="2722" y="1097"/>
              <a:ext cx="180" cy="0"/>
            </a:xfrm>
            <a:prstGeom prst="line">
              <a:avLst/>
            </a:prstGeom>
            <a:ln w="12700" cap="flat" cmpd="sng">
              <a:solidFill>
                <a:schemeClr val="tx1"/>
              </a:solidFill>
              <a:prstDash val="solid"/>
              <a:round/>
              <a:headEnd type="none" w="med" len="med"/>
              <a:tailEnd type="none" w="sm" len="lg"/>
            </a:ln>
          </p:spPr>
        </p:sp>
        <p:sp>
          <p:nvSpPr>
            <p:cNvPr id="38918" name="Line 9"/>
            <p:cNvSpPr/>
            <p:nvPr/>
          </p:nvSpPr>
          <p:spPr>
            <a:xfrm>
              <a:off x="2326" y="1097"/>
              <a:ext cx="192" cy="0"/>
            </a:xfrm>
            <a:prstGeom prst="line">
              <a:avLst/>
            </a:prstGeom>
            <a:ln w="12700" cap="flat" cmpd="sng">
              <a:solidFill>
                <a:schemeClr val="tx1"/>
              </a:solidFill>
              <a:prstDash val="solid"/>
              <a:round/>
              <a:headEnd type="none" w="med" len="med"/>
              <a:tailEnd type="none" w="sm" len="lg"/>
            </a:ln>
          </p:spPr>
        </p:sp>
        <p:sp>
          <p:nvSpPr>
            <p:cNvPr id="38919" name="Line 10"/>
            <p:cNvSpPr/>
            <p:nvPr/>
          </p:nvSpPr>
          <p:spPr>
            <a:xfrm>
              <a:off x="3898" y="1097"/>
              <a:ext cx="204" cy="0"/>
            </a:xfrm>
            <a:prstGeom prst="line">
              <a:avLst/>
            </a:prstGeom>
            <a:ln w="12700" cap="flat" cmpd="sng">
              <a:solidFill>
                <a:schemeClr val="tx1"/>
              </a:solidFill>
              <a:prstDash val="solid"/>
              <a:round/>
              <a:headEnd type="none" w="med" len="med"/>
              <a:tailEnd type="none" w="sm" len="lg"/>
            </a:ln>
          </p:spPr>
        </p:sp>
        <p:sp>
          <p:nvSpPr>
            <p:cNvPr id="38920" name="Line 11"/>
            <p:cNvSpPr/>
            <p:nvPr/>
          </p:nvSpPr>
          <p:spPr>
            <a:xfrm flipH="1">
              <a:off x="2124" y="1068"/>
              <a:ext cx="1992" cy="0"/>
            </a:xfrm>
            <a:prstGeom prst="line">
              <a:avLst/>
            </a:prstGeom>
            <a:ln w="12700" cap="flat" cmpd="sng">
              <a:solidFill>
                <a:schemeClr val="tx1"/>
              </a:solidFill>
              <a:prstDash val="solid"/>
              <a:round/>
              <a:headEnd type="none" w="med" len="med"/>
              <a:tailEnd type="none" w="sm" len="lg"/>
            </a:ln>
          </p:spPr>
        </p:sp>
        <p:sp>
          <p:nvSpPr>
            <p:cNvPr id="38921" name="Line 12"/>
            <p:cNvSpPr/>
            <p:nvPr/>
          </p:nvSpPr>
          <p:spPr>
            <a:xfrm flipH="1">
              <a:off x="2124" y="1044"/>
              <a:ext cx="1980" cy="0"/>
            </a:xfrm>
            <a:prstGeom prst="line">
              <a:avLst/>
            </a:prstGeom>
            <a:ln w="12700" cap="flat" cmpd="sng">
              <a:solidFill>
                <a:schemeClr val="tx1"/>
              </a:solidFill>
              <a:prstDash val="solid"/>
              <a:round/>
              <a:headEnd type="none" w="med" len="med"/>
              <a:tailEnd type="none" w="sm" len="lg"/>
            </a:ln>
          </p:spPr>
        </p:sp>
      </p:grpSp>
      <p:grpSp>
        <p:nvGrpSpPr>
          <p:cNvPr id="3" name="Group 25"/>
          <p:cNvGrpSpPr/>
          <p:nvPr/>
        </p:nvGrpSpPr>
        <p:grpSpPr>
          <a:xfrm>
            <a:off x="1123950" y="2055813"/>
            <a:ext cx="5532438" cy="519112"/>
            <a:chOff x="756" y="1295"/>
            <a:chExt cx="3485" cy="327"/>
          </a:xfrm>
        </p:grpSpPr>
        <p:sp>
          <p:nvSpPr>
            <p:cNvPr id="38923" name="Text Box 15"/>
            <p:cNvSpPr txBox="1"/>
            <p:nvPr/>
          </p:nvSpPr>
          <p:spPr>
            <a:xfrm>
              <a:off x="756" y="1295"/>
              <a:ext cx="3485"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F(x1,y1,x2,y2)=x1y1</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y1x2y2</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x1x2y2</a:t>
              </a:r>
              <a:endParaRPr lang="en-US" altLang="zh-CN" sz="2800" i="0" dirty="0">
                <a:latin typeface="Times New Roman" panose="02020603050405020304" pitchFamily="18" charset="0"/>
                <a:ea typeface="宋体" panose="02010600030101010101" pitchFamily="2" charset="-122"/>
              </a:endParaRPr>
            </a:p>
          </p:txBody>
        </p:sp>
        <p:sp>
          <p:nvSpPr>
            <p:cNvPr id="38924" name="Line 16"/>
            <p:cNvSpPr/>
            <p:nvPr/>
          </p:nvSpPr>
          <p:spPr>
            <a:xfrm>
              <a:off x="3226" y="1373"/>
              <a:ext cx="180" cy="0"/>
            </a:xfrm>
            <a:prstGeom prst="line">
              <a:avLst/>
            </a:prstGeom>
            <a:ln w="12700" cap="flat" cmpd="sng">
              <a:solidFill>
                <a:schemeClr val="tx1"/>
              </a:solidFill>
              <a:prstDash val="solid"/>
              <a:round/>
              <a:headEnd type="none" w="med" len="med"/>
              <a:tailEnd type="none" w="sm" len="lg"/>
            </a:ln>
          </p:spPr>
        </p:sp>
        <p:sp>
          <p:nvSpPr>
            <p:cNvPr id="38925" name="Line 17"/>
            <p:cNvSpPr/>
            <p:nvPr/>
          </p:nvSpPr>
          <p:spPr>
            <a:xfrm>
              <a:off x="2758" y="1373"/>
              <a:ext cx="180" cy="0"/>
            </a:xfrm>
            <a:prstGeom prst="line">
              <a:avLst/>
            </a:prstGeom>
            <a:ln w="12700" cap="flat" cmpd="sng">
              <a:solidFill>
                <a:schemeClr val="tx1"/>
              </a:solidFill>
              <a:prstDash val="solid"/>
              <a:round/>
              <a:headEnd type="none" w="med" len="med"/>
              <a:tailEnd type="none" w="sm" len="lg"/>
            </a:ln>
          </p:spPr>
        </p:sp>
        <p:sp>
          <p:nvSpPr>
            <p:cNvPr id="38926" name="Line 18"/>
            <p:cNvSpPr/>
            <p:nvPr/>
          </p:nvSpPr>
          <p:spPr>
            <a:xfrm>
              <a:off x="2470" y="1373"/>
              <a:ext cx="192" cy="0"/>
            </a:xfrm>
            <a:prstGeom prst="line">
              <a:avLst/>
            </a:prstGeom>
            <a:ln w="12700" cap="flat" cmpd="sng">
              <a:solidFill>
                <a:schemeClr val="tx1"/>
              </a:solidFill>
              <a:prstDash val="solid"/>
              <a:round/>
              <a:headEnd type="none" w="med" len="med"/>
              <a:tailEnd type="none" w="sm" len="lg"/>
            </a:ln>
          </p:spPr>
        </p:sp>
        <p:sp>
          <p:nvSpPr>
            <p:cNvPr id="38927" name="Line 19"/>
            <p:cNvSpPr/>
            <p:nvPr/>
          </p:nvSpPr>
          <p:spPr>
            <a:xfrm>
              <a:off x="3934" y="1373"/>
              <a:ext cx="204" cy="0"/>
            </a:xfrm>
            <a:prstGeom prst="line">
              <a:avLst/>
            </a:prstGeom>
            <a:ln w="12700" cap="flat" cmpd="sng">
              <a:solidFill>
                <a:schemeClr val="tx1"/>
              </a:solidFill>
              <a:prstDash val="solid"/>
              <a:round/>
              <a:headEnd type="none" w="med" len="med"/>
              <a:tailEnd type="none" w="sm" len="lg"/>
            </a:ln>
          </p:spPr>
        </p:sp>
        <p:sp>
          <p:nvSpPr>
            <p:cNvPr id="38928" name="Line 20"/>
            <p:cNvSpPr/>
            <p:nvPr/>
          </p:nvSpPr>
          <p:spPr>
            <a:xfrm flipH="1">
              <a:off x="2232" y="1320"/>
              <a:ext cx="1992" cy="0"/>
            </a:xfrm>
            <a:prstGeom prst="line">
              <a:avLst/>
            </a:prstGeom>
            <a:ln w="12700" cap="flat" cmpd="sng">
              <a:solidFill>
                <a:schemeClr val="tx1"/>
              </a:solidFill>
              <a:prstDash val="solid"/>
              <a:round/>
              <a:headEnd type="none" w="med" len="med"/>
              <a:tailEnd type="none" w="sm" len="lg"/>
            </a:ln>
          </p:spPr>
        </p:sp>
        <p:sp>
          <p:nvSpPr>
            <p:cNvPr id="38929" name="Line 22"/>
            <p:cNvSpPr/>
            <p:nvPr/>
          </p:nvSpPr>
          <p:spPr>
            <a:xfrm flipH="1">
              <a:off x="2268" y="1344"/>
              <a:ext cx="408" cy="0"/>
            </a:xfrm>
            <a:prstGeom prst="line">
              <a:avLst/>
            </a:prstGeom>
            <a:ln w="12700" cap="flat" cmpd="sng">
              <a:solidFill>
                <a:schemeClr val="tx1"/>
              </a:solidFill>
              <a:prstDash val="solid"/>
              <a:round/>
              <a:headEnd type="none" w="med" len="med"/>
              <a:tailEnd type="none" w="sm" len="lg"/>
            </a:ln>
          </p:spPr>
        </p:sp>
        <p:sp>
          <p:nvSpPr>
            <p:cNvPr id="38930" name="Line 23"/>
            <p:cNvSpPr/>
            <p:nvPr/>
          </p:nvSpPr>
          <p:spPr>
            <a:xfrm flipH="1">
              <a:off x="2748" y="1344"/>
              <a:ext cx="672" cy="0"/>
            </a:xfrm>
            <a:prstGeom prst="line">
              <a:avLst/>
            </a:prstGeom>
            <a:ln w="12700" cap="flat" cmpd="sng">
              <a:solidFill>
                <a:schemeClr val="tx1"/>
              </a:solidFill>
              <a:prstDash val="solid"/>
              <a:round/>
              <a:headEnd type="none" w="med" len="med"/>
              <a:tailEnd type="none" w="sm" len="lg"/>
            </a:ln>
          </p:spPr>
        </p:sp>
        <p:sp>
          <p:nvSpPr>
            <p:cNvPr id="38931" name="Line 24"/>
            <p:cNvSpPr/>
            <p:nvPr/>
          </p:nvSpPr>
          <p:spPr>
            <a:xfrm flipH="1">
              <a:off x="3504" y="1344"/>
              <a:ext cx="648" cy="0"/>
            </a:xfrm>
            <a:prstGeom prst="line">
              <a:avLst/>
            </a:prstGeom>
            <a:ln w="12700" cap="flat" cmpd="sng">
              <a:solidFill>
                <a:schemeClr val="tx1"/>
              </a:solidFill>
              <a:prstDash val="solid"/>
              <a:round/>
              <a:headEnd type="none" w="med" len="med"/>
              <a:tailEnd type="none" w="sm" len="lg"/>
            </a:ln>
          </p:spPr>
        </p:sp>
      </p:grpSp>
      <p:grpSp>
        <p:nvGrpSpPr>
          <p:cNvPr id="4" name="Group 68"/>
          <p:cNvGrpSpPr/>
          <p:nvPr/>
        </p:nvGrpSpPr>
        <p:grpSpPr>
          <a:xfrm>
            <a:off x="2628900" y="2952750"/>
            <a:ext cx="4133850" cy="3201988"/>
            <a:chOff x="1656" y="1860"/>
            <a:chExt cx="2604" cy="2017"/>
          </a:xfrm>
        </p:grpSpPr>
        <p:sp>
          <p:nvSpPr>
            <p:cNvPr id="38933" name="Line 27"/>
            <p:cNvSpPr/>
            <p:nvPr/>
          </p:nvSpPr>
          <p:spPr>
            <a:xfrm>
              <a:off x="2886" y="2956"/>
              <a:ext cx="1200" cy="0"/>
            </a:xfrm>
            <a:prstGeom prst="line">
              <a:avLst/>
            </a:prstGeom>
            <a:ln w="19050" cap="flat" cmpd="sng">
              <a:solidFill>
                <a:schemeClr val="tx1"/>
              </a:solidFill>
              <a:prstDash val="solid"/>
              <a:round/>
              <a:headEnd type="none" w="med" len="med"/>
              <a:tailEnd type="none" w="med" len="med"/>
            </a:ln>
          </p:spPr>
        </p:sp>
        <p:sp>
          <p:nvSpPr>
            <p:cNvPr id="38934" name="Line 28"/>
            <p:cNvSpPr/>
            <p:nvPr/>
          </p:nvSpPr>
          <p:spPr>
            <a:xfrm>
              <a:off x="2360" y="2832"/>
              <a:ext cx="258" cy="0"/>
            </a:xfrm>
            <a:prstGeom prst="line">
              <a:avLst/>
            </a:prstGeom>
            <a:ln w="19050" cap="flat" cmpd="sng">
              <a:solidFill>
                <a:schemeClr val="tx1"/>
              </a:solidFill>
              <a:prstDash val="solid"/>
              <a:round/>
              <a:headEnd type="none" w="med" len="med"/>
              <a:tailEnd type="none" w="med" len="med"/>
            </a:ln>
          </p:spPr>
        </p:sp>
        <p:sp>
          <p:nvSpPr>
            <p:cNvPr id="38935" name="Rectangle 29"/>
            <p:cNvSpPr/>
            <p:nvPr/>
          </p:nvSpPr>
          <p:spPr>
            <a:xfrm>
              <a:off x="2621" y="2000"/>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36" name="Rectangle 30"/>
            <p:cNvSpPr/>
            <p:nvPr/>
          </p:nvSpPr>
          <p:spPr>
            <a:xfrm>
              <a:off x="2621" y="2733"/>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37" name="Rectangle 31"/>
            <p:cNvSpPr/>
            <p:nvPr/>
          </p:nvSpPr>
          <p:spPr>
            <a:xfrm>
              <a:off x="2621" y="3444"/>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38" name="Rectangle 32"/>
            <p:cNvSpPr/>
            <p:nvPr/>
          </p:nvSpPr>
          <p:spPr>
            <a:xfrm>
              <a:off x="3543" y="2733"/>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39" name="Oval 33"/>
            <p:cNvSpPr/>
            <p:nvPr/>
          </p:nvSpPr>
          <p:spPr>
            <a:xfrm>
              <a:off x="3809" y="293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40" name="Line 34"/>
            <p:cNvSpPr/>
            <p:nvPr/>
          </p:nvSpPr>
          <p:spPr>
            <a:xfrm>
              <a:off x="1704" y="2112"/>
              <a:ext cx="916" cy="0"/>
            </a:xfrm>
            <a:prstGeom prst="line">
              <a:avLst/>
            </a:prstGeom>
            <a:ln w="19050" cap="flat" cmpd="sng">
              <a:solidFill>
                <a:schemeClr val="tx1"/>
              </a:solidFill>
              <a:prstDash val="solid"/>
              <a:round/>
              <a:headEnd type="none" w="med" len="med"/>
              <a:tailEnd type="none" w="med" len="med"/>
            </a:ln>
          </p:spPr>
        </p:sp>
        <p:sp>
          <p:nvSpPr>
            <p:cNvPr id="38941" name="Line 35"/>
            <p:cNvSpPr/>
            <p:nvPr/>
          </p:nvSpPr>
          <p:spPr>
            <a:xfrm>
              <a:off x="1704" y="3791"/>
              <a:ext cx="905" cy="0"/>
            </a:xfrm>
            <a:prstGeom prst="line">
              <a:avLst/>
            </a:prstGeom>
            <a:ln w="19050" cap="flat" cmpd="sng">
              <a:solidFill>
                <a:schemeClr val="tx1"/>
              </a:solidFill>
              <a:prstDash val="solid"/>
              <a:round/>
              <a:headEnd type="none" w="med" len="med"/>
              <a:tailEnd type="none" w="med" len="med"/>
            </a:ln>
          </p:spPr>
        </p:sp>
        <p:sp>
          <p:nvSpPr>
            <p:cNvPr id="38942" name="Line 36"/>
            <p:cNvSpPr/>
            <p:nvPr/>
          </p:nvSpPr>
          <p:spPr>
            <a:xfrm>
              <a:off x="2353" y="3092"/>
              <a:ext cx="267" cy="0"/>
            </a:xfrm>
            <a:prstGeom prst="line">
              <a:avLst/>
            </a:prstGeom>
            <a:ln w="19050" cap="flat" cmpd="sng">
              <a:solidFill>
                <a:schemeClr val="tx1"/>
              </a:solidFill>
              <a:prstDash val="solid"/>
              <a:round/>
              <a:headEnd type="none" w="med" len="med"/>
              <a:tailEnd type="none" w="med" len="med"/>
            </a:ln>
          </p:spPr>
        </p:sp>
        <p:sp>
          <p:nvSpPr>
            <p:cNvPr id="38943" name="Freeform 37"/>
            <p:cNvSpPr/>
            <p:nvPr/>
          </p:nvSpPr>
          <p:spPr>
            <a:xfrm>
              <a:off x="2886" y="2211"/>
              <a:ext cx="656" cy="589"/>
            </a:xfrm>
            <a:custGeom>
              <a:avLst/>
              <a:gdLst/>
              <a:ahLst/>
              <a:cxnLst>
                <a:cxn ang="0">
                  <a:pos x="0" y="0"/>
                </a:cxn>
                <a:cxn ang="0">
                  <a:pos x="289" y="0"/>
                </a:cxn>
                <a:cxn ang="0">
                  <a:pos x="289" y="589"/>
                </a:cxn>
                <a:cxn ang="0">
                  <a:pos x="656" y="589"/>
                </a:cxn>
              </a:cxnLst>
              <a:pathLst>
                <a:path w="656" h="589">
                  <a:moveTo>
                    <a:pt x="0" y="0"/>
                  </a:moveTo>
                  <a:lnTo>
                    <a:pt x="289" y="0"/>
                  </a:lnTo>
                  <a:lnTo>
                    <a:pt x="289" y="589"/>
                  </a:lnTo>
                  <a:lnTo>
                    <a:pt x="656" y="589"/>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38944" name="Freeform 38"/>
            <p:cNvSpPr/>
            <p:nvPr/>
          </p:nvSpPr>
          <p:spPr>
            <a:xfrm>
              <a:off x="2886" y="3122"/>
              <a:ext cx="656" cy="556"/>
            </a:xfrm>
            <a:custGeom>
              <a:avLst/>
              <a:gdLst/>
              <a:ahLst/>
              <a:cxnLst>
                <a:cxn ang="0">
                  <a:pos x="0" y="556"/>
                </a:cxn>
                <a:cxn ang="0">
                  <a:pos x="322" y="556"/>
                </a:cxn>
                <a:cxn ang="0">
                  <a:pos x="322" y="0"/>
                </a:cxn>
                <a:cxn ang="0">
                  <a:pos x="656" y="0"/>
                </a:cxn>
              </a:cxnLst>
              <a:pathLst>
                <a:path w="656" h="556">
                  <a:moveTo>
                    <a:pt x="0" y="556"/>
                  </a:moveTo>
                  <a:lnTo>
                    <a:pt x="322" y="556"/>
                  </a:lnTo>
                  <a:lnTo>
                    <a:pt x="322" y="0"/>
                  </a:lnTo>
                  <a:lnTo>
                    <a:pt x="656"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38945" name="Text Box 39"/>
            <p:cNvSpPr txBox="1"/>
            <p:nvPr/>
          </p:nvSpPr>
          <p:spPr>
            <a:xfrm>
              <a:off x="1670" y="1860"/>
              <a:ext cx="308"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x1</a:t>
              </a:r>
              <a:endParaRPr lang="en-US" altLang="zh-CN" sz="2400" i="0" dirty="0">
                <a:latin typeface="Times New Roman" panose="02020603050405020304" pitchFamily="18" charset="0"/>
                <a:ea typeface="宋体" panose="02010600030101010101" pitchFamily="2" charset="-122"/>
              </a:endParaRPr>
            </a:p>
          </p:txBody>
        </p:sp>
        <p:sp>
          <p:nvSpPr>
            <p:cNvPr id="38946" name="Rectangle 40"/>
            <p:cNvSpPr/>
            <p:nvPr/>
          </p:nvSpPr>
          <p:spPr>
            <a:xfrm>
              <a:off x="4027" y="2787"/>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38947" name="Rectangle 41"/>
            <p:cNvSpPr/>
            <p:nvPr/>
          </p:nvSpPr>
          <p:spPr>
            <a:xfrm>
              <a:off x="1680" y="3547"/>
              <a:ext cx="308"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x1</a:t>
              </a:r>
              <a:endParaRPr lang="en-US" altLang="zh-CN" sz="2400" i="0" dirty="0">
                <a:latin typeface="Times New Roman" panose="02020603050405020304" pitchFamily="18" charset="0"/>
                <a:ea typeface="宋体" panose="02010600030101010101" pitchFamily="2" charset="-122"/>
              </a:endParaRPr>
            </a:p>
          </p:txBody>
        </p:sp>
        <p:sp>
          <p:nvSpPr>
            <p:cNvPr id="38948" name="Text Box 43"/>
            <p:cNvSpPr txBox="1"/>
            <p:nvPr/>
          </p:nvSpPr>
          <p:spPr>
            <a:xfrm>
              <a:off x="2573" y="1922"/>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8949" name="Text Box 44"/>
            <p:cNvSpPr txBox="1"/>
            <p:nvPr/>
          </p:nvSpPr>
          <p:spPr>
            <a:xfrm>
              <a:off x="2607" y="266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8950" name="Text Box 45"/>
            <p:cNvSpPr txBox="1"/>
            <p:nvPr/>
          </p:nvSpPr>
          <p:spPr>
            <a:xfrm>
              <a:off x="2596" y="336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8951" name="Line 46"/>
            <p:cNvSpPr/>
            <p:nvPr/>
          </p:nvSpPr>
          <p:spPr>
            <a:xfrm flipH="1">
              <a:off x="2364" y="2328"/>
              <a:ext cx="252" cy="0"/>
            </a:xfrm>
            <a:prstGeom prst="line">
              <a:avLst/>
            </a:prstGeom>
            <a:ln w="12700" cap="flat" cmpd="sng">
              <a:solidFill>
                <a:schemeClr val="tx1"/>
              </a:solidFill>
              <a:prstDash val="solid"/>
              <a:round/>
              <a:headEnd type="none" w="med" len="med"/>
              <a:tailEnd type="none" w="sm" len="lg"/>
            </a:ln>
          </p:spPr>
        </p:sp>
        <p:sp>
          <p:nvSpPr>
            <p:cNvPr id="38952" name="Line 47"/>
            <p:cNvSpPr/>
            <p:nvPr/>
          </p:nvSpPr>
          <p:spPr>
            <a:xfrm flipH="1">
              <a:off x="2340" y="3528"/>
              <a:ext cx="276" cy="0"/>
            </a:xfrm>
            <a:prstGeom prst="line">
              <a:avLst/>
            </a:prstGeom>
            <a:ln w="12700" cap="flat" cmpd="sng">
              <a:solidFill>
                <a:schemeClr val="tx1"/>
              </a:solidFill>
              <a:prstDash val="solid"/>
              <a:round/>
              <a:headEnd type="none" w="med" len="med"/>
              <a:tailEnd type="none" w="sm" len="lg"/>
            </a:ln>
          </p:spPr>
        </p:sp>
        <p:sp>
          <p:nvSpPr>
            <p:cNvPr id="38953" name="Text Box 48"/>
            <p:cNvSpPr txBox="1"/>
            <p:nvPr/>
          </p:nvSpPr>
          <p:spPr>
            <a:xfrm>
              <a:off x="1656" y="2714"/>
              <a:ext cx="308"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x2</a:t>
              </a:r>
              <a:endParaRPr lang="en-US" altLang="zh-CN" sz="2400" i="0" dirty="0">
                <a:latin typeface="Times New Roman" panose="02020603050405020304" pitchFamily="18" charset="0"/>
                <a:ea typeface="宋体" panose="02010600030101010101" pitchFamily="2" charset="-122"/>
              </a:endParaRPr>
            </a:p>
          </p:txBody>
        </p:sp>
        <p:grpSp>
          <p:nvGrpSpPr>
            <p:cNvPr id="38954" name="Group 50"/>
            <p:cNvGrpSpPr/>
            <p:nvPr/>
          </p:nvGrpSpPr>
          <p:grpSpPr>
            <a:xfrm>
              <a:off x="1682" y="2325"/>
              <a:ext cx="308" cy="288"/>
              <a:chOff x="1972" y="2397"/>
              <a:chExt cx="308" cy="288"/>
            </a:xfrm>
          </p:grpSpPr>
          <p:sp>
            <p:nvSpPr>
              <p:cNvPr id="38955" name="Rectangle 51"/>
              <p:cNvSpPr/>
              <p:nvPr/>
            </p:nvSpPr>
            <p:spPr>
              <a:xfrm>
                <a:off x="1972" y="2397"/>
                <a:ext cx="308"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y1</a:t>
                </a:r>
                <a:endParaRPr lang="en-US" altLang="zh-CN" sz="2400" i="0" dirty="0">
                  <a:latin typeface="Times New Roman" panose="02020603050405020304" pitchFamily="18" charset="0"/>
                  <a:ea typeface="宋体" panose="02010600030101010101" pitchFamily="2" charset="-122"/>
                </a:endParaRPr>
              </a:p>
            </p:txBody>
          </p:sp>
          <p:sp>
            <p:nvSpPr>
              <p:cNvPr id="38956" name="Line 52"/>
              <p:cNvSpPr/>
              <p:nvPr/>
            </p:nvSpPr>
            <p:spPr>
              <a:xfrm>
                <a:off x="2028" y="2424"/>
                <a:ext cx="132" cy="0"/>
              </a:xfrm>
              <a:prstGeom prst="line">
                <a:avLst/>
              </a:prstGeom>
              <a:ln w="12700" cap="flat" cmpd="sng">
                <a:solidFill>
                  <a:schemeClr val="tx1"/>
                </a:solidFill>
                <a:prstDash val="solid"/>
                <a:round/>
                <a:headEnd type="none" w="med" len="med"/>
                <a:tailEnd type="none" w="sm" len="lg"/>
              </a:ln>
            </p:spPr>
          </p:sp>
        </p:grpSp>
        <p:sp>
          <p:nvSpPr>
            <p:cNvPr id="38957" name="Oval 53"/>
            <p:cNvSpPr/>
            <p:nvPr/>
          </p:nvSpPr>
          <p:spPr>
            <a:xfrm>
              <a:off x="2881" y="293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58" name="Oval 54"/>
            <p:cNvSpPr/>
            <p:nvPr/>
          </p:nvSpPr>
          <p:spPr>
            <a:xfrm>
              <a:off x="2881" y="2178"/>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59" name="Oval 55"/>
            <p:cNvSpPr/>
            <p:nvPr/>
          </p:nvSpPr>
          <p:spPr>
            <a:xfrm>
              <a:off x="2881" y="365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60" name="Text Box 56"/>
            <p:cNvSpPr txBox="1"/>
            <p:nvPr/>
          </p:nvSpPr>
          <p:spPr>
            <a:xfrm>
              <a:off x="3509" y="266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8961" name="Line 57"/>
            <p:cNvSpPr/>
            <p:nvPr/>
          </p:nvSpPr>
          <p:spPr>
            <a:xfrm>
              <a:off x="2376" y="2328"/>
              <a:ext cx="0" cy="504"/>
            </a:xfrm>
            <a:prstGeom prst="line">
              <a:avLst/>
            </a:prstGeom>
            <a:ln w="12700" cap="flat" cmpd="sng">
              <a:solidFill>
                <a:schemeClr val="tx1"/>
              </a:solidFill>
              <a:prstDash val="solid"/>
              <a:round/>
              <a:headEnd type="none" w="med" len="med"/>
              <a:tailEnd type="none" w="sm" len="lg"/>
            </a:ln>
          </p:spPr>
        </p:sp>
        <p:sp>
          <p:nvSpPr>
            <p:cNvPr id="38962" name="Line 58"/>
            <p:cNvSpPr/>
            <p:nvPr/>
          </p:nvSpPr>
          <p:spPr>
            <a:xfrm>
              <a:off x="2352" y="3096"/>
              <a:ext cx="0" cy="432"/>
            </a:xfrm>
            <a:prstGeom prst="line">
              <a:avLst/>
            </a:prstGeom>
            <a:ln w="12700" cap="flat" cmpd="sng">
              <a:solidFill>
                <a:schemeClr val="tx1"/>
              </a:solidFill>
              <a:prstDash val="solid"/>
              <a:round/>
              <a:headEnd type="none" w="med" len="med"/>
              <a:tailEnd type="none" w="sm" len="lg"/>
            </a:ln>
          </p:spPr>
        </p:sp>
        <p:sp>
          <p:nvSpPr>
            <p:cNvPr id="38963" name="Line 59"/>
            <p:cNvSpPr/>
            <p:nvPr/>
          </p:nvSpPr>
          <p:spPr>
            <a:xfrm flipV="1">
              <a:off x="1704" y="2964"/>
              <a:ext cx="924" cy="0"/>
            </a:xfrm>
            <a:prstGeom prst="line">
              <a:avLst/>
            </a:prstGeom>
            <a:ln w="12700" cap="flat" cmpd="sng">
              <a:solidFill>
                <a:schemeClr val="tx1"/>
              </a:solidFill>
              <a:prstDash val="solid"/>
              <a:round/>
              <a:headEnd type="none" w="med" len="med"/>
              <a:tailEnd type="none" w="sm" len="lg"/>
            </a:ln>
          </p:spPr>
        </p:sp>
        <p:cxnSp>
          <p:nvCxnSpPr>
            <p:cNvPr id="38964" name="AutoShape 60"/>
            <p:cNvCxnSpPr/>
            <p:nvPr/>
          </p:nvCxnSpPr>
          <p:spPr>
            <a:xfrm rot="-5400000" flipH="1">
              <a:off x="2078" y="3112"/>
              <a:ext cx="673" cy="395"/>
            </a:xfrm>
            <a:prstGeom prst="bentConnector3">
              <a:avLst>
                <a:gd name="adj1" fmla="val 103565"/>
              </a:avLst>
            </a:prstGeom>
            <a:ln w="12700" cap="flat" cmpd="sng">
              <a:solidFill>
                <a:schemeClr val="tx1"/>
              </a:solidFill>
              <a:prstDash val="solid"/>
              <a:miter/>
              <a:headEnd type="none" w="med" len="med"/>
              <a:tailEnd type="none" w="sm" len="lg"/>
            </a:ln>
          </p:spPr>
        </p:cxnSp>
        <p:sp>
          <p:nvSpPr>
            <p:cNvPr id="38965" name="Line 61"/>
            <p:cNvSpPr/>
            <p:nvPr/>
          </p:nvSpPr>
          <p:spPr>
            <a:xfrm flipH="1">
              <a:off x="1704" y="2580"/>
              <a:ext cx="672" cy="0"/>
            </a:xfrm>
            <a:prstGeom prst="line">
              <a:avLst/>
            </a:prstGeom>
            <a:ln w="12700" cap="flat" cmpd="sng">
              <a:solidFill>
                <a:schemeClr val="tx1"/>
              </a:solidFill>
              <a:prstDash val="solid"/>
              <a:round/>
              <a:headEnd type="none" w="med" len="med"/>
              <a:tailEnd type="none" w="sm" len="lg"/>
            </a:ln>
          </p:spPr>
        </p:sp>
        <p:sp>
          <p:nvSpPr>
            <p:cNvPr id="38966" name="Line 62"/>
            <p:cNvSpPr/>
            <p:nvPr/>
          </p:nvSpPr>
          <p:spPr>
            <a:xfrm flipH="1">
              <a:off x="1704" y="3312"/>
              <a:ext cx="648" cy="0"/>
            </a:xfrm>
            <a:prstGeom prst="line">
              <a:avLst/>
            </a:prstGeom>
            <a:ln w="12700" cap="flat" cmpd="sng">
              <a:solidFill>
                <a:schemeClr val="tx1"/>
              </a:solidFill>
              <a:prstDash val="solid"/>
              <a:round/>
              <a:headEnd type="none" w="med" len="med"/>
              <a:tailEnd type="none" w="sm" len="lg"/>
            </a:ln>
          </p:spPr>
        </p:sp>
        <p:sp>
          <p:nvSpPr>
            <p:cNvPr id="38967" name="Text Box 63"/>
            <p:cNvSpPr txBox="1"/>
            <p:nvPr/>
          </p:nvSpPr>
          <p:spPr>
            <a:xfrm>
              <a:off x="2258" y="3170"/>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38968" name="Text Box 64"/>
            <p:cNvSpPr txBox="1"/>
            <p:nvPr/>
          </p:nvSpPr>
          <p:spPr>
            <a:xfrm>
              <a:off x="2126" y="2822"/>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38969" name="Text Box 65"/>
            <p:cNvSpPr txBox="1"/>
            <p:nvPr/>
          </p:nvSpPr>
          <p:spPr>
            <a:xfrm>
              <a:off x="2282" y="2438"/>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grpSp>
          <p:nvGrpSpPr>
            <p:cNvPr id="38970" name="Group 67"/>
            <p:cNvGrpSpPr/>
            <p:nvPr/>
          </p:nvGrpSpPr>
          <p:grpSpPr>
            <a:xfrm>
              <a:off x="1692" y="3050"/>
              <a:ext cx="308" cy="288"/>
              <a:chOff x="494" y="2318"/>
              <a:chExt cx="308" cy="288"/>
            </a:xfrm>
          </p:grpSpPr>
          <p:sp>
            <p:nvSpPr>
              <p:cNvPr id="38971" name="Text Box 49"/>
              <p:cNvSpPr txBox="1"/>
              <p:nvPr/>
            </p:nvSpPr>
            <p:spPr>
              <a:xfrm>
                <a:off x="494" y="2318"/>
                <a:ext cx="308"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y2</a:t>
                </a:r>
                <a:endParaRPr lang="en-US" altLang="zh-CN" sz="2400" i="0" dirty="0">
                  <a:latin typeface="Times New Roman" panose="02020603050405020304" pitchFamily="18" charset="0"/>
                  <a:ea typeface="宋体" panose="02010600030101010101" pitchFamily="2" charset="-122"/>
                </a:endParaRPr>
              </a:p>
            </p:txBody>
          </p:sp>
          <p:sp>
            <p:nvSpPr>
              <p:cNvPr id="38972" name="Line 66"/>
              <p:cNvSpPr/>
              <p:nvPr/>
            </p:nvSpPr>
            <p:spPr>
              <a:xfrm flipV="1">
                <a:off x="528" y="2352"/>
                <a:ext cx="192" cy="0"/>
              </a:xfrm>
              <a:prstGeom prst="line">
                <a:avLst/>
              </a:prstGeom>
              <a:ln w="12700" cap="flat" cmpd="sng">
                <a:solidFill>
                  <a:schemeClr val="tx1"/>
                </a:solidFill>
                <a:prstDash val="solid"/>
                <a:round/>
                <a:headEnd type="none" w="med" len="med"/>
                <a:tailEnd type="none" w="sm" len="lg"/>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9636"/>
                                        </p:tgtEl>
                                        <p:attrNameLst>
                                          <p:attrName>style.visibility</p:attrName>
                                        </p:attrNameLst>
                                      </p:cBhvr>
                                      <p:to>
                                        <p:strVal val="visible"/>
                                      </p:to>
                                    </p:set>
                                    <p:animEffect transition="in" filter="wipe(left)">
                                      <p:cBhvr>
                                        <p:cTn id="7" dur="500"/>
                                        <p:tgtEl>
                                          <p:spTgt spid="696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checkerboard(across)">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3" name="Text Box 3"/>
          <p:cNvSpPr txBox="1"/>
          <p:nvPr/>
        </p:nvSpPr>
        <p:spPr>
          <a:xfrm>
            <a:off x="381000" y="681038"/>
            <a:ext cx="8562975" cy="1990725"/>
          </a:xfrm>
          <a:prstGeom prst="rect">
            <a:avLst/>
          </a:prstGeom>
          <a:noFill/>
          <a:ln w="9525">
            <a:noFill/>
          </a:ln>
        </p:spPr>
        <p:txBody>
          <a:bodyPr anchor="t" anchorCtr="0">
            <a:spAutoFit/>
          </a:bodyPr>
          <a:p>
            <a:pPr>
              <a:lnSpc>
                <a:spcPct val="130000"/>
              </a:lnSpc>
              <a:spcBef>
                <a:spcPct val="30000"/>
              </a:spcBef>
            </a:pPr>
            <a:r>
              <a:rPr lang="zh-CN" altLang="en-US" sz="2400" i="0" dirty="0">
                <a:latin typeface="Times New Roman" panose="02020603050405020304" pitchFamily="18" charset="0"/>
                <a:ea typeface="宋体" panose="02010600030101010101" pitchFamily="2" charset="-122"/>
              </a:rPr>
              <a:t>例：有一火灾报警系统，设有烟感、温感和紫外光感三种不同类型的火灾探测器。为了防止误报警，只有当其中两种或两种类型以上的探测器发生火灾探测信号时，报警系统才产生报警控制信号，试设计产生报警控制信号的电路。</a:t>
            </a:r>
            <a:endParaRPr lang="zh-CN" altLang="en-US" sz="2400" i="0" dirty="0">
              <a:latin typeface="Times New Roman" panose="02020603050405020304" pitchFamily="18" charset="0"/>
              <a:ea typeface="宋体" panose="02010600030101010101" pitchFamily="2" charset="-122"/>
            </a:endParaRPr>
          </a:p>
        </p:txBody>
      </p:sp>
      <p:sp>
        <p:nvSpPr>
          <p:cNvPr id="271364" name="Text Box 4"/>
          <p:cNvSpPr txBox="1"/>
          <p:nvPr/>
        </p:nvSpPr>
        <p:spPr>
          <a:xfrm>
            <a:off x="457200" y="2895600"/>
            <a:ext cx="8297863" cy="2976563"/>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宋体" panose="02010600030101010101" pitchFamily="2" charset="-122"/>
              </a:rPr>
              <a:t>解：</a:t>
            </a:r>
            <a:r>
              <a:rPr lang="zh-CN" altLang="en-US" sz="2400" b="1" i="0" dirty="0">
                <a:solidFill>
                  <a:srgbClr val="CC0066"/>
                </a:solidFill>
                <a:latin typeface="Times New Roman" panose="02020603050405020304" pitchFamily="18" charset="0"/>
                <a:ea typeface="宋体" panose="02010600030101010101" pitchFamily="2" charset="-122"/>
              </a:rPr>
              <a:t>首先，指定变量并编码：（逻辑抽象）</a:t>
            </a:r>
            <a:endParaRPr lang="zh-CN" altLang="en-US" sz="2400" b="1" i="0" dirty="0">
              <a:solidFill>
                <a:srgbClr val="CC0066"/>
              </a:solidFill>
              <a:latin typeface="Times New Roman" panose="02020603050405020304" pitchFamily="18" charset="0"/>
              <a:ea typeface="宋体" panose="02010600030101010101" pitchFamily="2" charset="-122"/>
            </a:endParaRPr>
          </a:p>
          <a:p>
            <a:pPr>
              <a:lnSpc>
                <a:spcPct val="130000"/>
              </a:lnSpc>
              <a:spcBef>
                <a:spcPct val="20000"/>
              </a:spcBef>
            </a:pPr>
            <a:r>
              <a:rPr lang="zh-CN" altLang="en-US" sz="2400" b="1" i="0" dirty="0">
                <a:solidFill>
                  <a:schemeClr val="hlink"/>
                </a:solidFill>
                <a:latin typeface="Times New Roman" panose="02020603050405020304" pitchFamily="18" charset="0"/>
                <a:ea typeface="宋体" panose="02010600030101010101" pitchFamily="2" charset="-122"/>
              </a:rPr>
              <a:t>     </a:t>
            </a:r>
            <a:r>
              <a:rPr lang="zh-CN" altLang="en-US" sz="2400" i="0" dirty="0">
                <a:latin typeface="Times New Roman" panose="02020603050405020304" pitchFamily="18" charset="0"/>
                <a:ea typeface="宋体" panose="02010600030101010101" pitchFamily="2" charset="-122"/>
              </a:rPr>
              <a:t>设</a:t>
            </a:r>
            <a:r>
              <a:rPr lang="en-US" altLang="zh-CN" sz="2400" i="0" dirty="0">
                <a:latin typeface="Times New Roman" panose="02020603050405020304" pitchFamily="18" charset="0"/>
                <a:ea typeface="宋体" panose="02010600030101010101" pitchFamily="2" charset="-122"/>
              </a:rPr>
              <a:t>A</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B</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C</a:t>
            </a:r>
            <a:r>
              <a:rPr lang="zh-CN" altLang="en-US" sz="2400" i="0" dirty="0">
                <a:latin typeface="Times New Roman" panose="02020603050405020304" pitchFamily="18" charset="0"/>
                <a:ea typeface="宋体" panose="02010600030101010101" pitchFamily="2" charset="-122"/>
              </a:rPr>
              <a:t>分别表示烟感、温感、紫外光感三种探测器的探测信号，为报警控制电路的输入，以</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表示高电平，表示有火灾，</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表示低电平，表示无火灾；</a:t>
            </a:r>
            <a:endParaRPr lang="zh-CN" altLang="en-US" sz="2400" i="0" dirty="0">
              <a:latin typeface="Times New Roman" panose="02020603050405020304" pitchFamily="18" charset="0"/>
              <a:ea typeface="宋体" panose="02010600030101010101" pitchFamily="2" charset="-122"/>
            </a:endParaRPr>
          </a:p>
          <a:p>
            <a:pPr>
              <a:lnSpc>
                <a:spcPct val="130000"/>
              </a:lnSpc>
              <a:spcBef>
                <a:spcPct val="20000"/>
              </a:spcBef>
            </a:pPr>
            <a:r>
              <a:rPr lang="zh-CN" altLang="en-US" sz="2400" i="0" dirty="0">
                <a:latin typeface="Times New Roman" panose="02020603050405020304" pitchFamily="18" charset="0"/>
                <a:ea typeface="宋体" panose="02010600030101010101" pitchFamily="2" charset="-122"/>
              </a:rPr>
              <a:t>       设</a:t>
            </a:r>
            <a:r>
              <a:rPr lang="en-US" altLang="zh-CN" sz="2400" i="0" dirty="0">
                <a:latin typeface="Times New Roman" panose="02020603050405020304" pitchFamily="18" charset="0"/>
                <a:ea typeface="宋体" panose="02010600030101010101" pitchFamily="2" charset="-122"/>
              </a:rPr>
              <a:t>F</a:t>
            </a:r>
            <a:r>
              <a:rPr lang="zh-CN" altLang="en-US" sz="2400" i="0" dirty="0">
                <a:latin typeface="Times New Roman" panose="02020603050405020304" pitchFamily="18" charset="0"/>
                <a:ea typeface="宋体" panose="02010600030101010101" pitchFamily="2" charset="-122"/>
              </a:rPr>
              <a:t>为报警控制电路的输出，以</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表示高电平，表示有火灾报警，以</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表示低电平，表示无火灾报警。</a:t>
            </a:r>
            <a:r>
              <a:rPr lang="zh-CN" altLang="en-US" sz="2400" b="1" i="0" dirty="0">
                <a:latin typeface="Times New Roman" panose="02020603050405020304" pitchFamily="18" charset="0"/>
                <a:ea typeface="宋体" panose="02010600030101010101" pitchFamily="2" charset="-122"/>
              </a:rPr>
              <a:t>       </a:t>
            </a:r>
            <a:endParaRPr lang="zh-CN" altLang="en-US" sz="2400" b="1" i="0" dirty="0">
              <a:latin typeface="Times New Roman" panose="02020603050405020304" pitchFamily="18" charset="0"/>
              <a:ea typeface="宋体" panose="02010600030101010101" pitchFamily="2" charset="-122"/>
            </a:endParaRPr>
          </a:p>
        </p:txBody>
      </p:sp>
      <p:sp>
        <p:nvSpPr>
          <p:cNvPr id="271366" name="AutoShape 6">
            <a:hlinkClick r:id="rId1" action="ppaction://hlinksldjump"/>
          </p:cNvPr>
          <p:cNvSpPr/>
          <p:nvPr/>
        </p:nvSpPr>
        <p:spPr>
          <a:xfrm>
            <a:off x="8474075" y="6245225"/>
            <a:ext cx="217488" cy="377825"/>
          </a:xfrm>
          <a:prstGeom prst="downArrow">
            <a:avLst>
              <a:gd name="adj1" fmla="val 50000"/>
              <a:gd name="adj2" fmla="val 43406"/>
            </a:avLst>
          </a:prstGeom>
          <a:solidFill>
            <a:srgbClr val="CC3300">
              <a:alpha val="50195"/>
            </a:srgbClr>
          </a:solidFill>
          <a:ln w="9525" cap="flat" cmpd="sng">
            <a:solidFill>
              <a:schemeClr val="tx1"/>
            </a:solidFill>
            <a:prstDash val="solid"/>
            <a:miter/>
            <a:headEnd type="none" w="med" len="med"/>
            <a:tailEnd type="none" w="med" len="med"/>
          </a:ln>
        </p:spPr>
        <p:txBody>
          <a:bodyPr vert="eaVert" wrap="none" anchor="ctr" anchorCtr="0"/>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1363">
                                            <p:txEl>
                                              <p:charRg st="0" end="102"/>
                                            </p:txEl>
                                          </p:spTgt>
                                        </p:tgtEl>
                                        <p:attrNameLst>
                                          <p:attrName>style.visibility</p:attrName>
                                        </p:attrNameLst>
                                      </p:cBhvr>
                                      <p:to>
                                        <p:strVal val="visible"/>
                                      </p:to>
                                    </p:set>
                                    <p:animEffect transition="in" filter="wipe(left)">
                                      <p:cBhvr>
                                        <p:cTn id="7" dur="500"/>
                                        <p:tgtEl>
                                          <p:spTgt spid="271363">
                                            <p:txEl>
                                              <p:charRg st="0" end="10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1364">
                                            <p:txEl>
                                              <p:charRg st="0" end="20"/>
                                            </p:txEl>
                                          </p:spTgt>
                                        </p:tgtEl>
                                        <p:attrNameLst>
                                          <p:attrName>style.visibility</p:attrName>
                                        </p:attrNameLst>
                                      </p:cBhvr>
                                      <p:to>
                                        <p:strVal val="visible"/>
                                      </p:to>
                                    </p:set>
                                    <p:animEffect transition="in" filter="blinds(horizontal)">
                                      <p:cBhvr>
                                        <p:cTn id="12" dur="500"/>
                                        <p:tgtEl>
                                          <p:spTgt spid="271364">
                                            <p:txEl>
                                              <p:charRg st="0" end="2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71364">
                                            <p:txEl>
                                              <p:charRg st="20" end="95"/>
                                            </p:txEl>
                                          </p:spTgt>
                                        </p:tgtEl>
                                        <p:attrNameLst>
                                          <p:attrName>style.visibility</p:attrName>
                                        </p:attrNameLst>
                                      </p:cBhvr>
                                      <p:to>
                                        <p:strVal val="visible"/>
                                      </p:to>
                                    </p:set>
                                    <p:animEffect transition="in" filter="blinds(horizontal)">
                                      <p:cBhvr>
                                        <p:cTn id="17" dur="500"/>
                                        <p:tgtEl>
                                          <p:spTgt spid="271364">
                                            <p:txEl>
                                              <p:charRg st="20" end="95"/>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271364">
                                            <p:txEl>
                                              <p:charRg st="95" end="155"/>
                                            </p:txEl>
                                          </p:spTgt>
                                        </p:tgtEl>
                                        <p:attrNameLst>
                                          <p:attrName>style.visibility</p:attrName>
                                        </p:attrNameLst>
                                      </p:cBhvr>
                                      <p:to>
                                        <p:strVal val="visible"/>
                                      </p:to>
                                    </p:set>
                                    <p:animEffect transition="in" filter="blinds(horizontal)">
                                      <p:cBhvr>
                                        <p:cTn id="20" dur="500"/>
                                        <p:tgtEl>
                                          <p:spTgt spid="271364">
                                            <p:txEl>
                                              <p:charRg st="95" end="15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71366"/>
                                        </p:tgtEl>
                                        <p:attrNameLst>
                                          <p:attrName>style.visibility</p:attrName>
                                        </p:attrNameLst>
                                      </p:cBhvr>
                                      <p:to>
                                        <p:strVal val="visible"/>
                                      </p:to>
                                    </p:set>
                                    <p:animEffect transition="in" filter="blinds(horizontal)">
                                      <p:cBhvr>
                                        <p:cTn id="25" dur="500"/>
                                        <p:tgtEl>
                                          <p:spTgt spid="271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3" grpId="0" build="p"/>
      <p:bldP spid="27136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Text Box 2"/>
          <p:cNvSpPr txBox="1"/>
          <p:nvPr/>
        </p:nvSpPr>
        <p:spPr>
          <a:xfrm>
            <a:off x="582613" y="862013"/>
            <a:ext cx="7816850" cy="519112"/>
          </a:xfrm>
          <a:prstGeom prst="rect">
            <a:avLst/>
          </a:prstGeom>
          <a:noFill/>
          <a:ln w="9525">
            <a:noFill/>
          </a:ln>
        </p:spPr>
        <p:txBody>
          <a:bodyPr anchor="t" anchorCtr="0">
            <a:spAutoFit/>
          </a:bodyPr>
          <a:p>
            <a:pPr>
              <a:spcBef>
                <a:spcPct val="50000"/>
              </a:spcBef>
            </a:pPr>
            <a:r>
              <a:rPr lang="zh-CN" altLang="en-US" sz="2800" i="0" dirty="0">
                <a:latin typeface="Times New Roman" panose="02020603050405020304" pitchFamily="18" charset="0"/>
                <a:ea typeface="宋体" panose="02010600030101010101" pitchFamily="2" charset="-122"/>
              </a:rPr>
              <a:t>例</a:t>
            </a:r>
            <a:r>
              <a:rPr lang="en-US" altLang="zh-CN" sz="2800" i="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：用与非门设计一个三变量</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多数表决电路</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sp>
        <p:nvSpPr>
          <p:cNvPr id="17411" name="Text Box 3"/>
          <p:cNvSpPr txBox="1"/>
          <p:nvPr/>
        </p:nvSpPr>
        <p:spPr>
          <a:xfrm>
            <a:off x="546100" y="1625600"/>
            <a:ext cx="4975225" cy="519113"/>
          </a:xfrm>
          <a:prstGeom prst="rect">
            <a:avLst/>
          </a:prstGeom>
          <a:noFill/>
          <a:ln w="9525">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解</a:t>
            </a:r>
            <a:r>
              <a:rPr lang="zh-CN" altLang="en-US" sz="2800" i="0" dirty="0">
                <a:latin typeface="Times New Roman" panose="02020603050405020304" pitchFamily="18" charset="0"/>
                <a:ea typeface="宋体" panose="02010600030101010101" pitchFamily="2" charset="-122"/>
              </a:rPr>
              <a:t>：第一步：建立真值表；</a:t>
            </a:r>
            <a:endParaRPr lang="zh-CN" altLang="en-US" sz="2800" i="0" dirty="0">
              <a:latin typeface="Times New Roman" panose="02020603050405020304" pitchFamily="18" charset="0"/>
              <a:ea typeface="宋体" panose="02010600030101010101" pitchFamily="2" charset="-122"/>
            </a:endParaRPr>
          </a:p>
        </p:txBody>
      </p:sp>
      <p:sp>
        <p:nvSpPr>
          <p:cNvPr id="17413" name="Rectangle 5"/>
          <p:cNvSpPr/>
          <p:nvPr/>
        </p:nvSpPr>
        <p:spPr>
          <a:xfrm>
            <a:off x="306388" y="2409825"/>
            <a:ext cx="5141912" cy="1630363"/>
          </a:xfrm>
          <a:prstGeom prst="rect">
            <a:avLst/>
          </a:prstGeom>
          <a:noFill/>
          <a:ln w="9525">
            <a:noFill/>
          </a:ln>
        </p:spPr>
        <p:txBody>
          <a:bodyPr anchor="t" anchorCtr="0">
            <a:spAutoFit/>
          </a:bodyPr>
          <a:p>
            <a:pPr marL="476250" indent="-476250">
              <a:lnSpc>
                <a:spcPct val="120000"/>
              </a:lnSpc>
            </a:pP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输入即表达者</a:t>
            </a: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共有</a:t>
            </a:r>
            <a:r>
              <a:rPr lang="en-US" altLang="zh-CN" sz="2800" i="0" dirty="0">
                <a:latin typeface="Times New Roman" panose="02020603050405020304" pitchFamily="18" charset="0"/>
                <a:ea typeface="宋体" panose="02010600030101010101" pitchFamily="2" charset="-122"/>
                <a:sym typeface="Monotype Sorts" pitchFamily="2" charset="2"/>
              </a:rPr>
              <a:t>3</a:t>
            </a:r>
            <a:r>
              <a:rPr lang="zh-CN" altLang="en-US" sz="2800" i="0" dirty="0">
                <a:latin typeface="Times New Roman" panose="02020603050405020304" pitchFamily="18" charset="0"/>
                <a:ea typeface="宋体" panose="02010600030101010101" pitchFamily="2" charset="-122"/>
                <a:sym typeface="Monotype Sorts" pitchFamily="2" charset="2"/>
              </a:rPr>
              <a:t>个</a:t>
            </a: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分别用</a:t>
            </a:r>
            <a:r>
              <a:rPr lang="en-US" altLang="zh-CN" sz="2800" i="0" dirty="0">
                <a:latin typeface="Times New Roman" panose="02020603050405020304" pitchFamily="18" charset="0"/>
                <a:ea typeface="宋体" panose="02010600030101010101" pitchFamily="2" charset="-122"/>
                <a:sym typeface="Monotype Sorts" pitchFamily="2" charset="2"/>
              </a:rPr>
              <a:t>A</a:t>
            </a:r>
            <a:r>
              <a:rPr lang="zh-CN" altLang="en-US" sz="2800" i="0" dirty="0">
                <a:latin typeface="Times New Roman" panose="02020603050405020304" pitchFamily="18" charset="0"/>
                <a:ea typeface="宋体" panose="02010600030101010101" pitchFamily="2" charset="-122"/>
                <a:sym typeface="Monotype Sorts" pitchFamily="2" charset="2"/>
              </a:rPr>
              <a:t>、</a:t>
            </a:r>
            <a:r>
              <a:rPr lang="en-US" altLang="zh-CN" sz="2800" i="0" dirty="0">
                <a:latin typeface="Times New Roman" panose="02020603050405020304" pitchFamily="18" charset="0"/>
                <a:ea typeface="宋体" panose="02010600030101010101" pitchFamily="2" charset="-122"/>
                <a:sym typeface="Monotype Sorts" pitchFamily="2" charset="2"/>
              </a:rPr>
              <a:t>B</a:t>
            </a:r>
            <a:r>
              <a:rPr lang="zh-CN" altLang="en-US" sz="2800" i="0" dirty="0">
                <a:latin typeface="Times New Roman" panose="02020603050405020304" pitchFamily="18" charset="0"/>
                <a:ea typeface="宋体" panose="02010600030101010101" pitchFamily="2" charset="-122"/>
                <a:sym typeface="Monotype Sorts" pitchFamily="2" charset="2"/>
              </a:rPr>
              <a:t>、</a:t>
            </a:r>
            <a:r>
              <a:rPr lang="en-US" altLang="zh-CN" sz="2800" i="0" dirty="0">
                <a:latin typeface="Times New Roman" panose="02020603050405020304" pitchFamily="18" charset="0"/>
                <a:ea typeface="宋体" panose="02010600030101010101" pitchFamily="2" charset="-122"/>
                <a:sym typeface="Monotype Sorts" pitchFamily="2" charset="2"/>
              </a:rPr>
              <a:t>C</a:t>
            </a:r>
            <a:r>
              <a:rPr lang="zh-CN" altLang="zh-CN" sz="2800" i="0" dirty="0">
                <a:latin typeface="Times New Roman" panose="02020603050405020304" pitchFamily="18" charset="0"/>
                <a:ea typeface="宋体" panose="02010600030101010101" pitchFamily="2" charset="-122"/>
                <a:sym typeface="Monotype Sorts" pitchFamily="2" charset="2"/>
              </a:rPr>
              <a:t>表示, 并设“同意”为1，“反对”为0</a:t>
            </a:r>
            <a:r>
              <a:rPr lang="zh-CN" altLang="en-US" sz="2800" i="0" dirty="0">
                <a:latin typeface="Times New Roman" panose="02020603050405020304" pitchFamily="18" charset="0"/>
                <a:ea typeface="宋体" panose="02010600030101010101" pitchFamily="2" charset="-122"/>
                <a:sym typeface="Monotype Sorts" pitchFamily="2" charset="2"/>
              </a:rPr>
              <a:t>。</a:t>
            </a:r>
            <a:endParaRPr lang="zh-CN" altLang="en-US" sz="2800" i="0" dirty="0">
              <a:latin typeface="Times New Roman" panose="02020603050405020304" pitchFamily="18" charset="0"/>
              <a:ea typeface="宋体" panose="02010600030101010101" pitchFamily="2" charset="-122"/>
              <a:sym typeface="Monotype Sorts" pitchFamily="2" charset="2"/>
            </a:endParaRPr>
          </a:p>
        </p:txBody>
      </p:sp>
      <p:sp>
        <p:nvSpPr>
          <p:cNvPr id="17414" name="Rectangle 6"/>
          <p:cNvSpPr/>
          <p:nvPr/>
        </p:nvSpPr>
        <p:spPr>
          <a:xfrm>
            <a:off x="273050" y="4321175"/>
            <a:ext cx="5410200" cy="1117600"/>
          </a:xfrm>
          <a:prstGeom prst="rect">
            <a:avLst/>
          </a:prstGeom>
          <a:noFill/>
          <a:ln w="9525">
            <a:noFill/>
          </a:ln>
        </p:spPr>
        <p:txBody>
          <a:bodyPr anchor="t" anchorCtr="0">
            <a:spAutoFit/>
          </a:bodyPr>
          <a:p>
            <a:pPr marL="476250" indent="-476250">
              <a:lnSpc>
                <a:spcPct val="120000"/>
              </a:lnSpc>
            </a:pP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输出即决议是否通过</a:t>
            </a: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用</a:t>
            </a:r>
            <a:r>
              <a:rPr lang="en-US" altLang="zh-CN" sz="2800" i="0" dirty="0">
                <a:latin typeface="Times New Roman" panose="02020603050405020304" pitchFamily="18" charset="0"/>
                <a:ea typeface="宋体" panose="02010600030101010101" pitchFamily="2" charset="-122"/>
                <a:sym typeface="Monotype Sorts" pitchFamily="2" charset="2"/>
              </a:rPr>
              <a:t>F</a:t>
            </a:r>
            <a:r>
              <a:rPr lang="zh-CN" altLang="zh-CN" sz="2800" i="0" dirty="0">
                <a:latin typeface="Times New Roman" panose="02020603050405020304" pitchFamily="18" charset="0"/>
                <a:ea typeface="宋体" panose="02010600030101010101" pitchFamily="2" charset="-122"/>
                <a:sym typeface="Monotype Sorts" pitchFamily="2" charset="2"/>
              </a:rPr>
              <a:t>表示, 并设"通过"为1, "否决"为0。</a:t>
            </a:r>
            <a:endParaRPr lang="zh-CN" altLang="en-US" sz="2800" i="0" dirty="0">
              <a:latin typeface="Times New Roman" panose="02020603050405020304" pitchFamily="18" charset="0"/>
              <a:ea typeface="宋体" panose="02010600030101010101" pitchFamily="2" charset="-122"/>
              <a:sym typeface="Monotype Sorts" pitchFamily="2" charset="2"/>
            </a:endParaRPr>
          </a:p>
        </p:txBody>
      </p:sp>
      <p:grpSp>
        <p:nvGrpSpPr>
          <p:cNvPr id="2" name="Group 18"/>
          <p:cNvGrpSpPr/>
          <p:nvPr/>
        </p:nvGrpSpPr>
        <p:grpSpPr>
          <a:xfrm>
            <a:off x="5668963" y="1576388"/>
            <a:ext cx="2946400" cy="4321175"/>
            <a:chOff x="3571" y="993"/>
            <a:chExt cx="1856" cy="2722"/>
          </a:xfrm>
        </p:grpSpPr>
        <p:sp>
          <p:nvSpPr>
            <p:cNvPr id="40966" name="Rectangle 15"/>
            <p:cNvSpPr/>
            <p:nvPr/>
          </p:nvSpPr>
          <p:spPr>
            <a:xfrm>
              <a:off x="4816" y="1098"/>
              <a:ext cx="611" cy="244"/>
            </a:xfrm>
            <a:prstGeom prst="rect">
              <a:avLst/>
            </a:prstGeom>
            <a:no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0967" name="Rectangle 14"/>
            <p:cNvSpPr/>
            <p:nvPr/>
          </p:nvSpPr>
          <p:spPr>
            <a:xfrm>
              <a:off x="4816" y="1331"/>
              <a:ext cx="611" cy="2333"/>
            </a:xfrm>
            <a:prstGeom prst="rect">
              <a:avLst/>
            </a:prstGeom>
            <a:no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0968" name="Rectangle 13"/>
            <p:cNvSpPr/>
            <p:nvPr/>
          </p:nvSpPr>
          <p:spPr>
            <a:xfrm>
              <a:off x="3582" y="1064"/>
              <a:ext cx="1234" cy="2600"/>
            </a:xfrm>
            <a:prstGeom prst="rect">
              <a:avLst/>
            </a:prstGeom>
            <a:no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0969" name="Text Box 8"/>
            <p:cNvSpPr txBox="1"/>
            <p:nvPr/>
          </p:nvSpPr>
          <p:spPr>
            <a:xfrm>
              <a:off x="3803" y="993"/>
              <a:ext cx="1393" cy="2722"/>
            </a:xfrm>
            <a:prstGeom prst="rect">
              <a:avLst/>
            </a:prstGeom>
            <a:noFill/>
            <a:ln w="9525">
              <a:noFill/>
            </a:ln>
          </p:spPr>
          <p:txBody>
            <a:bodyPr wrap="none" anchor="t" anchorCtr="0">
              <a:spAutoFit/>
            </a:bodyPr>
            <a:p>
              <a:pPr>
                <a:lnSpc>
                  <a:spcPct val="110000"/>
                </a:lnSpc>
              </a:pPr>
              <a:r>
                <a:rPr lang="en-US" altLang="zh-CN" sz="2800" i="0" dirty="0">
                  <a:latin typeface="Times New Roman" panose="02020603050405020304" pitchFamily="18" charset="0"/>
                  <a:ea typeface="宋体" panose="02010600030101010101" pitchFamily="2" charset="-122"/>
                </a:rPr>
                <a:t>A   B   C	F</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0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0    1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1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1    1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0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0    1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1    0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1    1	1</a:t>
              </a:r>
              <a:endParaRPr lang="en-US" altLang="zh-CN" sz="2800" i="0" dirty="0">
                <a:latin typeface="Times New Roman" panose="02020603050405020304" pitchFamily="18" charset="0"/>
                <a:ea typeface="宋体" panose="02010600030101010101" pitchFamily="2" charset="-122"/>
              </a:endParaRPr>
            </a:p>
          </p:txBody>
        </p:sp>
        <p:sp>
          <p:nvSpPr>
            <p:cNvPr id="40970" name="Line 9"/>
            <p:cNvSpPr/>
            <p:nvPr/>
          </p:nvSpPr>
          <p:spPr>
            <a:xfrm>
              <a:off x="3571" y="1075"/>
              <a:ext cx="1846" cy="0"/>
            </a:xfrm>
            <a:prstGeom prst="line">
              <a:avLst/>
            </a:prstGeom>
            <a:ln w="9525" cap="flat" cmpd="sng">
              <a:solidFill>
                <a:srgbClr val="0000FF"/>
              </a:solidFill>
              <a:prstDash val="solid"/>
              <a:round/>
              <a:headEnd type="none" w="med" len="med"/>
              <a:tailEnd type="none" w="med" len="med"/>
            </a:ln>
          </p:spPr>
        </p:sp>
        <p:sp>
          <p:nvSpPr>
            <p:cNvPr id="40971" name="Line 10"/>
            <p:cNvSpPr/>
            <p:nvPr/>
          </p:nvSpPr>
          <p:spPr>
            <a:xfrm>
              <a:off x="3571" y="1331"/>
              <a:ext cx="1846" cy="0"/>
            </a:xfrm>
            <a:prstGeom prst="line">
              <a:avLst/>
            </a:prstGeom>
            <a:ln w="9525" cap="flat" cmpd="sng">
              <a:solidFill>
                <a:srgbClr val="0000FF"/>
              </a:solidFill>
              <a:prstDash val="solid"/>
              <a:round/>
              <a:headEnd type="none" w="med" len="med"/>
              <a:tailEnd type="none" w="med" len="med"/>
            </a:ln>
          </p:spPr>
        </p:sp>
        <p:sp>
          <p:nvSpPr>
            <p:cNvPr id="40972" name="Line 11"/>
            <p:cNvSpPr/>
            <p:nvPr/>
          </p:nvSpPr>
          <p:spPr>
            <a:xfrm>
              <a:off x="3571" y="3664"/>
              <a:ext cx="1846" cy="0"/>
            </a:xfrm>
            <a:prstGeom prst="line">
              <a:avLst/>
            </a:prstGeom>
            <a:ln w="9525" cap="flat" cmpd="sng">
              <a:solidFill>
                <a:srgbClr val="0000FF"/>
              </a:solidFill>
              <a:prstDash val="solid"/>
              <a:round/>
              <a:headEnd type="none" w="med" len="med"/>
              <a:tailEnd type="none" w="med" len="med"/>
            </a:ln>
          </p:spPr>
        </p:sp>
        <p:sp>
          <p:nvSpPr>
            <p:cNvPr id="40973" name="Line 12"/>
            <p:cNvSpPr/>
            <p:nvPr/>
          </p:nvSpPr>
          <p:spPr>
            <a:xfrm>
              <a:off x="4817" y="1075"/>
              <a:ext cx="0" cy="2589"/>
            </a:xfrm>
            <a:prstGeom prst="line">
              <a:avLst/>
            </a:prstGeom>
            <a:ln w="9525" cap="flat" cmpd="sng">
              <a:solidFill>
                <a:srgbClr val="0000FF"/>
              </a:solidFill>
              <a:prstDash val="solid"/>
              <a:round/>
              <a:headEnd type="none" w="med" len="med"/>
              <a:tailEnd type="none" w="med" len="med"/>
            </a:ln>
          </p:spPr>
        </p:sp>
      </p:grpSp>
      <p:sp>
        <p:nvSpPr>
          <p:cNvPr id="40974" name="AutoShape 19">
            <a:hlinkClick r:id="rId1" action="ppaction://hlinksldjump"/>
          </p:cNvPr>
          <p:cNvSpPr/>
          <p:nvPr/>
        </p:nvSpPr>
        <p:spPr>
          <a:xfrm>
            <a:off x="8297863" y="838200"/>
            <a:ext cx="217487" cy="377825"/>
          </a:xfrm>
          <a:prstGeom prst="downArrow">
            <a:avLst>
              <a:gd name="adj1" fmla="val 50000"/>
              <a:gd name="adj2" fmla="val 43406"/>
            </a:avLst>
          </a:prstGeom>
          <a:solidFill>
            <a:srgbClr val="CC3300">
              <a:alpha val="50195"/>
            </a:srgbClr>
          </a:solidFill>
          <a:ln w="9525" cap="flat" cmpd="sng">
            <a:solidFill>
              <a:schemeClr val="tx1"/>
            </a:solidFill>
            <a:prstDash val="solid"/>
            <a:miter/>
            <a:headEnd type="none" w="med" len="med"/>
            <a:tailEnd type="none" w="med" len="med"/>
          </a:ln>
        </p:spPr>
        <p:txBody>
          <a:bodyPr vert="eaVert" wrap="none" anchor="ctr" anchorCtr="0"/>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xEl>
                                              <p:charRg st="0" end="13"/>
                                            </p:txEl>
                                          </p:spTgt>
                                        </p:tgtEl>
                                        <p:attrNameLst>
                                          <p:attrName>style.visibility</p:attrName>
                                        </p:attrNameLst>
                                      </p:cBhvr>
                                      <p:to>
                                        <p:strVal val="visible"/>
                                      </p:to>
                                    </p:set>
                                    <p:animEffect transition="in" filter="wipe(left)">
                                      <p:cBhvr>
                                        <p:cTn id="7" dur="500"/>
                                        <p:tgtEl>
                                          <p:spTgt spid="17411">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3">
                                            <p:txEl>
                                              <p:charRg st="0" end="48"/>
                                            </p:txEl>
                                          </p:spTgt>
                                        </p:tgtEl>
                                        <p:attrNameLst>
                                          <p:attrName>style.visibility</p:attrName>
                                        </p:attrNameLst>
                                      </p:cBhvr>
                                      <p:to>
                                        <p:strVal val="visible"/>
                                      </p:to>
                                    </p:set>
                                    <p:animEffect transition="in" filter="wipe(left)">
                                      <p:cBhvr>
                                        <p:cTn id="12" dur="500"/>
                                        <p:tgtEl>
                                          <p:spTgt spid="17413">
                                            <p:txEl>
                                              <p:charRg st="0" end="4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14">
                                            <p:txEl>
                                              <p:charRg st="0" end="40"/>
                                            </p:txEl>
                                          </p:spTgt>
                                        </p:tgtEl>
                                        <p:attrNameLst>
                                          <p:attrName>style.visibility</p:attrName>
                                        </p:attrNameLst>
                                      </p:cBhvr>
                                      <p:to>
                                        <p:strVal val="visible"/>
                                      </p:to>
                                    </p:set>
                                    <p:animEffect transition="in" filter="wipe(left)">
                                      <p:cBhvr>
                                        <p:cTn id="17" dur="500"/>
                                        <p:tgtEl>
                                          <p:spTgt spid="17414">
                                            <p:txEl>
                                              <p:charRg st="0" end="4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P spid="17413" grpId="0" build="p"/>
      <p:bldP spid="17414"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Text Box 8"/>
          <p:cNvSpPr txBox="1"/>
          <p:nvPr/>
        </p:nvSpPr>
        <p:spPr>
          <a:xfrm>
            <a:off x="493713" y="728663"/>
            <a:ext cx="5807075"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第二步：写出</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最小项之和</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表达式；</a:t>
            </a:r>
            <a:endParaRPr lang="zh-CN" altLang="en-US" sz="2800" i="0" dirty="0">
              <a:latin typeface="Times New Roman" panose="02020603050405020304" pitchFamily="18" charset="0"/>
              <a:ea typeface="宋体" panose="02010600030101010101" pitchFamily="2" charset="-122"/>
            </a:endParaRPr>
          </a:p>
        </p:txBody>
      </p:sp>
      <p:sp>
        <p:nvSpPr>
          <p:cNvPr id="18442" name="Text Box 10"/>
          <p:cNvSpPr txBox="1"/>
          <p:nvPr/>
        </p:nvSpPr>
        <p:spPr>
          <a:xfrm>
            <a:off x="519113" y="1820863"/>
            <a:ext cx="5516562"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第三步：化简并转换成适当形式；</a:t>
            </a:r>
            <a:endParaRPr lang="zh-CN" altLang="en-US" sz="2800" i="0" dirty="0">
              <a:latin typeface="Times New Roman" panose="02020603050405020304" pitchFamily="18" charset="0"/>
              <a:ea typeface="宋体" panose="02010600030101010101" pitchFamily="2" charset="-122"/>
            </a:endParaRPr>
          </a:p>
        </p:txBody>
      </p:sp>
      <p:sp>
        <p:nvSpPr>
          <p:cNvPr id="18443" name="Text Box 11"/>
          <p:cNvSpPr txBox="1"/>
          <p:nvPr/>
        </p:nvSpPr>
        <p:spPr>
          <a:xfrm>
            <a:off x="455613" y="4545013"/>
            <a:ext cx="3740150"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第四步：画出逻辑图。</a:t>
            </a:r>
            <a:endParaRPr lang="zh-CN" altLang="en-US" sz="2800" i="0" dirty="0">
              <a:latin typeface="Times New Roman" panose="02020603050405020304" pitchFamily="18" charset="0"/>
              <a:ea typeface="宋体" panose="02010600030101010101" pitchFamily="2" charset="-122"/>
            </a:endParaRPr>
          </a:p>
        </p:txBody>
      </p:sp>
      <p:grpSp>
        <p:nvGrpSpPr>
          <p:cNvPr id="2" name="Group 30"/>
          <p:cNvGrpSpPr/>
          <p:nvPr/>
        </p:nvGrpSpPr>
        <p:grpSpPr>
          <a:xfrm>
            <a:off x="1581150" y="2422525"/>
            <a:ext cx="2654300" cy="1873250"/>
            <a:chOff x="996" y="2057"/>
            <a:chExt cx="1672" cy="1180"/>
          </a:xfrm>
        </p:grpSpPr>
        <p:sp>
          <p:nvSpPr>
            <p:cNvPr id="41989" name="Oval 13"/>
            <p:cNvSpPr/>
            <p:nvPr/>
          </p:nvSpPr>
          <p:spPr>
            <a:xfrm>
              <a:off x="2023" y="2935"/>
              <a:ext cx="577" cy="267"/>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1990" name="Oval 15"/>
            <p:cNvSpPr/>
            <p:nvPr/>
          </p:nvSpPr>
          <p:spPr>
            <a:xfrm>
              <a:off x="1999" y="2591"/>
              <a:ext cx="255" cy="589"/>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1991" name="Oval 29"/>
            <p:cNvSpPr/>
            <p:nvPr/>
          </p:nvSpPr>
          <p:spPr>
            <a:xfrm>
              <a:off x="1645" y="2935"/>
              <a:ext cx="577" cy="267"/>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1992" name="Rectangle 14"/>
            <p:cNvSpPr/>
            <p:nvPr/>
          </p:nvSpPr>
          <p:spPr>
            <a:xfrm>
              <a:off x="2030" y="2533"/>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1993" name="Rectangle 16"/>
            <p:cNvSpPr/>
            <p:nvPr/>
          </p:nvSpPr>
          <p:spPr>
            <a:xfrm>
              <a:off x="1318" y="2514"/>
              <a:ext cx="1281" cy="700"/>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1994" name="Line 17"/>
            <p:cNvSpPr/>
            <p:nvPr/>
          </p:nvSpPr>
          <p:spPr>
            <a:xfrm flipH="1" flipV="1">
              <a:off x="1089" y="2270"/>
              <a:ext cx="244" cy="244"/>
            </a:xfrm>
            <a:prstGeom prst="line">
              <a:avLst/>
            </a:prstGeom>
            <a:ln w="12700" cap="flat" cmpd="sng">
              <a:solidFill>
                <a:schemeClr val="tx1"/>
              </a:solidFill>
              <a:prstDash val="solid"/>
              <a:round/>
              <a:headEnd type="none" w="med" len="med"/>
              <a:tailEnd type="none" w="med" len="med"/>
            </a:ln>
          </p:spPr>
        </p:sp>
        <p:sp>
          <p:nvSpPr>
            <p:cNvPr id="41995" name="Line 18"/>
            <p:cNvSpPr/>
            <p:nvPr/>
          </p:nvSpPr>
          <p:spPr>
            <a:xfrm>
              <a:off x="1332" y="2870"/>
              <a:ext cx="1277" cy="0"/>
            </a:xfrm>
            <a:prstGeom prst="line">
              <a:avLst/>
            </a:prstGeom>
            <a:ln w="9525" cap="flat" cmpd="sng">
              <a:solidFill>
                <a:schemeClr val="tx1"/>
              </a:solidFill>
              <a:prstDash val="solid"/>
              <a:round/>
              <a:headEnd type="none" w="med" len="med"/>
              <a:tailEnd type="none" w="med" len="med"/>
            </a:ln>
          </p:spPr>
        </p:sp>
        <p:sp>
          <p:nvSpPr>
            <p:cNvPr id="41996" name="Line 19"/>
            <p:cNvSpPr/>
            <p:nvPr/>
          </p:nvSpPr>
          <p:spPr>
            <a:xfrm>
              <a:off x="1656" y="2515"/>
              <a:ext cx="0" cy="711"/>
            </a:xfrm>
            <a:prstGeom prst="line">
              <a:avLst/>
            </a:prstGeom>
            <a:ln w="9525" cap="flat" cmpd="sng">
              <a:solidFill>
                <a:schemeClr val="tx1"/>
              </a:solidFill>
              <a:prstDash val="solid"/>
              <a:round/>
              <a:headEnd type="none" w="med" len="med"/>
              <a:tailEnd type="none" w="med" len="med"/>
            </a:ln>
          </p:spPr>
        </p:sp>
        <p:sp>
          <p:nvSpPr>
            <p:cNvPr id="41997" name="Text Box 20"/>
            <p:cNvSpPr txBox="1"/>
            <p:nvPr/>
          </p:nvSpPr>
          <p:spPr>
            <a:xfrm>
              <a:off x="1320" y="2213"/>
              <a:ext cx="134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41998" name="Text Box 21"/>
            <p:cNvSpPr txBox="1"/>
            <p:nvPr/>
          </p:nvSpPr>
          <p:spPr>
            <a:xfrm>
              <a:off x="1065" y="2546"/>
              <a:ext cx="184" cy="650"/>
            </a:xfrm>
            <a:prstGeom prst="rect">
              <a:avLst/>
            </a:prstGeom>
            <a:noFill/>
            <a:ln w="9525">
              <a:noFill/>
            </a:ln>
          </p:spPr>
          <p:txBody>
            <a:bodyPr anchor="t" anchorCtr="0">
              <a:spAutoFit/>
            </a:bodyPr>
            <a:p>
              <a:pPr defTabSz="914400">
                <a:lnSpc>
                  <a:spcPct val="11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p:txBody>
        </p:sp>
        <p:sp>
          <p:nvSpPr>
            <p:cNvPr id="41999" name="Text Box 22"/>
            <p:cNvSpPr txBox="1"/>
            <p:nvPr/>
          </p:nvSpPr>
          <p:spPr>
            <a:xfrm>
              <a:off x="1075" y="2057"/>
              <a:ext cx="390"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42000" name="Text Box 23"/>
            <p:cNvSpPr txBox="1"/>
            <p:nvPr/>
          </p:nvSpPr>
          <p:spPr>
            <a:xfrm>
              <a:off x="996" y="2257"/>
              <a:ext cx="265"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p:txBody>
        </p:sp>
        <p:sp>
          <p:nvSpPr>
            <p:cNvPr id="42001" name="Line 24"/>
            <p:cNvSpPr/>
            <p:nvPr/>
          </p:nvSpPr>
          <p:spPr>
            <a:xfrm>
              <a:off x="1968" y="2515"/>
              <a:ext cx="0" cy="711"/>
            </a:xfrm>
            <a:prstGeom prst="line">
              <a:avLst/>
            </a:prstGeom>
            <a:ln w="9525" cap="flat" cmpd="sng">
              <a:solidFill>
                <a:schemeClr val="tx1"/>
              </a:solidFill>
              <a:prstDash val="solid"/>
              <a:round/>
              <a:headEnd type="none" w="med" len="med"/>
              <a:tailEnd type="none" w="med" len="med"/>
            </a:ln>
          </p:spPr>
        </p:sp>
        <p:sp>
          <p:nvSpPr>
            <p:cNvPr id="42002" name="Line 25"/>
            <p:cNvSpPr/>
            <p:nvPr/>
          </p:nvSpPr>
          <p:spPr>
            <a:xfrm>
              <a:off x="2301" y="2526"/>
              <a:ext cx="0" cy="711"/>
            </a:xfrm>
            <a:prstGeom prst="line">
              <a:avLst/>
            </a:prstGeom>
            <a:ln w="9525" cap="flat" cmpd="sng">
              <a:solidFill>
                <a:schemeClr val="tx1"/>
              </a:solidFill>
              <a:prstDash val="solid"/>
              <a:round/>
              <a:headEnd type="none" w="med" len="med"/>
              <a:tailEnd type="none" w="med" len="med"/>
            </a:ln>
          </p:spPr>
        </p:sp>
        <p:sp>
          <p:nvSpPr>
            <p:cNvPr id="42003" name="Text Box 26"/>
            <p:cNvSpPr txBox="1"/>
            <p:nvPr/>
          </p:nvSpPr>
          <p:spPr>
            <a:xfrm>
              <a:off x="2319" y="2833"/>
              <a:ext cx="254"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2004" name="Rectangle 27"/>
            <p:cNvSpPr/>
            <p:nvPr/>
          </p:nvSpPr>
          <p:spPr>
            <a:xfrm>
              <a:off x="2019" y="2886"/>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2005" name="Text Box 28"/>
            <p:cNvSpPr txBox="1"/>
            <p:nvPr/>
          </p:nvSpPr>
          <p:spPr>
            <a:xfrm>
              <a:off x="1697" y="2833"/>
              <a:ext cx="254"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3" name="Group 68"/>
          <p:cNvGrpSpPr/>
          <p:nvPr/>
        </p:nvGrpSpPr>
        <p:grpSpPr>
          <a:xfrm>
            <a:off x="5216525" y="4140200"/>
            <a:ext cx="3355975" cy="2336800"/>
            <a:chOff x="3098" y="1981"/>
            <a:chExt cx="2521" cy="1755"/>
          </a:xfrm>
        </p:grpSpPr>
        <p:sp>
          <p:nvSpPr>
            <p:cNvPr id="42007" name="Freeform 32"/>
            <p:cNvSpPr/>
            <p:nvPr/>
          </p:nvSpPr>
          <p:spPr>
            <a:xfrm>
              <a:off x="4401" y="3036"/>
              <a:ext cx="422" cy="469"/>
            </a:xfrm>
            <a:custGeom>
              <a:avLst/>
              <a:gdLst/>
              <a:ahLst/>
              <a:cxnLst>
                <a:cxn ang="0">
                  <a:pos x="0" y="464"/>
                </a:cxn>
                <a:cxn ang="0">
                  <a:pos x="11" y="464"/>
                </a:cxn>
                <a:cxn ang="0">
                  <a:pos x="245" y="469"/>
                </a:cxn>
                <a:cxn ang="0">
                  <a:pos x="245" y="0"/>
                </a:cxn>
                <a:cxn ang="0">
                  <a:pos x="422" y="0"/>
                </a:cxn>
              </a:cxnLst>
              <a:pathLst>
                <a:path w="422" h="491">
                  <a:moveTo>
                    <a:pt x="0" y="486"/>
                  </a:moveTo>
                  <a:lnTo>
                    <a:pt x="11" y="486"/>
                  </a:lnTo>
                  <a:lnTo>
                    <a:pt x="245" y="491"/>
                  </a:lnTo>
                  <a:lnTo>
                    <a:pt x="245" y="0"/>
                  </a:lnTo>
                  <a:lnTo>
                    <a:pt x="4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2008" name="Freeform 33"/>
            <p:cNvSpPr/>
            <p:nvPr/>
          </p:nvSpPr>
          <p:spPr>
            <a:xfrm>
              <a:off x="4389" y="2306"/>
              <a:ext cx="446" cy="467"/>
            </a:xfrm>
            <a:custGeom>
              <a:avLst/>
              <a:gdLst/>
              <a:ahLst/>
              <a:cxnLst>
                <a:cxn ang="0">
                  <a:pos x="0" y="6"/>
                </a:cxn>
                <a:cxn ang="0">
                  <a:pos x="212" y="0"/>
                </a:cxn>
                <a:cxn ang="0">
                  <a:pos x="212" y="467"/>
                </a:cxn>
                <a:cxn ang="0">
                  <a:pos x="446" y="467"/>
                </a:cxn>
              </a:cxnLst>
              <a:pathLst>
                <a:path w="446" h="389">
                  <a:moveTo>
                    <a:pt x="0" y="5"/>
                  </a:moveTo>
                  <a:lnTo>
                    <a:pt x="212" y="0"/>
                  </a:lnTo>
                  <a:lnTo>
                    <a:pt x="212" y="389"/>
                  </a:lnTo>
                  <a:lnTo>
                    <a:pt x="446" y="389"/>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2009" name="Rectangle 34"/>
            <p:cNvSpPr/>
            <p:nvPr/>
          </p:nvSpPr>
          <p:spPr>
            <a:xfrm>
              <a:off x="4134" y="2072"/>
              <a:ext cx="267" cy="43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10" name="Rectangle 35"/>
            <p:cNvSpPr/>
            <p:nvPr/>
          </p:nvSpPr>
          <p:spPr>
            <a:xfrm>
              <a:off x="4134" y="3303"/>
              <a:ext cx="267" cy="43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11" name="Rectangle 36"/>
            <p:cNvSpPr/>
            <p:nvPr/>
          </p:nvSpPr>
          <p:spPr>
            <a:xfrm>
              <a:off x="4834" y="2693"/>
              <a:ext cx="267" cy="43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12" name="Line 37"/>
            <p:cNvSpPr/>
            <p:nvPr/>
          </p:nvSpPr>
          <p:spPr>
            <a:xfrm>
              <a:off x="3334" y="2184"/>
              <a:ext cx="812" cy="0"/>
            </a:xfrm>
            <a:prstGeom prst="line">
              <a:avLst/>
            </a:prstGeom>
            <a:ln w="9525" cap="flat" cmpd="sng">
              <a:solidFill>
                <a:schemeClr val="tx1"/>
              </a:solidFill>
              <a:prstDash val="solid"/>
              <a:round/>
              <a:headEnd type="none" w="med" len="med"/>
              <a:tailEnd type="none" w="med" len="med"/>
            </a:ln>
          </p:spPr>
        </p:sp>
        <p:sp>
          <p:nvSpPr>
            <p:cNvPr id="42013" name="Line 38"/>
            <p:cNvSpPr/>
            <p:nvPr/>
          </p:nvSpPr>
          <p:spPr>
            <a:xfrm>
              <a:off x="3334" y="2439"/>
              <a:ext cx="812" cy="0"/>
            </a:xfrm>
            <a:prstGeom prst="line">
              <a:avLst/>
            </a:prstGeom>
            <a:ln w="9525" cap="flat" cmpd="sng">
              <a:solidFill>
                <a:schemeClr val="tx1"/>
              </a:solidFill>
              <a:prstDash val="solid"/>
              <a:round/>
              <a:headEnd type="none" w="med" len="med"/>
              <a:tailEnd type="none" w="med" len="med"/>
            </a:ln>
          </p:spPr>
        </p:sp>
        <p:sp>
          <p:nvSpPr>
            <p:cNvPr id="42014" name="Oval 39"/>
            <p:cNvSpPr/>
            <p:nvPr/>
          </p:nvSpPr>
          <p:spPr>
            <a:xfrm>
              <a:off x="4390" y="228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15" name="Freeform 40"/>
            <p:cNvSpPr/>
            <p:nvPr/>
          </p:nvSpPr>
          <p:spPr>
            <a:xfrm>
              <a:off x="3968" y="2462"/>
              <a:ext cx="166" cy="364"/>
            </a:xfrm>
            <a:custGeom>
              <a:avLst/>
              <a:gdLst/>
              <a:ahLst/>
              <a:cxnLst>
                <a:cxn ang="0">
                  <a:pos x="0" y="0"/>
                </a:cxn>
                <a:cxn ang="0">
                  <a:pos x="0" y="364"/>
                </a:cxn>
                <a:cxn ang="0">
                  <a:pos x="166" y="364"/>
                </a:cxn>
              </a:cxnLst>
              <a:pathLst>
                <a:path w="155" h="722">
                  <a:moveTo>
                    <a:pt x="0" y="0"/>
                  </a:moveTo>
                  <a:lnTo>
                    <a:pt x="0" y="722"/>
                  </a:lnTo>
                  <a:lnTo>
                    <a:pt x="155" y="722"/>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2016" name="Freeform 41"/>
            <p:cNvSpPr/>
            <p:nvPr/>
          </p:nvSpPr>
          <p:spPr>
            <a:xfrm>
              <a:off x="3579" y="3006"/>
              <a:ext cx="555" cy="621"/>
            </a:xfrm>
            <a:custGeom>
              <a:avLst/>
              <a:gdLst/>
              <a:ahLst/>
              <a:cxnLst>
                <a:cxn ang="0">
                  <a:pos x="0" y="0"/>
                </a:cxn>
                <a:cxn ang="0">
                  <a:pos x="0" y="621"/>
                </a:cxn>
                <a:cxn ang="0">
                  <a:pos x="555" y="621"/>
                </a:cxn>
              </a:cxnLst>
              <a:pathLst>
                <a:path w="555" h="1277">
                  <a:moveTo>
                    <a:pt x="0" y="0"/>
                  </a:moveTo>
                  <a:lnTo>
                    <a:pt x="0" y="1277"/>
                  </a:lnTo>
                  <a:lnTo>
                    <a:pt x="555" y="1277"/>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2017" name="Oval 42"/>
            <p:cNvSpPr/>
            <p:nvPr/>
          </p:nvSpPr>
          <p:spPr>
            <a:xfrm>
              <a:off x="3558" y="2996"/>
              <a:ext cx="47" cy="47"/>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18" name="Oval 43"/>
            <p:cNvSpPr/>
            <p:nvPr/>
          </p:nvSpPr>
          <p:spPr>
            <a:xfrm>
              <a:off x="3758" y="2163"/>
              <a:ext cx="47" cy="47"/>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19" name="Oval 44"/>
            <p:cNvSpPr/>
            <p:nvPr/>
          </p:nvSpPr>
          <p:spPr>
            <a:xfrm>
              <a:off x="3958" y="2418"/>
              <a:ext cx="47" cy="47"/>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20" name="Text Box 45"/>
            <p:cNvSpPr txBox="1"/>
            <p:nvPr/>
          </p:nvSpPr>
          <p:spPr>
            <a:xfrm>
              <a:off x="4099" y="3236"/>
              <a:ext cx="345" cy="390"/>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42021" name="Text Box 47"/>
            <p:cNvSpPr txBox="1"/>
            <p:nvPr/>
          </p:nvSpPr>
          <p:spPr>
            <a:xfrm>
              <a:off x="3121" y="1981"/>
              <a:ext cx="304" cy="343"/>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42022" name="Rectangle 48"/>
            <p:cNvSpPr/>
            <p:nvPr/>
          </p:nvSpPr>
          <p:spPr>
            <a:xfrm>
              <a:off x="3098" y="2882"/>
              <a:ext cx="291" cy="344"/>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42023" name="Rectangle 49"/>
            <p:cNvSpPr/>
            <p:nvPr/>
          </p:nvSpPr>
          <p:spPr>
            <a:xfrm>
              <a:off x="3119" y="2270"/>
              <a:ext cx="291" cy="343"/>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42024" name="Line 51"/>
            <p:cNvSpPr/>
            <p:nvPr/>
          </p:nvSpPr>
          <p:spPr>
            <a:xfrm>
              <a:off x="5101" y="2927"/>
              <a:ext cx="267" cy="0"/>
            </a:xfrm>
            <a:prstGeom prst="line">
              <a:avLst/>
            </a:prstGeom>
            <a:ln w="9525" cap="flat" cmpd="sng">
              <a:solidFill>
                <a:schemeClr val="tx1"/>
              </a:solidFill>
              <a:prstDash val="solid"/>
              <a:round/>
              <a:headEnd type="none" w="med" len="med"/>
              <a:tailEnd type="none" w="med" len="med"/>
            </a:ln>
          </p:spPr>
        </p:sp>
        <p:sp>
          <p:nvSpPr>
            <p:cNvPr id="42025" name="Rectangle 52"/>
            <p:cNvSpPr/>
            <p:nvPr/>
          </p:nvSpPr>
          <p:spPr>
            <a:xfrm>
              <a:off x="5353" y="2736"/>
              <a:ext cx="266" cy="343"/>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42026" name="Oval 54"/>
            <p:cNvSpPr/>
            <p:nvPr/>
          </p:nvSpPr>
          <p:spPr>
            <a:xfrm>
              <a:off x="5086" y="2901"/>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27" name="Oval 55"/>
            <p:cNvSpPr/>
            <p:nvPr/>
          </p:nvSpPr>
          <p:spPr>
            <a:xfrm>
              <a:off x="4375" y="3489"/>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28" name="Rectangle 59"/>
            <p:cNvSpPr/>
            <p:nvPr/>
          </p:nvSpPr>
          <p:spPr>
            <a:xfrm>
              <a:off x="4134" y="2703"/>
              <a:ext cx="267" cy="43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29" name="Text Box 60"/>
            <p:cNvSpPr txBox="1"/>
            <p:nvPr/>
          </p:nvSpPr>
          <p:spPr>
            <a:xfrm>
              <a:off x="4099" y="2637"/>
              <a:ext cx="345" cy="390"/>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42030" name="Oval 61"/>
            <p:cNvSpPr/>
            <p:nvPr/>
          </p:nvSpPr>
          <p:spPr>
            <a:xfrm>
              <a:off x="4375" y="2900"/>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31" name="Line 62"/>
            <p:cNvSpPr/>
            <p:nvPr/>
          </p:nvSpPr>
          <p:spPr>
            <a:xfrm>
              <a:off x="3334" y="3006"/>
              <a:ext cx="812" cy="0"/>
            </a:xfrm>
            <a:prstGeom prst="line">
              <a:avLst/>
            </a:prstGeom>
            <a:ln w="9525" cap="flat" cmpd="sng">
              <a:solidFill>
                <a:schemeClr val="tx1"/>
              </a:solidFill>
              <a:prstDash val="solid"/>
              <a:round/>
              <a:headEnd type="none" w="med" len="med"/>
              <a:tailEnd type="none" w="med" len="med"/>
            </a:ln>
          </p:spPr>
        </p:sp>
        <p:sp>
          <p:nvSpPr>
            <p:cNvPr id="42032" name="Freeform 64"/>
            <p:cNvSpPr/>
            <p:nvPr/>
          </p:nvSpPr>
          <p:spPr>
            <a:xfrm>
              <a:off x="3778" y="2211"/>
              <a:ext cx="356" cy="1211"/>
            </a:xfrm>
            <a:custGeom>
              <a:avLst/>
              <a:gdLst/>
              <a:ahLst/>
              <a:cxnLst>
                <a:cxn ang="0">
                  <a:pos x="0" y="0"/>
                </a:cxn>
                <a:cxn ang="0">
                  <a:pos x="0" y="1211"/>
                </a:cxn>
                <a:cxn ang="0">
                  <a:pos x="356" y="1211"/>
                </a:cxn>
              </a:cxnLst>
              <a:pathLst>
                <a:path w="334" h="1100">
                  <a:moveTo>
                    <a:pt x="0" y="0"/>
                  </a:moveTo>
                  <a:lnTo>
                    <a:pt x="0" y="1100"/>
                  </a:lnTo>
                  <a:lnTo>
                    <a:pt x="334" y="110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2033" name="Text Box 65"/>
            <p:cNvSpPr txBox="1"/>
            <p:nvPr/>
          </p:nvSpPr>
          <p:spPr>
            <a:xfrm>
              <a:off x="4099" y="1982"/>
              <a:ext cx="345" cy="390"/>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42034" name="Line 66"/>
            <p:cNvSpPr/>
            <p:nvPr/>
          </p:nvSpPr>
          <p:spPr>
            <a:xfrm>
              <a:off x="4401" y="2922"/>
              <a:ext cx="444" cy="0"/>
            </a:xfrm>
            <a:prstGeom prst="line">
              <a:avLst/>
            </a:prstGeom>
            <a:ln w="9525" cap="flat" cmpd="sng">
              <a:solidFill>
                <a:schemeClr val="tx1"/>
              </a:solidFill>
              <a:prstDash val="solid"/>
              <a:round/>
              <a:headEnd type="none" w="med" len="med"/>
              <a:tailEnd type="none" w="med" len="med"/>
            </a:ln>
          </p:spPr>
        </p:sp>
        <p:sp>
          <p:nvSpPr>
            <p:cNvPr id="42035" name="Text Box 67"/>
            <p:cNvSpPr txBox="1"/>
            <p:nvPr/>
          </p:nvSpPr>
          <p:spPr>
            <a:xfrm>
              <a:off x="4809" y="2605"/>
              <a:ext cx="346" cy="389"/>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sp>
        <p:nvSpPr>
          <p:cNvPr id="18501" name="Text Box 69"/>
          <p:cNvSpPr txBox="1"/>
          <p:nvPr/>
        </p:nvSpPr>
        <p:spPr>
          <a:xfrm>
            <a:off x="2800350" y="1225550"/>
            <a:ext cx="3817938" cy="519113"/>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F</a:t>
            </a:r>
            <a:r>
              <a:rPr lang="en-US" altLang="zh-CN"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 B, C</a:t>
            </a:r>
            <a:r>
              <a:rPr lang="en-US" altLang="zh-CN"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m</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(3, 5, 6, 7)</a:t>
            </a:r>
            <a:endParaRPr lang="en-US" altLang="zh-CN" sz="2800" i="0" dirty="0">
              <a:latin typeface="Times New Roman" panose="02020603050405020304" pitchFamily="18" charset="0"/>
              <a:ea typeface="宋体" panose="02010600030101010101" pitchFamily="2" charset="-122"/>
            </a:endParaRPr>
          </a:p>
        </p:txBody>
      </p:sp>
      <p:sp>
        <p:nvSpPr>
          <p:cNvPr id="18502" name="Text Box 70"/>
          <p:cNvSpPr txBox="1"/>
          <p:nvPr/>
        </p:nvSpPr>
        <p:spPr>
          <a:xfrm>
            <a:off x="4416425" y="2806700"/>
            <a:ext cx="3729038" cy="519113"/>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F</a:t>
            </a:r>
            <a:r>
              <a:rPr lang="en-US" altLang="zh-CN"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 B, C</a:t>
            </a:r>
            <a:r>
              <a:rPr lang="en-US" altLang="zh-CN"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AB+AC+BC</a:t>
            </a:r>
            <a:endParaRPr lang="en-US" altLang="zh-CN" sz="2800" i="0" dirty="0">
              <a:latin typeface="Times New Roman" panose="02020603050405020304" pitchFamily="18" charset="0"/>
              <a:ea typeface="宋体" panose="02010600030101010101" pitchFamily="2" charset="-122"/>
            </a:endParaRPr>
          </a:p>
        </p:txBody>
      </p:sp>
      <p:grpSp>
        <p:nvGrpSpPr>
          <p:cNvPr id="4" name="Group 78"/>
          <p:cNvGrpSpPr/>
          <p:nvPr/>
        </p:nvGrpSpPr>
        <p:grpSpPr>
          <a:xfrm>
            <a:off x="4443413" y="3527425"/>
            <a:ext cx="4237037" cy="519113"/>
            <a:chOff x="2031" y="3194"/>
            <a:chExt cx="2669" cy="327"/>
          </a:xfrm>
        </p:grpSpPr>
        <p:sp>
          <p:nvSpPr>
            <p:cNvPr id="42039" name="Text Box 71"/>
            <p:cNvSpPr txBox="1"/>
            <p:nvPr/>
          </p:nvSpPr>
          <p:spPr>
            <a:xfrm>
              <a:off x="2031" y="3194"/>
              <a:ext cx="2667"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AB+AC+BC </a:t>
              </a:r>
              <a:r>
                <a:rPr lang="en-US" altLang="zh-CN"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ABAC  BC</a:t>
              </a:r>
              <a:endParaRPr lang="en-US" altLang="zh-CN" sz="2800" dirty="0">
                <a:latin typeface="Times New Roman" panose="02020603050405020304" pitchFamily="18" charset="0"/>
                <a:ea typeface="宋体" panose="02010600030101010101" pitchFamily="2" charset="-122"/>
                <a:sym typeface="Symbol" panose="05050102010706020507" pitchFamily="18" charset="2"/>
              </a:endParaRPr>
            </a:p>
          </p:txBody>
        </p:sp>
        <p:sp>
          <p:nvSpPr>
            <p:cNvPr id="42040" name="Line 72"/>
            <p:cNvSpPr/>
            <p:nvPr/>
          </p:nvSpPr>
          <p:spPr>
            <a:xfrm>
              <a:off x="3589" y="3255"/>
              <a:ext cx="256" cy="0"/>
            </a:xfrm>
            <a:prstGeom prst="line">
              <a:avLst/>
            </a:prstGeom>
            <a:ln w="9525" cap="flat" cmpd="sng">
              <a:solidFill>
                <a:schemeClr val="tx1"/>
              </a:solidFill>
              <a:prstDash val="solid"/>
              <a:round/>
              <a:headEnd type="none" w="med" len="med"/>
              <a:tailEnd type="none" w="med" len="med"/>
            </a:ln>
          </p:spPr>
        </p:sp>
        <p:sp>
          <p:nvSpPr>
            <p:cNvPr id="42041" name="Line 73"/>
            <p:cNvSpPr/>
            <p:nvPr/>
          </p:nvSpPr>
          <p:spPr>
            <a:xfrm>
              <a:off x="3967" y="3255"/>
              <a:ext cx="256" cy="0"/>
            </a:xfrm>
            <a:prstGeom prst="line">
              <a:avLst/>
            </a:prstGeom>
            <a:ln w="9525" cap="flat" cmpd="sng">
              <a:solidFill>
                <a:schemeClr val="tx1"/>
              </a:solidFill>
              <a:prstDash val="solid"/>
              <a:round/>
              <a:headEnd type="none" w="med" len="med"/>
              <a:tailEnd type="none" w="med" len="med"/>
            </a:ln>
          </p:spPr>
        </p:sp>
        <p:sp>
          <p:nvSpPr>
            <p:cNvPr id="42042" name="Line 74"/>
            <p:cNvSpPr/>
            <p:nvPr/>
          </p:nvSpPr>
          <p:spPr>
            <a:xfrm>
              <a:off x="4411" y="3255"/>
              <a:ext cx="256" cy="0"/>
            </a:xfrm>
            <a:prstGeom prst="line">
              <a:avLst/>
            </a:prstGeom>
            <a:ln w="9525" cap="flat" cmpd="sng">
              <a:solidFill>
                <a:schemeClr val="tx1"/>
              </a:solidFill>
              <a:prstDash val="solid"/>
              <a:round/>
              <a:headEnd type="none" w="med" len="med"/>
              <a:tailEnd type="none" w="med" len="med"/>
            </a:ln>
          </p:spPr>
        </p:sp>
        <p:sp>
          <p:nvSpPr>
            <p:cNvPr id="42043" name="Line 75"/>
            <p:cNvSpPr/>
            <p:nvPr/>
          </p:nvSpPr>
          <p:spPr>
            <a:xfrm>
              <a:off x="2211" y="3255"/>
              <a:ext cx="1156" cy="0"/>
            </a:xfrm>
            <a:prstGeom prst="line">
              <a:avLst/>
            </a:prstGeom>
            <a:ln w="9525" cap="flat" cmpd="sng">
              <a:solidFill>
                <a:schemeClr val="tx1"/>
              </a:solidFill>
              <a:prstDash val="solid"/>
              <a:round/>
              <a:headEnd type="none" w="med" len="med"/>
              <a:tailEnd type="none" w="med" len="med"/>
            </a:ln>
          </p:spPr>
        </p:sp>
        <p:sp>
          <p:nvSpPr>
            <p:cNvPr id="42044" name="Line 76"/>
            <p:cNvSpPr/>
            <p:nvPr/>
          </p:nvSpPr>
          <p:spPr>
            <a:xfrm>
              <a:off x="2211" y="3211"/>
              <a:ext cx="1156" cy="0"/>
            </a:xfrm>
            <a:prstGeom prst="line">
              <a:avLst/>
            </a:prstGeom>
            <a:ln w="9525" cap="flat" cmpd="sng">
              <a:solidFill>
                <a:schemeClr val="tx1"/>
              </a:solidFill>
              <a:prstDash val="solid"/>
              <a:round/>
              <a:headEnd type="none" w="med" len="med"/>
              <a:tailEnd type="none" w="med" len="med"/>
            </a:ln>
          </p:spPr>
        </p:sp>
        <p:sp>
          <p:nvSpPr>
            <p:cNvPr id="42045" name="Line 77"/>
            <p:cNvSpPr/>
            <p:nvPr/>
          </p:nvSpPr>
          <p:spPr>
            <a:xfrm>
              <a:off x="3544" y="3211"/>
              <a:ext cx="1156" cy="0"/>
            </a:xfrm>
            <a:prstGeom prst="line">
              <a:avLst/>
            </a:prstGeom>
            <a:ln w="9525" cap="flat" cmpd="sng">
              <a:solidFill>
                <a:schemeClr val="tx1"/>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501">
                                            <p:txEl>
                                              <p:charRg st="0" end="26"/>
                                            </p:txEl>
                                          </p:spTgt>
                                        </p:tgtEl>
                                        <p:attrNameLst>
                                          <p:attrName>style.visibility</p:attrName>
                                        </p:attrNameLst>
                                      </p:cBhvr>
                                      <p:to>
                                        <p:strVal val="visible"/>
                                      </p:to>
                                    </p:set>
                                    <p:animEffect transition="in" filter="wipe(left)">
                                      <p:cBhvr>
                                        <p:cTn id="7" dur="500"/>
                                        <p:tgtEl>
                                          <p:spTgt spid="18501">
                                            <p:txEl>
                                              <p:charRg st="0" end="2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42">
                                            <p:txEl>
                                              <p:charRg st="0" end="16"/>
                                            </p:txEl>
                                          </p:spTgt>
                                        </p:tgtEl>
                                        <p:attrNameLst>
                                          <p:attrName>style.visibility</p:attrName>
                                        </p:attrNameLst>
                                      </p:cBhvr>
                                      <p:to>
                                        <p:strVal val="visible"/>
                                      </p:to>
                                    </p:set>
                                    <p:animEffect transition="in" filter="wipe(left)">
                                      <p:cBhvr>
                                        <p:cTn id="12" dur="500"/>
                                        <p:tgtEl>
                                          <p:spTgt spid="18442">
                                            <p:txEl>
                                              <p:charRg st="0" end="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502">
                                            <p:txEl>
                                              <p:charRg st="0" end="20"/>
                                            </p:txEl>
                                          </p:spTgt>
                                        </p:tgtEl>
                                        <p:attrNameLst>
                                          <p:attrName>style.visibility</p:attrName>
                                        </p:attrNameLst>
                                      </p:cBhvr>
                                      <p:to>
                                        <p:strVal val="visible"/>
                                      </p:to>
                                    </p:set>
                                    <p:animEffect transition="in" filter="wipe(left)">
                                      <p:cBhvr>
                                        <p:cTn id="22" dur="500"/>
                                        <p:tgtEl>
                                          <p:spTgt spid="18502">
                                            <p:txEl>
                                              <p:charRg st="0" end="2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443">
                                            <p:txEl>
                                              <p:charRg st="0" end="11"/>
                                            </p:txEl>
                                          </p:spTgt>
                                        </p:tgtEl>
                                        <p:attrNameLst>
                                          <p:attrName>style.visibility</p:attrName>
                                        </p:attrNameLst>
                                      </p:cBhvr>
                                      <p:to>
                                        <p:strVal val="visible"/>
                                      </p:to>
                                    </p:set>
                                    <p:animEffect transition="in" filter="wipe(left)">
                                      <p:cBhvr>
                                        <p:cTn id="32" dur="500"/>
                                        <p:tgtEl>
                                          <p:spTgt spid="18443">
                                            <p:txEl>
                                              <p:charRg st="0" end="1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2" grpId="0" build="p"/>
      <p:bldP spid="18443" grpId="0" build="p"/>
      <p:bldP spid="18501" grpId="0" build="p"/>
      <p:bldP spid="1850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Text Box 2"/>
          <p:cNvSpPr txBox="1"/>
          <p:nvPr/>
        </p:nvSpPr>
        <p:spPr>
          <a:xfrm>
            <a:off x="365125" y="561975"/>
            <a:ext cx="4241800" cy="2227263"/>
          </a:xfrm>
          <a:prstGeom prst="rect">
            <a:avLst/>
          </a:prstGeom>
          <a:noFill/>
          <a:ln w="12700">
            <a:noFill/>
          </a:ln>
        </p:spPr>
        <p:txBody>
          <a:bodyPr anchor="t" anchorCtr="0">
            <a:spAutoFit/>
          </a:bodyPr>
          <a:p>
            <a:r>
              <a:rPr lang="zh-CN" altLang="en-US" sz="2800" i="0" dirty="0">
                <a:latin typeface="Times New Roman" panose="02020603050405020304" pitchFamily="18" charset="0"/>
                <a:ea typeface="宋体" panose="02010600030101010101" pitchFamily="2" charset="-122"/>
              </a:rPr>
              <a:t>例</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：用与非门设计一位</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数制范围指示器，十进</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制数用</a:t>
            </a:r>
            <a:r>
              <a:rPr lang="en-US" altLang="zh-CN" sz="2800" i="0" dirty="0">
                <a:latin typeface="Times New Roman" panose="02020603050405020304" pitchFamily="18" charset="0"/>
                <a:ea typeface="宋体" panose="02010600030101010101" pitchFamily="2" charset="-122"/>
              </a:rPr>
              <a:t>8421BCD</a:t>
            </a:r>
            <a:r>
              <a:rPr lang="zh-CN" altLang="en-US" sz="2800" i="0" dirty="0">
                <a:latin typeface="Times New Roman" panose="02020603050405020304" pitchFamily="18" charset="0"/>
                <a:ea typeface="宋体" panose="02010600030101010101" pitchFamily="2" charset="-122"/>
              </a:rPr>
              <a:t>码表示，</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当输入大于等于</a:t>
            </a:r>
            <a:r>
              <a:rPr lang="en-US" altLang="zh-CN" sz="2800" i="0" dirty="0">
                <a:latin typeface="Times New Roman" panose="02020603050405020304" pitchFamily="18" charset="0"/>
                <a:ea typeface="宋体" panose="02010600030101010101" pitchFamily="2" charset="-122"/>
              </a:rPr>
              <a:t>5</a:t>
            </a:r>
            <a:r>
              <a:rPr lang="zh-CN" altLang="en-US" sz="2800" i="0" dirty="0">
                <a:latin typeface="Times New Roman" panose="02020603050405020304" pitchFamily="18" charset="0"/>
                <a:ea typeface="宋体" panose="02010600030101010101" pitchFamily="2" charset="-122"/>
              </a:rPr>
              <a:t>时，电路输出为</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，否则为</a:t>
            </a:r>
            <a:r>
              <a:rPr lang="en-US" altLang="zh-CN" sz="2800" i="0" dirty="0">
                <a:latin typeface="Times New Roman" panose="02020603050405020304" pitchFamily="18" charset="0"/>
                <a:ea typeface="宋体" panose="02010600030101010101" pitchFamily="2" charset="-122"/>
              </a:rPr>
              <a:t>0</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sp>
        <p:nvSpPr>
          <p:cNvPr id="73731" name="Text Box 3"/>
          <p:cNvSpPr txBox="1"/>
          <p:nvPr/>
        </p:nvSpPr>
        <p:spPr>
          <a:xfrm>
            <a:off x="536575" y="3048000"/>
            <a:ext cx="8890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73732" name="Text Box 4"/>
          <p:cNvSpPr txBox="1"/>
          <p:nvPr/>
        </p:nvSpPr>
        <p:spPr>
          <a:xfrm>
            <a:off x="1104900" y="3048000"/>
            <a:ext cx="32004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第一步  建立真值表</a:t>
            </a:r>
            <a:endParaRPr lang="zh-CN" altLang="en-US" sz="2800" i="0" dirty="0">
              <a:latin typeface="Times New Roman" panose="02020603050405020304" pitchFamily="18" charset="0"/>
              <a:ea typeface="宋体" panose="02010600030101010101" pitchFamily="2" charset="-122"/>
            </a:endParaRPr>
          </a:p>
        </p:txBody>
      </p:sp>
      <p:grpSp>
        <p:nvGrpSpPr>
          <p:cNvPr id="2" name="Group 5"/>
          <p:cNvGrpSpPr/>
          <p:nvPr/>
        </p:nvGrpSpPr>
        <p:grpSpPr>
          <a:xfrm>
            <a:off x="4762500" y="647700"/>
            <a:ext cx="4095750" cy="5638800"/>
            <a:chOff x="3000" y="408"/>
            <a:chExt cx="2580" cy="3552"/>
          </a:xfrm>
        </p:grpSpPr>
        <p:sp>
          <p:nvSpPr>
            <p:cNvPr id="43013" name="Text Box 6"/>
            <p:cNvSpPr txBox="1"/>
            <p:nvPr/>
          </p:nvSpPr>
          <p:spPr>
            <a:xfrm>
              <a:off x="3115" y="801"/>
              <a:ext cx="1716" cy="3130"/>
            </a:xfrm>
            <a:prstGeom prst="rect">
              <a:avLst/>
            </a:prstGeom>
            <a:noFill/>
            <a:ln w="12700">
              <a:noFill/>
            </a:ln>
          </p:spPr>
          <p:txBody>
            <a:bodyPr wrap="none" anchor="t" anchorCtr="0">
              <a:spAutoFit/>
            </a:bodyPr>
            <a:p>
              <a:pPr marL="457200" indent="-457200"/>
              <a:r>
                <a:rPr lang="en-US" altLang="zh-CN" i="0" dirty="0">
                  <a:latin typeface="Times New Roman" panose="02020603050405020304" pitchFamily="18" charset="0"/>
                  <a:ea typeface="宋体" panose="02010600030101010101" pitchFamily="2" charset="-122"/>
                </a:rPr>
                <a:t>0           0           0          0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1           1           1          1</a:t>
              </a:r>
              <a:endParaRPr lang="en-US" altLang="zh-CN" i="0" dirty="0">
                <a:latin typeface="Times New Roman" panose="02020603050405020304" pitchFamily="18" charset="0"/>
                <a:ea typeface="宋体" panose="02010600030101010101" pitchFamily="2" charset="-122"/>
              </a:endParaRPr>
            </a:p>
          </p:txBody>
        </p:sp>
        <p:sp>
          <p:nvSpPr>
            <p:cNvPr id="43014" name="Line 7"/>
            <p:cNvSpPr/>
            <p:nvPr/>
          </p:nvSpPr>
          <p:spPr>
            <a:xfrm>
              <a:off x="3000" y="408"/>
              <a:ext cx="2457" cy="0"/>
            </a:xfrm>
            <a:prstGeom prst="line">
              <a:avLst/>
            </a:prstGeom>
            <a:ln w="12700" cap="flat" cmpd="sng">
              <a:solidFill>
                <a:srgbClr val="0000FF"/>
              </a:solidFill>
              <a:prstDash val="solid"/>
              <a:round/>
              <a:headEnd type="none" w="med" len="med"/>
              <a:tailEnd type="none" w="sm" len="lg"/>
            </a:ln>
          </p:spPr>
        </p:sp>
        <p:sp>
          <p:nvSpPr>
            <p:cNvPr id="43015" name="Line 8"/>
            <p:cNvSpPr/>
            <p:nvPr/>
          </p:nvSpPr>
          <p:spPr>
            <a:xfrm>
              <a:off x="3012" y="756"/>
              <a:ext cx="2470" cy="0"/>
            </a:xfrm>
            <a:prstGeom prst="line">
              <a:avLst/>
            </a:prstGeom>
            <a:ln w="12700" cap="flat" cmpd="sng">
              <a:solidFill>
                <a:srgbClr val="0000FF"/>
              </a:solidFill>
              <a:prstDash val="solid"/>
              <a:round/>
              <a:headEnd type="none" w="med" len="med"/>
              <a:tailEnd type="none" w="sm" len="lg"/>
            </a:ln>
          </p:spPr>
        </p:sp>
        <p:sp>
          <p:nvSpPr>
            <p:cNvPr id="43016" name="Line 9"/>
            <p:cNvSpPr/>
            <p:nvPr/>
          </p:nvSpPr>
          <p:spPr>
            <a:xfrm>
              <a:off x="3086" y="3948"/>
              <a:ext cx="2494" cy="0"/>
            </a:xfrm>
            <a:prstGeom prst="line">
              <a:avLst/>
            </a:prstGeom>
            <a:ln w="12700" cap="flat" cmpd="sng">
              <a:solidFill>
                <a:srgbClr val="0000FF"/>
              </a:solidFill>
              <a:prstDash val="solid"/>
              <a:round/>
              <a:headEnd type="none" w="med" len="med"/>
              <a:tailEnd type="none" w="sm" len="lg"/>
            </a:ln>
          </p:spPr>
        </p:sp>
        <p:sp>
          <p:nvSpPr>
            <p:cNvPr id="43017" name="Line 10"/>
            <p:cNvSpPr/>
            <p:nvPr/>
          </p:nvSpPr>
          <p:spPr>
            <a:xfrm>
              <a:off x="4948" y="408"/>
              <a:ext cx="0" cy="3552"/>
            </a:xfrm>
            <a:prstGeom prst="line">
              <a:avLst/>
            </a:prstGeom>
            <a:ln w="12700" cap="flat" cmpd="sng">
              <a:solidFill>
                <a:srgbClr val="0000FF"/>
              </a:solidFill>
              <a:prstDash val="solid"/>
              <a:round/>
              <a:headEnd type="none" w="med" len="med"/>
              <a:tailEnd type="none" w="sm" len="lg"/>
            </a:ln>
          </p:spPr>
        </p:sp>
        <p:sp>
          <p:nvSpPr>
            <p:cNvPr id="43018" name="Text Box 11"/>
            <p:cNvSpPr txBox="1"/>
            <p:nvPr/>
          </p:nvSpPr>
          <p:spPr>
            <a:xfrm>
              <a:off x="3091" y="426"/>
              <a:ext cx="1802"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      B      C      D </a:t>
              </a:r>
              <a:endParaRPr lang="en-US" altLang="zh-CN" sz="2800" i="0" dirty="0">
                <a:latin typeface="Times New Roman" panose="02020603050405020304" pitchFamily="18" charset="0"/>
                <a:ea typeface="宋体" panose="02010600030101010101" pitchFamily="2" charset="-122"/>
              </a:endParaRPr>
            </a:p>
          </p:txBody>
        </p:sp>
        <p:sp>
          <p:nvSpPr>
            <p:cNvPr id="43019" name="Text Box 12"/>
            <p:cNvSpPr txBox="1"/>
            <p:nvPr/>
          </p:nvSpPr>
          <p:spPr>
            <a:xfrm>
              <a:off x="5149" y="414"/>
              <a:ext cx="241"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43020" name="Text Box 13"/>
            <p:cNvSpPr txBox="1"/>
            <p:nvPr/>
          </p:nvSpPr>
          <p:spPr>
            <a:xfrm>
              <a:off x="5174" y="801"/>
              <a:ext cx="205" cy="313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grpSp>
      <p:sp>
        <p:nvSpPr>
          <p:cNvPr id="73742" name="Text Box 14"/>
          <p:cNvSpPr txBox="1"/>
          <p:nvPr/>
        </p:nvSpPr>
        <p:spPr>
          <a:xfrm>
            <a:off x="1184275" y="3800475"/>
            <a:ext cx="3048000" cy="1373188"/>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8421BCD</a:t>
            </a:r>
            <a:r>
              <a:rPr lang="zh-CN" altLang="en-US" sz="2800" i="0" dirty="0">
                <a:latin typeface="Times New Roman" panose="02020603050405020304" pitchFamily="18" charset="0"/>
                <a:ea typeface="宋体" panose="02010600030101010101" pitchFamily="2" charset="-122"/>
              </a:rPr>
              <a:t>码只利用</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了十种组合，还冗</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余六种组合。</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7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3732"/>
                                        </p:tgtEl>
                                        <p:attrNameLst>
                                          <p:attrName>style.visibility</p:attrName>
                                        </p:attrNameLst>
                                      </p:cBhvr>
                                      <p:to>
                                        <p:strVal val="visible"/>
                                      </p:to>
                                    </p:set>
                                    <p:animEffect transition="in" filter="wipe(left)">
                                      <p:cBhvr>
                                        <p:cTn id="11" dur="500"/>
                                        <p:tgtEl>
                                          <p:spTgt spid="7373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3742"/>
                                        </p:tgtEl>
                                        <p:attrNameLst>
                                          <p:attrName>style.visibility</p:attrName>
                                        </p:attrNameLst>
                                      </p:cBhvr>
                                      <p:to>
                                        <p:strVal val="visible"/>
                                      </p:to>
                                    </p:set>
                                    <p:animEffect transition="in" filter="wipe(left)">
                                      <p:cBhvr>
                                        <p:cTn id="16" dur="500"/>
                                        <p:tgtEl>
                                          <p:spTgt spid="73742"/>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ox(out)">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p:bldP spid="73732" grpId="0"/>
      <p:bldP spid="7374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59"/>
          <p:cNvGrpSpPr/>
          <p:nvPr/>
        </p:nvGrpSpPr>
        <p:grpSpPr>
          <a:xfrm>
            <a:off x="3824288" y="2600325"/>
            <a:ext cx="3616325" cy="3238500"/>
            <a:chOff x="2409" y="1680"/>
            <a:chExt cx="2278" cy="2040"/>
          </a:xfrm>
        </p:grpSpPr>
        <p:sp>
          <p:nvSpPr>
            <p:cNvPr id="44034" name="AutoShape 57"/>
            <p:cNvSpPr/>
            <p:nvPr/>
          </p:nvSpPr>
          <p:spPr>
            <a:xfrm>
              <a:off x="3528" y="2640"/>
              <a:ext cx="696" cy="600"/>
            </a:xfrm>
            <a:prstGeom prst="roundRect">
              <a:avLst>
                <a:gd name="adj" fmla="val 16667"/>
              </a:avLst>
            </a:prstGeom>
            <a:solidFill>
              <a:srgbClr val="CCFFFF">
                <a:alpha val="50195"/>
              </a:srgbClr>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4035" name="AutoShape 7"/>
            <p:cNvSpPr/>
            <p:nvPr/>
          </p:nvSpPr>
          <p:spPr>
            <a:xfrm>
              <a:off x="3528" y="3060"/>
              <a:ext cx="696" cy="600"/>
            </a:xfrm>
            <a:prstGeom prst="roundRect">
              <a:avLst>
                <a:gd name="adj" fmla="val 16667"/>
              </a:avLst>
            </a:prstGeom>
            <a:solidFill>
              <a:srgbClr val="CCFFFF">
                <a:alpha val="50195"/>
              </a:srgbClr>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4036" name="AutoShape 8"/>
            <p:cNvSpPr/>
            <p:nvPr/>
          </p:nvSpPr>
          <p:spPr>
            <a:xfrm>
              <a:off x="3972" y="2172"/>
              <a:ext cx="612" cy="1464"/>
            </a:xfrm>
            <a:prstGeom prst="roundRect">
              <a:avLst>
                <a:gd name="adj" fmla="val 16667"/>
              </a:avLst>
            </a:prstGeom>
            <a:solidFill>
              <a:srgbClr val="CCFFFF">
                <a:alpha val="50195"/>
              </a:srgbClr>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4037" name="Line 9"/>
            <p:cNvSpPr/>
            <p:nvPr/>
          </p:nvSpPr>
          <p:spPr>
            <a:xfrm>
              <a:off x="2933" y="2549"/>
              <a:ext cx="1748" cy="0"/>
            </a:xfrm>
            <a:prstGeom prst="line">
              <a:avLst/>
            </a:prstGeom>
            <a:ln w="28575" cap="flat" cmpd="sng">
              <a:solidFill>
                <a:srgbClr val="3333FF"/>
              </a:solidFill>
              <a:prstDash val="solid"/>
              <a:round/>
              <a:headEnd type="none" w="med" len="med"/>
              <a:tailEnd type="none" w="med" len="med"/>
            </a:ln>
          </p:spPr>
        </p:sp>
        <p:sp>
          <p:nvSpPr>
            <p:cNvPr id="44038" name="Text Box 10"/>
            <p:cNvSpPr txBox="1"/>
            <p:nvPr/>
          </p:nvSpPr>
          <p:spPr>
            <a:xfrm>
              <a:off x="3030" y="1772"/>
              <a:ext cx="162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44039" name="Text Box 11"/>
            <p:cNvSpPr txBox="1"/>
            <p:nvPr/>
          </p:nvSpPr>
          <p:spPr>
            <a:xfrm>
              <a:off x="2592" y="2046"/>
              <a:ext cx="364" cy="1674"/>
            </a:xfrm>
            <a:prstGeom prst="rect">
              <a:avLst/>
            </a:prstGeom>
            <a:noFill/>
            <a:ln w="9525">
              <a:noFill/>
            </a:ln>
          </p:spPr>
          <p:txBody>
            <a:bodyPr anchor="t" anchorCtr="0">
              <a:spAutoFit/>
            </a:bodyPr>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44040" name="Text Box 12"/>
            <p:cNvSpPr txBox="1"/>
            <p:nvPr/>
          </p:nvSpPr>
          <p:spPr>
            <a:xfrm>
              <a:off x="2689" y="1680"/>
              <a:ext cx="390"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44041" name="Text Box 13"/>
            <p:cNvSpPr txBox="1"/>
            <p:nvPr/>
          </p:nvSpPr>
          <p:spPr>
            <a:xfrm>
              <a:off x="2409" y="1883"/>
              <a:ext cx="427"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sp>
          <p:nvSpPr>
            <p:cNvPr id="44042" name="Rectangle 14"/>
            <p:cNvSpPr/>
            <p:nvPr/>
          </p:nvSpPr>
          <p:spPr>
            <a:xfrm>
              <a:off x="2926" y="2095"/>
              <a:ext cx="1754" cy="1601"/>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44043" name="Group 15"/>
            <p:cNvGrpSpPr/>
            <p:nvPr/>
          </p:nvGrpSpPr>
          <p:grpSpPr>
            <a:xfrm>
              <a:off x="3377" y="2104"/>
              <a:ext cx="883" cy="1604"/>
              <a:chOff x="858" y="702"/>
              <a:chExt cx="645" cy="1380"/>
            </a:xfrm>
          </p:grpSpPr>
          <p:sp>
            <p:nvSpPr>
              <p:cNvPr id="44044" name="Line 16"/>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44045" name="Line 17"/>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44046" name="Line 18"/>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sp>
          <p:nvSpPr>
            <p:cNvPr id="44047" name="Line 19"/>
            <p:cNvSpPr/>
            <p:nvPr/>
          </p:nvSpPr>
          <p:spPr>
            <a:xfrm>
              <a:off x="2933" y="2947"/>
              <a:ext cx="1748" cy="0"/>
            </a:xfrm>
            <a:prstGeom prst="line">
              <a:avLst/>
            </a:prstGeom>
            <a:ln w="28575" cap="flat" cmpd="sng">
              <a:solidFill>
                <a:srgbClr val="3333FF"/>
              </a:solidFill>
              <a:prstDash val="solid"/>
              <a:round/>
              <a:headEnd type="none" w="med" len="med"/>
              <a:tailEnd type="none" w="med" len="med"/>
            </a:ln>
          </p:spPr>
        </p:sp>
        <p:sp>
          <p:nvSpPr>
            <p:cNvPr id="44048" name="Line 20"/>
            <p:cNvSpPr/>
            <p:nvPr/>
          </p:nvSpPr>
          <p:spPr>
            <a:xfrm>
              <a:off x="2939" y="3330"/>
              <a:ext cx="1748" cy="0"/>
            </a:xfrm>
            <a:prstGeom prst="line">
              <a:avLst/>
            </a:prstGeom>
            <a:ln w="28575" cap="flat" cmpd="sng">
              <a:solidFill>
                <a:srgbClr val="3333FF"/>
              </a:solidFill>
              <a:prstDash val="solid"/>
              <a:round/>
              <a:headEnd type="none" w="med" len="med"/>
              <a:tailEnd type="none" w="med" len="med"/>
            </a:ln>
          </p:spPr>
        </p:sp>
        <p:sp>
          <p:nvSpPr>
            <p:cNvPr id="44049" name="Rectangle 21"/>
            <p:cNvSpPr/>
            <p:nvPr/>
          </p:nvSpPr>
          <p:spPr>
            <a:xfrm>
              <a:off x="3953" y="2975"/>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44050" name="Rectangle 22"/>
            <p:cNvSpPr/>
            <p:nvPr/>
          </p:nvSpPr>
          <p:spPr>
            <a:xfrm>
              <a:off x="3934" y="2158"/>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44051" name="Rectangle 23"/>
            <p:cNvSpPr/>
            <p:nvPr/>
          </p:nvSpPr>
          <p:spPr>
            <a:xfrm>
              <a:off x="3496" y="2577"/>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4052" name="Rectangle 24"/>
            <p:cNvSpPr/>
            <p:nvPr/>
          </p:nvSpPr>
          <p:spPr>
            <a:xfrm>
              <a:off x="4378" y="2594"/>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4053" name="Text Box 25"/>
            <p:cNvSpPr txBox="1"/>
            <p:nvPr/>
          </p:nvSpPr>
          <p:spPr>
            <a:xfrm>
              <a:off x="3060" y="2931"/>
              <a:ext cx="237"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4054" name="Rectangle 26"/>
            <p:cNvSpPr/>
            <p:nvPr/>
          </p:nvSpPr>
          <p:spPr>
            <a:xfrm>
              <a:off x="3061" y="2163"/>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4055" name="Rectangle 27"/>
            <p:cNvSpPr/>
            <p:nvPr/>
          </p:nvSpPr>
          <p:spPr>
            <a:xfrm>
              <a:off x="3510" y="3359"/>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4056" name="Line 28"/>
            <p:cNvSpPr/>
            <p:nvPr/>
          </p:nvSpPr>
          <p:spPr>
            <a:xfrm>
              <a:off x="2630" y="1804"/>
              <a:ext cx="306" cy="304"/>
            </a:xfrm>
            <a:prstGeom prst="line">
              <a:avLst/>
            </a:prstGeom>
            <a:ln w="28575" cap="flat" cmpd="sng">
              <a:solidFill>
                <a:srgbClr val="3333FF"/>
              </a:solidFill>
              <a:prstDash val="solid"/>
              <a:round/>
              <a:headEnd type="none" w="med" len="med"/>
              <a:tailEnd type="none" w="med" len="med"/>
            </a:ln>
          </p:spPr>
        </p:sp>
        <p:sp>
          <p:nvSpPr>
            <p:cNvPr id="44057" name="Text Box 29"/>
            <p:cNvSpPr txBox="1"/>
            <p:nvPr/>
          </p:nvSpPr>
          <p:spPr>
            <a:xfrm>
              <a:off x="4395" y="3345"/>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44058" name="Text Box 30"/>
            <p:cNvSpPr txBox="1"/>
            <p:nvPr/>
          </p:nvSpPr>
          <p:spPr>
            <a:xfrm>
              <a:off x="4387" y="2982"/>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44059" name="Text Box 31"/>
            <p:cNvSpPr txBox="1"/>
            <p:nvPr/>
          </p:nvSpPr>
          <p:spPr>
            <a:xfrm>
              <a:off x="3501" y="2982"/>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4060" name="Text Box 32"/>
            <p:cNvSpPr txBox="1"/>
            <p:nvPr/>
          </p:nvSpPr>
          <p:spPr>
            <a:xfrm>
              <a:off x="3057" y="257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4061" name="Text Box 33"/>
            <p:cNvSpPr txBox="1"/>
            <p:nvPr/>
          </p:nvSpPr>
          <p:spPr>
            <a:xfrm>
              <a:off x="3045" y="335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4062" name="Text Box 34"/>
            <p:cNvSpPr txBox="1"/>
            <p:nvPr/>
          </p:nvSpPr>
          <p:spPr>
            <a:xfrm>
              <a:off x="3501" y="215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4063" name="Text Box 35"/>
            <p:cNvSpPr txBox="1"/>
            <p:nvPr/>
          </p:nvSpPr>
          <p:spPr>
            <a:xfrm>
              <a:off x="4353" y="215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4064" name="Text Box 36"/>
            <p:cNvSpPr txBox="1"/>
            <p:nvPr/>
          </p:nvSpPr>
          <p:spPr>
            <a:xfrm>
              <a:off x="3957" y="3342"/>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44065" name="Text Box 37"/>
            <p:cNvSpPr txBox="1"/>
            <p:nvPr/>
          </p:nvSpPr>
          <p:spPr>
            <a:xfrm>
              <a:off x="3933" y="257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grpSp>
      <p:sp>
        <p:nvSpPr>
          <p:cNvPr id="70695" name="Text Box 39"/>
          <p:cNvSpPr txBox="1"/>
          <p:nvPr/>
        </p:nvSpPr>
        <p:spPr>
          <a:xfrm>
            <a:off x="784225" y="771525"/>
            <a:ext cx="38862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第二步  写出逻辑表达式</a:t>
            </a:r>
            <a:endParaRPr lang="zh-CN" altLang="en-US" sz="2800" i="0" dirty="0">
              <a:latin typeface="Times New Roman" panose="02020603050405020304" pitchFamily="18" charset="0"/>
              <a:ea typeface="宋体" panose="02010600030101010101" pitchFamily="2" charset="-122"/>
            </a:endParaRPr>
          </a:p>
        </p:txBody>
      </p:sp>
      <p:sp>
        <p:nvSpPr>
          <p:cNvPr id="44067" name="Text Box 40"/>
          <p:cNvSpPr txBox="1"/>
          <p:nvPr/>
        </p:nvSpPr>
        <p:spPr>
          <a:xfrm>
            <a:off x="-282575" y="2501900"/>
            <a:ext cx="184150" cy="519113"/>
          </a:xfrm>
          <a:prstGeom prst="rect">
            <a:avLst/>
          </a:prstGeom>
          <a:noFill/>
          <a:ln w="12700">
            <a:noFill/>
          </a:ln>
        </p:spPr>
        <p:txBody>
          <a:bodyPr wrap="none"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70705" name="Text Box 49"/>
          <p:cNvSpPr txBox="1"/>
          <p:nvPr/>
        </p:nvSpPr>
        <p:spPr>
          <a:xfrm>
            <a:off x="841375" y="3048000"/>
            <a:ext cx="21399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第三步  化简</a:t>
            </a:r>
            <a:endParaRPr lang="zh-CN" altLang="en-US" sz="2800" i="0" dirty="0">
              <a:latin typeface="Times New Roman" panose="02020603050405020304" pitchFamily="18" charset="0"/>
              <a:ea typeface="宋体" panose="02010600030101010101" pitchFamily="2" charset="-122"/>
            </a:endParaRPr>
          </a:p>
        </p:txBody>
      </p:sp>
      <p:sp>
        <p:nvSpPr>
          <p:cNvPr id="70712" name="Text Box 56"/>
          <p:cNvSpPr txBox="1"/>
          <p:nvPr/>
        </p:nvSpPr>
        <p:spPr>
          <a:xfrm>
            <a:off x="650875" y="1755775"/>
            <a:ext cx="7535863" cy="519113"/>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F(A,B,C,D)=</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m(5,6,7,8,9)+d(10,11,12,13,14,15)</a:t>
            </a:r>
            <a:endParaRPr lang="en-US" altLang="zh-CN" sz="2800" i="0" dirty="0">
              <a:latin typeface="Times New Roman" panose="02020603050405020304" pitchFamily="18" charset="0"/>
              <a:ea typeface="宋体" panose="02010600030101010101" pitchFamily="2" charset="-122"/>
            </a:endParaRPr>
          </a:p>
        </p:txBody>
      </p:sp>
      <p:sp>
        <p:nvSpPr>
          <p:cNvPr id="70714" name="Text Box 58"/>
          <p:cNvSpPr txBox="1"/>
          <p:nvPr/>
        </p:nvSpPr>
        <p:spPr>
          <a:xfrm>
            <a:off x="1414463" y="3867150"/>
            <a:ext cx="2008187" cy="946150"/>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F(A,B,C,D)</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=A+BD+BC</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695"/>
                                        </p:tgtEl>
                                        <p:attrNameLst>
                                          <p:attrName>style.visibility</p:attrName>
                                        </p:attrNameLst>
                                      </p:cBhvr>
                                      <p:to>
                                        <p:strVal val="visible"/>
                                      </p:to>
                                    </p:set>
                                    <p:animEffect transition="in" filter="wipe(left)">
                                      <p:cBhvr>
                                        <p:cTn id="7" dur="500"/>
                                        <p:tgtEl>
                                          <p:spTgt spid="706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0712"/>
                                        </p:tgtEl>
                                        <p:attrNameLst>
                                          <p:attrName>style.visibility</p:attrName>
                                        </p:attrNameLst>
                                      </p:cBhvr>
                                      <p:to>
                                        <p:strVal val="visible"/>
                                      </p:to>
                                    </p:set>
                                    <p:animEffect transition="in" filter="wipe(left)">
                                      <p:cBhvr>
                                        <p:cTn id="12" dur="500"/>
                                        <p:tgtEl>
                                          <p:spTgt spid="707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0705"/>
                                        </p:tgtEl>
                                        <p:attrNameLst>
                                          <p:attrName>style.visibility</p:attrName>
                                        </p:attrNameLst>
                                      </p:cBhvr>
                                      <p:to>
                                        <p:strVal val="visible"/>
                                      </p:to>
                                    </p:set>
                                    <p:animEffect transition="in" filter="wipe(left)">
                                      <p:cBhvr>
                                        <p:cTn id="17" dur="500"/>
                                        <p:tgtEl>
                                          <p:spTgt spid="7070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0714"/>
                                        </p:tgtEl>
                                        <p:attrNameLst>
                                          <p:attrName>style.visibility</p:attrName>
                                        </p:attrNameLst>
                                      </p:cBhvr>
                                      <p:to>
                                        <p:strVal val="visible"/>
                                      </p:to>
                                    </p:set>
                                    <p:animEffect transition="in" filter="wipe(left)">
                                      <p:cBhvr>
                                        <p:cTn id="27" dur="500"/>
                                        <p:tgtEl>
                                          <p:spTgt spid="70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95" grpId="0"/>
      <p:bldP spid="70705" grpId="0"/>
      <p:bldP spid="70712" grpId="0"/>
      <p:bldP spid="707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Text Box 2"/>
          <p:cNvSpPr txBox="1"/>
          <p:nvPr/>
        </p:nvSpPr>
        <p:spPr>
          <a:xfrm>
            <a:off x="993775" y="752475"/>
            <a:ext cx="38925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第四步  画出逻辑电路图</a:t>
            </a:r>
            <a:endParaRPr lang="zh-CN" altLang="en-US" sz="2800" i="0" dirty="0">
              <a:latin typeface="Times New Roman" panose="02020603050405020304" pitchFamily="18" charset="0"/>
              <a:ea typeface="宋体" panose="02010600030101010101" pitchFamily="2" charset="-122"/>
            </a:endParaRPr>
          </a:p>
        </p:txBody>
      </p:sp>
      <p:grpSp>
        <p:nvGrpSpPr>
          <p:cNvPr id="2" name="Group 73"/>
          <p:cNvGrpSpPr/>
          <p:nvPr/>
        </p:nvGrpSpPr>
        <p:grpSpPr>
          <a:xfrm>
            <a:off x="2705100" y="3051175"/>
            <a:ext cx="4133850" cy="3103563"/>
            <a:chOff x="1704" y="1922"/>
            <a:chExt cx="2604" cy="1955"/>
          </a:xfrm>
        </p:grpSpPr>
        <p:sp>
          <p:nvSpPr>
            <p:cNvPr id="45059" name="Line 21"/>
            <p:cNvSpPr/>
            <p:nvPr/>
          </p:nvSpPr>
          <p:spPr>
            <a:xfrm>
              <a:off x="2934" y="2956"/>
              <a:ext cx="1200" cy="0"/>
            </a:xfrm>
            <a:prstGeom prst="line">
              <a:avLst/>
            </a:prstGeom>
            <a:ln w="19050" cap="flat" cmpd="sng">
              <a:solidFill>
                <a:schemeClr val="tx1"/>
              </a:solidFill>
              <a:prstDash val="solid"/>
              <a:round/>
              <a:headEnd type="none" w="med" len="med"/>
              <a:tailEnd type="none" w="med" len="med"/>
            </a:ln>
          </p:spPr>
        </p:sp>
        <p:sp>
          <p:nvSpPr>
            <p:cNvPr id="45060" name="Line 22"/>
            <p:cNvSpPr/>
            <p:nvPr/>
          </p:nvSpPr>
          <p:spPr>
            <a:xfrm>
              <a:off x="1752" y="2856"/>
              <a:ext cx="914" cy="0"/>
            </a:xfrm>
            <a:prstGeom prst="line">
              <a:avLst/>
            </a:prstGeom>
            <a:ln w="19050" cap="flat" cmpd="sng">
              <a:solidFill>
                <a:schemeClr val="tx1"/>
              </a:solidFill>
              <a:prstDash val="solid"/>
              <a:round/>
              <a:headEnd type="none" w="med" len="med"/>
              <a:tailEnd type="none" w="med" len="med"/>
            </a:ln>
          </p:spPr>
        </p:sp>
        <p:sp>
          <p:nvSpPr>
            <p:cNvPr id="45061" name="Rectangle 23"/>
            <p:cNvSpPr/>
            <p:nvPr/>
          </p:nvSpPr>
          <p:spPr>
            <a:xfrm>
              <a:off x="2669" y="2000"/>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62" name="Rectangle 24"/>
            <p:cNvSpPr/>
            <p:nvPr/>
          </p:nvSpPr>
          <p:spPr>
            <a:xfrm>
              <a:off x="2669" y="2733"/>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63" name="Rectangle 25"/>
            <p:cNvSpPr/>
            <p:nvPr/>
          </p:nvSpPr>
          <p:spPr>
            <a:xfrm>
              <a:off x="2669" y="3444"/>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64" name="Rectangle 26"/>
            <p:cNvSpPr/>
            <p:nvPr/>
          </p:nvSpPr>
          <p:spPr>
            <a:xfrm>
              <a:off x="3591" y="2733"/>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65" name="Oval 27"/>
            <p:cNvSpPr/>
            <p:nvPr/>
          </p:nvSpPr>
          <p:spPr>
            <a:xfrm>
              <a:off x="3857" y="293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66" name="Line 28"/>
            <p:cNvSpPr/>
            <p:nvPr/>
          </p:nvSpPr>
          <p:spPr>
            <a:xfrm>
              <a:off x="1752" y="2220"/>
              <a:ext cx="916" cy="0"/>
            </a:xfrm>
            <a:prstGeom prst="line">
              <a:avLst/>
            </a:prstGeom>
            <a:ln w="19050" cap="flat" cmpd="sng">
              <a:solidFill>
                <a:schemeClr val="tx1"/>
              </a:solidFill>
              <a:prstDash val="solid"/>
              <a:round/>
              <a:headEnd type="none" w="med" len="med"/>
              <a:tailEnd type="none" w="med" len="med"/>
            </a:ln>
          </p:spPr>
        </p:sp>
        <p:sp>
          <p:nvSpPr>
            <p:cNvPr id="45067" name="Line 29"/>
            <p:cNvSpPr/>
            <p:nvPr/>
          </p:nvSpPr>
          <p:spPr>
            <a:xfrm>
              <a:off x="1752" y="3755"/>
              <a:ext cx="905" cy="0"/>
            </a:xfrm>
            <a:prstGeom prst="line">
              <a:avLst/>
            </a:prstGeom>
            <a:ln w="19050" cap="flat" cmpd="sng">
              <a:solidFill>
                <a:schemeClr val="tx1"/>
              </a:solidFill>
              <a:prstDash val="solid"/>
              <a:round/>
              <a:headEnd type="none" w="med" len="med"/>
              <a:tailEnd type="none" w="med" len="med"/>
            </a:ln>
          </p:spPr>
        </p:sp>
        <p:sp>
          <p:nvSpPr>
            <p:cNvPr id="45068" name="Line 30"/>
            <p:cNvSpPr/>
            <p:nvPr/>
          </p:nvSpPr>
          <p:spPr>
            <a:xfrm>
              <a:off x="2397" y="3536"/>
              <a:ext cx="267" cy="0"/>
            </a:xfrm>
            <a:prstGeom prst="line">
              <a:avLst/>
            </a:prstGeom>
            <a:ln w="19050" cap="flat" cmpd="sng">
              <a:solidFill>
                <a:schemeClr val="tx1"/>
              </a:solidFill>
              <a:prstDash val="solid"/>
              <a:round/>
              <a:headEnd type="none" w="med" len="med"/>
              <a:tailEnd type="none" w="med" len="med"/>
            </a:ln>
          </p:spPr>
        </p:sp>
        <p:sp>
          <p:nvSpPr>
            <p:cNvPr id="45069" name="Freeform 31"/>
            <p:cNvSpPr/>
            <p:nvPr/>
          </p:nvSpPr>
          <p:spPr>
            <a:xfrm>
              <a:off x="2934" y="2211"/>
              <a:ext cx="656" cy="589"/>
            </a:xfrm>
            <a:custGeom>
              <a:avLst/>
              <a:gdLst/>
              <a:ahLst/>
              <a:cxnLst>
                <a:cxn ang="0">
                  <a:pos x="0" y="0"/>
                </a:cxn>
                <a:cxn ang="0">
                  <a:pos x="289" y="0"/>
                </a:cxn>
                <a:cxn ang="0">
                  <a:pos x="289" y="589"/>
                </a:cxn>
                <a:cxn ang="0">
                  <a:pos x="656" y="589"/>
                </a:cxn>
              </a:cxnLst>
              <a:pathLst>
                <a:path w="656" h="589">
                  <a:moveTo>
                    <a:pt x="0" y="0"/>
                  </a:moveTo>
                  <a:lnTo>
                    <a:pt x="289" y="0"/>
                  </a:lnTo>
                  <a:lnTo>
                    <a:pt x="289" y="589"/>
                  </a:lnTo>
                  <a:lnTo>
                    <a:pt x="656" y="589"/>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45070" name="Freeform 32"/>
            <p:cNvSpPr/>
            <p:nvPr/>
          </p:nvSpPr>
          <p:spPr>
            <a:xfrm>
              <a:off x="2934" y="3122"/>
              <a:ext cx="656" cy="556"/>
            </a:xfrm>
            <a:custGeom>
              <a:avLst/>
              <a:gdLst/>
              <a:ahLst/>
              <a:cxnLst>
                <a:cxn ang="0">
                  <a:pos x="0" y="556"/>
                </a:cxn>
                <a:cxn ang="0">
                  <a:pos x="322" y="556"/>
                </a:cxn>
                <a:cxn ang="0">
                  <a:pos x="322" y="0"/>
                </a:cxn>
                <a:cxn ang="0">
                  <a:pos x="656" y="0"/>
                </a:cxn>
              </a:cxnLst>
              <a:pathLst>
                <a:path w="656" h="556">
                  <a:moveTo>
                    <a:pt x="0" y="556"/>
                  </a:moveTo>
                  <a:lnTo>
                    <a:pt x="322" y="556"/>
                  </a:lnTo>
                  <a:lnTo>
                    <a:pt x="322" y="0"/>
                  </a:lnTo>
                  <a:lnTo>
                    <a:pt x="656"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45071" name="Text Box 33"/>
            <p:cNvSpPr txBox="1"/>
            <p:nvPr/>
          </p:nvSpPr>
          <p:spPr>
            <a:xfrm>
              <a:off x="1704" y="1980"/>
              <a:ext cx="255"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45072" name="Rectangle 34"/>
            <p:cNvSpPr/>
            <p:nvPr/>
          </p:nvSpPr>
          <p:spPr>
            <a:xfrm>
              <a:off x="4075" y="2787"/>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45073" name="Rectangle 35"/>
            <p:cNvSpPr/>
            <p:nvPr/>
          </p:nvSpPr>
          <p:spPr>
            <a:xfrm>
              <a:off x="1704" y="2839"/>
              <a:ext cx="244"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45074" name="Text Box 36"/>
            <p:cNvSpPr txBox="1"/>
            <p:nvPr/>
          </p:nvSpPr>
          <p:spPr>
            <a:xfrm>
              <a:off x="2621" y="192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5075" name="Text Box 37"/>
            <p:cNvSpPr txBox="1"/>
            <p:nvPr/>
          </p:nvSpPr>
          <p:spPr>
            <a:xfrm>
              <a:off x="2655" y="266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45076" name="Text Box 38"/>
            <p:cNvSpPr txBox="1"/>
            <p:nvPr/>
          </p:nvSpPr>
          <p:spPr>
            <a:xfrm>
              <a:off x="2644" y="336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45077" name="Text Box 41"/>
            <p:cNvSpPr txBox="1"/>
            <p:nvPr/>
          </p:nvSpPr>
          <p:spPr>
            <a:xfrm>
              <a:off x="1704" y="2618"/>
              <a:ext cx="244"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45078" name="Oval 45"/>
            <p:cNvSpPr/>
            <p:nvPr/>
          </p:nvSpPr>
          <p:spPr>
            <a:xfrm>
              <a:off x="2929" y="293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79" name="Oval 46"/>
            <p:cNvSpPr/>
            <p:nvPr/>
          </p:nvSpPr>
          <p:spPr>
            <a:xfrm>
              <a:off x="2929" y="2178"/>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80" name="Oval 47"/>
            <p:cNvSpPr/>
            <p:nvPr/>
          </p:nvSpPr>
          <p:spPr>
            <a:xfrm>
              <a:off x="2929" y="365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81" name="Text Box 48"/>
            <p:cNvSpPr txBox="1"/>
            <p:nvPr/>
          </p:nvSpPr>
          <p:spPr>
            <a:xfrm>
              <a:off x="3557" y="266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45082" name="Line 50"/>
            <p:cNvSpPr/>
            <p:nvPr/>
          </p:nvSpPr>
          <p:spPr>
            <a:xfrm>
              <a:off x="2388" y="3048"/>
              <a:ext cx="0" cy="504"/>
            </a:xfrm>
            <a:prstGeom prst="line">
              <a:avLst/>
            </a:prstGeom>
            <a:ln w="12700" cap="flat" cmpd="sng">
              <a:solidFill>
                <a:schemeClr val="tx1"/>
              </a:solidFill>
              <a:prstDash val="solid"/>
              <a:round/>
              <a:headEnd type="none" w="med" len="med"/>
              <a:tailEnd type="none" w="sm" len="lg"/>
            </a:ln>
          </p:spPr>
        </p:sp>
        <p:sp>
          <p:nvSpPr>
            <p:cNvPr id="45083" name="Line 51"/>
            <p:cNvSpPr/>
            <p:nvPr/>
          </p:nvSpPr>
          <p:spPr>
            <a:xfrm flipV="1">
              <a:off x="1752" y="3060"/>
              <a:ext cx="924" cy="0"/>
            </a:xfrm>
            <a:prstGeom prst="line">
              <a:avLst/>
            </a:prstGeom>
            <a:ln w="12700" cap="flat" cmpd="sng">
              <a:solidFill>
                <a:schemeClr val="tx1"/>
              </a:solidFill>
              <a:prstDash val="solid"/>
              <a:round/>
              <a:headEnd type="none" w="med" len="med"/>
              <a:tailEnd type="none" w="sm" len="lg"/>
            </a:ln>
          </p:spPr>
        </p:sp>
        <p:sp>
          <p:nvSpPr>
            <p:cNvPr id="45084" name="Text Box 56"/>
            <p:cNvSpPr txBox="1"/>
            <p:nvPr/>
          </p:nvSpPr>
          <p:spPr>
            <a:xfrm>
              <a:off x="2306" y="2918"/>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45085" name="Text Box 59"/>
            <p:cNvSpPr txBox="1"/>
            <p:nvPr/>
          </p:nvSpPr>
          <p:spPr>
            <a:xfrm>
              <a:off x="1716" y="3530"/>
              <a:ext cx="255"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D</a:t>
              </a:r>
              <a:endParaRPr lang="en-US" altLang="zh-CN" sz="2400" i="0" dirty="0">
                <a:latin typeface="Times New Roman" panose="02020603050405020304" pitchFamily="18" charset="0"/>
                <a:ea typeface="宋体" panose="02010600030101010101" pitchFamily="2" charset="-122"/>
              </a:endParaRPr>
            </a:p>
          </p:txBody>
        </p:sp>
      </p:grpSp>
      <p:grpSp>
        <p:nvGrpSpPr>
          <p:cNvPr id="3" name="Group 65"/>
          <p:cNvGrpSpPr/>
          <p:nvPr/>
        </p:nvGrpSpPr>
        <p:grpSpPr>
          <a:xfrm>
            <a:off x="1089025" y="1495425"/>
            <a:ext cx="4054475" cy="519113"/>
            <a:chOff x="686" y="942"/>
            <a:chExt cx="2554" cy="327"/>
          </a:xfrm>
        </p:grpSpPr>
        <p:sp>
          <p:nvSpPr>
            <p:cNvPr id="45087" name="Text Box 62"/>
            <p:cNvSpPr txBox="1"/>
            <p:nvPr/>
          </p:nvSpPr>
          <p:spPr>
            <a:xfrm>
              <a:off x="686" y="942"/>
              <a:ext cx="2554"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F(A,B,C,D)=A + BD + BC</a:t>
              </a:r>
              <a:endParaRPr lang="en-US" altLang="zh-CN" sz="2800" i="0" dirty="0">
                <a:latin typeface="Times New Roman" panose="02020603050405020304" pitchFamily="18" charset="0"/>
                <a:ea typeface="宋体" panose="02010600030101010101" pitchFamily="2" charset="-122"/>
              </a:endParaRPr>
            </a:p>
          </p:txBody>
        </p:sp>
        <p:sp>
          <p:nvSpPr>
            <p:cNvPr id="45088" name="Line 63"/>
            <p:cNvSpPr/>
            <p:nvPr/>
          </p:nvSpPr>
          <p:spPr>
            <a:xfrm>
              <a:off x="1932" y="1008"/>
              <a:ext cx="1236" cy="0"/>
            </a:xfrm>
            <a:prstGeom prst="line">
              <a:avLst/>
            </a:prstGeom>
            <a:ln w="12700" cap="flat" cmpd="sng">
              <a:solidFill>
                <a:schemeClr val="tx1"/>
              </a:solidFill>
              <a:prstDash val="solid"/>
              <a:round/>
              <a:headEnd type="none" w="med" len="med"/>
              <a:tailEnd type="none" w="sm" len="lg"/>
            </a:ln>
          </p:spPr>
        </p:sp>
        <p:sp>
          <p:nvSpPr>
            <p:cNvPr id="45089" name="Line 64"/>
            <p:cNvSpPr/>
            <p:nvPr/>
          </p:nvSpPr>
          <p:spPr>
            <a:xfrm>
              <a:off x="1908" y="984"/>
              <a:ext cx="1320" cy="0"/>
            </a:xfrm>
            <a:prstGeom prst="line">
              <a:avLst/>
            </a:prstGeom>
            <a:ln w="12700" cap="flat" cmpd="sng">
              <a:solidFill>
                <a:schemeClr val="tx1"/>
              </a:solidFill>
              <a:prstDash val="solid"/>
              <a:round/>
              <a:headEnd type="none" w="med" len="med"/>
              <a:tailEnd type="none" w="sm" len="lg"/>
            </a:ln>
          </p:spPr>
        </p:sp>
      </p:grpSp>
      <p:grpSp>
        <p:nvGrpSpPr>
          <p:cNvPr id="4" name="Group 71"/>
          <p:cNvGrpSpPr/>
          <p:nvPr/>
        </p:nvGrpSpPr>
        <p:grpSpPr>
          <a:xfrm>
            <a:off x="2803525" y="2143125"/>
            <a:ext cx="1785938" cy="519113"/>
            <a:chOff x="1646" y="1350"/>
            <a:chExt cx="1125" cy="327"/>
          </a:xfrm>
        </p:grpSpPr>
        <p:sp>
          <p:nvSpPr>
            <p:cNvPr id="45091" name="Text Box 66"/>
            <p:cNvSpPr txBox="1"/>
            <p:nvPr/>
          </p:nvSpPr>
          <p:spPr>
            <a:xfrm>
              <a:off x="1646" y="1350"/>
              <a:ext cx="1125"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BD</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BC</a:t>
              </a:r>
              <a:endParaRPr lang="en-US" altLang="zh-CN" sz="2800" i="0" dirty="0">
                <a:latin typeface="Times New Roman" panose="02020603050405020304" pitchFamily="18" charset="0"/>
                <a:ea typeface="宋体" panose="02010600030101010101" pitchFamily="2" charset="-122"/>
              </a:endParaRPr>
            </a:p>
          </p:txBody>
        </p:sp>
        <p:sp>
          <p:nvSpPr>
            <p:cNvPr id="45092" name="Line 67"/>
            <p:cNvSpPr/>
            <p:nvPr/>
          </p:nvSpPr>
          <p:spPr>
            <a:xfrm>
              <a:off x="1848" y="1428"/>
              <a:ext cx="132" cy="0"/>
            </a:xfrm>
            <a:prstGeom prst="line">
              <a:avLst/>
            </a:prstGeom>
            <a:ln w="12700" cap="flat" cmpd="sng">
              <a:solidFill>
                <a:schemeClr val="tx1"/>
              </a:solidFill>
              <a:prstDash val="solid"/>
              <a:round/>
              <a:headEnd type="none" w="med" len="med"/>
              <a:tailEnd type="none" w="sm" len="lg"/>
            </a:ln>
          </p:spPr>
        </p:sp>
        <p:sp>
          <p:nvSpPr>
            <p:cNvPr id="45093" name="Line 68"/>
            <p:cNvSpPr/>
            <p:nvPr/>
          </p:nvSpPr>
          <p:spPr>
            <a:xfrm>
              <a:off x="2064" y="1428"/>
              <a:ext cx="264" cy="0"/>
            </a:xfrm>
            <a:prstGeom prst="line">
              <a:avLst/>
            </a:prstGeom>
            <a:ln w="12700" cap="flat" cmpd="sng">
              <a:solidFill>
                <a:schemeClr val="tx1"/>
              </a:solidFill>
              <a:prstDash val="solid"/>
              <a:round/>
              <a:headEnd type="none" w="med" len="med"/>
              <a:tailEnd type="none" w="sm" len="lg"/>
            </a:ln>
          </p:spPr>
        </p:sp>
        <p:sp>
          <p:nvSpPr>
            <p:cNvPr id="45094" name="Line 69"/>
            <p:cNvSpPr/>
            <p:nvPr/>
          </p:nvSpPr>
          <p:spPr>
            <a:xfrm>
              <a:off x="2424" y="1428"/>
              <a:ext cx="264" cy="0"/>
            </a:xfrm>
            <a:prstGeom prst="line">
              <a:avLst/>
            </a:prstGeom>
            <a:ln w="12700" cap="flat" cmpd="sng">
              <a:solidFill>
                <a:schemeClr val="tx1"/>
              </a:solidFill>
              <a:prstDash val="solid"/>
              <a:round/>
              <a:headEnd type="none" w="med" len="med"/>
              <a:tailEnd type="none" w="sm" len="lg"/>
            </a:ln>
          </p:spPr>
        </p:sp>
        <p:sp>
          <p:nvSpPr>
            <p:cNvPr id="45095" name="Line 70"/>
            <p:cNvSpPr/>
            <p:nvPr/>
          </p:nvSpPr>
          <p:spPr>
            <a:xfrm>
              <a:off x="1812" y="1404"/>
              <a:ext cx="936" cy="0"/>
            </a:xfrm>
            <a:prstGeom prst="line">
              <a:avLst/>
            </a:prstGeom>
            <a:ln w="12700" cap="flat" cmpd="sng">
              <a:solidFill>
                <a:schemeClr val="tx1"/>
              </a:solidFill>
              <a:prstDash val="solid"/>
              <a:round/>
              <a:headEnd type="none" w="med" len="med"/>
              <a:tailEnd type="none" w="sm"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706"/>
                                        </p:tgtEl>
                                        <p:attrNameLst>
                                          <p:attrName>style.visibility</p:attrName>
                                        </p:attrNameLst>
                                      </p:cBhvr>
                                      <p:to>
                                        <p:strVal val="visible"/>
                                      </p:to>
                                    </p:set>
                                    <p:animEffect transition="in" filter="wipe(left)">
                                      <p:cBhvr>
                                        <p:cTn id="7" dur="500"/>
                                        <p:tgtEl>
                                          <p:spTgt spid="727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to="" calcmode="lin" valueType="num">
                                      <p:cBhvr>
                                        <p:cTn id="2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Text Box 6"/>
          <p:cNvSpPr txBox="1"/>
          <p:nvPr/>
        </p:nvSpPr>
        <p:spPr>
          <a:xfrm>
            <a:off x="365125" y="561975"/>
            <a:ext cx="4241800" cy="1373188"/>
          </a:xfrm>
          <a:prstGeom prst="rect">
            <a:avLst/>
          </a:prstGeom>
          <a:noFill/>
          <a:ln w="12700">
            <a:noFill/>
          </a:ln>
        </p:spPr>
        <p:txBody>
          <a:bodyPr anchor="t" anchorCtr="0">
            <a:spAutoFit/>
          </a:bodyPr>
          <a:p>
            <a:r>
              <a:rPr lang="zh-CN" altLang="en-US" sz="2800" i="0" dirty="0">
                <a:latin typeface="Times New Roman" panose="02020603050405020304" pitchFamily="18" charset="0"/>
                <a:ea typeface="宋体" panose="02010600030101010101" pitchFamily="2" charset="-122"/>
              </a:rPr>
              <a:t>例</a:t>
            </a:r>
            <a:r>
              <a:rPr lang="en-US" altLang="zh-CN" sz="2800" i="0" dirty="0">
                <a:latin typeface="Times New Roman" panose="02020603050405020304" pitchFamily="18" charset="0"/>
                <a:ea typeface="宋体" panose="02010600030101010101" pitchFamily="2" charset="-122"/>
              </a:rPr>
              <a:t>4</a:t>
            </a:r>
            <a:r>
              <a:rPr lang="zh-CN" altLang="en-US" sz="2800" i="0" dirty="0">
                <a:latin typeface="Times New Roman" panose="02020603050405020304" pitchFamily="18" charset="0"/>
                <a:ea typeface="宋体" panose="02010600030101010101" pitchFamily="2" charset="-122"/>
              </a:rPr>
              <a:t>：设计一个四位二进制码奇偶位发生器和奇偶检测器。</a:t>
            </a:r>
            <a:endParaRPr lang="zh-CN" altLang="en-US" sz="2800" i="0" dirty="0">
              <a:latin typeface="Times New Roman" panose="02020603050405020304" pitchFamily="18" charset="0"/>
              <a:ea typeface="宋体" panose="02010600030101010101" pitchFamily="2" charset="-122"/>
            </a:endParaRPr>
          </a:p>
        </p:txBody>
      </p:sp>
      <p:sp>
        <p:nvSpPr>
          <p:cNvPr id="71687" name="Text Box 7"/>
          <p:cNvSpPr txBox="1"/>
          <p:nvPr/>
        </p:nvSpPr>
        <p:spPr>
          <a:xfrm>
            <a:off x="422275" y="2071688"/>
            <a:ext cx="889000" cy="519112"/>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71688" name="Text Box 8"/>
          <p:cNvSpPr txBox="1"/>
          <p:nvPr/>
        </p:nvSpPr>
        <p:spPr>
          <a:xfrm>
            <a:off x="1104900" y="2071688"/>
            <a:ext cx="3200400" cy="519112"/>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第一步  建立真值表</a:t>
            </a:r>
            <a:endParaRPr lang="zh-CN" altLang="en-US" sz="2800" i="0" dirty="0">
              <a:latin typeface="Times New Roman" panose="02020603050405020304" pitchFamily="18" charset="0"/>
              <a:ea typeface="宋体" panose="02010600030101010101" pitchFamily="2" charset="-122"/>
            </a:endParaRPr>
          </a:p>
        </p:txBody>
      </p:sp>
      <p:grpSp>
        <p:nvGrpSpPr>
          <p:cNvPr id="2" name="Group 72"/>
          <p:cNvGrpSpPr/>
          <p:nvPr/>
        </p:nvGrpSpPr>
        <p:grpSpPr>
          <a:xfrm>
            <a:off x="4762500" y="647700"/>
            <a:ext cx="4095750" cy="5638800"/>
            <a:chOff x="3000" y="408"/>
            <a:chExt cx="2580" cy="3552"/>
          </a:xfrm>
        </p:grpSpPr>
        <p:sp>
          <p:nvSpPr>
            <p:cNvPr id="46085" name="Text Box 16"/>
            <p:cNvSpPr txBox="1"/>
            <p:nvPr/>
          </p:nvSpPr>
          <p:spPr>
            <a:xfrm>
              <a:off x="3115" y="801"/>
              <a:ext cx="1716" cy="3130"/>
            </a:xfrm>
            <a:prstGeom prst="rect">
              <a:avLst/>
            </a:prstGeom>
            <a:noFill/>
            <a:ln w="12700">
              <a:noFill/>
            </a:ln>
          </p:spPr>
          <p:txBody>
            <a:bodyPr wrap="none" anchor="t" anchorCtr="0">
              <a:spAutoFit/>
            </a:bodyPr>
            <a:p>
              <a:pPr marL="457200" indent="-457200"/>
              <a:r>
                <a:rPr lang="en-US" altLang="zh-CN" i="0" dirty="0">
                  <a:latin typeface="Times New Roman" panose="02020603050405020304" pitchFamily="18" charset="0"/>
                  <a:ea typeface="宋体" panose="02010600030101010101" pitchFamily="2" charset="-122"/>
                </a:rPr>
                <a:t>0           0           0          0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1           1           1          1</a:t>
              </a:r>
              <a:endParaRPr lang="en-US" altLang="zh-CN" i="0" dirty="0">
                <a:latin typeface="Times New Roman" panose="02020603050405020304" pitchFamily="18" charset="0"/>
                <a:ea typeface="宋体" panose="02010600030101010101" pitchFamily="2" charset="-122"/>
              </a:endParaRPr>
            </a:p>
          </p:txBody>
        </p:sp>
        <p:sp>
          <p:nvSpPr>
            <p:cNvPr id="46086" name="Line 10"/>
            <p:cNvSpPr/>
            <p:nvPr/>
          </p:nvSpPr>
          <p:spPr>
            <a:xfrm>
              <a:off x="3000" y="408"/>
              <a:ext cx="2457" cy="0"/>
            </a:xfrm>
            <a:prstGeom prst="line">
              <a:avLst/>
            </a:prstGeom>
            <a:ln w="12700" cap="flat" cmpd="sng">
              <a:solidFill>
                <a:srgbClr val="0000FF"/>
              </a:solidFill>
              <a:prstDash val="solid"/>
              <a:round/>
              <a:headEnd type="none" w="med" len="med"/>
              <a:tailEnd type="none" w="sm" len="lg"/>
            </a:ln>
          </p:spPr>
        </p:sp>
        <p:sp>
          <p:nvSpPr>
            <p:cNvPr id="46087" name="Line 11"/>
            <p:cNvSpPr/>
            <p:nvPr/>
          </p:nvSpPr>
          <p:spPr>
            <a:xfrm>
              <a:off x="3012" y="756"/>
              <a:ext cx="2470" cy="0"/>
            </a:xfrm>
            <a:prstGeom prst="line">
              <a:avLst/>
            </a:prstGeom>
            <a:ln w="12700" cap="flat" cmpd="sng">
              <a:solidFill>
                <a:srgbClr val="0000FF"/>
              </a:solidFill>
              <a:prstDash val="solid"/>
              <a:round/>
              <a:headEnd type="none" w="med" len="med"/>
              <a:tailEnd type="none" w="sm" len="lg"/>
            </a:ln>
          </p:spPr>
        </p:sp>
        <p:sp>
          <p:nvSpPr>
            <p:cNvPr id="46088" name="Line 12"/>
            <p:cNvSpPr/>
            <p:nvPr/>
          </p:nvSpPr>
          <p:spPr>
            <a:xfrm>
              <a:off x="3086" y="3948"/>
              <a:ext cx="2494" cy="0"/>
            </a:xfrm>
            <a:prstGeom prst="line">
              <a:avLst/>
            </a:prstGeom>
            <a:ln w="12700" cap="flat" cmpd="sng">
              <a:solidFill>
                <a:srgbClr val="0000FF"/>
              </a:solidFill>
              <a:prstDash val="solid"/>
              <a:round/>
              <a:headEnd type="none" w="med" len="med"/>
              <a:tailEnd type="none" w="sm" len="lg"/>
            </a:ln>
          </p:spPr>
        </p:sp>
        <p:sp>
          <p:nvSpPr>
            <p:cNvPr id="46089" name="Line 13"/>
            <p:cNvSpPr/>
            <p:nvPr/>
          </p:nvSpPr>
          <p:spPr>
            <a:xfrm>
              <a:off x="4948" y="408"/>
              <a:ext cx="0" cy="3552"/>
            </a:xfrm>
            <a:prstGeom prst="line">
              <a:avLst/>
            </a:prstGeom>
            <a:ln w="12700" cap="flat" cmpd="sng">
              <a:solidFill>
                <a:srgbClr val="0000FF"/>
              </a:solidFill>
              <a:prstDash val="solid"/>
              <a:round/>
              <a:headEnd type="none" w="med" len="med"/>
              <a:tailEnd type="none" w="sm" len="lg"/>
            </a:ln>
          </p:spPr>
        </p:sp>
        <p:sp>
          <p:nvSpPr>
            <p:cNvPr id="46090" name="Text Box 14"/>
            <p:cNvSpPr txBox="1"/>
            <p:nvPr/>
          </p:nvSpPr>
          <p:spPr>
            <a:xfrm>
              <a:off x="3091" y="426"/>
              <a:ext cx="188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B8    B4    B2    B1 </a:t>
              </a:r>
              <a:endParaRPr lang="en-US" altLang="zh-CN" sz="2800" i="0" dirty="0">
                <a:latin typeface="Times New Roman" panose="02020603050405020304" pitchFamily="18" charset="0"/>
                <a:ea typeface="宋体" panose="02010600030101010101" pitchFamily="2" charset="-122"/>
              </a:endParaRPr>
            </a:p>
          </p:txBody>
        </p:sp>
        <p:sp>
          <p:nvSpPr>
            <p:cNvPr id="46091" name="Text Box 15"/>
            <p:cNvSpPr txBox="1"/>
            <p:nvPr/>
          </p:nvSpPr>
          <p:spPr>
            <a:xfrm>
              <a:off x="5149" y="414"/>
              <a:ext cx="241"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P</a:t>
              </a:r>
              <a:endParaRPr lang="en-US" altLang="zh-CN" sz="2800" i="0" dirty="0">
                <a:latin typeface="Times New Roman" panose="02020603050405020304" pitchFamily="18" charset="0"/>
                <a:ea typeface="宋体" panose="02010600030101010101" pitchFamily="2" charset="-122"/>
              </a:endParaRPr>
            </a:p>
          </p:txBody>
        </p:sp>
        <p:sp>
          <p:nvSpPr>
            <p:cNvPr id="46092" name="Text Box 67"/>
            <p:cNvSpPr txBox="1"/>
            <p:nvPr/>
          </p:nvSpPr>
          <p:spPr>
            <a:xfrm>
              <a:off x="5174" y="801"/>
              <a:ext cx="196" cy="313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p:txBody>
        </p:sp>
      </p:grpSp>
      <p:sp>
        <p:nvSpPr>
          <p:cNvPr id="71751" name="Text Box 71"/>
          <p:cNvSpPr txBox="1"/>
          <p:nvPr/>
        </p:nvSpPr>
        <p:spPr>
          <a:xfrm>
            <a:off x="782638" y="3076575"/>
            <a:ext cx="3844925" cy="2227263"/>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奇偶位发生器四</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位二进制码用</a:t>
            </a:r>
            <a:r>
              <a:rPr lang="en-US" altLang="zh-CN" sz="2800" i="0" dirty="0">
                <a:latin typeface="Times New Roman" panose="02020603050405020304" pitchFamily="18" charset="0"/>
                <a:ea typeface="宋体" panose="02010600030101010101" pitchFamily="2" charset="-122"/>
              </a:rPr>
              <a:t>B8</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B4</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B2</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B1</a:t>
            </a:r>
            <a:r>
              <a:rPr lang="zh-CN" altLang="en-US" sz="2800" i="0" dirty="0">
                <a:latin typeface="Times New Roman" panose="02020603050405020304" pitchFamily="18" charset="0"/>
                <a:ea typeface="宋体" panose="02010600030101010101" pitchFamily="2" charset="-122"/>
              </a:rPr>
              <a:t>表示，输出的</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奇偶位用</a:t>
            </a:r>
            <a:r>
              <a:rPr lang="en-US" altLang="zh-CN" sz="2800" i="0" dirty="0">
                <a:latin typeface="Times New Roman" panose="02020603050405020304" pitchFamily="18" charset="0"/>
                <a:ea typeface="宋体" panose="02010600030101010101" pitchFamily="2" charset="-122"/>
              </a:rPr>
              <a:t>P</a:t>
            </a:r>
            <a:r>
              <a:rPr lang="zh-CN" altLang="en-US" sz="2800" i="0" dirty="0">
                <a:latin typeface="Times New Roman" panose="02020603050405020304" pitchFamily="18" charset="0"/>
                <a:ea typeface="宋体" panose="02010600030101010101" pitchFamily="2" charset="-122"/>
              </a:rPr>
              <a:t>表示，采用</a:t>
            </a:r>
            <a:endParaRPr lang="zh-CN" altLang="en-US" sz="2800" i="0" dirty="0">
              <a:latin typeface="Times New Roman" panose="02020603050405020304" pitchFamily="18" charset="0"/>
              <a:ea typeface="宋体" panose="02010600030101010101" pitchFamily="2" charset="-122"/>
            </a:endParaRPr>
          </a:p>
          <a:p>
            <a:r>
              <a:rPr lang="zh-CN" altLang="en-US" sz="2800" b="1" u="sng" dirty="0">
                <a:solidFill>
                  <a:srgbClr val="0000FF"/>
                </a:solidFill>
                <a:latin typeface="Times New Roman" panose="02020603050405020304" pitchFamily="18" charset="0"/>
                <a:ea typeface="宋体" panose="02010600030101010101" pitchFamily="2" charset="-122"/>
              </a:rPr>
              <a:t>偶校验</a:t>
            </a:r>
            <a:r>
              <a:rPr lang="zh-CN" altLang="en-US" sz="2800" i="0" dirty="0">
                <a:latin typeface="Times New Roman" panose="02020603050405020304" pitchFamily="18" charset="0"/>
                <a:ea typeface="宋体" panose="02010600030101010101" pitchFamily="2" charset="-122"/>
              </a:rPr>
              <a:t>原则。</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6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1688"/>
                                        </p:tgtEl>
                                        <p:attrNameLst>
                                          <p:attrName>style.visibility</p:attrName>
                                        </p:attrNameLst>
                                      </p:cBhvr>
                                      <p:to>
                                        <p:strVal val="visible"/>
                                      </p:to>
                                    </p:set>
                                    <p:animEffect transition="in" filter="wipe(left)">
                                      <p:cBhvr>
                                        <p:cTn id="11" dur="500"/>
                                        <p:tgtEl>
                                          <p:spTgt spid="7168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1751"/>
                                        </p:tgtEl>
                                        <p:attrNameLst>
                                          <p:attrName>style.visibility</p:attrName>
                                        </p:attrNameLst>
                                      </p:cBhvr>
                                      <p:to>
                                        <p:strVal val="visible"/>
                                      </p:to>
                                    </p:set>
                                    <p:animEffect transition="in" filter="wipe(left)">
                                      <p:cBhvr>
                                        <p:cTn id="16" dur="500"/>
                                        <p:tgtEl>
                                          <p:spTgt spid="71751"/>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ox(out)">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7" grpId="0"/>
      <p:bldP spid="71688" grpId="0"/>
      <p:bldP spid="7175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40"/>
          <p:cNvGrpSpPr/>
          <p:nvPr/>
        </p:nvGrpSpPr>
        <p:grpSpPr>
          <a:xfrm>
            <a:off x="4586288" y="2590800"/>
            <a:ext cx="3616325" cy="3138488"/>
            <a:chOff x="2901" y="1695"/>
            <a:chExt cx="2278" cy="1977"/>
          </a:xfrm>
        </p:grpSpPr>
        <p:sp>
          <p:nvSpPr>
            <p:cNvPr id="47106" name="Line 5"/>
            <p:cNvSpPr/>
            <p:nvPr/>
          </p:nvSpPr>
          <p:spPr>
            <a:xfrm>
              <a:off x="3425" y="2501"/>
              <a:ext cx="1748" cy="0"/>
            </a:xfrm>
            <a:prstGeom prst="line">
              <a:avLst/>
            </a:prstGeom>
            <a:ln w="28575" cap="flat" cmpd="sng">
              <a:solidFill>
                <a:srgbClr val="3333FF"/>
              </a:solidFill>
              <a:prstDash val="solid"/>
              <a:round/>
              <a:headEnd type="none" w="med" len="med"/>
              <a:tailEnd type="none" w="med" len="med"/>
            </a:ln>
          </p:spPr>
        </p:sp>
        <p:sp>
          <p:nvSpPr>
            <p:cNvPr id="47107" name="Text Box 6"/>
            <p:cNvSpPr txBox="1"/>
            <p:nvPr/>
          </p:nvSpPr>
          <p:spPr>
            <a:xfrm>
              <a:off x="3522" y="1724"/>
              <a:ext cx="162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47108" name="Text Box 7"/>
            <p:cNvSpPr txBox="1"/>
            <p:nvPr/>
          </p:nvSpPr>
          <p:spPr>
            <a:xfrm>
              <a:off x="3084" y="1998"/>
              <a:ext cx="364" cy="1674"/>
            </a:xfrm>
            <a:prstGeom prst="rect">
              <a:avLst/>
            </a:prstGeom>
            <a:noFill/>
            <a:ln w="9525">
              <a:noFill/>
            </a:ln>
          </p:spPr>
          <p:txBody>
            <a:bodyPr anchor="t" anchorCtr="0">
              <a:spAutoFit/>
            </a:bodyPr>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47109" name="Text Box 8"/>
            <p:cNvSpPr txBox="1"/>
            <p:nvPr/>
          </p:nvSpPr>
          <p:spPr>
            <a:xfrm>
              <a:off x="3181" y="1695"/>
              <a:ext cx="490" cy="250"/>
            </a:xfrm>
            <a:prstGeom prst="rect">
              <a:avLst/>
            </a:prstGeom>
            <a:noFill/>
            <a:ln w="9525">
              <a:noFill/>
            </a:ln>
          </p:spPr>
          <p:txBody>
            <a:bodyPr wrap="none" anchor="t" anchorCtr="0">
              <a:spAutoFit/>
            </a:bodyPr>
            <a:p>
              <a:r>
                <a:rPr lang="en-US" altLang="zh-CN" b="1" dirty="0">
                  <a:latin typeface="Times New Roman" panose="02020603050405020304" pitchFamily="18" charset="0"/>
                  <a:ea typeface="宋体" panose="02010600030101010101" pitchFamily="2" charset="-122"/>
                </a:rPr>
                <a:t>B8B4</a:t>
              </a:r>
              <a:endParaRPr lang="en-US" altLang="zh-CN" b="1" dirty="0">
                <a:latin typeface="Times New Roman" panose="02020603050405020304" pitchFamily="18" charset="0"/>
                <a:ea typeface="宋体" panose="02010600030101010101" pitchFamily="2" charset="-122"/>
              </a:endParaRPr>
            </a:p>
          </p:txBody>
        </p:sp>
        <p:sp>
          <p:nvSpPr>
            <p:cNvPr id="47110" name="Text Box 9"/>
            <p:cNvSpPr txBox="1"/>
            <p:nvPr/>
          </p:nvSpPr>
          <p:spPr>
            <a:xfrm>
              <a:off x="2901" y="1898"/>
              <a:ext cx="490" cy="250"/>
            </a:xfrm>
            <a:prstGeom prst="rect">
              <a:avLst/>
            </a:prstGeom>
            <a:noFill/>
            <a:ln w="9525">
              <a:noFill/>
            </a:ln>
          </p:spPr>
          <p:txBody>
            <a:bodyPr wrap="none" anchor="t" anchorCtr="0">
              <a:spAutoFit/>
            </a:bodyPr>
            <a:p>
              <a:r>
                <a:rPr lang="en-US" altLang="zh-CN" b="1" dirty="0">
                  <a:latin typeface="Times New Roman" panose="02020603050405020304" pitchFamily="18" charset="0"/>
                  <a:ea typeface="宋体" panose="02010600030101010101" pitchFamily="2" charset="-122"/>
                </a:rPr>
                <a:t>B2B1</a:t>
              </a:r>
              <a:endParaRPr lang="en-US" altLang="zh-CN" b="1" i="0" dirty="0">
                <a:latin typeface="Times New Roman" panose="02020603050405020304" pitchFamily="18" charset="0"/>
                <a:ea typeface="宋体" panose="02010600030101010101" pitchFamily="2" charset="-122"/>
              </a:endParaRPr>
            </a:p>
          </p:txBody>
        </p:sp>
        <p:sp>
          <p:nvSpPr>
            <p:cNvPr id="47111" name="Rectangle 10"/>
            <p:cNvSpPr/>
            <p:nvPr/>
          </p:nvSpPr>
          <p:spPr>
            <a:xfrm>
              <a:off x="3418" y="2047"/>
              <a:ext cx="1754" cy="1601"/>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47112" name="Group 11"/>
            <p:cNvGrpSpPr/>
            <p:nvPr/>
          </p:nvGrpSpPr>
          <p:grpSpPr>
            <a:xfrm>
              <a:off x="3869" y="2056"/>
              <a:ext cx="883" cy="1604"/>
              <a:chOff x="858" y="702"/>
              <a:chExt cx="645" cy="1380"/>
            </a:xfrm>
          </p:grpSpPr>
          <p:sp>
            <p:nvSpPr>
              <p:cNvPr id="47113" name="Line 12"/>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47114" name="Line 13"/>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47115" name="Line 14"/>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sp>
          <p:nvSpPr>
            <p:cNvPr id="47116" name="Line 15"/>
            <p:cNvSpPr/>
            <p:nvPr/>
          </p:nvSpPr>
          <p:spPr>
            <a:xfrm>
              <a:off x="3425" y="2899"/>
              <a:ext cx="1748" cy="0"/>
            </a:xfrm>
            <a:prstGeom prst="line">
              <a:avLst/>
            </a:prstGeom>
            <a:ln w="28575" cap="flat" cmpd="sng">
              <a:solidFill>
                <a:srgbClr val="3333FF"/>
              </a:solidFill>
              <a:prstDash val="solid"/>
              <a:round/>
              <a:headEnd type="none" w="med" len="med"/>
              <a:tailEnd type="none" w="med" len="med"/>
            </a:ln>
          </p:spPr>
        </p:sp>
        <p:sp>
          <p:nvSpPr>
            <p:cNvPr id="47117" name="Line 16"/>
            <p:cNvSpPr/>
            <p:nvPr/>
          </p:nvSpPr>
          <p:spPr>
            <a:xfrm>
              <a:off x="3431" y="3282"/>
              <a:ext cx="1748" cy="0"/>
            </a:xfrm>
            <a:prstGeom prst="line">
              <a:avLst/>
            </a:prstGeom>
            <a:ln w="28575" cap="flat" cmpd="sng">
              <a:solidFill>
                <a:srgbClr val="3333FF"/>
              </a:solidFill>
              <a:prstDash val="solid"/>
              <a:round/>
              <a:headEnd type="none" w="med" len="med"/>
              <a:tailEnd type="none" w="med" len="med"/>
            </a:ln>
          </p:spPr>
        </p:sp>
        <p:sp>
          <p:nvSpPr>
            <p:cNvPr id="47118" name="Rectangle 17"/>
            <p:cNvSpPr/>
            <p:nvPr/>
          </p:nvSpPr>
          <p:spPr>
            <a:xfrm>
              <a:off x="4445" y="2927"/>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19" name="Rectangle 18"/>
            <p:cNvSpPr/>
            <p:nvPr/>
          </p:nvSpPr>
          <p:spPr>
            <a:xfrm>
              <a:off x="4426" y="2110"/>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20" name="Rectangle 19"/>
            <p:cNvSpPr/>
            <p:nvPr/>
          </p:nvSpPr>
          <p:spPr>
            <a:xfrm>
              <a:off x="3988" y="2529"/>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21" name="Rectangle 20"/>
            <p:cNvSpPr/>
            <p:nvPr/>
          </p:nvSpPr>
          <p:spPr>
            <a:xfrm>
              <a:off x="4870" y="2546"/>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22" name="Text Box 21"/>
            <p:cNvSpPr txBox="1"/>
            <p:nvPr/>
          </p:nvSpPr>
          <p:spPr>
            <a:xfrm>
              <a:off x="3552" y="2883"/>
              <a:ext cx="237"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23" name="Rectangle 22"/>
            <p:cNvSpPr/>
            <p:nvPr/>
          </p:nvSpPr>
          <p:spPr>
            <a:xfrm>
              <a:off x="3553" y="2115"/>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24" name="Rectangle 23"/>
            <p:cNvSpPr/>
            <p:nvPr/>
          </p:nvSpPr>
          <p:spPr>
            <a:xfrm>
              <a:off x="4002" y="3311"/>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25" name="Line 24"/>
            <p:cNvSpPr/>
            <p:nvPr/>
          </p:nvSpPr>
          <p:spPr>
            <a:xfrm>
              <a:off x="3122" y="1756"/>
              <a:ext cx="306" cy="304"/>
            </a:xfrm>
            <a:prstGeom prst="line">
              <a:avLst/>
            </a:prstGeom>
            <a:ln w="28575" cap="flat" cmpd="sng">
              <a:solidFill>
                <a:srgbClr val="3333FF"/>
              </a:solidFill>
              <a:prstDash val="solid"/>
              <a:round/>
              <a:headEnd type="none" w="med" len="med"/>
              <a:tailEnd type="none" w="med" len="med"/>
            </a:ln>
          </p:spPr>
        </p:sp>
        <p:sp>
          <p:nvSpPr>
            <p:cNvPr id="47126" name="Text Box 25"/>
            <p:cNvSpPr txBox="1"/>
            <p:nvPr/>
          </p:nvSpPr>
          <p:spPr>
            <a:xfrm>
              <a:off x="4887" y="3297"/>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27" name="Text Box 26"/>
            <p:cNvSpPr txBox="1"/>
            <p:nvPr/>
          </p:nvSpPr>
          <p:spPr>
            <a:xfrm>
              <a:off x="4879" y="293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7128" name="Text Box 27"/>
            <p:cNvSpPr txBox="1"/>
            <p:nvPr/>
          </p:nvSpPr>
          <p:spPr>
            <a:xfrm>
              <a:off x="3993" y="293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7129" name="Text Box 28"/>
            <p:cNvSpPr txBox="1"/>
            <p:nvPr/>
          </p:nvSpPr>
          <p:spPr>
            <a:xfrm>
              <a:off x="3549" y="252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7130" name="Text Box 29"/>
            <p:cNvSpPr txBox="1"/>
            <p:nvPr/>
          </p:nvSpPr>
          <p:spPr>
            <a:xfrm>
              <a:off x="3537" y="330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7131" name="Text Box 30"/>
            <p:cNvSpPr txBox="1"/>
            <p:nvPr/>
          </p:nvSpPr>
          <p:spPr>
            <a:xfrm>
              <a:off x="3993" y="210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7132" name="Text Box 31"/>
            <p:cNvSpPr txBox="1"/>
            <p:nvPr/>
          </p:nvSpPr>
          <p:spPr>
            <a:xfrm>
              <a:off x="4845" y="210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7133" name="Text Box 32"/>
            <p:cNvSpPr txBox="1"/>
            <p:nvPr/>
          </p:nvSpPr>
          <p:spPr>
            <a:xfrm>
              <a:off x="4449" y="329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7134" name="Text Box 33"/>
            <p:cNvSpPr txBox="1"/>
            <p:nvPr/>
          </p:nvSpPr>
          <p:spPr>
            <a:xfrm>
              <a:off x="4425" y="252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74786" name="Text Box 34"/>
          <p:cNvSpPr txBox="1"/>
          <p:nvPr/>
        </p:nvSpPr>
        <p:spPr>
          <a:xfrm>
            <a:off x="784225" y="771525"/>
            <a:ext cx="38862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第二步  写出逻辑表达式</a:t>
            </a:r>
            <a:endParaRPr lang="zh-CN" altLang="en-US" sz="2800" i="0" dirty="0">
              <a:latin typeface="Times New Roman" panose="02020603050405020304" pitchFamily="18" charset="0"/>
              <a:ea typeface="宋体" panose="02010600030101010101" pitchFamily="2" charset="-122"/>
            </a:endParaRPr>
          </a:p>
        </p:txBody>
      </p:sp>
      <p:sp>
        <p:nvSpPr>
          <p:cNvPr id="47136" name="Text Box 35"/>
          <p:cNvSpPr txBox="1"/>
          <p:nvPr/>
        </p:nvSpPr>
        <p:spPr>
          <a:xfrm>
            <a:off x="-282575" y="2501900"/>
            <a:ext cx="184150" cy="519113"/>
          </a:xfrm>
          <a:prstGeom prst="rect">
            <a:avLst/>
          </a:prstGeom>
          <a:noFill/>
          <a:ln w="12700">
            <a:noFill/>
          </a:ln>
        </p:spPr>
        <p:txBody>
          <a:bodyPr wrap="none"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74788" name="Text Box 36"/>
          <p:cNvSpPr txBox="1"/>
          <p:nvPr/>
        </p:nvSpPr>
        <p:spPr>
          <a:xfrm>
            <a:off x="841375" y="3048000"/>
            <a:ext cx="21399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第三步  化简</a:t>
            </a:r>
            <a:endParaRPr lang="zh-CN" altLang="en-US" sz="2800" i="0" dirty="0">
              <a:latin typeface="Times New Roman" panose="02020603050405020304" pitchFamily="18" charset="0"/>
              <a:ea typeface="宋体" panose="02010600030101010101" pitchFamily="2" charset="-122"/>
            </a:endParaRPr>
          </a:p>
        </p:txBody>
      </p:sp>
      <p:sp>
        <p:nvSpPr>
          <p:cNvPr id="74789" name="Text Box 37"/>
          <p:cNvSpPr txBox="1"/>
          <p:nvPr/>
        </p:nvSpPr>
        <p:spPr>
          <a:xfrm>
            <a:off x="879475" y="1641475"/>
            <a:ext cx="6091238" cy="519113"/>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P(B8,B4,B2,B1)=</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m(1,2,4,7,8,11,13,14)</a:t>
            </a:r>
            <a:endParaRPr lang="en-US" altLang="zh-CN" sz="2800" i="0" dirty="0">
              <a:latin typeface="Times New Roman" panose="02020603050405020304" pitchFamily="18" charset="0"/>
              <a:ea typeface="宋体" panose="02010600030101010101" pitchFamily="2" charset="-122"/>
            </a:endParaRPr>
          </a:p>
        </p:txBody>
      </p:sp>
      <p:sp>
        <p:nvSpPr>
          <p:cNvPr id="74793" name="Text Box 41"/>
          <p:cNvSpPr txBox="1"/>
          <p:nvPr/>
        </p:nvSpPr>
        <p:spPr>
          <a:xfrm>
            <a:off x="1127125" y="3952875"/>
            <a:ext cx="3482975" cy="946150"/>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P(B8,B4,B2,B1)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 B8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B4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B2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B1</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786"/>
                                        </p:tgtEl>
                                        <p:attrNameLst>
                                          <p:attrName>style.visibility</p:attrName>
                                        </p:attrNameLst>
                                      </p:cBhvr>
                                      <p:to>
                                        <p:strVal val="visible"/>
                                      </p:to>
                                    </p:set>
                                    <p:animEffect transition="in" filter="wipe(left)">
                                      <p:cBhvr>
                                        <p:cTn id="7" dur="500"/>
                                        <p:tgtEl>
                                          <p:spTgt spid="747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789"/>
                                        </p:tgtEl>
                                        <p:attrNameLst>
                                          <p:attrName>style.visibility</p:attrName>
                                        </p:attrNameLst>
                                      </p:cBhvr>
                                      <p:to>
                                        <p:strVal val="visible"/>
                                      </p:to>
                                    </p:set>
                                    <p:animEffect transition="in" filter="wipe(left)">
                                      <p:cBhvr>
                                        <p:cTn id="12" dur="500"/>
                                        <p:tgtEl>
                                          <p:spTgt spid="747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788"/>
                                        </p:tgtEl>
                                        <p:attrNameLst>
                                          <p:attrName>style.visibility</p:attrName>
                                        </p:attrNameLst>
                                      </p:cBhvr>
                                      <p:to>
                                        <p:strVal val="visible"/>
                                      </p:to>
                                    </p:set>
                                    <p:animEffect transition="in" filter="wipe(left)">
                                      <p:cBhvr>
                                        <p:cTn id="17" dur="500"/>
                                        <p:tgtEl>
                                          <p:spTgt spid="7478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4793"/>
                                        </p:tgtEl>
                                        <p:attrNameLst>
                                          <p:attrName>style.visibility</p:attrName>
                                        </p:attrNameLst>
                                      </p:cBhvr>
                                      <p:to>
                                        <p:strVal val="visible"/>
                                      </p:to>
                                    </p:set>
                                    <p:animEffect transition="in" filter="wipe(left)">
                                      <p:cBhvr>
                                        <p:cTn id="27" dur="500"/>
                                        <p:tgtEl>
                                          <p:spTgt spid="74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86" grpId="0"/>
      <p:bldP spid="74788" grpId="0"/>
      <p:bldP spid="74789" grpId="0"/>
      <p:bldP spid="7479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Text Box 2"/>
          <p:cNvSpPr txBox="1"/>
          <p:nvPr/>
        </p:nvSpPr>
        <p:spPr>
          <a:xfrm>
            <a:off x="993775" y="752475"/>
            <a:ext cx="38925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第四步  画出逻辑电路图</a:t>
            </a:r>
            <a:endParaRPr lang="zh-CN" altLang="en-US" sz="2800" i="0" dirty="0">
              <a:latin typeface="Times New Roman" panose="02020603050405020304" pitchFamily="18" charset="0"/>
              <a:ea typeface="宋体" panose="02010600030101010101" pitchFamily="2" charset="-122"/>
            </a:endParaRPr>
          </a:p>
        </p:txBody>
      </p:sp>
      <p:grpSp>
        <p:nvGrpSpPr>
          <p:cNvPr id="2" name="Group 67"/>
          <p:cNvGrpSpPr/>
          <p:nvPr/>
        </p:nvGrpSpPr>
        <p:grpSpPr>
          <a:xfrm>
            <a:off x="3143250" y="1293813"/>
            <a:ext cx="3079750" cy="2058987"/>
            <a:chOff x="1704" y="983"/>
            <a:chExt cx="1940" cy="1297"/>
          </a:xfrm>
        </p:grpSpPr>
        <p:grpSp>
          <p:nvGrpSpPr>
            <p:cNvPr id="48131" name="Group 42"/>
            <p:cNvGrpSpPr/>
            <p:nvPr/>
          </p:nvGrpSpPr>
          <p:grpSpPr>
            <a:xfrm rot="5400000">
              <a:off x="2896" y="1294"/>
              <a:ext cx="456" cy="786"/>
              <a:chOff x="2382" y="1454"/>
              <a:chExt cx="876" cy="1026"/>
            </a:xfrm>
          </p:grpSpPr>
          <p:sp>
            <p:nvSpPr>
              <p:cNvPr id="48132" name="Rectangle 43"/>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8133" name="Line 44"/>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48134" name="Line 45"/>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48135" name="Line 46"/>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48136" name="Text Box 47"/>
            <p:cNvSpPr txBox="1"/>
            <p:nvPr/>
          </p:nvSpPr>
          <p:spPr>
            <a:xfrm>
              <a:off x="3391" y="1423"/>
              <a:ext cx="253"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P</a:t>
              </a:r>
              <a:endParaRPr lang="en-US" altLang="zh-CN" sz="2800" i="0" dirty="0">
                <a:latin typeface="Times New Roman" panose="02020603050405020304" pitchFamily="18" charset="0"/>
                <a:ea typeface="宋体" panose="02010600030101010101" pitchFamily="2" charset="-122"/>
              </a:endParaRPr>
            </a:p>
          </p:txBody>
        </p:sp>
        <p:sp>
          <p:nvSpPr>
            <p:cNvPr id="48137" name="Text Box 48"/>
            <p:cNvSpPr txBox="1"/>
            <p:nvPr/>
          </p:nvSpPr>
          <p:spPr>
            <a:xfrm>
              <a:off x="1739" y="983"/>
              <a:ext cx="365"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B8</a:t>
              </a:r>
              <a:endParaRPr lang="en-US" altLang="zh-CN" sz="2800" i="0" dirty="0">
                <a:latin typeface="Times New Roman" panose="02020603050405020304" pitchFamily="18" charset="0"/>
                <a:ea typeface="宋体" panose="02010600030101010101" pitchFamily="2" charset="-122"/>
              </a:endParaRPr>
            </a:p>
          </p:txBody>
        </p:sp>
        <p:sp>
          <p:nvSpPr>
            <p:cNvPr id="48138" name="Text Box 49"/>
            <p:cNvSpPr txBox="1"/>
            <p:nvPr/>
          </p:nvSpPr>
          <p:spPr>
            <a:xfrm>
              <a:off x="2957" y="1505"/>
              <a:ext cx="35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nvGrpSpPr>
            <p:cNvPr id="48139" name="Group 50"/>
            <p:cNvGrpSpPr/>
            <p:nvPr/>
          </p:nvGrpSpPr>
          <p:grpSpPr>
            <a:xfrm rot="5400000">
              <a:off x="2092" y="951"/>
              <a:ext cx="456" cy="786"/>
              <a:chOff x="2382" y="1454"/>
              <a:chExt cx="876" cy="1026"/>
            </a:xfrm>
          </p:grpSpPr>
          <p:sp>
            <p:nvSpPr>
              <p:cNvPr id="48140" name="Rectangle 51"/>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8141" name="Line 52"/>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48142" name="Line 53"/>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48143" name="Line 54"/>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48144" name="Text Box 55"/>
            <p:cNvSpPr txBox="1"/>
            <p:nvPr/>
          </p:nvSpPr>
          <p:spPr>
            <a:xfrm>
              <a:off x="1704" y="1247"/>
              <a:ext cx="365"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B4</a:t>
              </a:r>
              <a:endParaRPr lang="en-US" altLang="zh-CN" sz="2800" i="0" dirty="0">
                <a:latin typeface="Times New Roman" panose="02020603050405020304" pitchFamily="18" charset="0"/>
                <a:ea typeface="宋体" panose="02010600030101010101" pitchFamily="2" charset="-122"/>
              </a:endParaRPr>
            </a:p>
          </p:txBody>
        </p:sp>
        <p:grpSp>
          <p:nvGrpSpPr>
            <p:cNvPr id="48145" name="Group 56"/>
            <p:cNvGrpSpPr/>
            <p:nvPr/>
          </p:nvGrpSpPr>
          <p:grpSpPr>
            <a:xfrm rot="5400000">
              <a:off x="2092" y="1659"/>
              <a:ext cx="456" cy="786"/>
              <a:chOff x="2382" y="1454"/>
              <a:chExt cx="876" cy="1026"/>
            </a:xfrm>
          </p:grpSpPr>
          <p:sp>
            <p:nvSpPr>
              <p:cNvPr id="48146" name="Rectangle 57"/>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8147" name="Line 58"/>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48148" name="Line 59"/>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48149" name="Line 60"/>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48150" name="Line 61"/>
            <p:cNvSpPr/>
            <p:nvPr/>
          </p:nvSpPr>
          <p:spPr>
            <a:xfrm>
              <a:off x="2728" y="1351"/>
              <a:ext cx="0" cy="240"/>
            </a:xfrm>
            <a:prstGeom prst="line">
              <a:avLst/>
            </a:prstGeom>
            <a:ln w="12700" cap="flat" cmpd="sng">
              <a:solidFill>
                <a:schemeClr val="tx1"/>
              </a:solidFill>
              <a:prstDash val="solid"/>
              <a:round/>
              <a:headEnd type="none" w="med" len="med"/>
              <a:tailEnd type="none" w="sm" len="lg"/>
            </a:ln>
          </p:spPr>
        </p:sp>
        <p:sp>
          <p:nvSpPr>
            <p:cNvPr id="48151" name="Line 62"/>
            <p:cNvSpPr/>
            <p:nvPr/>
          </p:nvSpPr>
          <p:spPr>
            <a:xfrm>
              <a:off x="2716" y="1795"/>
              <a:ext cx="0" cy="288"/>
            </a:xfrm>
            <a:prstGeom prst="line">
              <a:avLst/>
            </a:prstGeom>
            <a:ln w="12700" cap="flat" cmpd="sng">
              <a:solidFill>
                <a:schemeClr val="tx1"/>
              </a:solidFill>
              <a:prstDash val="solid"/>
              <a:round/>
              <a:headEnd type="none" w="med" len="med"/>
              <a:tailEnd type="none" w="sm" len="lg"/>
            </a:ln>
          </p:spPr>
        </p:sp>
        <p:sp>
          <p:nvSpPr>
            <p:cNvPr id="48152" name="Text Box 63"/>
            <p:cNvSpPr txBox="1"/>
            <p:nvPr/>
          </p:nvSpPr>
          <p:spPr>
            <a:xfrm>
              <a:off x="2141" y="1877"/>
              <a:ext cx="35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8153" name="Text Box 64"/>
            <p:cNvSpPr txBox="1"/>
            <p:nvPr/>
          </p:nvSpPr>
          <p:spPr>
            <a:xfrm>
              <a:off x="2153" y="1145"/>
              <a:ext cx="35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8154" name="Text Box 65"/>
            <p:cNvSpPr txBox="1"/>
            <p:nvPr/>
          </p:nvSpPr>
          <p:spPr>
            <a:xfrm>
              <a:off x="1722" y="1761"/>
              <a:ext cx="329"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B2</a:t>
              </a:r>
              <a:endParaRPr lang="en-US" altLang="zh-CN" sz="2400" dirty="0">
                <a:latin typeface="Times New Roman" panose="02020603050405020304" pitchFamily="18" charset="0"/>
                <a:ea typeface="宋体" panose="02010600030101010101" pitchFamily="2" charset="-122"/>
              </a:endParaRPr>
            </a:p>
          </p:txBody>
        </p:sp>
        <p:sp>
          <p:nvSpPr>
            <p:cNvPr id="48155" name="Text Box 66"/>
            <p:cNvSpPr txBox="1"/>
            <p:nvPr/>
          </p:nvSpPr>
          <p:spPr>
            <a:xfrm>
              <a:off x="1710" y="1977"/>
              <a:ext cx="329"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B1</a:t>
              </a:r>
              <a:endParaRPr lang="en-US" altLang="zh-CN" sz="2400" dirty="0">
                <a:latin typeface="Times New Roman" panose="02020603050405020304" pitchFamily="18" charset="0"/>
                <a:ea typeface="宋体" panose="02010600030101010101" pitchFamily="2" charset="-122"/>
              </a:endParaRPr>
            </a:p>
          </p:txBody>
        </p:sp>
      </p:grpSp>
      <p:sp>
        <p:nvSpPr>
          <p:cNvPr id="48156" name="Text Box 68"/>
          <p:cNvSpPr txBox="1"/>
          <p:nvPr/>
        </p:nvSpPr>
        <p:spPr>
          <a:xfrm>
            <a:off x="1203325" y="3568700"/>
            <a:ext cx="184150" cy="519113"/>
          </a:xfrm>
          <a:prstGeom prst="rect">
            <a:avLst/>
          </a:prstGeom>
          <a:noFill/>
          <a:ln w="12700">
            <a:noFill/>
          </a:ln>
        </p:spPr>
        <p:txBody>
          <a:bodyPr wrap="none"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75845" name="Text Box 69"/>
          <p:cNvSpPr txBox="1"/>
          <p:nvPr/>
        </p:nvSpPr>
        <p:spPr>
          <a:xfrm>
            <a:off x="396875" y="3629025"/>
            <a:ext cx="2060575"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奇偶检测器</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grpSp>
        <p:nvGrpSpPr>
          <p:cNvPr id="6" name="Group 108"/>
          <p:cNvGrpSpPr/>
          <p:nvPr/>
        </p:nvGrpSpPr>
        <p:grpSpPr>
          <a:xfrm>
            <a:off x="3162300" y="3503613"/>
            <a:ext cx="4394200" cy="2754312"/>
            <a:chOff x="1992" y="2207"/>
            <a:chExt cx="2768" cy="1735"/>
          </a:xfrm>
        </p:grpSpPr>
        <p:sp>
          <p:nvSpPr>
            <p:cNvPr id="48159" name="Text Box 77"/>
            <p:cNvSpPr txBox="1"/>
            <p:nvPr/>
          </p:nvSpPr>
          <p:spPr>
            <a:xfrm>
              <a:off x="2027" y="2207"/>
              <a:ext cx="365"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B8</a:t>
              </a:r>
              <a:endParaRPr lang="en-US" altLang="zh-CN" sz="2800" i="0" dirty="0">
                <a:latin typeface="Times New Roman" panose="02020603050405020304" pitchFamily="18" charset="0"/>
                <a:ea typeface="宋体" panose="02010600030101010101" pitchFamily="2" charset="-122"/>
              </a:endParaRPr>
            </a:p>
          </p:txBody>
        </p:sp>
        <p:grpSp>
          <p:nvGrpSpPr>
            <p:cNvPr id="48160" name="Group 71"/>
            <p:cNvGrpSpPr/>
            <p:nvPr/>
          </p:nvGrpSpPr>
          <p:grpSpPr>
            <a:xfrm rot="5400000">
              <a:off x="3184" y="2518"/>
              <a:ext cx="456" cy="786"/>
              <a:chOff x="2382" y="1454"/>
              <a:chExt cx="876" cy="1026"/>
            </a:xfrm>
          </p:grpSpPr>
          <p:sp>
            <p:nvSpPr>
              <p:cNvPr id="48161" name="Rectangle 72"/>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8162" name="Line 73"/>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48163" name="Line 74"/>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48164" name="Line 75"/>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48165" name="Text Box 76"/>
            <p:cNvSpPr txBox="1"/>
            <p:nvPr/>
          </p:nvSpPr>
          <p:spPr>
            <a:xfrm>
              <a:off x="4507" y="3355"/>
              <a:ext cx="253"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48166" name="Text Box 78"/>
            <p:cNvSpPr txBox="1"/>
            <p:nvPr/>
          </p:nvSpPr>
          <p:spPr>
            <a:xfrm>
              <a:off x="3245" y="2729"/>
              <a:ext cx="35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nvGrpSpPr>
            <p:cNvPr id="48167" name="Group 79"/>
            <p:cNvGrpSpPr/>
            <p:nvPr/>
          </p:nvGrpSpPr>
          <p:grpSpPr>
            <a:xfrm rot="5400000">
              <a:off x="2380" y="2175"/>
              <a:ext cx="456" cy="786"/>
              <a:chOff x="2382" y="1454"/>
              <a:chExt cx="876" cy="1026"/>
            </a:xfrm>
          </p:grpSpPr>
          <p:sp>
            <p:nvSpPr>
              <p:cNvPr id="48168" name="Rectangle 80"/>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8169" name="Line 81"/>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48170" name="Line 82"/>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48171" name="Line 83"/>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48172" name="Text Box 84"/>
            <p:cNvSpPr txBox="1"/>
            <p:nvPr/>
          </p:nvSpPr>
          <p:spPr>
            <a:xfrm>
              <a:off x="1992" y="2471"/>
              <a:ext cx="365"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B4</a:t>
              </a:r>
              <a:endParaRPr lang="en-US" altLang="zh-CN" sz="2800" i="0" dirty="0">
                <a:latin typeface="Times New Roman" panose="02020603050405020304" pitchFamily="18" charset="0"/>
                <a:ea typeface="宋体" panose="02010600030101010101" pitchFamily="2" charset="-122"/>
              </a:endParaRPr>
            </a:p>
          </p:txBody>
        </p:sp>
        <p:grpSp>
          <p:nvGrpSpPr>
            <p:cNvPr id="48173" name="Group 85"/>
            <p:cNvGrpSpPr/>
            <p:nvPr/>
          </p:nvGrpSpPr>
          <p:grpSpPr>
            <a:xfrm rot="5400000">
              <a:off x="2380" y="2883"/>
              <a:ext cx="456" cy="786"/>
              <a:chOff x="2382" y="1454"/>
              <a:chExt cx="876" cy="1026"/>
            </a:xfrm>
          </p:grpSpPr>
          <p:sp>
            <p:nvSpPr>
              <p:cNvPr id="48174" name="Rectangle 86"/>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8175" name="Line 87"/>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48176" name="Line 88"/>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48177" name="Line 89"/>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48178" name="Line 90"/>
            <p:cNvSpPr/>
            <p:nvPr/>
          </p:nvSpPr>
          <p:spPr>
            <a:xfrm>
              <a:off x="3016" y="2575"/>
              <a:ext cx="0" cy="240"/>
            </a:xfrm>
            <a:prstGeom prst="line">
              <a:avLst/>
            </a:prstGeom>
            <a:ln w="12700" cap="flat" cmpd="sng">
              <a:solidFill>
                <a:schemeClr val="tx1"/>
              </a:solidFill>
              <a:prstDash val="solid"/>
              <a:round/>
              <a:headEnd type="none" w="med" len="med"/>
              <a:tailEnd type="none" w="sm" len="lg"/>
            </a:ln>
          </p:spPr>
        </p:sp>
        <p:sp>
          <p:nvSpPr>
            <p:cNvPr id="48179" name="Line 91"/>
            <p:cNvSpPr/>
            <p:nvPr/>
          </p:nvSpPr>
          <p:spPr>
            <a:xfrm>
              <a:off x="3004" y="3019"/>
              <a:ext cx="0" cy="288"/>
            </a:xfrm>
            <a:prstGeom prst="line">
              <a:avLst/>
            </a:prstGeom>
            <a:ln w="12700" cap="flat" cmpd="sng">
              <a:solidFill>
                <a:schemeClr val="tx1"/>
              </a:solidFill>
              <a:prstDash val="solid"/>
              <a:round/>
              <a:headEnd type="none" w="med" len="med"/>
              <a:tailEnd type="none" w="sm" len="lg"/>
            </a:ln>
          </p:spPr>
        </p:sp>
        <p:sp>
          <p:nvSpPr>
            <p:cNvPr id="48180" name="Text Box 92"/>
            <p:cNvSpPr txBox="1"/>
            <p:nvPr/>
          </p:nvSpPr>
          <p:spPr>
            <a:xfrm>
              <a:off x="2429" y="3101"/>
              <a:ext cx="35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8181" name="Text Box 93"/>
            <p:cNvSpPr txBox="1"/>
            <p:nvPr/>
          </p:nvSpPr>
          <p:spPr>
            <a:xfrm>
              <a:off x="2441" y="2369"/>
              <a:ext cx="35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8182" name="Text Box 94"/>
            <p:cNvSpPr txBox="1"/>
            <p:nvPr/>
          </p:nvSpPr>
          <p:spPr>
            <a:xfrm>
              <a:off x="2010" y="2985"/>
              <a:ext cx="329"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B2</a:t>
              </a:r>
              <a:endParaRPr lang="en-US" altLang="zh-CN" sz="2400" dirty="0">
                <a:latin typeface="Times New Roman" panose="02020603050405020304" pitchFamily="18" charset="0"/>
                <a:ea typeface="宋体" panose="02010600030101010101" pitchFamily="2" charset="-122"/>
              </a:endParaRPr>
            </a:p>
          </p:txBody>
        </p:sp>
        <p:sp>
          <p:nvSpPr>
            <p:cNvPr id="48183" name="Text Box 95"/>
            <p:cNvSpPr txBox="1"/>
            <p:nvPr/>
          </p:nvSpPr>
          <p:spPr>
            <a:xfrm>
              <a:off x="1998" y="3201"/>
              <a:ext cx="329"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B1</a:t>
              </a:r>
              <a:endParaRPr lang="en-US" altLang="zh-CN" sz="2400" dirty="0">
                <a:latin typeface="Times New Roman" panose="02020603050405020304" pitchFamily="18" charset="0"/>
                <a:ea typeface="宋体" panose="02010600030101010101" pitchFamily="2" charset="-122"/>
              </a:endParaRPr>
            </a:p>
          </p:txBody>
        </p:sp>
        <p:sp>
          <p:nvSpPr>
            <p:cNvPr id="48184" name="Line 100"/>
            <p:cNvSpPr/>
            <p:nvPr/>
          </p:nvSpPr>
          <p:spPr>
            <a:xfrm rot="5400000" flipV="1">
              <a:off x="3100" y="2896"/>
              <a:ext cx="0" cy="1853"/>
            </a:xfrm>
            <a:prstGeom prst="line">
              <a:avLst/>
            </a:prstGeom>
            <a:ln w="9525" cap="flat" cmpd="sng">
              <a:solidFill>
                <a:schemeClr val="tx1"/>
              </a:solidFill>
              <a:prstDash val="solid"/>
              <a:round/>
              <a:headEnd type="none" w="med" len="med"/>
              <a:tailEnd type="none" w="med" len="med"/>
            </a:ln>
          </p:spPr>
        </p:sp>
        <p:grpSp>
          <p:nvGrpSpPr>
            <p:cNvPr id="48185" name="Group 104"/>
            <p:cNvGrpSpPr/>
            <p:nvPr/>
          </p:nvGrpSpPr>
          <p:grpSpPr>
            <a:xfrm>
              <a:off x="3809" y="3486"/>
              <a:ext cx="786" cy="456"/>
              <a:chOff x="3809" y="3486"/>
              <a:chExt cx="786" cy="456"/>
            </a:xfrm>
          </p:grpSpPr>
          <p:sp>
            <p:nvSpPr>
              <p:cNvPr id="48186" name="Rectangle 98"/>
              <p:cNvSpPr/>
              <p:nvPr/>
            </p:nvSpPr>
            <p:spPr>
              <a:xfrm rot="5400000">
                <a:off x="3962" y="3537"/>
                <a:ext cx="456" cy="347"/>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8187" name="Line 99"/>
              <p:cNvSpPr/>
              <p:nvPr/>
            </p:nvSpPr>
            <p:spPr>
              <a:xfrm rot="5400000" flipV="1">
                <a:off x="4481" y="3612"/>
                <a:ext cx="0" cy="221"/>
              </a:xfrm>
              <a:prstGeom prst="line">
                <a:avLst/>
              </a:prstGeom>
              <a:ln w="9525" cap="flat" cmpd="sng">
                <a:solidFill>
                  <a:schemeClr val="tx1"/>
                </a:solidFill>
                <a:prstDash val="solid"/>
                <a:round/>
                <a:headEnd type="none" w="med" len="med"/>
                <a:tailEnd type="none" w="med" len="med"/>
              </a:ln>
            </p:spPr>
          </p:sp>
          <p:sp>
            <p:nvSpPr>
              <p:cNvPr id="48188" name="Line 101"/>
              <p:cNvSpPr/>
              <p:nvPr/>
            </p:nvSpPr>
            <p:spPr>
              <a:xfrm rot="5400000" flipV="1">
                <a:off x="3916" y="3503"/>
                <a:ext cx="0" cy="221"/>
              </a:xfrm>
              <a:prstGeom prst="line">
                <a:avLst/>
              </a:prstGeom>
              <a:ln w="9525" cap="flat" cmpd="sng">
                <a:solidFill>
                  <a:schemeClr val="tx1"/>
                </a:solidFill>
                <a:prstDash val="solid"/>
                <a:round/>
                <a:headEnd type="none" w="med" len="med"/>
                <a:tailEnd type="none" w="med" len="med"/>
              </a:ln>
            </p:spPr>
          </p:sp>
          <p:sp>
            <p:nvSpPr>
              <p:cNvPr id="48189" name="Text Box 96"/>
              <p:cNvSpPr txBox="1"/>
              <p:nvPr/>
            </p:nvSpPr>
            <p:spPr>
              <a:xfrm>
                <a:off x="4049" y="3517"/>
                <a:ext cx="378" cy="327"/>
              </a:xfrm>
              <a:prstGeom prst="rect">
                <a:avLst/>
              </a:prstGeom>
              <a:noFill/>
              <a:ln w="9525">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48190" name="Line 102"/>
            <p:cNvSpPr/>
            <p:nvPr/>
          </p:nvSpPr>
          <p:spPr>
            <a:xfrm>
              <a:off x="3804" y="2916"/>
              <a:ext cx="0" cy="696"/>
            </a:xfrm>
            <a:prstGeom prst="line">
              <a:avLst/>
            </a:prstGeom>
            <a:ln w="12700" cap="flat" cmpd="sng">
              <a:solidFill>
                <a:schemeClr val="tx1"/>
              </a:solidFill>
              <a:prstDash val="solid"/>
              <a:round/>
              <a:headEnd type="none" w="med" len="med"/>
              <a:tailEnd type="none" w="sm" len="lg"/>
            </a:ln>
          </p:spPr>
        </p:sp>
        <p:sp>
          <p:nvSpPr>
            <p:cNvPr id="48191" name="Text Box 105"/>
            <p:cNvSpPr txBox="1"/>
            <p:nvPr/>
          </p:nvSpPr>
          <p:spPr>
            <a:xfrm>
              <a:off x="2066" y="3566"/>
              <a:ext cx="233"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endParaRPr lang="en-US" altLang="zh-CN" sz="2400" dirty="0">
                <a:latin typeface="Times New Roman" panose="02020603050405020304" pitchFamily="18" charset="0"/>
                <a:ea typeface="宋体" panose="02010600030101010101" pitchFamily="2" charset="-122"/>
              </a:endParaRPr>
            </a:p>
          </p:txBody>
        </p:sp>
      </p:grpSp>
      <p:sp>
        <p:nvSpPr>
          <p:cNvPr id="75882" name="Text Box 106"/>
          <p:cNvSpPr txBox="1"/>
          <p:nvPr/>
        </p:nvSpPr>
        <p:spPr>
          <a:xfrm>
            <a:off x="479425" y="4292600"/>
            <a:ext cx="2311400" cy="946150"/>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奇偶检测器的</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输出为</a:t>
            </a:r>
            <a:r>
              <a:rPr lang="en-US" altLang="zh-CN" sz="2800" i="0" dirty="0">
                <a:latin typeface="Times New Roman" panose="02020603050405020304" pitchFamily="18" charset="0"/>
                <a:ea typeface="宋体" panose="02010600030101010101" pitchFamily="2" charset="-122"/>
              </a:rPr>
              <a:t>F</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78"/>
                                        </p:tgtEl>
                                        <p:attrNameLst>
                                          <p:attrName>style.visibility</p:attrName>
                                        </p:attrNameLst>
                                      </p:cBhvr>
                                      <p:to>
                                        <p:strVal val="visible"/>
                                      </p:to>
                                    </p:set>
                                    <p:animEffect transition="in" filter="wipe(left)">
                                      <p:cBhvr>
                                        <p:cTn id="7" dur="500"/>
                                        <p:tgtEl>
                                          <p:spTgt spid="75778"/>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amond(in)">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845"/>
                                        </p:tgtEl>
                                        <p:attrNameLst>
                                          <p:attrName>style.visibility</p:attrName>
                                        </p:attrNameLst>
                                      </p:cBhvr>
                                      <p:to>
                                        <p:strVal val="visible"/>
                                      </p:to>
                                    </p:set>
                                    <p:animEffect transition="in" filter="wipe(left)">
                                      <p:cBhvr>
                                        <p:cTn id="17" dur="500"/>
                                        <p:tgtEl>
                                          <p:spTgt spid="758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5882"/>
                                        </p:tgtEl>
                                        <p:attrNameLst>
                                          <p:attrName>style.visibility</p:attrName>
                                        </p:attrNameLst>
                                      </p:cBhvr>
                                      <p:to>
                                        <p:strVal val="visible"/>
                                      </p:to>
                                    </p:set>
                                    <p:animEffect transition="in" filter="wipe(left)">
                                      <p:cBhvr>
                                        <p:cTn id="22" dur="500"/>
                                        <p:tgtEl>
                                          <p:spTgt spid="75882"/>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amond(in)">
                                      <p:cBhvr>
                                        <p:cTn id="2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P spid="75845" grpId="0"/>
      <p:bldP spid="7588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a:spLocks noGrp="1"/>
          </p:cNvSpPr>
          <p:nvPr>
            <p:ph type="title"/>
          </p:nvPr>
        </p:nvSpPr>
        <p:spPr>
          <a:xfrm>
            <a:off x="561975" y="465138"/>
            <a:ext cx="6048375" cy="719137"/>
          </a:xfrm>
        </p:spPr>
        <p:txBody>
          <a:bodyPr vert="horz" wrap="square" lIns="91440" tIns="45720" rIns="91440" bIns="45720" anchor="ctr" anchorCtr="0"/>
          <a:p>
            <a:pPr eaLnBrk="1" hangingPunct="1"/>
            <a:r>
              <a:rPr lang="zh-CN" altLang="en-US" b="1" dirty="0">
                <a:latin typeface="Times New Roman" panose="02020603050405020304" pitchFamily="18" charset="0"/>
              </a:rPr>
              <a:t>课堂练习：</a:t>
            </a:r>
            <a:endParaRPr lang="zh-CN" altLang="en-US" b="1" dirty="0">
              <a:latin typeface="Times New Roman" panose="02020603050405020304" pitchFamily="18" charset="0"/>
            </a:endParaRPr>
          </a:p>
        </p:txBody>
      </p:sp>
      <p:pic>
        <p:nvPicPr>
          <p:cNvPr id="49154" name="Picture 3"/>
          <p:cNvPicPr>
            <a:picLocks noChangeAspect="1"/>
          </p:cNvPicPr>
          <p:nvPr/>
        </p:nvPicPr>
        <p:blipFill>
          <a:blip r:embed="rId1"/>
          <a:stretch>
            <a:fillRect/>
          </a:stretch>
        </p:blipFill>
        <p:spPr>
          <a:xfrm>
            <a:off x="582613" y="1314450"/>
            <a:ext cx="6769100" cy="4878388"/>
          </a:xfrm>
          <a:prstGeom prst="rect">
            <a:avLst/>
          </a:prstGeom>
          <a:noFill/>
          <a:ln w="9525">
            <a:noFill/>
          </a:ln>
        </p:spPr>
      </p:pic>
      <p:sp>
        <p:nvSpPr>
          <p:cNvPr id="272388" name="Rectangle 4"/>
          <p:cNvSpPr/>
          <p:nvPr/>
        </p:nvSpPr>
        <p:spPr>
          <a:xfrm>
            <a:off x="6318250" y="1550988"/>
            <a:ext cx="2468563" cy="3784600"/>
          </a:xfrm>
          <a:prstGeom prst="rect">
            <a:avLst/>
          </a:prstGeom>
          <a:solidFill>
            <a:srgbClr val="BEFEFB"/>
          </a:solidFill>
          <a:ln w="9525">
            <a:noFill/>
          </a:ln>
        </p:spPr>
        <p:txBody>
          <a:bodyPr wrap="square" anchor="t" anchorCtr="0">
            <a:spAutoFit/>
          </a:bodyPr>
          <a:p>
            <a:r>
              <a:rPr lang="zh-CN" altLang="en-US" b="1" i="0" dirty="0">
                <a:latin typeface="Times New Roman" panose="02020603050405020304" pitchFamily="18" charset="0"/>
                <a:ea typeface="宋体" panose="02010600030101010101" pitchFamily="2" charset="-122"/>
              </a:rPr>
              <a:t>练习：设计一个监测信号灯工作状态的逻辑电路。这组信号灯分别为红、黄、绿三盏。点亮状态只允许为红、黄和绿三种之一。其他状态表示电路出现故障。要求电路能够产生故障信号，以提醒人员前去修理。</a:t>
            </a:r>
            <a:endParaRPr lang="zh-CN" altLang="en-US" b="1" i="0" dirty="0">
              <a:latin typeface="Times New Roman" panose="02020603050405020304" pitchFamily="18" charset="0"/>
              <a:ea typeface="宋体" panose="02010600030101010101" pitchFamily="2" charset="-122"/>
            </a:endParaRPr>
          </a:p>
        </p:txBody>
      </p:sp>
      <p:pic>
        <p:nvPicPr>
          <p:cNvPr id="49156" name="图片 1"/>
          <p:cNvPicPr>
            <a:picLocks noChangeAspect="1"/>
          </p:cNvPicPr>
          <p:nvPr/>
        </p:nvPicPr>
        <p:blipFill>
          <a:blip r:embed="rId2"/>
          <a:stretch>
            <a:fillRect/>
          </a:stretch>
        </p:blipFill>
        <p:spPr>
          <a:xfrm>
            <a:off x="1155700" y="1727200"/>
            <a:ext cx="4518025" cy="306705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723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8"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2"/>
          <p:cNvSpPr>
            <a:spLocks noGrp="1"/>
          </p:cNvSpPr>
          <p:nvPr>
            <p:ph type="title"/>
          </p:nvPr>
        </p:nvSpPr>
        <p:spPr>
          <a:xfrm>
            <a:off x="460375" y="347663"/>
            <a:ext cx="6048375" cy="719137"/>
          </a:xfrm>
        </p:spPr>
        <p:txBody>
          <a:bodyPr vert="horz" wrap="square" lIns="91440" tIns="45720" rIns="91440" bIns="45720" anchor="ctr" anchorCtr="0"/>
          <a:p>
            <a:pPr eaLnBrk="1" hangingPunct="1"/>
            <a:r>
              <a:rPr lang="zh-CN" altLang="en-US" b="1" dirty="0">
                <a:latin typeface="Times New Roman" panose="02020603050405020304" pitchFamily="18" charset="0"/>
              </a:rPr>
              <a:t>练习*</a:t>
            </a:r>
            <a:endParaRPr lang="zh-CN" altLang="en-US" b="1" dirty="0">
              <a:latin typeface="Times New Roman" panose="02020603050405020304" pitchFamily="18" charset="0"/>
            </a:endParaRPr>
          </a:p>
        </p:txBody>
      </p:sp>
      <p:pic>
        <p:nvPicPr>
          <p:cNvPr id="273411" name="Picture 3"/>
          <p:cNvPicPr>
            <a:picLocks noChangeAspect="1"/>
          </p:cNvPicPr>
          <p:nvPr/>
        </p:nvPicPr>
        <p:blipFill>
          <a:blip r:embed="rId1"/>
          <a:stretch>
            <a:fillRect/>
          </a:stretch>
        </p:blipFill>
        <p:spPr>
          <a:xfrm>
            <a:off x="900113" y="1066800"/>
            <a:ext cx="2947987" cy="1887538"/>
          </a:xfrm>
          <a:prstGeom prst="rect">
            <a:avLst/>
          </a:prstGeom>
          <a:noFill/>
          <a:ln w="9525">
            <a:noFill/>
          </a:ln>
        </p:spPr>
      </p:pic>
      <p:pic>
        <p:nvPicPr>
          <p:cNvPr id="273412" name="Picture 4"/>
          <p:cNvPicPr>
            <a:picLocks noChangeAspect="1"/>
          </p:cNvPicPr>
          <p:nvPr/>
        </p:nvPicPr>
        <p:blipFill>
          <a:blip r:embed="rId2"/>
          <a:stretch>
            <a:fillRect/>
          </a:stretch>
        </p:blipFill>
        <p:spPr>
          <a:xfrm>
            <a:off x="5267325" y="981075"/>
            <a:ext cx="3279775" cy="3671888"/>
          </a:xfrm>
          <a:prstGeom prst="rect">
            <a:avLst/>
          </a:prstGeom>
          <a:noFill/>
          <a:ln w="9525">
            <a:noFill/>
          </a:ln>
        </p:spPr>
      </p:pic>
      <p:pic>
        <p:nvPicPr>
          <p:cNvPr id="273413" name="Picture 5"/>
          <p:cNvPicPr>
            <a:picLocks noChangeAspect="1"/>
          </p:cNvPicPr>
          <p:nvPr/>
        </p:nvPicPr>
        <p:blipFill>
          <a:blip r:embed="rId3"/>
          <a:stretch>
            <a:fillRect/>
          </a:stretch>
        </p:blipFill>
        <p:spPr>
          <a:xfrm>
            <a:off x="900113" y="3068638"/>
            <a:ext cx="4176712" cy="863600"/>
          </a:xfrm>
          <a:prstGeom prst="rect">
            <a:avLst/>
          </a:prstGeom>
          <a:noFill/>
          <a:ln w="9525">
            <a:noFill/>
          </a:ln>
        </p:spPr>
      </p:pic>
      <p:pic>
        <p:nvPicPr>
          <p:cNvPr id="273414" name="Picture 6"/>
          <p:cNvPicPr>
            <a:picLocks noChangeAspect="1"/>
          </p:cNvPicPr>
          <p:nvPr/>
        </p:nvPicPr>
        <p:blipFill>
          <a:blip r:embed="rId4"/>
          <a:stretch>
            <a:fillRect/>
          </a:stretch>
        </p:blipFill>
        <p:spPr>
          <a:xfrm>
            <a:off x="900113" y="4100513"/>
            <a:ext cx="4132262" cy="241935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34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273412"/>
                                        </p:tgtEl>
                                        <p:attrNameLst>
                                          <p:attrName>style.visibility</p:attrName>
                                        </p:attrNameLst>
                                      </p:cBhvr>
                                      <p:to>
                                        <p:strVal val="visible"/>
                                      </p:to>
                                    </p:set>
                                    <p:anim calcmode="lin" valueType="num">
                                      <p:cBhvr additive="base">
                                        <p:cTn id="11" dur="500" fill="hold"/>
                                        <p:tgtEl>
                                          <p:spTgt spid="273412"/>
                                        </p:tgtEl>
                                        <p:attrNameLst>
                                          <p:attrName>ppt_x</p:attrName>
                                        </p:attrNameLst>
                                      </p:cBhvr>
                                      <p:tavLst>
                                        <p:tav tm="0">
                                          <p:val>
                                            <p:strVal val="1+#ppt_w/2"/>
                                          </p:val>
                                        </p:tav>
                                        <p:tav tm="100000">
                                          <p:val>
                                            <p:strVal val="#ppt_x"/>
                                          </p:val>
                                        </p:tav>
                                      </p:tavLst>
                                    </p:anim>
                                    <p:anim calcmode="lin" valueType="num">
                                      <p:cBhvr additive="base">
                                        <p:cTn id="12" dur="500" fill="hold"/>
                                        <p:tgtEl>
                                          <p:spTgt spid="27341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34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73414"/>
                                        </p:tgtEl>
                                        <p:attrNameLst>
                                          <p:attrName>style.visibility</p:attrName>
                                        </p:attrNameLst>
                                      </p:cBhvr>
                                      <p:to>
                                        <p:strVal val="visible"/>
                                      </p:to>
                                    </p:set>
                                    <p:anim calcmode="lin" valueType="num">
                                      <p:cBhvr additive="base">
                                        <p:cTn id="21" dur="500" fill="hold"/>
                                        <p:tgtEl>
                                          <p:spTgt spid="273414"/>
                                        </p:tgtEl>
                                        <p:attrNameLst>
                                          <p:attrName>ppt_x</p:attrName>
                                        </p:attrNameLst>
                                      </p:cBhvr>
                                      <p:tavLst>
                                        <p:tav tm="0">
                                          <p:val>
                                            <p:strVal val="#ppt_x"/>
                                          </p:val>
                                        </p:tav>
                                        <p:tav tm="100000">
                                          <p:val>
                                            <p:strVal val="#ppt_x"/>
                                          </p:val>
                                        </p:tav>
                                      </p:tavLst>
                                    </p:anim>
                                    <p:anim calcmode="lin" valueType="num">
                                      <p:cBhvr additive="base">
                                        <p:cTn id="22" dur="500" fill="hold"/>
                                        <p:tgtEl>
                                          <p:spTgt spid="2734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2"/>
          <p:cNvSpPr>
            <a:spLocks noGrp="1"/>
          </p:cNvSpPr>
          <p:nvPr>
            <p:ph type="title"/>
          </p:nvPr>
        </p:nvSpPr>
        <p:spPr>
          <a:xfrm>
            <a:off x="592138" y="361950"/>
            <a:ext cx="6048375" cy="719138"/>
          </a:xfrm>
        </p:spPr>
        <p:txBody>
          <a:bodyPr vert="horz" wrap="square" lIns="91440" tIns="45720" rIns="91440" bIns="45720" anchor="ctr" anchorCtr="0"/>
          <a:p>
            <a:pPr eaLnBrk="1" hangingPunct="1"/>
            <a:r>
              <a:rPr lang="zh-CN" altLang="en-US" b="1" dirty="0">
                <a:latin typeface="Times New Roman" panose="02020603050405020304" pitchFamily="18" charset="0"/>
              </a:rPr>
              <a:t>练习*</a:t>
            </a:r>
            <a:endParaRPr lang="zh-CN" altLang="en-US" b="1" dirty="0">
              <a:latin typeface="Times New Roman" panose="02020603050405020304" pitchFamily="18" charset="0"/>
            </a:endParaRPr>
          </a:p>
        </p:txBody>
      </p:sp>
      <p:pic>
        <p:nvPicPr>
          <p:cNvPr id="274435" name="Picture 3"/>
          <p:cNvPicPr>
            <a:picLocks noChangeAspect="1"/>
          </p:cNvPicPr>
          <p:nvPr/>
        </p:nvPicPr>
        <p:blipFill>
          <a:blip r:embed="rId1"/>
          <a:stretch>
            <a:fillRect/>
          </a:stretch>
        </p:blipFill>
        <p:spPr>
          <a:xfrm>
            <a:off x="1055688" y="4146550"/>
            <a:ext cx="3373437" cy="2282825"/>
          </a:xfrm>
          <a:prstGeom prst="rect">
            <a:avLst/>
          </a:prstGeom>
          <a:noFill/>
          <a:ln w="9525">
            <a:noFill/>
          </a:ln>
        </p:spPr>
      </p:pic>
      <p:pic>
        <p:nvPicPr>
          <p:cNvPr id="274436" name="Picture 4"/>
          <p:cNvPicPr>
            <a:picLocks noChangeAspect="1"/>
          </p:cNvPicPr>
          <p:nvPr/>
        </p:nvPicPr>
        <p:blipFill>
          <a:blip r:embed="rId2"/>
          <a:stretch>
            <a:fillRect/>
          </a:stretch>
        </p:blipFill>
        <p:spPr>
          <a:xfrm>
            <a:off x="1055688" y="1035050"/>
            <a:ext cx="3313112" cy="2700338"/>
          </a:xfrm>
          <a:prstGeom prst="rect">
            <a:avLst/>
          </a:prstGeom>
          <a:noFill/>
          <a:ln w="9525">
            <a:noFill/>
          </a:ln>
        </p:spPr>
      </p:pic>
      <p:graphicFrame>
        <p:nvGraphicFramePr>
          <p:cNvPr id="274437" name="Object 5"/>
          <p:cNvGraphicFramePr>
            <a:graphicFrameLocks noChangeAspect="1"/>
          </p:cNvGraphicFramePr>
          <p:nvPr/>
        </p:nvGraphicFramePr>
        <p:xfrm>
          <a:off x="4953000" y="1035050"/>
          <a:ext cx="3408363" cy="2700338"/>
        </p:xfrm>
        <a:graphic>
          <a:graphicData uri="http://schemas.openxmlformats.org/presentationml/2006/ole">
            <mc:AlternateContent xmlns:mc="http://schemas.openxmlformats.org/markup-compatibility/2006">
              <mc:Choice xmlns:v="urn:schemas-microsoft-com:vml" Requires="v">
                <p:oleObj spid="_x0000_s3095" name="" r:id="rId3" imgW="2819400" imgH="2232660" progId="Paint.Picture">
                  <p:embed/>
                </p:oleObj>
              </mc:Choice>
              <mc:Fallback>
                <p:oleObj name="" r:id="rId3" imgW="2819400" imgH="2232660" progId="Paint.Picture">
                  <p:embed/>
                  <p:pic>
                    <p:nvPicPr>
                      <p:cNvPr id="0" name="图片 3094"/>
                      <p:cNvPicPr/>
                      <p:nvPr/>
                    </p:nvPicPr>
                    <p:blipFill>
                      <a:blip r:embed="rId4"/>
                      <a:stretch>
                        <a:fillRect/>
                      </a:stretch>
                    </p:blipFill>
                    <p:spPr>
                      <a:xfrm>
                        <a:off x="4953000" y="1035050"/>
                        <a:ext cx="3408363" cy="270033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74436"/>
                                        </p:tgtEl>
                                        <p:attrNameLst>
                                          <p:attrName>style.visibility</p:attrName>
                                        </p:attrNameLst>
                                      </p:cBhvr>
                                      <p:to>
                                        <p:strVal val="visible"/>
                                      </p:to>
                                    </p:set>
                                    <p:animEffect transition="in" filter="wipe(down)">
                                      <p:cBhvr>
                                        <p:cTn id="7" dur="500"/>
                                        <p:tgtEl>
                                          <p:spTgt spid="27443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74437"/>
                                        </p:tgtEl>
                                        <p:attrNameLst>
                                          <p:attrName>style.visibility</p:attrName>
                                        </p:attrNameLst>
                                      </p:cBhvr>
                                      <p:to>
                                        <p:strVal val="visible"/>
                                      </p:to>
                                    </p:set>
                                    <p:anim calcmode="lin" valueType="num">
                                      <p:cBhvr additive="base">
                                        <p:cTn id="12" dur="500" fill="hold"/>
                                        <p:tgtEl>
                                          <p:spTgt spid="274437"/>
                                        </p:tgtEl>
                                        <p:attrNameLst>
                                          <p:attrName>ppt_x</p:attrName>
                                        </p:attrNameLst>
                                      </p:cBhvr>
                                      <p:tavLst>
                                        <p:tav tm="0">
                                          <p:val>
                                            <p:strVal val="0-#ppt_w/2"/>
                                          </p:val>
                                        </p:tav>
                                        <p:tav tm="100000">
                                          <p:val>
                                            <p:strVal val="#ppt_x"/>
                                          </p:val>
                                        </p:tav>
                                      </p:tavLst>
                                    </p:anim>
                                    <p:anim calcmode="lin" valueType="num">
                                      <p:cBhvr additive="base">
                                        <p:cTn id="13" dur="500" fill="hold"/>
                                        <p:tgtEl>
                                          <p:spTgt spid="27443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74435"/>
                                        </p:tgtEl>
                                        <p:attrNameLst>
                                          <p:attrName>style.visibility</p:attrName>
                                        </p:attrNameLst>
                                      </p:cBhvr>
                                      <p:to>
                                        <p:strVal val="visible"/>
                                      </p:to>
                                    </p:set>
                                    <p:anim calcmode="lin" valueType="num">
                                      <p:cBhvr additive="base">
                                        <p:cTn id="18" dur="500" fill="hold"/>
                                        <p:tgtEl>
                                          <p:spTgt spid="274435"/>
                                        </p:tgtEl>
                                        <p:attrNameLst>
                                          <p:attrName>ppt_x</p:attrName>
                                        </p:attrNameLst>
                                      </p:cBhvr>
                                      <p:tavLst>
                                        <p:tav tm="0">
                                          <p:val>
                                            <p:strVal val="0-#ppt_w/2"/>
                                          </p:val>
                                        </p:tav>
                                        <p:tav tm="100000">
                                          <p:val>
                                            <p:strVal val="#ppt_x"/>
                                          </p:val>
                                        </p:tav>
                                      </p:tavLst>
                                    </p:anim>
                                    <p:anim calcmode="lin" valueType="num">
                                      <p:cBhvr additive="base">
                                        <p:cTn id="19" dur="500" fill="hold"/>
                                        <p:tgtEl>
                                          <p:spTgt spid="2744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a:spLocks noGrp="1"/>
          </p:cNvSpPr>
          <p:nvPr>
            <p:ph type="title"/>
          </p:nvPr>
        </p:nvSpPr>
        <p:spPr>
          <a:xfrm>
            <a:off x="544513" y="315913"/>
            <a:ext cx="7651750" cy="719137"/>
          </a:xfrm>
        </p:spPr>
        <p:txBody>
          <a:bodyPr vert="horz" wrap="square" lIns="91440" tIns="45720" rIns="91440" bIns="45720" anchor="ctr" anchorCtr="0"/>
          <a:p>
            <a:pPr eaLnBrk="1" hangingPunct="1"/>
            <a:r>
              <a:rPr lang="en-US" altLang="zh-CN" sz="2800" b="1" dirty="0">
                <a:latin typeface="Times New Roman" panose="02020603050405020304" pitchFamily="18" charset="0"/>
              </a:rPr>
              <a:t>2</a:t>
            </a:r>
            <a:r>
              <a:rPr lang="zh-CN" altLang="en-US" sz="2800" b="1" dirty="0">
                <a:latin typeface="Times New Roman" panose="02020603050405020304" pitchFamily="18" charset="0"/>
              </a:rPr>
              <a:t>）多输出组合逻辑电路的设计</a:t>
            </a:r>
            <a:endParaRPr lang="zh-CN" altLang="en-US" sz="2800" b="1" dirty="0">
              <a:latin typeface="Times New Roman" panose="02020603050405020304" pitchFamily="18" charset="0"/>
            </a:endParaRPr>
          </a:p>
        </p:txBody>
      </p:sp>
      <p:sp>
        <p:nvSpPr>
          <p:cNvPr id="264195" name="Rectangle 3"/>
          <p:cNvSpPr/>
          <p:nvPr/>
        </p:nvSpPr>
        <p:spPr>
          <a:xfrm>
            <a:off x="381000" y="990600"/>
            <a:ext cx="8458200" cy="1249363"/>
          </a:xfrm>
          <a:prstGeom prst="rect">
            <a:avLst/>
          </a:prstGeom>
          <a:noFill/>
          <a:ln w="9525">
            <a:noFill/>
          </a:ln>
        </p:spPr>
        <p:txBody>
          <a:bodyPr anchor="ctr" anchorCtr="0">
            <a:spAutoFit/>
          </a:bodyPr>
          <a:p>
            <a:pPr indent="685800"/>
            <a:r>
              <a:rPr lang="en-US" altLang="zh-CN" sz="2800" b="1" i="0" dirty="0">
                <a:latin typeface="Times New Roman" panose="02020603050405020304" pitchFamily="18" charset="0"/>
                <a:ea typeface="宋体" panose="02010600030101010101" pitchFamily="2" charset="-122"/>
              </a:rPr>
              <a:t>(1)  </a:t>
            </a:r>
            <a:r>
              <a:rPr lang="zh-CN" altLang="en-US" sz="2800" b="1" i="0" dirty="0">
                <a:latin typeface="Times New Roman" panose="02020603050405020304" pitchFamily="18" charset="0"/>
                <a:ea typeface="宋体" panose="02010600030101010101" pitchFamily="2" charset="-122"/>
              </a:rPr>
              <a:t>什么是多输出函数的组合逻辑电路</a:t>
            </a:r>
            <a:r>
              <a:rPr lang="en-US" altLang="zh-CN" sz="2800" b="1"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a:p>
            <a:pPr indent="685800"/>
            <a:r>
              <a:rPr lang="zh-CN" altLang="en-US" sz="2400" b="1" i="0" dirty="0">
                <a:latin typeface="Times New Roman" panose="02020603050405020304" pitchFamily="18" charset="0"/>
                <a:ea typeface="宋体" panose="02010600030101010101" pitchFamily="2" charset="-122"/>
              </a:rPr>
              <a:t>它是一种</a:t>
            </a:r>
            <a:r>
              <a:rPr lang="zh-CN" altLang="en-US" sz="2400" b="1" i="0" dirty="0">
                <a:solidFill>
                  <a:srgbClr val="FF0000"/>
                </a:solidFill>
                <a:latin typeface="Times New Roman" panose="02020603050405020304" pitchFamily="18" charset="0"/>
                <a:ea typeface="宋体" panose="02010600030101010101" pitchFamily="2" charset="-122"/>
              </a:rPr>
              <a:t>同一组输入变量</a:t>
            </a:r>
            <a:r>
              <a:rPr lang="zh-CN" altLang="en-US" sz="2400" b="1" i="0" dirty="0">
                <a:latin typeface="Times New Roman" panose="02020603050405020304" pitchFamily="18" charset="0"/>
                <a:ea typeface="宋体" panose="02010600030101010101" pitchFamily="2" charset="-122"/>
              </a:rPr>
              <a:t>下具有多个输出的逻辑电路，其框图见图所示。</a:t>
            </a:r>
            <a:endParaRPr lang="zh-CN" altLang="en-US" sz="2400" b="1" i="0" dirty="0">
              <a:latin typeface="Times New Roman" panose="02020603050405020304" pitchFamily="18" charset="0"/>
              <a:ea typeface="宋体" panose="02010600030101010101" pitchFamily="2" charset="-122"/>
            </a:endParaRPr>
          </a:p>
        </p:txBody>
      </p:sp>
      <p:grpSp>
        <p:nvGrpSpPr>
          <p:cNvPr id="2" name="Group 4"/>
          <p:cNvGrpSpPr/>
          <p:nvPr/>
        </p:nvGrpSpPr>
        <p:grpSpPr>
          <a:xfrm>
            <a:off x="3059113" y="2205038"/>
            <a:ext cx="4537075" cy="4048125"/>
            <a:chOff x="1247" y="709"/>
            <a:chExt cx="2858" cy="2550"/>
          </a:xfrm>
        </p:grpSpPr>
        <p:sp>
          <p:nvSpPr>
            <p:cNvPr id="52228" name="Rectangle 5"/>
            <p:cNvSpPr/>
            <p:nvPr/>
          </p:nvSpPr>
          <p:spPr>
            <a:xfrm>
              <a:off x="1247" y="1525"/>
              <a:ext cx="2812" cy="908"/>
            </a:xfrm>
            <a:prstGeom prst="rect">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2229" name="Line 6"/>
            <p:cNvSpPr/>
            <p:nvPr/>
          </p:nvSpPr>
          <p:spPr>
            <a:xfrm flipV="1">
              <a:off x="1701" y="2433"/>
              <a:ext cx="0" cy="499"/>
            </a:xfrm>
            <a:prstGeom prst="line">
              <a:avLst/>
            </a:prstGeom>
            <a:ln w="28575" cap="flat" cmpd="sng">
              <a:solidFill>
                <a:schemeClr val="tx1"/>
              </a:solidFill>
              <a:prstDash val="solid"/>
              <a:round/>
              <a:headEnd type="none" w="med" len="med"/>
              <a:tailEnd type="triangle" w="med" len="med"/>
            </a:ln>
          </p:spPr>
        </p:sp>
        <p:sp>
          <p:nvSpPr>
            <p:cNvPr id="52230" name="Line 7"/>
            <p:cNvSpPr/>
            <p:nvPr/>
          </p:nvSpPr>
          <p:spPr>
            <a:xfrm flipV="1">
              <a:off x="2200" y="2433"/>
              <a:ext cx="0" cy="499"/>
            </a:xfrm>
            <a:prstGeom prst="line">
              <a:avLst/>
            </a:prstGeom>
            <a:ln w="28575" cap="flat" cmpd="sng">
              <a:solidFill>
                <a:schemeClr val="tx1"/>
              </a:solidFill>
              <a:prstDash val="solid"/>
              <a:round/>
              <a:headEnd type="none" w="med" len="med"/>
              <a:tailEnd type="triangle" w="med" len="med"/>
            </a:ln>
          </p:spPr>
        </p:sp>
        <p:sp>
          <p:nvSpPr>
            <p:cNvPr id="52231" name="Line 8"/>
            <p:cNvSpPr/>
            <p:nvPr/>
          </p:nvSpPr>
          <p:spPr>
            <a:xfrm flipV="1">
              <a:off x="3606" y="2433"/>
              <a:ext cx="0" cy="499"/>
            </a:xfrm>
            <a:prstGeom prst="line">
              <a:avLst/>
            </a:prstGeom>
            <a:ln w="28575" cap="flat" cmpd="sng">
              <a:solidFill>
                <a:schemeClr val="tx1"/>
              </a:solidFill>
              <a:prstDash val="solid"/>
              <a:round/>
              <a:headEnd type="none" w="med" len="med"/>
              <a:tailEnd type="triangle" w="med" len="med"/>
            </a:ln>
          </p:spPr>
        </p:sp>
        <p:sp>
          <p:nvSpPr>
            <p:cNvPr id="52232" name="Line 9"/>
            <p:cNvSpPr/>
            <p:nvPr/>
          </p:nvSpPr>
          <p:spPr>
            <a:xfrm>
              <a:off x="2517" y="2705"/>
              <a:ext cx="862" cy="0"/>
            </a:xfrm>
            <a:prstGeom prst="line">
              <a:avLst/>
            </a:prstGeom>
            <a:ln w="28575" cap="flat" cmpd="sng">
              <a:solidFill>
                <a:schemeClr val="tx1"/>
              </a:solidFill>
              <a:prstDash val="sysDot"/>
              <a:round/>
              <a:headEnd type="none" w="med" len="med"/>
              <a:tailEnd type="none" w="med" len="med"/>
            </a:ln>
          </p:spPr>
        </p:sp>
        <p:sp>
          <p:nvSpPr>
            <p:cNvPr id="52233" name="Line 10"/>
            <p:cNvSpPr/>
            <p:nvPr/>
          </p:nvSpPr>
          <p:spPr>
            <a:xfrm flipV="1">
              <a:off x="1655" y="1027"/>
              <a:ext cx="0" cy="499"/>
            </a:xfrm>
            <a:prstGeom prst="line">
              <a:avLst/>
            </a:prstGeom>
            <a:ln w="28575" cap="flat" cmpd="sng">
              <a:solidFill>
                <a:schemeClr val="tx1"/>
              </a:solidFill>
              <a:prstDash val="solid"/>
              <a:round/>
              <a:headEnd type="none" w="med" len="med"/>
              <a:tailEnd type="triangle" w="med" len="med"/>
            </a:ln>
          </p:spPr>
        </p:sp>
        <p:sp>
          <p:nvSpPr>
            <p:cNvPr id="52234" name="Line 11"/>
            <p:cNvSpPr/>
            <p:nvPr/>
          </p:nvSpPr>
          <p:spPr>
            <a:xfrm flipV="1">
              <a:off x="2154" y="1027"/>
              <a:ext cx="0" cy="499"/>
            </a:xfrm>
            <a:prstGeom prst="line">
              <a:avLst/>
            </a:prstGeom>
            <a:ln w="28575" cap="flat" cmpd="sng">
              <a:solidFill>
                <a:schemeClr val="tx1"/>
              </a:solidFill>
              <a:prstDash val="solid"/>
              <a:round/>
              <a:headEnd type="none" w="med" len="med"/>
              <a:tailEnd type="triangle" w="med" len="med"/>
            </a:ln>
          </p:spPr>
        </p:sp>
        <p:sp>
          <p:nvSpPr>
            <p:cNvPr id="52235" name="Line 12"/>
            <p:cNvSpPr/>
            <p:nvPr/>
          </p:nvSpPr>
          <p:spPr>
            <a:xfrm flipV="1">
              <a:off x="3560" y="1027"/>
              <a:ext cx="0" cy="499"/>
            </a:xfrm>
            <a:prstGeom prst="line">
              <a:avLst/>
            </a:prstGeom>
            <a:ln w="28575" cap="flat" cmpd="sng">
              <a:solidFill>
                <a:schemeClr val="tx1"/>
              </a:solidFill>
              <a:prstDash val="solid"/>
              <a:round/>
              <a:headEnd type="none" w="med" len="med"/>
              <a:tailEnd type="triangle" w="med" len="med"/>
            </a:ln>
          </p:spPr>
        </p:sp>
        <p:sp>
          <p:nvSpPr>
            <p:cNvPr id="52236" name="Line 13"/>
            <p:cNvSpPr/>
            <p:nvPr/>
          </p:nvSpPr>
          <p:spPr>
            <a:xfrm>
              <a:off x="2471" y="1299"/>
              <a:ext cx="862" cy="0"/>
            </a:xfrm>
            <a:prstGeom prst="line">
              <a:avLst/>
            </a:prstGeom>
            <a:ln w="28575" cap="flat" cmpd="sng">
              <a:solidFill>
                <a:schemeClr val="tx1"/>
              </a:solidFill>
              <a:prstDash val="sysDot"/>
              <a:round/>
              <a:headEnd type="none" w="med" len="med"/>
              <a:tailEnd type="none" w="med" len="med"/>
            </a:ln>
          </p:spPr>
        </p:sp>
        <p:sp>
          <p:nvSpPr>
            <p:cNvPr id="52237" name="Text Box 14"/>
            <p:cNvSpPr txBox="1"/>
            <p:nvPr/>
          </p:nvSpPr>
          <p:spPr>
            <a:xfrm>
              <a:off x="1474" y="2932"/>
              <a:ext cx="2631" cy="327"/>
            </a:xfrm>
            <a:prstGeom prst="rect">
              <a:avLst/>
            </a:prstGeom>
            <a:noFill/>
            <a:ln w="9525">
              <a:noFill/>
            </a:ln>
          </p:spPr>
          <p:txBody>
            <a:bodyPr anchor="t" anchorCtr="0">
              <a:spAutoFit/>
            </a:bodyPr>
            <a:p>
              <a:pPr>
                <a:spcBef>
                  <a:spcPct val="50000"/>
                </a:spcBef>
              </a:pPr>
              <a:r>
                <a:rPr lang="en-US" altLang="zh-CN" sz="2800" b="1" i="0" dirty="0">
                  <a:latin typeface="Arial" panose="020B0604020202020204" pitchFamily="34" charset="0"/>
                  <a:ea typeface="宋体" panose="02010600030101010101" pitchFamily="2" charset="-122"/>
                </a:rPr>
                <a:t>  A</a:t>
              </a:r>
              <a:r>
                <a:rPr lang="en-US" altLang="zh-CN" sz="2800" b="1" i="0" baseline="-5000" dirty="0">
                  <a:latin typeface="Arial" panose="020B0604020202020204" pitchFamily="34" charset="0"/>
                  <a:ea typeface="宋体" panose="02010600030101010101" pitchFamily="2" charset="-122"/>
                </a:rPr>
                <a:t>1</a:t>
              </a:r>
              <a:r>
                <a:rPr lang="en-US" altLang="zh-CN" sz="2800" b="1" i="0" dirty="0">
                  <a:latin typeface="Arial" panose="020B0604020202020204" pitchFamily="34" charset="0"/>
                  <a:ea typeface="宋体" panose="02010600030101010101" pitchFamily="2" charset="-122"/>
                </a:rPr>
                <a:t>   A</a:t>
              </a:r>
              <a:r>
                <a:rPr lang="en-US" altLang="zh-CN" sz="2800" b="1" i="0" baseline="-5000" dirty="0">
                  <a:latin typeface="Arial" panose="020B0604020202020204" pitchFamily="34" charset="0"/>
                  <a:ea typeface="宋体" panose="02010600030101010101" pitchFamily="2" charset="-122"/>
                </a:rPr>
                <a:t>2</a:t>
              </a:r>
              <a:r>
                <a:rPr lang="en-US" altLang="zh-CN" sz="2800" b="1" i="0" dirty="0">
                  <a:latin typeface="Arial" panose="020B0604020202020204" pitchFamily="34" charset="0"/>
                  <a:ea typeface="宋体" panose="02010600030101010101" pitchFamily="2" charset="-122"/>
                </a:rPr>
                <a:t>                   A</a:t>
              </a:r>
              <a:r>
                <a:rPr lang="en-US" altLang="zh-CN" sz="2800" b="1" i="0" baseline="-5000" dirty="0">
                  <a:latin typeface="Arial" panose="020B0604020202020204" pitchFamily="34" charset="0"/>
                  <a:ea typeface="宋体" panose="02010600030101010101" pitchFamily="2" charset="-122"/>
                </a:rPr>
                <a:t>n</a:t>
              </a:r>
              <a:endParaRPr lang="en-US" altLang="zh-CN" sz="2800" b="1" i="0" baseline="-5000" dirty="0">
                <a:latin typeface="Arial" panose="020B0604020202020204" pitchFamily="34" charset="0"/>
                <a:ea typeface="宋体" panose="02010600030101010101" pitchFamily="2" charset="-122"/>
              </a:endParaRPr>
            </a:p>
          </p:txBody>
        </p:sp>
        <p:sp>
          <p:nvSpPr>
            <p:cNvPr id="52238" name="Text Box 15"/>
            <p:cNvSpPr txBox="1"/>
            <p:nvPr/>
          </p:nvSpPr>
          <p:spPr>
            <a:xfrm>
              <a:off x="1338" y="709"/>
              <a:ext cx="2631" cy="327"/>
            </a:xfrm>
            <a:prstGeom prst="rect">
              <a:avLst/>
            </a:prstGeom>
            <a:noFill/>
            <a:ln w="9525">
              <a:noFill/>
            </a:ln>
          </p:spPr>
          <p:txBody>
            <a:bodyPr anchor="t" anchorCtr="0">
              <a:spAutoFit/>
            </a:bodyPr>
            <a:p>
              <a:pPr>
                <a:spcBef>
                  <a:spcPct val="50000"/>
                </a:spcBef>
              </a:pPr>
              <a:r>
                <a:rPr lang="en-US" altLang="zh-CN" sz="2800" b="1" i="0" dirty="0">
                  <a:latin typeface="Arial" panose="020B0604020202020204" pitchFamily="34" charset="0"/>
                  <a:ea typeface="宋体" panose="02010600030101010101" pitchFamily="2" charset="-122"/>
                </a:rPr>
                <a:t>   F</a:t>
              </a:r>
              <a:r>
                <a:rPr lang="en-US" altLang="zh-CN" sz="2800" b="1" i="0" baseline="-5000" dirty="0">
                  <a:latin typeface="Arial" panose="020B0604020202020204" pitchFamily="34" charset="0"/>
                  <a:ea typeface="宋体" panose="02010600030101010101" pitchFamily="2" charset="-122"/>
                </a:rPr>
                <a:t>1</a:t>
              </a:r>
              <a:r>
                <a:rPr lang="en-US" altLang="zh-CN" sz="2800" b="1" i="0" dirty="0">
                  <a:latin typeface="Arial" panose="020B0604020202020204" pitchFamily="34" charset="0"/>
                  <a:ea typeface="宋体" panose="02010600030101010101" pitchFamily="2" charset="-122"/>
                </a:rPr>
                <a:t>    F</a:t>
              </a:r>
              <a:r>
                <a:rPr lang="en-US" altLang="zh-CN" sz="2800" b="1" i="0" baseline="-5000" dirty="0">
                  <a:latin typeface="Arial" panose="020B0604020202020204" pitchFamily="34" charset="0"/>
                  <a:ea typeface="宋体" panose="02010600030101010101" pitchFamily="2" charset="-122"/>
                </a:rPr>
                <a:t>2</a:t>
              </a:r>
              <a:r>
                <a:rPr lang="en-US" altLang="zh-CN" sz="2800" b="1" i="0" dirty="0">
                  <a:latin typeface="Arial" panose="020B0604020202020204" pitchFamily="34" charset="0"/>
                  <a:ea typeface="宋体" panose="02010600030101010101" pitchFamily="2" charset="-122"/>
                </a:rPr>
                <a:t>                   F</a:t>
              </a:r>
              <a:r>
                <a:rPr lang="en-US" altLang="zh-CN" sz="2800" b="1" i="0" baseline="-5000" dirty="0">
                  <a:latin typeface="Arial" panose="020B0604020202020204" pitchFamily="34" charset="0"/>
                  <a:ea typeface="宋体" panose="02010600030101010101" pitchFamily="2" charset="-122"/>
                </a:rPr>
                <a:t>m</a:t>
              </a:r>
              <a:endParaRPr lang="en-US" altLang="zh-CN" sz="2800" b="1" i="0" baseline="-5000" dirty="0">
                <a:latin typeface="Arial" panose="020B0604020202020204" pitchFamily="34" charset="0"/>
                <a:ea typeface="宋体" panose="02010600030101010101" pitchFamily="2" charset="-122"/>
              </a:endParaRPr>
            </a:p>
          </p:txBody>
        </p:sp>
        <p:sp>
          <p:nvSpPr>
            <p:cNvPr id="52239" name="Text Box 16"/>
            <p:cNvSpPr txBox="1"/>
            <p:nvPr/>
          </p:nvSpPr>
          <p:spPr>
            <a:xfrm>
              <a:off x="1610" y="1798"/>
              <a:ext cx="2132" cy="365"/>
            </a:xfrm>
            <a:prstGeom prst="rect">
              <a:avLst/>
            </a:prstGeom>
            <a:noFill/>
            <a:ln w="9525">
              <a:noFill/>
            </a:ln>
          </p:spPr>
          <p:txBody>
            <a:bodyPr anchor="t" anchorCtr="0">
              <a:spAutoFit/>
            </a:bodyPr>
            <a:p>
              <a:pPr>
                <a:spcBef>
                  <a:spcPct val="50000"/>
                </a:spcBef>
              </a:pPr>
              <a:r>
                <a:rPr lang="zh-CN" altLang="en-US" sz="3200" b="1" i="0" dirty="0">
                  <a:latin typeface="Arial" panose="020B0604020202020204" pitchFamily="34" charset="0"/>
                  <a:ea typeface="黑体" panose="02010609060101010101" pitchFamily="2" charset="-122"/>
                </a:rPr>
                <a:t>组 合 逻 辑 电 路</a:t>
              </a:r>
              <a:endParaRPr lang="zh-CN" altLang="en-US" sz="3200" b="1" i="0" dirty="0">
                <a:latin typeface="Arial" panose="020B0604020202020204" pitchFamily="34" charset="0"/>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4195">
                                            <p:txEl>
                                              <p:charRg st="0" end="23"/>
                                            </p:txEl>
                                          </p:spTgt>
                                        </p:tgtEl>
                                        <p:attrNameLst>
                                          <p:attrName>style.visibility</p:attrName>
                                        </p:attrNameLst>
                                      </p:cBhvr>
                                      <p:to>
                                        <p:strVal val="visible"/>
                                      </p:to>
                                    </p:set>
                                    <p:animEffect transition="in" filter="blinds(horizontal)">
                                      <p:cBhvr>
                                        <p:cTn id="7" dur="500"/>
                                        <p:tgtEl>
                                          <p:spTgt spid="264195">
                                            <p:txEl>
                                              <p:charRg st="0" end="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4195">
                                            <p:txEl>
                                              <p:charRg st="23" end="56"/>
                                            </p:txEl>
                                          </p:spTgt>
                                        </p:tgtEl>
                                        <p:attrNameLst>
                                          <p:attrName>style.visibility</p:attrName>
                                        </p:attrNameLst>
                                      </p:cBhvr>
                                      <p:to>
                                        <p:strVal val="visible"/>
                                      </p:to>
                                    </p:set>
                                    <p:animEffect transition="in" filter="blinds(horizontal)">
                                      <p:cBhvr>
                                        <p:cTn id="12" dur="500"/>
                                        <p:tgtEl>
                                          <p:spTgt spid="264195">
                                            <p:txEl>
                                              <p:charRg st="23" end="5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3"/>
          <p:cNvSpPr/>
          <p:nvPr/>
        </p:nvSpPr>
        <p:spPr>
          <a:xfrm>
            <a:off x="395288" y="660400"/>
            <a:ext cx="8748712" cy="2376488"/>
          </a:xfrm>
          <a:prstGeom prst="rect">
            <a:avLst/>
          </a:prstGeom>
          <a:noFill/>
          <a:ln w="9525">
            <a:noFill/>
          </a:ln>
        </p:spPr>
        <p:txBody>
          <a:bodyPr anchor="ctr" anchorCtr="0">
            <a:spAutoFit/>
          </a:bodyPr>
          <a:p>
            <a:pPr indent="685800">
              <a:lnSpc>
                <a:spcPct val="150000"/>
              </a:lnSpc>
            </a:pPr>
            <a:r>
              <a:rPr lang="en-US" altLang="zh-CN" sz="2800" b="1" i="0" dirty="0">
                <a:latin typeface="Times New Roman" panose="02020603050405020304" pitchFamily="18" charset="0"/>
                <a:ea typeface="宋体" panose="02010600030101010101" pitchFamily="2" charset="-122"/>
              </a:rPr>
              <a:t>(2)  </a:t>
            </a:r>
            <a:r>
              <a:rPr lang="zh-CN" altLang="en-US" sz="2800" b="1" i="0" dirty="0">
                <a:latin typeface="Times New Roman" panose="02020603050405020304" pitchFamily="18" charset="0"/>
                <a:ea typeface="宋体" panose="02010600030101010101" pitchFamily="2" charset="-122"/>
              </a:rPr>
              <a:t>多输出函数组合逻辑电路的特殊点</a:t>
            </a:r>
            <a:r>
              <a:rPr lang="en-US" altLang="zh-CN" sz="2800" b="1"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a:p>
            <a:pPr indent="685800">
              <a:lnSpc>
                <a:spcPct val="150000"/>
              </a:lnSpc>
            </a:pPr>
            <a:r>
              <a:rPr lang="zh-CN" altLang="en-US" sz="2400" b="1" i="0" dirty="0">
                <a:latin typeface="Times New Roman" panose="02020603050405020304" pitchFamily="18" charset="0"/>
                <a:ea typeface="宋体" panose="02010600030101010101" pitchFamily="2" charset="-122"/>
              </a:rPr>
              <a:t>多输出函数电路是一整体，从“局部”观点看，每个单独输出电路最简，从“整体”看未必最简。因此从全局出发，应确定各输出函数的公共项，以使整个逻辑电路最简。</a:t>
            </a:r>
            <a:endParaRPr lang="zh-CN" altLang="en-US" sz="2400" b="1" i="0" dirty="0">
              <a:latin typeface="Times New Roman" panose="02020603050405020304" pitchFamily="18" charset="0"/>
              <a:ea typeface="宋体" panose="02010600030101010101" pitchFamily="2" charset="-122"/>
            </a:endParaRPr>
          </a:p>
        </p:txBody>
      </p:sp>
      <p:sp>
        <p:nvSpPr>
          <p:cNvPr id="265220" name="Rectangle 4"/>
          <p:cNvSpPr/>
          <p:nvPr/>
        </p:nvSpPr>
        <p:spPr>
          <a:xfrm>
            <a:off x="395288" y="3233738"/>
            <a:ext cx="6542087" cy="1573212"/>
          </a:xfrm>
          <a:prstGeom prst="rect">
            <a:avLst/>
          </a:prstGeom>
          <a:noFill/>
          <a:ln w="9525">
            <a:noFill/>
          </a:ln>
        </p:spPr>
        <p:txBody>
          <a:bodyPr anchor="ctr" anchorCtr="0">
            <a:spAutoFit/>
          </a:bodyPr>
          <a:p>
            <a:pPr algn="ctr">
              <a:lnSpc>
                <a:spcPct val="135000"/>
              </a:lnSpc>
            </a:pPr>
            <a:r>
              <a:rPr lang="zh-CN" altLang="en-US" sz="2400" b="1" i="0" dirty="0">
                <a:solidFill>
                  <a:srgbClr val="FF0000"/>
                </a:solidFill>
                <a:latin typeface="Times New Roman" panose="02020603050405020304" pitchFamily="18" charset="0"/>
                <a:ea typeface="宋体" panose="02010600030101010101" pitchFamily="2" charset="-122"/>
              </a:rPr>
              <a:t>例</a:t>
            </a:r>
            <a:r>
              <a:rPr lang="zh-CN" altLang="en-US" sz="2400" b="1" i="0" dirty="0">
                <a:solidFill>
                  <a:srgbClr val="FF0000"/>
                </a:solidFill>
                <a:latin typeface="Times New Roman" panose="02020603050405020304" pitchFamily="18" charset="0"/>
                <a:ea typeface="宋体" panose="02010600030101010101" pitchFamily="2" charset="-122"/>
                <a:hlinkClick r:id="rId1" action="ppaction://hlinkpres?slideindex=1&amp;slidetitle="/>
              </a:rPr>
              <a:t> </a:t>
            </a:r>
            <a:r>
              <a:rPr lang="zh-CN" altLang="en-US" sz="2400" b="1" i="0" dirty="0">
                <a:latin typeface="Times New Roman" panose="02020603050405020304" pitchFamily="18" charset="0"/>
                <a:ea typeface="宋体" panose="02010600030101010101" pitchFamily="2" charset="-122"/>
              </a:rPr>
              <a:t>用与非门实现下列多输出函数： </a:t>
            </a:r>
            <a:endParaRPr lang="zh-CN" altLang="en-US" sz="2400" i="0" dirty="0">
              <a:latin typeface="Times New Roman" panose="02020603050405020304" pitchFamily="18" charset="0"/>
              <a:ea typeface="宋体" panose="02010600030101010101" pitchFamily="2" charset="-122"/>
            </a:endParaRPr>
          </a:p>
          <a:p>
            <a:pPr algn="ctr">
              <a:lnSpc>
                <a:spcPct val="135000"/>
              </a:lnSpc>
            </a:pPr>
            <a:r>
              <a:rPr lang="zh-CN" altLang="en-US" sz="2400" b="1" i="0" dirty="0">
                <a:latin typeface="Times New Roman" panose="02020603050405020304" pitchFamily="18" charset="0"/>
                <a:ea typeface="宋体" panose="02010600030101010101" pitchFamily="2" charset="-122"/>
              </a:rPr>
              <a:t>              </a:t>
            </a:r>
            <a:r>
              <a:rPr lang="en-US" altLang="zh-CN" sz="2400" b="1" i="0" dirty="0">
                <a:latin typeface="Times New Roman" panose="02020603050405020304" pitchFamily="18" charset="0"/>
                <a:ea typeface="宋体" panose="02010600030101010101" pitchFamily="2" charset="-122"/>
              </a:rPr>
              <a:t>F</a:t>
            </a:r>
            <a:r>
              <a:rPr lang="en-US" altLang="zh-CN" sz="2400" b="1" i="0" baseline="-25000" dirty="0">
                <a:latin typeface="Times New Roman" panose="02020603050405020304" pitchFamily="18" charset="0"/>
                <a:ea typeface="宋体" panose="02010600030101010101" pitchFamily="2" charset="-122"/>
              </a:rPr>
              <a:t>1(A,B,C) </a:t>
            </a:r>
            <a:r>
              <a:rPr lang="en-US" altLang="zh-CN" sz="2400" b="1" i="0" dirty="0">
                <a:latin typeface="Times New Roman" panose="02020603050405020304" pitchFamily="18" charset="0"/>
                <a:ea typeface="宋体" panose="02010600030101010101" pitchFamily="2" charset="-122"/>
              </a:rPr>
              <a:t>=∑m(1</a:t>
            </a:r>
            <a:r>
              <a:rPr lang="zh-CN" altLang="en-US" sz="2400" b="1" i="0" dirty="0">
                <a:latin typeface="Times New Roman" panose="02020603050405020304" pitchFamily="18" charset="0"/>
                <a:ea typeface="宋体" panose="02010600030101010101" pitchFamily="2" charset="-122"/>
              </a:rPr>
              <a:t>，</a:t>
            </a:r>
            <a:r>
              <a:rPr lang="en-US" altLang="zh-CN" sz="2400" b="1" i="0" dirty="0">
                <a:latin typeface="Times New Roman" panose="02020603050405020304" pitchFamily="18" charset="0"/>
                <a:ea typeface="宋体" panose="02010600030101010101" pitchFamily="2" charset="-122"/>
              </a:rPr>
              <a:t>3</a:t>
            </a:r>
            <a:r>
              <a:rPr lang="zh-CN" altLang="en-US" sz="2400" b="1" i="0" dirty="0">
                <a:latin typeface="Times New Roman" panose="02020603050405020304" pitchFamily="18" charset="0"/>
                <a:ea typeface="宋体" panose="02010600030101010101" pitchFamily="2" charset="-122"/>
              </a:rPr>
              <a:t>，</a:t>
            </a:r>
            <a:r>
              <a:rPr lang="en-US" altLang="zh-CN" sz="2400" b="1" i="0" dirty="0">
                <a:latin typeface="Times New Roman" panose="02020603050405020304" pitchFamily="18" charset="0"/>
                <a:ea typeface="宋体" panose="02010600030101010101" pitchFamily="2" charset="-122"/>
              </a:rPr>
              <a:t>4</a:t>
            </a:r>
            <a:r>
              <a:rPr lang="zh-CN" altLang="en-US" sz="2400" b="1" i="0" dirty="0">
                <a:latin typeface="Times New Roman" panose="02020603050405020304" pitchFamily="18" charset="0"/>
                <a:ea typeface="宋体" panose="02010600030101010101" pitchFamily="2" charset="-122"/>
              </a:rPr>
              <a:t>，</a:t>
            </a:r>
            <a:r>
              <a:rPr lang="en-US" altLang="zh-CN" sz="2400" b="1" i="0" dirty="0">
                <a:latin typeface="Times New Roman" panose="02020603050405020304" pitchFamily="18" charset="0"/>
                <a:ea typeface="宋体" panose="02010600030101010101" pitchFamily="2" charset="-122"/>
              </a:rPr>
              <a:t>5</a:t>
            </a:r>
            <a:r>
              <a:rPr lang="zh-CN" altLang="en-US" sz="2400" b="1" i="0" dirty="0">
                <a:latin typeface="Times New Roman" panose="02020603050405020304" pitchFamily="18" charset="0"/>
                <a:ea typeface="宋体" panose="02010600030101010101" pitchFamily="2" charset="-122"/>
              </a:rPr>
              <a:t>，</a:t>
            </a:r>
            <a:r>
              <a:rPr lang="en-US" altLang="zh-CN" sz="2400" b="1" i="0" dirty="0">
                <a:latin typeface="Times New Roman" panose="02020603050405020304" pitchFamily="18" charset="0"/>
                <a:ea typeface="宋体" panose="02010600030101010101" pitchFamily="2" charset="-122"/>
              </a:rPr>
              <a:t>7)</a:t>
            </a:r>
            <a:endParaRPr lang="en-US" altLang="zh-CN" sz="2400" i="0" dirty="0">
              <a:latin typeface="Times New Roman" panose="02020603050405020304" pitchFamily="18" charset="0"/>
              <a:ea typeface="宋体" panose="02010600030101010101" pitchFamily="2" charset="-122"/>
            </a:endParaRPr>
          </a:p>
          <a:p>
            <a:pPr algn="ctr">
              <a:lnSpc>
                <a:spcPct val="135000"/>
              </a:lnSpc>
            </a:pPr>
            <a:r>
              <a:rPr lang="en-US" altLang="zh-CN" sz="2400" b="1" i="0" dirty="0">
                <a:latin typeface="Times New Roman" panose="02020603050405020304" pitchFamily="18" charset="0"/>
                <a:ea typeface="宋体" panose="02010600030101010101" pitchFamily="2" charset="-122"/>
              </a:rPr>
              <a:t>  F</a:t>
            </a:r>
            <a:r>
              <a:rPr lang="en-US" altLang="zh-CN" sz="2400" b="1" i="0" baseline="-25000" dirty="0">
                <a:latin typeface="Times New Roman" panose="02020603050405020304" pitchFamily="18" charset="0"/>
                <a:ea typeface="宋体" panose="02010600030101010101" pitchFamily="2" charset="-122"/>
              </a:rPr>
              <a:t>2 (A,B,C) </a:t>
            </a:r>
            <a:r>
              <a:rPr lang="en-US" altLang="zh-CN" sz="2400" b="1" i="0" dirty="0">
                <a:latin typeface="Times New Roman" panose="02020603050405020304" pitchFamily="18" charset="0"/>
                <a:ea typeface="宋体" panose="02010600030101010101" pitchFamily="2" charset="-122"/>
              </a:rPr>
              <a:t>=∑m(3</a:t>
            </a:r>
            <a:r>
              <a:rPr lang="zh-CN" altLang="en-US" sz="2400" b="1" i="0" dirty="0">
                <a:latin typeface="Times New Roman" panose="02020603050405020304" pitchFamily="18" charset="0"/>
                <a:ea typeface="宋体" panose="02010600030101010101" pitchFamily="2" charset="-122"/>
              </a:rPr>
              <a:t>，</a:t>
            </a:r>
            <a:r>
              <a:rPr lang="en-US" altLang="zh-CN" sz="2400" b="1" i="0" dirty="0">
                <a:latin typeface="Times New Roman" panose="02020603050405020304" pitchFamily="18" charset="0"/>
                <a:ea typeface="宋体" panose="02010600030101010101" pitchFamily="2" charset="-122"/>
              </a:rPr>
              <a:t>4</a:t>
            </a:r>
            <a:r>
              <a:rPr lang="zh-CN" altLang="en-US" sz="2400" b="1" i="0" dirty="0">
                <a:latin typeface="Times New Roman" panose="02020603050405020304" pitchFamily="18" charset="0"/>
                <a:ea typeface="宋体" panose="02010600030101010101" pitchFamily="2" charset="-122"/>
              </a:rPr>
              <a:t>，</a:t>
            </a:r>
            <a:r>
              <a:rPr lang="en-US" altLang="zh-CN" sz="2400" b="1" i="0" dirty="0">
                <a:latin typeface="Times New Roman" panose="02020603050405020304" pitchFamily="18" charset="0"/>
                <a:ea typeface="宋体" panose="02010600030101010101" pitchFamily="2" charset="-122"/>
              </a:rPr>
              <a:t>7)</a:t>
            </a:r>
            <a:endParaRPr lang="en-US" altLang="zh-CN" sz="2400" b="1" i="0" dirty="0">
              <a:latin typeface="Times New Roman" panose="02020603050405020304" pitchFamily="18" charset="0"/>
              <a:ea typeface="宋体" panose="02010600030101010101" pitchFamily="2" charset="-122"/>
            </a:endParaRPr>
          </a:p>
        </p:txBody>
      </p:sp>
      <p:sp>
        <p:nvSpPr>
          <p:cNvPr id="265221" name="Rectangle 5"/>
          <p:cNvSpPr/>
          <p:nvPr/>
        </p:nvSpPr>
        <p:spPr>
          <a:xfrm>
            <a:off x="1019175" y="5141913"/>
            <a:ext cx="6553200" cy="457200"/>
          </a:xfrm>
          <a:prstGeom prst="rect">
            <a:avLst/>
          </a:prstGeom>
          <a:noFill/>
          <a:ln w="9525">
            <a:noFill/>
          </a:ln>
        </p:spPr>
        <p:txBody>
          <a:bodyPr anchor="ctr" anchorCtr="0">
            <a:spAutoFit/>
          </a:bodyPr>
          <a:p>
            <a:r>
              <a:rPr lang="zh-CN" altLang="en-US" sz="2400" b="1" i="0" dirty="0">
                <a:latin typeface="Times New Roman" panose="02020603050405020304" pitchFamily="18" charset="0"/>
                <a:ea typeface="宋体" panose="02010600030101010101" pitchFamily="2" charset="-122"/>
              </a:rPr>
              <a:t>任务：确定各单独输出函数的公共项</a:t>
            </a:r>
            <a:r>
              <a:rPr lang="zh-CN" altLang="en-US" sz="2400" i="0" dirty="0">
                <a:latin typeface="Times New Roman" panose="02020603050405020304" pitchFamily="18" charset="0"/>
                <a:ea typeface="宋体" panose="02010600030101010101" pitchFamily="2" charset="-122"/>
              </a:rPr>
              <a:t> </a:t>
            </a:r>
            <a:endParaRPr lang="zh-CN" altLang="en-US" sz="2400" i="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5220"/>
                                        </p:tgtEl>
                                        <p:attrNameLst>
                                          <p:attrName>style.visibility</p:attrName>
                                        </p:attrNameLst>
                                      </p:cBhvr>
                                      <p:to>
                                        <p:strVal val="visible"/>
                                      </p:to>
                                    </p:set>
                                    <p:animEffect transition="in" filter="blinds(horizontal)">
                                      <p:cBhvr>
                                        <p:cTn id="7" dur="500"/>
                                        <p:tgtEl>
                                          <p:spTgt spid="2652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5221"/>
                                        </p:tgtEl>
                                        <p:attrNameLst>
                                          <p:attrName>style.visibility</p:attrName>
                                        </p:attrNameLst>
                                      </p:cBhvr>
                                      <p:to>
                                        <p:strVal val="visible"/>
                                      </p:to>
                                    </p:set>
                                    <p:animEffect transition="in" filter="blinds(horizontal)">
                                      <p:cBhvr>
                                        <p:cTn id="12" dur="500"/>
                                        <p:tgtEl>
                                          <p:spTgt spid="265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20" grpId="0"/>
      <p:bldP spid="26522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43" name="Text Box 3"/>
          <p:cNvSpPr txBox="1"/>
          <p:nvPr/>
        </p:nvSpPr>
        <p:spPr>
          <a:xfrm>
            <a:off x="304800" y="998538"/>
            <a:ext cx="4800600" cy="519112"/>
          </a:xfrm>
          <a:prstGeom prst="rect">
            <a:avLst/>
          </a:prstGeom>
          <a:noFill/>
          <a:ln w="9525">
            <a:noFill/>
          </a:ln>
        </p:spPr>
        <p:txBody>
          <a:bodyPr anchor="t" anchorCtr="0">
            <a:spAutoFit/>
          </a:bodyPr>
          <a:p>
            <a:pPr>
              <a:spcBef>
                <a:spcPct val="50000"/>
              </a:spcBef>
            </a:pPr>
            <a:r>
              <a:rPr lang="en-US" altLang="zh-CN" sz="2800" b="1" i="0" dirty="0">
                <a:latin typeface="Arial" panose="020B0604020202020204" pitchFamily="34" charset="0"/>
                <a:ea typeface="宋体" panose="02010600030101010101" pitchFamily="2" charset="-122"/>
              </a:rPr>
              <a:t>F</a:t>
            </a:r>
            <a:r>
              <a:rPr lang="en-US" altLang="zh-CN" sz="2800" b="1" i="0" baseline="-25000" dirty="0">
                <a:latin typeface="Arial" panose="020B0604020202020204" pitchFamily="34" charset="0"/>
                <a:ea typeface="宋体" panose="02010600030101010101" pitchFamily="2" charset="-122"/>
              </a:rPr>
              <a:t>1 </a:t>
            </a:r>
            <a:r>
              <a:rPr lang="en-US" altLang="zh-CN" sz="2400" b="1" i="0" baseline="-25000" dirty="0">
                <a:latin typeface="Times New Roman" panose="02020603050405020304" pitchFamily="18" charset="0"/>
                <a:ea typeface="宋体" panose="02010600030101010101" pitchFamily="2" charset="-122"/>
              </a:rPr>
              <a:t>(A,B,C)</a:t>
            </a:r>
            <a:r>
              <a:rPr lang="en-US" altLang="zh-CN" sz="2800" b="1" i="0" baseline="-25000" dirty="0">
                <a:latin typeface="Arial" panose="020B0604020202020204" pitchFamily="34" charset="0"/>
                <a:ea typeface="宋体" panose="02010600030101010101" pitchFamily="2" charset="-122"/>
              </a:rPr>
              <a:t> </a:t>
            </a:r>
            <a:r>
              <a:rPr lang="en-US" altLang="zh-CN" sz="2800" b="1" i="0" dirty="0">
                <a:latin typeface="Arial" panose="020B0604020202020204" pitchFamily="34" charset="0"/>
                <a:ea typeface="宋体" panose="02010600030101010101" pitchFamily="2" charset="-122"/>
              </a:rPr>
              <a:t>=</a:t>
            </a:r>
            <a:r>
              <a:rPr lang="el-GR" altLang="zh-CN" sz="2800" b="1" i="0" dirty="0">
                <a:latin typeface="Arial" panose="020B0604020202020204" pitchFamily="34" charset="0"/>
                <a:ea typeface="宋体" panose="02010600030101010101" pitchFamily="2" charset="-122"/>
              </a:rPr>
              <a:t>Σ</a:t>
            </a:r>
            <a:r>
              <a:rPr lang="en-US" altLang="zh-CN" sz="2800" b="1" i="0" dirty="0">
                <a:latin typeface="Arial" panose="020B0604020202020204" pitchFamily="34" charset="0"/>
                <a:ea typeface="宋体" panose="02010600030101010101" pitchFamily="2" charset="-122"/>
              </a:rPr>
              <a:t>m</a:t>
            </a:r>
            <a:r>
              <a:rPr lang="en-US" altLang="zh-CN" sz="2800" b="1" i="0" dirty="0">
                <a:latin typeface="Century" panose="02040604050505020304" pitchFamily="18"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1</a:t>
            </a:r>
            <a:r>
              <a:rPr lang="zh-CN" altLang="en-US" sz="2800" b="1" i="0" dirty="0">
                <a:latin typeface="Arial" panose="020B0604020202020204" pitchFamily="34"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3</a:t>
            </a:r>
            <a:r>
              <a:rPr lang="zh-CN" altLang="en-US" sz="2800" b="1" i="0" dirty="0">
                <a:latin typeface="Arial" panose="020B0604020202020204" pitchFamily="34"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4</a:t>
            </a:r>
            <a:r>
              <a:rPr lang="zh-CN" altLang="en-US" sz="2800" b="1" i="0" dirty="0">
                <a:latin typeface="Arial" panose="020B0604020202020204" pitchFamily="34"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5</a:t>
            </a:r>
            <a:r>
              <a:rPr lang="zh-CN" altLang="en-US" sz="2800" b="1" i="0" dirty="0">
                <a:latin typeface="Arial" panose="020B0604020202020204" pitchFamily="34"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7</a:t>
            </a:r>
            <a:r>
              <a:rPr lang="en-US" altLang="zh-CN" sz="2800" b="1" i="0" dirty="0">
                <a:latin typeface="Century" panose="02040604050505020304" pitchFamily="18" charset="0"/>
                <a:ea typeface="宋体" panose="02010600030101010101" pitchFamily="2" charset="-122"/>
              </a:rPr>
              <a:t>)</a:t>
            </a:r>
            <a:endParaRPr lang="el-GR" altLang="zh-CN" sz="2800" b="1" i="0" dirty="0">
              <a:latin typeface="Century" panose="02040604050505020304" pitchFamily="18" charset="0"/>
              <a:ea typeface="Arial" panose="020B0604020202020204" pitchFamily="34" charset="0"/>
            </a:endParaRPr>
          </a:p>
        </p:txBody>
      </p:sp>
      <p:grpSp>
        <p:nvGrpSpPr>
          <p:cNvPr id="2" name="Group 4"/>
          <p:cNvGrpSpPr/>
          <p:nvPr/>
        </p:nvGrpSpPr>
        <p:grpSpPr>
          <a:xfrm>
            <a:off x="223838" y="1841500"/>
            <a:ext cx="4062412" cy="2265363"/>
            <a:chOff x="435" y="1052"/>
            <a:chExt cx="2559" cy="1427"/>
          </a:xfrm>
        </p:grpSpPr>
        <p:sp>
          <p:nvSpPr>
            <p:cNvPr id="54275" name="Rectangle 5"/>
            <p:cNvSpPr/>
            <p:nvPr/>
          </p:nvSpPr>
          <p:spPr>
            <a:xfrm>
              <a:off x="793" y="1396"/>
              <a:ext cx="1960" cy="1081"/>
            </a:xfrm>
            <a:prstGeom prst="rect">
              <a:avLst/>
            </a:prstGeom>
            <a:noFill/>
            <a:ln w="28575" cap="flat" cmpd="sng">
              <a:solidFill>
                <a:srgbClr val="0000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4276" name="Line 6"/>
            <p:cNvSpPr/>
            <p:nvPr/>
          </p:nvSpPr>
          <p:spPr>
            <a:xfrm>
              <a:off x="1270" y="1399"/>
              <a:ext cx="0" cy="1080"/>
            </a:xfrm>
            <a:prstGeom prst="line">
              <a:avLst/>
            </a:prstGeom>
            <a:ln w="28575" cap="flat" cmpd="sng">
              <a:solidFill>
                <a:srgbClr val="000000"/>
              </a:solidFill>
              <a:prstDash val="solid"/>
              <a:round/>
              <a:headEnd type="none" w="med" len="med"/>
              <a:tailEnd type="none" w="med" len="med"/>
            </a:ln>
          </p:spPr>
        </p:sp>
        <p:sp>
          <p:nvSpPr>
            <p:cNvPr id="54277" name="Line 7"/>
            <p:cNvSpPr/>
            <p:nvPr/>
          </p:nvSpPr>
          <p:spPr>
            <a:xfrm>
              <a:off x="1744" y="1395"/>
              <a:ext cx="0" cy="1080"/>
            </a:xfrm>
            <a:prstGeom prst="line">
              <a:avLst/>
            </a:prstGeom>
            <a:ln w="28575" cap="flat" cmpd="sng">
              <a:solidFill>
                <a:srgbClr val="000000"/>
              </a:solidFill>
              <a:prstDash val="solid"/>
              <a:round/>
              <a:headEnd type="none" w="med" len="med"/>
              <a:tailEnd type="none" w="med" len="med"/>
            </a:ln>
          </p:spPr>
        </p:sp>
        <p:sp>
          <p:nvSpPr>
            <p:cNvPr id="54278" name="Line 8"/>
            <p:cNvSpPr/>
            <p:nvPr/>
          </p:nvSpPr>
          <p:spPr>
            <a:xfrm>
              <a:off x="2229" y="1399"/>
              <a:ext cx="0" cy="1080"/>
            </a:xfrm>
            <a:prstGeom prst="line">
              <a:avLst/>
            </a:prstGeom>
            <a:ln w="28575" cap="flat" cmpd="sng">
              <a:solidFill>
                <a:srgbClr val="000000"/>
              </a:solidFill>
              <a:prstDash val="solid"/>
              <a:round/>
              <a:headEnd type="none" w="med" len="med"/>
              <a:tailEnd type="none" w="med" len="med"/>
            </a:ln>
          </p:spPr>
        </p:sp>
        <p:sp>
          <p:nvSpPr>
            <p:cNvPr id="54279" name="Line 9"/>
            <p:cNvSpPr/>
            <p:nvPr/>
          </p:nvSpPr>
          <p:spPr>
            <a:xfrm>
              <a:off x="790" y="1912"/>
              <a:ext cx="1959" cy="0"/>
            </a:xfrm>
            <a:prstGeom prst="line">
              <a:avLst/>
            </a:prstGeom>
            <a:ln w="28575" cap="flat" cmpd="sng">
              <a:solidFill>
                <a:srgbClr val="000000"/>
              </a:solidFill>
              <a:prstDash val="solid"/>
              <a:round/>
              <a:headEnd type="none" w="med" len="med"/>
              <a:tailEnd type="none" w="med" len="med"/>
            </a:ln>
          </p:spPr>
        </p:sp>
        <p:sp>
          <p:nvSpPr>
            <p:cNvPr id="54280" name="Line 10"/>
            <p:cNvSpPr/>
            <p:nvPr/>
          </p:nvSpPr>
          <p:spPr>
            <a:xfrm flipH="1" flipV="1">
              <a:off x="540" y="1148"/>
              <a:ext cx="253" cy="248"/>
            </a:xfrm>
            <a:prstGeom prst="line">
              <a:avLst/>
            </a:prstGeom>
            <a:ln w="28575" cap="flat" cmpd="sng">
              <a:solidFill>
                <a:srgbClr val="000000"/>
              </a:solidFill>
              <a:prstDash val="solid"/>
              <a:round/>
              <a:headEnd type="none" w="med" len="med"/>
              <a:tailEnd type="none" w="med" len="med"/>
            </a:ln>
          </p:spPr>
        </p:sp>
        <p:sp>
          <p:nvSpPr>
            <p:cNvPr id="54281" name="Text Box 11"/>
            <p:cNvSpPr txBox="1"/>
            <p:nvPr/>
          </p:nvSpPr>
          <p:spPr>
            <a:xfrm>
              <a:off x="578" y="1052"/>
              <a:ext cx="586" cy="231"/>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AB</a:t>
              </a:r>
              <a:endParaRPr lang="en-US" altLang="zh-CN" b="1" i="0" dirty="0">
                <a:latin typeface="Arial" panose="020B0604020202020204" pitchFamily="34" charset="0"/>
                <a:ea typeface="楷体_GB2312" pitchFamily="49" charset="-122"/>
              </a:endParaRPr>
            </a:p>
          </p:txBody>
        </p:sp>
        <p:sp>
          <p:nvSpPr>
            <p:cNvPr id="54282" name="Text Box 12"/>
            <p:cNvSpPr txBox="1"/>
            <p:nvPr/>
          </p:nvSpPr>
          <p:spPr>
            <a:xfrm>
              <a:off x="435" y="1234"/>
              <a:ext cx="298" cy="231"/>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C</a:t>
              </a:r>
              <a:endParaRPr lang="en-US" altLang="zh-CN" b="1" i="0" dirty="0">
                <a:latin typeface="Arial" panose="020B0604020202020204" pitchFamily="34" charset="0"/>
                <a:ea typeface="楷体_GB2312" pitchFamily="49" charset="-122"/>
              </a:endParaRPr>
            </a:p>
          </p:txBody>
        </p:sp>
        <p:sp>
          <p:nvSpPr>
            <p:cNvPr id="54283" name="Text Box 13"/>
            <p:cNvSpPr txBox="1"/>
            <p:nvPr/>
          </p:nvSpPr>
          <p:spPr>
            <a:xfrm>
              <a:off x="838" y="1224"/>
              <a:ext cx="1825" cy="197"/>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00            01          11        10</a:t>
              </a:r>
              <a:endParaRPr lang="en-US" altLang="zh-CN" sz="1600" b="1" i="0" dirty="0">
                <a:solidFill>
                  <a:srgbClr val="000000"/>
                </a:solidFill>
                <a:latin typeface="Arial" panose="020B0604020202020204" pitchFamily="34" charset="0"/>
                <a:ea typeface="楷体_GB2312" pitchFamily="49" charset="-122"/>
              </a:endParaRPr>
            </a:p>
          </p:txBody>
        </p:sp>
        <p:sp>
          <p:nvSpPr>
            <p:cNvPr id="54284" name="Text Box 14"/>
            <p:cNvSpPr txBox="1"/>
            <p:nvPr/>
          </p:nvSpPr>
          <p:spPr>
            <a:xfrm>
              <a:off x="579" y="1546"/>
              <a:ext cx="269" cy="198"/>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a:t>
              </a:r>
              <a:endParaRPr lang="en-US" altLang="zh-CN" sz="1600" b="1" i="0" dirty="0">
                <a:solidFill>
                  <a:srgbClr val="000000"/>
                </a:solidFill>
                <a:latin typeface="Arial" panose="020B0604020202020204" pitchFamily="34" charset="0"/>
                <a:ea typeface="楷体_GB2312" pitchFamily="49" charset="-122"/>
              </a:endParaRPr>
            </a:p>
          </p:txBody>
        </p:sp>
        <p:sp>
          <p:nvSpPr>
            <p:cNvPr id="54285" name="Text Box 15"/>
            <p:cNvSpPr txBox="1"/>
            <p:nvPr/>
          </p:nvSpPr>
          <p:spPr>
            <a:xfrm>
              <a:off x="540" y="2086"/>
              <a:ext cx="346" cy="197"/>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1</a:t>
              </a:r>
              <a:endParaRPr lang="en-US" altLang="zh-CN" sz="1600" b="1" i="0" dirty="0">
                <a:solidFill>
                  <a:srgbClr val="000000"/>
                </a:solidFill>
                <a:latin typeface="Arial" panose="020B0604020202020204" pitchFamily="34" charset="0"/>
                <a:ea typeface="楷体_GB2312" pitchFamily="49" charset="-122"/>
              </a:endParaRPr>
            </a:p>
          </p:txBody>
        </p:sp>
        <p:sp>
          <p:nvSpPr>
            <p:cNvPr id="54286" name="Text Box 16"/>
            <p:cNvSpPr txBox="1"/>
            <p:nvPr/>
          </p:nvSpPr>
          <p:spPr>
            <a:xfrm>
              <a:off x="1040" y="1719"/>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Century" panose="02040604050505020304" pitchFamily="18" charset="0"/>
                <a:ea typeface="楷体_GB2312" pitchFamily="49" charset="-122"/>
              </a:endParaRPr>
            </a:p>
          </p:txBody>
        </p:sp>
        <p:sp>
          <p:nvSpPr>
            <p:cNvPr id="54287" name="Text Box 17"/>
            <p:cNvSpPr txBox="1"/>
            <p:nvPr/>
          </p:nvSpPr>
          <p:spPr>
            <a:xfrm>
              <a:off x="1044" y="2281"/>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Century" panose="02040604050505020304" pitchFamily="18" charset="0"/>
                <a:ea typeface="楷体_GB2312" pitchFamily="49" charset="-122"/>
              </a:endParaRPr>
            </a:p>
          </p:txBody>
        </p:sp>
        <p:sp>
          <p:nvSpPr>
            <p:cNvPr id="54288" name="Text Box 18"/>
            <p:cNvSpPr txBox="1"/>
            <p:nvPr/>
          </p:nvSpPr>
          <p:spPr>
            <a:xfrm>
              <a:off x="895" y="2032"/>
              <a:ext cx="1777"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黑体" panose="02010609060101010101" pitchFamily="2" charset="-122"/>
                </a:rPr>
                <a:t>1       1       1       1</a:t>
              </a:r>
              <a:endParaRPr lang="en-US" altLang="zh-CN" sz="2400" b="1" i="0" dirty="0">
                <a:latin typeface="Arial" panose="020B0604020202020204" pitchFamily="34" charset="0"/>
                <a:ea typeface="黑体" panose="02010609060101010101" pitchFamily="2" charset="-122"/>
              </a:endParaRPr>
            </a:p>
          </p:txBody>
        </p:sp>
        <p:sp>
          <p:nvSpPr>
            <p:cNvPr id="54289" name="Text Box 19"/>
            <p:cNvSpPr txBox="1"/>
            <p:nvPr/>
          </p:nvSpPr>
          <p:spPr>
            <a:xfrm>
              <a:off x="2346" y="1546"/>
              <a:ext cx="434"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宋体" panose="02010600030101010101" pitchFamily="2" charset="-122"/>
                </a:rPr>
                <a:t>1</a:t>
              </a:r>
              <a:endParaRPr lang="en-US" altLang="zh-CN" sz="2400" b="1" i="0" dirty="0">
                <a:latin typeface="Arial" panose="020B0604020202020204" pitchFamily="34" charset="0"/>
                <a:ea typeface="宋体" panose="02010600030101010101" pitchFamily="2" charset="-122"/>
              </a:endParaRPr>
            </a:p>
          </p:txBody>
        </p:sp>
      </p:grpSp>
      <p:graphicFrame>
        <p:nvGraphicFramePr>
          <p:cNvPr id="266260" name="Object 20"/>
          <p:cNvGraphicFramePr>
            <a:graphicFrameLocks noChangeAspect="1"/>
          </p:cNvGraphicFramePr>
          <p:nvPr/>
        </p:nvGraphicFramePr>
        <p:xfrm>
          <a:off x="1143000" y="4648200"/>
          <a:ext cx="2308225" cy="604838"/>
        </p:xfrm>
        <a:graphic>
          <a:graphicData uri="http://schemas.openxmlformats.org/presentationml/2006/ole">
            <mc:AlternateContent xmlns:mc="http://schemas.openxmlformats.org/markup-compatibility/2006">
              <mc:Choice xmlns:v="urn:schemas-microsoft-com:vml" Requires="v">
                <p:oleObj spid="_x0000_s3096" name="" r:id="rId1" imgW="824865" imgH="215900" progId="Equation.3">
                  <p:embed/>
                </p:oleObj>
              </mc:Choice>
              <mc:Fallback>
                <p:oleObj name="" r:id="rId1" imgW="824865" imgH="215900" progId="Equation.3">
                  <p:embed/>
                  <p:pic>
                    <p:nvPicPr>
                      <p:cNvPr id="0" name="图片 3095"/>
                      <p:cNvPicPr/>
                      <p:nvPr/>
                    </p:nvPicPr>
                    <p:blipFill>
                      <a:blip r:embed="rId2"/>
                      <a:stretch>
                        <a:fillRect/>
                      </a:stretch>
                    </p:blipFill>
                    <p:spPr>
                      <a:xfrm>
                        <a:off x="1143000" y="4648200"/>
                        <a:ext cx="2308225" cy="604838"/>
                      </a:xfrm>
                      <a:prstGeom prst="rect">
                        <a:avLst/>
                      </a:prstGeom>
                      <a:noFill/>
                      <a:ln w="38100">
                        <a:noFill/>
                        <a:miter/>
                      </a:ln>
                    </p:spPr>
                  </p:pic>
                </p:oleObj>
              </mc:Fallback>
            </mc:AlternateContent>
          </a:graphicData>
        </a:graphic>
      </p:graphicFrame>
      <p:graphicFrame>
        <p:nvGraphicFramePr>
          <p:cNvPr id="266261" name="Object 21"/>
          <p:cNvGraphicFramePr>
            <a:graphicFrameLocks noChangeAspect="1"/>
          </p:cNvGraphicFramePr>
          <p:nvPr/>
        </p:nvGraphicFramePr>
        <p:xfrm>
          <a:off x="5029200" y="4724400"/>
          <a:ext cx="2857500" cy="608013"/>
        </p:xfrm>
        <a:graphic>
          <a:graphicData uri="http://schemas.openxmlformats.org/presentationml/2006/ole">
            <mc:AlternateContent xmlns:mc="http://schemas.openxmlformats.org/markup-compatibility/2006">
              <mc:Choice xmlns:v="urn:schemas-microsoft-com:vml" Requires="v">
                <p:oleObj spid="_x0000_s3097" name="" r:id="rId3" imgW="1015365" imgH="215900" progId="Equation.3">
                  <p:embed/>
                </p:oleObj>
              </mc:Choice>
              <mc:Fallback>
                <p:oleObj name="" r:id="rId3" imgW="1015365" imgH="215900" progId="Equation.3">
                  <p:embed/>
                  <p:pic>
                    <p:nvPicPr>
                      <p:cNvPr id="0" name="图片 3096"/>
                      <p:cNvPicPr/>
                      <p:nvPr/>
                    </p:nvPicPr>
                    <p:blipFill>
                      <a:blip r:embed="rId4"/>
                      <a:stretch>
                        <a:fillRect/>
                      </a:stretch>
                    </p:blipFill>
                    <p:spPr>
                      <a:xfrm>
                        <a:off x="5029200" y="4724400"/>
                        <a:ext cx="2857500" cy="608013"/>
                      </a:xfrm>
                      <a:prstGeom prst="rect">
                        <a:avLst/>
                      </a:prstGeom>
                      <a:noFill/>
                      <a:ln w="38100">
                        <a:noFill/>
                        <a:miter/>
                      </a:ln>
                    </p:spPr>
                  </p:pic>
                </p:oleObj>
              </mc:Fallback>
            </mc:AlternateContent>
          </a:graphicData>
        </a:graphic>
      </p:graphicFrame>
      <p:sp>
        <p:nvSpPr>
          <p:cNvPr id="266262" name="Text Box 22"/>
          <p:cNvSpPr txBox="1"/>
          <p:nvPr/>
        </p:nvSpPr>
        <p:spPr>
          <a:xfrm>
            <a:off x="5181600" y="990600"/>
            <a:ext cx="3671888" cy="519113"/>
          </a:xfrm>
          <a:prstGeom prst="rect">
            <a:avLst/>
          </a:prstGeom>
          <a:noFill/>
          <a:ln w="9525">
            <a:noFill/>
          </a:ln>
        </p:spPr>
        <p:txBody>
          <a:bodyPr anchor="t" anchorCtr="0">
            <a:spAutoFit/>
          </a:bodyPr>
          <a:p>
            <a:pPr>
              <a:spcBef>
                <a:spcPct val="50000"/>
              </a:spcBef>
            </a:pPr>
            <a:r>
              <a:rPr lang="en-US" altLang="zh-CN" sz="2800" b="1" i="0" dirty="0">
                <a:latin typeface="Arial" panose="020B0604020202020204" pitchFamily="34" charset="0"/>
                <a:ea typeface="宋体" panose="02010600030101010101" pitchFamily="2" charset="-122"/>
              </a:rPr>
              <a:t>F</a:t>
            </a:r>
            <a:r>
              <a:rPr lang="en-US" altLang="zh-CN" sz="2800" b="1" i="0" baseline="-25000" dirty="0">
                <a:latin typeface="Arial" panose="020B0604020202020204" pitchFamily="34" charset="0"/>
                <a:ea typeface="宋体" panose="02010600030101010101" pitchFamily="2" charset="-122"/>
              </a:rPr>
              <a:t>2 </a:t>
            </a:r>
            <a:r>
              <a:rPr lang="en-US" altLang="zh-CN" sz="2400" b="1" i="0" baseline="-25000" dirty="0">
                <a:latin typeface="Times New Roman" panose="02020603050405020304" pitchFamily="18" charset="0"/>
                <a:ea typeface="宋体" panose="02010600030101010101" pitchFamily="2" charset="-122"/>
              </a:rPr>
              <a:t>(A,B,C)</a:t>
            </a:r>
            <a:r>
              <a:rPr lang="en-US" altLang="zh-CN" sz="2800" b="1" i="0" baseline="-25000" dirty="0">
                <a:latin typeface="Arial" panose="020B0604020202020204" pitchFamily="34" charset="0"/>
                <a:ea typeface="宋体" panose="02010600030101010101" pitchFamily="2" charset="-122"/>
              </a:rPr>
              <a:t> </a:t>
            </a:r>
            <a:r>
              <a:rPr lang="en-US" altLang="zh-CN" sz="2800" b="1" i="0" dirty="0">
                <a:latin typeface="Arial" panose="020B0604020202020204" pitchFamily="34" charset="0"/>
                <a:ea typeface="宋体" panose="02010600030101010101" pitchFamily="2" charset="-122"/>
              </a:rPr>
              <a:t>=</a:t>
            </a:r>
            <a:r>
              <a:rPr lang="el-GR" altLang="zh-CN" sz="2800" b="1" i="0" dirty="0">
                <a:latin typeface="Arial" panose="020B0604020202020204" pitchFamily="34" charset="0"/>
                <a:ea typeface="宋体" panose="02010600030101010101" pitchFamily="2" charset="-122"/>
              </a:rPr>
              <a:t>Σ</a:t>
            </a:r>
            <a:r>
              <a:rPr lang="en-US" altLang="zh-CN" sz="2800" b="1" i="0" dirty="0">
                <a:latin typeface="Arial" panose="020B0604020202020204" pitchFamily="34" charset="0"/>
                <a:ea typeface="宋体" panose="02010600030101010101" pitchFamily="2" charset="-122"/>
              </a:rPr>
              <a:t>m</a:t>
            </a:r>
            <a:r>
              <a:rPr lang="en-US" altLang="zh-CN" sz="2800" b="1" i="0" dirty="0">
                <a:latin typeface="Century" panose="02040604050505020304" pitchFamily="18"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3</a:t>
            </a:r>
            <a:r>
              <a:rPr lang="zh-CN" altLang="en-US" sz="2800" b="1" i="0" dirty="0">
                <a:latin typeface="Arial" panose="020B0604020202020204" pitchFamily="34"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4</a:t>
            </a:r>
            <a:r>
              <a:rPr lang="zh-CN" altLang="en-US" sz="2800" b="1" i="0" dirty="0">
                <a:latin typeface="Arial" panose="020B0604020202020204" pitchFamily="34"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7</a:t>
            </a:r>
            <a:r>
              <a:rPr lang="en-US" altLang="zh-CN" sz="2800" b="1" i="0" dirty="0">
                <a:latin typeface="Century" panose="02040604050505020304" pitchFamily="18" charset="0"/>
                <a:ea typeface="宋体" panose="02010600030101010101" pitchFamily="2" charset="-122"/>
              </a:rPr>
              <a:t>)</a:t>
            </a:r>
            <a:endParaRPr lang="el-GR" altLang="zh-CN" sz="2800" b="1" i="0" dirty="0">
              <a:latin typeface="Century" panose="02040604050505020304" pitchFamily="18" charset="0"/>
              <a:ea typeface="Arial" panose="020B0604020202020204" pitchFamily="34" charset="0"/>
            </a:endParaRPr>
          </a:p>
        </p:txBody>
      </p:sp>
      <p:grpSp>
        <p:nvGrpSpPr>
          <p:cNvPr id="3" name="Group 23"/>
          <p:cNvGrpSpPr/>
          <p:nvPr/>
        </p:nvGrpSpPr>
        <p:grpSpPr>
          <a:xfrm>
            <a:off x="4370388" y="1835150"/>
            <a:ext cx="4062412" cy="2265363"/>
            <a:chOff x="435" y="1052"/>
            <a:chExt cx="2559" cy="1427"/>
          </a:xfrm>
        </p:grpSpPr>
        <p:sp>
          <p:nvSpPr>
            <p:cNvPr id="54294" name="Rectangle 24"/>
            <p:cNvSpPr/>
            <p:nvPr/>
          </p:nvSpPr>
          <p:spPr>
            <a:xfrm>
              <a:off x="793" y="1396"/>
              <a:ext cx="1960" cy="1081"/>
            </a:xfrm>
            <a:prstGeom prst="rect">
              <a:avLst/>
            </a:prstGeom>
            <a:noFill/>
            <a:ln w="28575" cap="flat" cmpd="sng">
              <a:solidFill>
                <a:srgbClr val="0000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4295" name="Line 25"/>
            <p:cNvSpPr/>
            <p:nvPr/>
          </p:nvSpPr>
          <p:spPr>
            <a:xfrm>
              <a:off x="1270" y="1399"/>
              <a:ext cx="0" cy="1080"/>
            </a:xfrm>
            <a:prstGeom prst="line">
              <a:avLst/>
            </a:prstGeom>
            <a:ln w="28575" cap="flat" cmpd="sng">
              <a:solidFill>
                <a:srgbClr val="000000"/>
              </a:solidFill>
              <a:prstDash val="solid"/>
              <a:round/>
              <a:headEnd type="none" w="med" len="med"/>
              <a:tailEnd type="none" w="med" len="med"/>
            </a:ln>
          </p:spPr>
        </p:sp>
        <p:sp>
          <p:nvSpPr>
            <p:cNvPr id="54296" name="Line 26"/>
            <p:cNvSpPr/>
            <p:nvPr/>
          </p:nvSpPr>
          <p:spPr>
            <a:xfrm>
              <a:off x="1744" y="1395"/>
              <a:ext cx="0" cy="1080"/>
            </a:xfrm>
            <a:prstGeom prst="line">
              <a:avLst/>
            </a:prstGeom>
            <a:ln w="28575" cap="flat" cmpd="sng">
              <a:solidFill>
                <a:srgbClr val="000000"/>
              </a:solidFill>
              <a:prstDash val="solid"/>
              <a:round/>
              <a:headEnd type="none" w="med" len="med"/>
              <a:tailEnd type="none" w="med" len="med"/>
            </a:ln>
          </p:spPr>
        </p:sp>
        <p:sp>
          <p:nvSpPr>
            <p:cNvPr id="54297" name="Line 27"/>
            <p:cNvSpPr/>
            <p:nvPr/>
          </p:nvSpPr>
          <p:spPr>
            <a:xfrm>
              <a:off x="2229" y="1399"/>
              <a:ext cx="0" cy="1080"/>
            </a:xfrm>
            <a:prstGeom prst="line">
              <a:avLst/>
            </a:prstGeom>
            <a:ln w="28575" cap="flat" cmpd="sng">
              <a:solidFill>
                <a:srgbClr val="000000"/>
              </a:solidFill>
              <a:prstDash val="solid"/>
              <a:round/>
              <a:headEnd type="none" w="med" len="med"/>
              <a:tailEnd type="none" w="med" len="med"/>
            </a:ln>
          </p:spPr>
        </p:sp>
        <p:sp>
          <p:nvSpPr>
            <p:cNvPr id="54298" name="Line 28"/>
            <p:cNvSpPr/>
            <p:nvPr/>
          </p:nvSpPr>
          <p:spPr>
            <a:xfrm>
              <a:off x="790" y="1912"/>
              <a:ext cx="1959" cy="0"/>
            </a:xfrm>
            <a:prstGeom prst="line">
              <a:avLst/>
            </a:prstGeom>
            <a:ln w="28575" cap="flat" cmpd="sng">
              <a:solidFill>
                <a:srgbClr val="000000"/>
              </a:solidFill>
              <a:prstDash val="solid"/>
              <a:round/>
              <a:headEnd type="none" w="med" len="med"/>
              <a:tailEnd type="none" w="med" len="med"/>
            </a:ln>
          </p:spPr>
        </p:sp>
        <p:sp>
          <p:nvSpPr>
            <p:cNvPr id="54299" name="Line 29"/>
            <p:cNvSpPr/>
            <p:nvPr/>
          </p:nvSpPr>
          <p:spPr>
            <a:xfrm flipH="1" flipV="1">
              <a:off x="540" y="1148"/>
              <a:ext cx="253" cy="248"/>
            </a:xfrm>
            <a:prstGeom prst="line">
              <a:avLst/>
            </a:prstGeom>
            <a:ln w="28575" cap="flat" cmpd="sng">
              <a:solidFill>
                <a:srgbClr val="000000"/>
              </a:solidFill>
              <a:prstDash val="solid"/>
              <a:round/>
              <a:headEnd type="none" w="med" len="med"/>
              <a:tailEnd type="none" w="med" len="med"/>
            </a:ln>
          </p:spPr>
        </p:sp>
        <p:sp>
          <p:nvSpPr>
            <p:cNvPr id="54300" name="Text Box 30"/>
            <p:cNvSpPr txBox="1"/>
            <p:nvPr/>
          </p:nvSpPr>
          <p:spPr>
            <a:xfrm>
              <a:off x="578" y="1052"/>
              <a:ext cx="586" cy="231"/>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AB</a:t>
              </a:r>
              <a:endParaRPr lang="en-US" altLang="zh-CN" b="1" i="0" dirty="0">
                <a:latin typeface="Arial" panose="020B0604020202020204" pitchFamily="34" charset="0"/>
                <a:ea typeface="楷体_GB2312" pitchFamily="49" charset="-122"/>
              </a:endParaRPr>
            </a:p>
          </p:txBody>
        </p:sp>
        <p:sp>
          <p:nvSpPr>
            <p:cNvPr id="54301" name="Text Box 31"/>
            <p:cNvSpPr txBox="1"/>
            <p:nvPr/>
          </p:nvSpPr>
          <p:spPr>
            <a:xfrm>
              <a:off x="435" y="1234"/>
              <a:ext cx="298" cy="231"/>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C</a:t>
              </a:r>
              <a:endParaRPr lang="en-US" altLang="zh-CN" b="1" i="0" dirty="0">
                <a:latin typeface="Arial" panose="020B0604020202020204" pitchFamily="34" charset="0"/>
                <a:ea typeface="楷体_GB2312" pitchFamily="49" charset="-122"/>
              </a:endParaRPr>
            </a:p>
          </p:txBody>
        </p:sp>
        <p:sp>
          <p:nvSpPr>
            <p:cNvPr id="54302" name="Text Box 32"/>
            <p:cNvSpPr txBox="1"/>
            <p:nvPr/>
          </p:nvSpPr>
          <p:spPr>
            <a:xfrm>
              <a:off x="838" y="1224"/>
              <a:ext cx="1825" cy="197"/>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00            01          11        10</a:t>
              </a:r>
              <a:endParaRPr lang="en-US" altLang="zh-CN" sz="1600" b="1" i="0" dirty="0">
                <a:solidFill>
                  <a:srgbClr val="000000"/>
                </a:solidFill>
                <a:latin typeface="Arial" panose="020B0604020202020204" pitchFamily="34" charset="0"/>
                <a:ea typeface="楷体_GB2312" pitchFamily="49" charset="-122"/>
              </a:endParaRPr>
            </a:p>
          </p:txBody>
        </p:sp>
        <p:sp>
          <p:nvSpPr>
            <p:cNvPr id="54303" name="Text Box 33"/>
            <p:cNvSpPr txBox="1"/>
            <p:nvPr/>
          </p:nvSpPr>
          <p:spPr>
            <a:xfrm>
              <a:off x="579" y="1546"/>
              <a:ext cx="269" cy="198"/>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a:t>
              </a:r>
              <a:endParaRPr lang="en-US" altLang="zh-CN" sz="1600" b="1" i="0" dirty="0">
                <a:solidFill>
                  <a:srgbClr val="000000"/>
                </a:solidFill>
                <a:latin typeface="Arial" panose="020B0604020202020204" pitchFamily="34" charset="0"/>
                <a:ea typeface="楷体_GB2312" pitchFamily="49" charset="-122"/>
              </a:endParaRPr>
            </a:p>
          </p:txBody>
        </p:sp>
        <p:sp>
          <p:nvSpPr>
            <p:cNvPr id="54304" name="Text Box 34"/>
            <p:cNvSpPr txBox="1"/>
            <p:nvPr/>
          </p:nvSpPr>
          <p:spPr>
            <a:xfrm>
              <a:off x="540" y="2086"/>
              <a:ext cx="346" cy="197"/>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1</a:t>
              </a:r>
              <a:endParaRPr lang="en-US" altLang="zh-CN" sz="1600" b="1" i="0" dirty="0">
                <a:solidFill>
                  <a:srgbClr val="000000"/>
                </a:solidFill>
                <a:latin typeface="Arial" panose="020B0604020202020204" pitchFamily="34" charset="0"/>
                <a:ea typeface="楷体_GB2312" pitchFamily="49" charset="-122"/>
              </a:endParaRPr>
            </a:p>
          </p:txBody>
        </p:sp>
        <p:sp>
          <p:nvSpPr>
            <p:cNvPr id="54305" name="Text Box 35"/>
            <p:cNvSpPr txBox="1"/>
            <p:nvPr/>
          </p:nvSpPr>
          <p:spPr>
            <a:xfrm>
              <a:off x="1040" y="1719"/>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Arial" panose="020B0604020202020204" pitchFamily="34" charset="0"/>
                <a:ea typeface="楷体_GB2312" pitchFamily="49" charset="-122"/>
              </a:endParaRPr>
            </a:p>
          </p:txBody>
        </p:sp>
        <p:sp>
          <p:nvSpPr>
            <p:cNvPr id="54306" name="Text Box 36"/>
            <p:cNvSpPr txBox="1"/>
            <p:nvPr/>
          </p:nvSpPr>
          <p:spPr>
            <a:xfrm>
              <a:off x="1044" y="2281"/>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Arial" panose="020B0604020202020204" pitchFamily="34" charset="0"/>
                <a:ea typeface="楷体_GB2312" pitchFamily="49" charset="-122"/>
              </a:endParaRPr>
            </a:p>
          </p:txBody>
        </p:sp>
        <p:sp>
          <p:nvSpPr>
            <p:cNvPr id="54307" name="Text Box 37"/>
            <p:cNvSpPr txBox="1"/>
            <p:nvPr/>
          </p:nvSpPr>
          <p:spPr>
            <a:xfrm>
              <a:off x="895" y="2032"/>
              <a:ext cx="1777"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黑体" panose="02010609060101010101" pitchFamily="2" charset="-122"/>
                </a:rPr>
                <a:t>          1       1</a:t>
              </a:r>
              <a:endParaRPr lang="en-US" altLang="zh-CN" sz="2400" b="1" i="0" dirty="0">
                <a:latin typeface="Arial" panose="020B0604020202020204" pitchFamily="34" charset="0"/>
                <a:ea typeface="黑体" panose="02010609060101010101" pitchFamily="2" charset="-122"/>
              </a:endParaRPr>
            </a:p>
          </p:txBody>
        </p:sp>
        <p:sp>
          <p:nvSpPr>
            <p:cNvPr id="54308" name="Text Box 38"/>
            <p:cNvSpPr txBox="1"/>
            <p:nvPr/>
          </p:nvSpPr>
          <p:spPr>
            <a:xfrm>
              <a:off x="2346" y="1546"/>
              <a:ext cx="434"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宋体" panose="02010600030101010101" pitchFamily="2" charset="-122"/>
                </a:rPr>
                <a:t>1</a:t>
              </a:r>
              <a:endParaRPr lang="en-US" altLang="zh-CN" sz="2400" b="1" i="0" dirty="0">
                <a:latin typeface="Arial" panose="020B0604020202020204" pitchFamily="34" charset="0"/>
                <a:ea typeface="宋体" panose="02010600030101010101" pitchFamily="2" charset="-122"/>
              </a:endParaRPr>
            </a:p>
          </p:txBody>
        </p:sp>
      </p:grpSp>
      <p:sp>
        <p:nvSpPr>
          <p:cNvPr id="266279" name="AutoShape 39"/>
          <p:cNvSpPr/>
          <p:nvPr/>
        </p:nvSpPr>
        <p:spPr>
          <a:xfrm>
            <a:off x="896938" y="3325813"/>
            <a:ext cx="2806700" cy="611187"/>
          </a:xfrm>
          <a:prstGeom prst="flowChartTerminator">
            <a:avLst/>
          </a:prstGeom>
          <a:noFill/>
          <a:ln w="28575" cap="flat" cmpd="sng">
            <a:solidFill>
              <a:srgbClr val="FF33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66280" name="AutoShape 40"/>
          <p:cNvSpPr/>
          <p:nvPr/>
        </p:nvSpPr>
        <p:spPr>
          <a:xfrm>
            <a:off x="3243263" y="2439988"/>
            <a:ext cx="517525" cy="1597025"/>
          </a:xfrm>
          <a:prstGeom prst="flowChartTerminator">
            <a:avLst/>
          </a:prstGeom>
          <a:noFill/>
          <a:ln w="28575" cap="flat" cmpd="sng">
            <a:solidFill>
              <a:srgbClr val="FF33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66281" name="AutoShape 41"/>
          <p:cNvSpPr/>
          <p:nvPr/>
        </p:nvSpPr>
        <p:spPr>
          <a:xfrm>
            <a:off x="5922963" y="3333750"/>
            <a:ext cx="1209675" cy="611188"/>
          </a:xfrm>
          <a:prstGeom prst="flowChartTerminator">
            <a:avLst/>
          </a:prstGeom>
          <a:noFill/>
          <a:ln w="28575" cap="flat" cmpd="sng">
            <a:solidFill>
              <a:srgbClr val="FF33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66282" name="Oval 42"/>
          <p:cNvSpPr/>
          <p:nvPr/>
        </p:nvSpPr>
        <p:spPr>
          <a:xfrm>
            <a:off x="7361238" y="2632075"/>
            <a:ext cx="446087" cy="450850"/>
          </a:xfrm>
          <a:prstGeom prst="ellipse">
            <a:avLst/>
          </a:prstGeom>
          <a:noFill/>
          <a:ln w="28575" cap="flat" cmpd="sng">
            <a:solidFill>
              <a:srgbClr val="FF3300"/>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6243"/>
                                        </p:tgtEl>
                                        <p:attrNameLst>
                                          <p:attrName>style.visibility</p:attrName>
                                        </p:attrNameLst>
                                      </p:cBhvr>
                                      <p:to>
                                        <p:strVal val="visible"/>
                                      </p:to>
                                    </p:set>
                                    <p:animEffect transition="in" filter="wipe(left)">
                                      <p:cBhvr>
                                        <p:cTn id="7" dur="500"/>
                                        <p:tgtEl>
                                          <p:spTgt spid="26624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6279"/>
                                        </p:tgtEl>
                                        <p:attrNameLst>
                                          <p:attrName>style.visibility</p:attrName>
                                        </p:attrNameLst>
                                      </p:cBhvr>
                                      <p:to>
                                        <p:strVal val="visible"/>
                                      </p:to>
                                    </p:set>
                                    <p:animEffect transition="in" filter="wipe(left)">
                                      <p:cBhvr>
                                        <p:cTn id="17" dur="500"/>
                                        <p:tgtEl>
                                          <p:spTgt spid="266279"/>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266280"/>
                                        </p:tgtEl>
                                        <p:attrNameLst>
                                          <p:attrName>style.visibility</p:attrName>
                                        </p:attrNameLst>
                                      </p:cBhvr>
                                      <p:to>
                                        <p:strVal val="visible"/>
                                      </p:to>
                                    </p:set>
                                    <p:animEffect transition="in" filter="wipe(up)">
                                      <p:cBhvr>
                                        <p:cTn id="21" dur="500"/>
                                        <p:tgtEl>
                                          <p:spTgt spid="266280"/>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266260"/>
                                        </p:tgtEl>
                                        <p:attrNameLst>
                                          <p:attrName>style.visibility</p:attrName>
                                        </p:attrNameLst>
                                      </p:cBhvr>
                                      <p:to>
                                        <p:strVal val="visible"/>
                                      </p:to>
                                    </p:set>
                                    <p:animEffect transition="in" filter="wipe(left)">
                                      <p:cBhvr>
                                        <p:cTn id="25" dur="500"/>
                                        <p:tgtEl>
                                          <p:spTgt spid="26626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66262"/>
                                        </p:tgtEl>
                                        <p:attrNameLst>
                                          <p:attrName>style.visibility</p:attrName>
                                        </p:attrNameLst>
                                      </p:cBhvr>
                                      <p:to>
                                        <p:strVal val="visible"/>
                                      </p:to>
                                    </p:set>
                                    <p:animEffect transition="in" filter="wipe(left)">
                                      <p:cBhvr>
                                        <p:cTn id="30" dur="500"/>
                                        <p:tgtEl>
                                          <p:spTgt spid="266262"/>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checkerboard(across)">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66281"/>
                                        </p:tgtEl>
                                        <p:attrNameLst>
                                          <p:attrName>style.visibility</p:attrName>
                                        </p:attrNameLst>
                                      </p:cBhvr>
                                      <p:to>
                                        <p:strVal val="visible"/>
                                      </p:to>
                                    </p:set>
                                    <p:animEffect transition="in" filter="wipe(left)">
                                      <p:cBhvr>
                                        <p:cTn id="40" dur="500"/>
                                        <p:tgtEl>
                                          <p:spTgt spid="266281"/>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266282"/>
                                        </p:tgtEl>
                                        <p:attrNameLst>
                                          <p:attrName>style.visibility</p:attrName>
                                        </p:attrNameLst>
                                      </p:cBhvr>
                                      <p:to>
                                        <p:strVal val="visible"/>
                                      </p:to>
                                    </p:set>
                                    <p:animEffect transition="in" filter="wipe(left)">
                                      <p:cBhvr>
                                        <p:cTn id="44" dur="500"/>
                                        <p:tgtEl>
                                          <p:spTgt spid="266282"/>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266261"/>
                                        </p:tgtEl>
                                        <p:attrNameLst>
                                          <p:attrName>style.visibility</p:attrName>
                                        </p:attrNameLst>
                                      </p:cBhvr>
                                      <p:to>
                                        <p:strVal val="visible"/>
                                      </p:to>
                                    </p:set>
                                    <p:animEffect transition="in" filter="wipe(left)">
                                      <p:cBhvr>
                                        <p:cTn id="48" dur="500"/>
                                        <p:tgtEl>
                                          <p:spTgt spid="266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3" grpId="0"/>
      <p:bldP spid="266262" grpId="0"/>
      <p:bldP spid="266279" grpId="0" animBg="1"/>
      <p:bldP spid="266280" grpId="0" animBg="1"/>
      <p:bldP spid="266281" grpId="0" animBg="1"/>
      <p:bldP spid="26628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3"/>
          <p:cNvGrpSpPr/>
          <p:nvPr/>
        </p:nvGrpSpPr>
        <p:grpSpPr>
          <a:xfrm>
            <a:off x="2124075" y="2582863"/>
            <a:ext cx="4319588" cy="3602037"/>
            <a:chOff x="499" y="1388"/>
            <a:chExt cx="2721" cy="2269"/>
          </a:xfrm>
        </p:grpSpPr>
        <p:grpSp>
          <p:nvGrpSpPr>
            <p:cNvPr id="55298" name="Group 4"/>
            <p:cNvGrpSpPr/>
            <p:nvPr/>
          </p:nvGrpSpPr>
          <p:grpSpPr>
            <a:xfrm>
              <a:off x="2279" y="1480"/>
              <a:ext cx="544" cy="431"/>
              <a:chOff x="2222" y="3543"/>
              <a:chExt cx="544" cy="431"/>
            </a:xfrm>
          </p:grpSpPr>
          <p:sp>
            <p:nvSpPr>
              <p:cNvPr id="55299" name="AutoShape 5"/>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5300" name="Oval 6"/>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5301" name="Group 7"/>
            <p:cNvGrpSpPr/>
            <p:nvPr/>
          </p:nvGrpSpPr>
          <p:grpSpPr>
            <a:xfrm>
              <a:off x="1134" y="1956"/>
              <a:ext cx="544" cy="431"/>
              <a:chOff x="2222" y="3543"/>
              <a:chExt cx="544" cy="431"/>
            </a:xfrm>
          </p:grpSpPr>
          <p:sp>
            <p:nvSpPr>
              <p:cNvPr id="55302" name="AutoShape 8"/>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5303" name="Oval 9"/>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55304" name="Line 10"/>
            <p:cNvSpPr/>
            <p:nvPr/>
          </p:nvSpPr>
          <p:spPr>
            <a:xfrm>
              <a:off x="743" y="1592"/>
              <a:ext cx="1525" cy="1"/>
            </a:xfrm>
            <a:prstGeom prst="line">
              <a:avLst/>
            </a:prstGeom>
            <a:ln w="28575" cap="flat" cmpd="sng">
              <a:solidFill>
                <a:schemeClr val="tx1"/>
              </a:solidFill>
              <a:prstDash val="solid"/>
              <a:round/>
              <a:headEnd type="none" w="med" len="med"/>
              <a:tailEnd type="none" w="med" len="med"/>
            </a:ln>
          </p:spPr>
        </p:sp>
        <p:grpSp>
          <p:nvGrpSpPr>
            <p:cNvPr id="55305" name="Group 11"/>
            <p:cNvGrpSpPr/>
            <p:nvPr/>
          </p:nvGrpSpPr>
          <p:grpSpPr>
            <a:xfrm>
              <a:off x="1134" y="3158"/>
              <a:ext cx="544" cy="431"/>
              <a:chOff x="2222" y="3543"/>
              <a:chExt cx="544" cy="431"/>
            </a:xfrm>
          </p:grpSpPr>
          <p:sp>
            <p:nvSpPr>
              <p:cNvPr id="55306" name="AutoShape 12"/>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5307" name="Oval 13"/>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5308" name="Group 14"/>
            <p:cNvGrpSpPr/>
            <p:nvPr/>
          </p:nvGrpSpPr>
          <p:grpSpPr>
            <a:xfrm>
              <a:off x="1134" y="2591"/>
              <a:ext cx="544" cy="431"/>
              <a:chOff x="2222" y="3543"/>
              <a:chExt cx="544" cy="431"/>
            </a:xfrm>
          </p:grpSpPr>
          <p:sp>
            <p:nvSpPr>
              <p:cNvPr id="55309" name="AutoShape 15"/>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5310" name="Oval 16"/>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5311" name="Group 17"/>
            <p:cNvGrpSpPr/>
            <p:nvPr/>
          </p:nvGrpSpPr>
          <p:grpSpPr>
            <a:xfrm>
              <a:off x="2274" y="2624"/>
              <a:ext cx="544" cy="431"/>
              <a:chOff x="2222" y="3543"/>
              <a:chExt cx="544" cy="431"/>
            </a:xfrm>
          </p:grpSpPr>
          <p:sp>
            <p:nvSpPr>
              <p:cNvPr id="55312" name="AutoShape 18"/>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5313" name="Oval 19"/>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55314" name="Line 20"/>
            <p:cNvSpPr/>
            <p:nvPr/>
          </p:nvSpPr>
          <p:spPr>
            <a:xfrm flipH="1">
              <a:off x="743" y="2047"/>
              <a:ext cx="391" cy="0"/>
            </a:xfrm>
            <a:prstGeom prst="line">
              <a:avLst/>
            </a:prstGeom>
            <a:ln w="28575" cap="flat" cmpd="sng">
              <a:solidFill>
                <a:schemeClr val="tx1"/>
              </a:solidFill>
              <a:prstDash val="solid"/>
              <a:round/>
              <a:headEnd type="none" w="med" len="med"/>
              <a:tailEnd type="none" w="med" len="med"/>
            </a:ln>
          </p:spPr>
        </p:sp>
        <p:sp>
          <p:nvSpPr>
            <p:cNvPr id="55315" name="Line 21"/>
            <p:cNvSpPr/>
            <p:nvPr/>
          </p:nvSpPr>
          <p:spPr>
            <a:xfrm flipH="1">
              <a:off x="743" y="2273"/>
              <a:ext cx="391" cy="0"/>
            </a:xfrm>
            <a:prstGeom prst="line">
              <a:avLst/>
            </a:prstGeom>
            <a:ln w="28575" cap="flat" cmpd="sng">
              <a:solidFill>
                <a:schemeClr val="tx1"/>
              </a:solidFill>
              <a:prstDash val="solid"/>
              <a:round/>
              <a:headEnd type="none" w="med" len="med"/>
              <a:tailEnd type="none" w="med" len="med"/>
            </a:ln>
          </p:spPr>
        </p:sp>
        <p:sp>
          <p:nvSpPr>
            <p:cNvPr id="55316" name="Line 22"/>
            <p:cNvSpPr/>
            <p:nvPr/>
          </p:nvSpPr>
          <p:spPr>
            <a:xfrm flipH="1">
              <a:off x="743" y="2636"/>
              <a:ext cx="391" cy="0"/>
            </a:xfrm>
            <a:prstGeom prst="line">
              <a:avLst/>
            </a:prstGeom>
            <a:ln w="28575" cap="flat" cmpd="sng">
              <a:solidFill>
                <a:schemeClr val="tx1"/>
              </a:solidFill>
              <a:prstDash val="solid"/>
              <a:round/>
              <a:headEnd type="none" w="med" len="med"/>
              <a:tailEnd type="none" w="med" len="med"/>
            </a:ln>
          </p:spPr>
        </p:sp>
        <p:sp>
          <p:nvSpPr>
            <p:cNvPr id="55317" name="Line 23"/>
            <p:cNvSpPr/>
            <p:nvPr/>
          </p:nvSpPr>
          <p:spPr>
            <a:xfrm flipH="1">
              <a:off x="740" y="2818"/>
              <a:ext cx="391" cy="0"/>
            </a:xfrm>
            <a:prstGeom prst="line">
              <a:avLst/>
            </a:prstGeom>
            <a:ln w="28575" cap="flat" cmpd="sng">
              <a:solidFill>
                <a:schemeClr val="tx1"/>
              </a:solidFill>
              <a:prstDash val="solid"/>
              <a:round/>
              <a:headEnd type="none" w="med" len="med"/>
              <a:tailEnd type="none" w="med" len="med"/>
            </a:ln>
          </p:spPr>
        </p:sp>
        <p:sp>
          <p:nvSpPr>
            <p:cNvPr id="55318" name="Line 24"/>
            <p:cNvSpPr/>
            <p:nvPr/>
          </p:nvSpPr>
          <p:spPr>
            <a:xfrm flipH="1">
              <a:off x="740" y="2976"/>
              <a:ext cx="391" cy="0"/>
            </a:xfrm>
            <a:prstGeom prst="line">
              <a:avLst/>
            </a:prstGeom>
            <a:ln w="28575" cap="flat" cmpd="sng">
              <a:solidFill>
                <a:schemeClr val="tx1"/>
              </a:solidFill>
              <a:prstDash val="solid"/>
              <a:round/>
              <a:headEnd type="none" w="med" len="med"/>
              <a:tailEnd type="none" w="med" len="med"/>
            </a:ln>
          </p:spPr>
        </p:sp>
        <p:sp>
          <p:nvSpPr>
            <p:cNvPr id="55319" name="Line 25"/>
            <p:cNvSpPr/>
            <p:nvPr/>
          </p:nvSpPr>
          <p:spPr>
            <a:xfrm flipH="1">
              <a:off x="740" y="3249"/>
              <a:ext cx="391" cy="0"/>
            </a:xfrm>
            <a:prstGeom prst="line">
              <a:avLst/>
            </a:prstGeom>
            <a:ln w="28575" cap="flat" cmpd="sng">
              <a:solidFill>
                <a:schemeClr val="tx1"/>
              </a:solidFill>
              <a:prstDash val="solid"/>
              <a:round/>
              <a:headEnd type="none" w="med" len="med"/>
              <a:tailEnd type="none" w="med" len="med"/>
            </a:ln>
          </p:spPr>
        </p:sp>
        <p:sp>
          <p:nvSpPr>
            <p:cNvPr id="55320" name="Line 26"/>
            <p:cNvSpPr/>
            <p:nvPr/>
          </p:nvSpPr>
          <p:spPr>
            <a:xfrm flipH="1">
              <a:off x="740" y="3498"/>
              <a:ext cx="391" cy="0"/>
            </a:xfrm>
            <a:prstGeom prst="line">
              <a:avLst/>
            </a:prstGeom>
            <a:ln w="28575" cap="flat" cmpd="sng">
              <a:solidFill>
                <a:schemeClr val="tx1"/>
              </a:solidFill>
              <a:prstDash val="solid"/>
              <a:round/>
              <a:headEnd type="none" w="med" len="med"/>
              <a:tailEnd type="none" w="med" len="med"/>
            </a:ln>
          </p:spPr>
        </p:sp>
        <p:sp>
          <p:nvSpPr>
            <p:cNvPr id="55321" name="Line 27"/>
            <p:cNvSpPr/>
            <p:nvPr/>
          </p:nvSpPr>
          <p:spPr>
            <a:xfrm flipH="1">
              <a:off x="2829" y="1684"/>
              <a:ext cx="391" cy="0"/>
            </a:xfrm>
            <a:prstGeom prst="line">
              <a:avLst/>
            </a:prstGeom>
            <a:ln w="28575" cap="flat" cmpd="sng">
              <a:solidFill>
                <a:schemeClr val="tx1"/>
              </a:solidFill>
              <a:prstDash val="solid"/>
              <a:round/>
              <a:headEnd type="none" w="med" len="med"/>
              <a:tailEnd type="none" w="med" len="med"/>
            </a:ln>
          </p:spPr>
        </p:sp>
        <p:sp>
          <p:nvSpPr>
            <p:cNvPr id="55322" name="Line 28"/>
            <p:cNvSpPr/>
            <p:nvPr/>
          </p:nvSpPr>
          <p:spPr>
            <a:xfrm flipH="1">
              <a:off x="2829" y="2818"/>
              <a:ext cx="391" cy="0"/>
            </a:xfrm>
            <a:prstGeom prst="line">
              <a:avLst/>
            </a:prstGeom>
            <a:ln w="28575" cap="flat" cmpd="sng">
              <a:solidFill>
                <a:schemeClr val="tx1"/>
              </a:solidFill>
              <a:prstDash val="solid"/>
              <a:round/>
              <a:headEnd type="none" w="med" len="med"/>
              <a:tailEnd type="none" w="med" len="med"/>
            </a:ln>
          </p:spPr>
        </p:sp>
        <p:sp>
          <p:nvSpPr>
            <p:cNvPr id="55323" name="Line 29"/>
            <p:cNvSpPr/>
            <p:nvPr/>
          </p:nvSpPr>
          <p:spPr>
            <a:xfrm>
              <a:off x="1678" y="2795"/>
              <a:ext cx="596" cy="0"/>
            </a:xfrm>
            <a:prstGeom prst="line">
              <a:avLst/>
            </a:prstGeom>
            <a:ln w="28575" cap="flat" cmpd="sng">
              <a:solidFill>
                <a:schemeClr val="tx1"/>
              </a:solidFill>
              <a:prstDash val="solid"/>
              <a:round/>
              <a:headEnd type="none" w="med" len="med"/>
              <a:tailEnd type="none" w="med" len="med"/>
            </a:ln>
          </p:spPr>
        </p:sp>
        <p:sp>
          <p:nvSpPr>
            <p:cNvPr id="55324" name="Line 30"/>
            <p:cNvSpPr/>
            <p:nvPr/>
          </p:nvSpPr>
          <p:spPr>
            <a:xfrm>
              <a:off x="1678" y="3362"/>
              <a:ext cx="227" cy="0"/>
            </a:xfrm>
            <a:prstGeom prst="line">
              <a:avLst/>
            </a:prstGeom>
            <a:ln w="28575" cap="flat" cmpd="sng">
              <a:solidFill>
                <a:schemeClr val="tx1"/>
              </a:solidFill>
              <a:prstDash val="solid"/>
              <a:round/>
              <a:headEnd type="none" w="med" len="med"/>
              <a:tailEnd type="none" w="med" len="med"/>
            </a:ln>
          </p:spPr>
        </p:sp>
        <p:sp>
          <p:nvSpPr>
            <p:cNvPr id="55325" name="Line 31"/>
            <p:cNvSpPr/>
            <p:nvPr/>
          </p:nvSpPr>
          <p:spPr>
            <a:xfrm flipV="1">
              <a:off x="1905" y="2976"/>
              <a:ext cx="0" cy="386"/>
            </a:xfrm>
            <a:prstGeom prst="line">
              <a:avLst/>
            </a:prstGeom>
            <a:ln w="28575" cap="flat" cmpd="sng">
              <a:solidFill>
                <a:schemeClr val="tx1"/>
              </a:solidFill>
              <a:prstDash val="solid"/>
              <a:round/>
              <a:headEnd type="none" w="med" len="med"/>
              <a:tailEnd type="none" w="med" len="med"/>
            </a:ln>
          </p:spPr>
        </p:sp>
        <p:sp>
          <p:nvSpPr>
            <p:cNvPr id="55326" name="Line 32"/>
            <p:cNvSpPr/>
            <p:nvPr/>
          </p:nvSpPr>
          <p:spPr>
            <a:xfrm>
              <a:off x="1905" y="2976"/>
              <a:ext cx="363" cy="0"/>
            </a:xfrm>
            <a:prstGeom prst="line">
              <a:avLst/>
            </a:prstGeom>
            <a:ln w="28575" cap="flat" cmpd="sng">
              <a:solidFill>
                <a:schemeClr val="tx1"/>
              </a:solidFill>
              <a:prstDash val="solid"/>
              <a:round/>
              <a:headEnd type="none" w="med" len="med"/>
              <a:tailEnd type="none" w="med" len="med"/>
            </a:ln>
          </p:spPr>
        </p:sp>
        <p:sp>
          <p:nvSpPr>
            <p:cNvPr id="55327" name="Line 33"/>
            <p:cNvSpPr/>
            <p:nvPr/>
          </p:nvSpPr>
          <p:spPr>
            <a:xfrm>
              <a:off x="1689" y="2160"/>
              <a:ext cx="227" cy="0"/>
            </a:xfrm>
            <a:prstGeom prst="line">
              <a:avLst/>
            </a:prstGeom>
            <a:ln w="28575" cap="flat" cmpd="sng">
              <a:solidFill>
                <a:schemeClr val="tx1"/>
              </a:solidFill>
              <a:prstDash val="solid"/>
              <a:round/>
              <a:headEnd type="none" w="med" len="med"/>
              <a:tailEnd type="none" w="med" len="med"/>
            </a:ln>
          </p:spPr>
        </p:sp>
        <p:sp>
          <p:nvSpPr>
            <p:cNvPr id="55328" name="Line 34"/>
            <p:cNvSpPr/>
            <p:nvPr/>
          </p:nvSpPr>
          <p:spPr>
            <a:xfrm flipV="1">
              <a:off x="1916" y="1774"/>
              <a:ext cx="0" cy="386"/>
            </a:xfrm>
            <a:prstGeom prst="line">
              <a:avLst/>
            </a:prstGeom>
            <a:ln w="28575" cap="flat" cmpd="sng">
              <a:solidFill>
                <a:schemeClr val="tx1"/>
              </a:solidFill>
              <a:prstDash val="solid"/>
              <a:round/>
              <a:headEnd type="none" w="med" len="med"/>
              <a:tailEnd type="none" w="med" len="med"/>
            </a:ln>
          </p:spPr>
        </p:sp>
        <p:sp>
          <p:nvSpPr>
            <p:cNvPr id="55329" name="Line 35"/>
            <p:cNvSpPr/>
            <p:nvPr/>
          </p:nvSpPr>
          <p:spPr>
            <a:xfrm>
              <a:off x="1916" y="1775"/>
              <a:ext cx="363" cy="0"/>
            </a:xfrm>
            <a:prstGeom prst="line">
              <a:avLst/>
            </a:prstGeom>
            <a:ln w="28575" cap="flat" cmpd="sng">
              <a:solidFill>
                <a:schemeClr val="tx1"/>
              </a:solidFill>
              <a:prstDash val="solid"/>
              <a:round/>
              <a:headEnd type="none" w="med" len="med"/>
              <a:tailEnd type="none" w="med" len="med"/>
            </a:ln>
          </p:spPr>
        </p:sp>
        <p:grpSp>
          <p:nvGrpSpPr>
            <p:cNvPr id="55330" name="Group 36"/>
            <p:cNvGrpSpPr/>
            <p:nvPr/>
          </p:nvGrpSpPr>
          <p:grpSpPr>
            <a:xfrm>
              <a:off x="500" y="1480"/>
              <a:ext cx="362" cy="250"/>
              <a:chOff x="295" y="1480"/>
              <a:chExt cx="362" cy="250"/>
            </a:xfrm>
          </p:grpSpPr>
          <p:sp>
            <p:nvSpPr>
              <p:cNvPr id="55331" name="Text Box 37"/>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5332" name="Line 38"/>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5333" name="Group 39"/>
            <p:cNvGrpSpPr/>
            <p:nvPr/>
          </p:nvGrpSpPr>
          <p:grpSpPr>
            <a:xfrm>
              <a:off x="500" y="2182"/>
              <a:ext cx="362" cy="250"/>
              <a:chOff x="295" y="1480"/>
              <a:chExt cx="362" cy="250"/>
            </a:xfrm>
          </p:grpSpPr>
          <p:sp>
            <p:nvSpPr>
              <p:cNvPr id="55334" name="Text Box 40"/>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5335" name="Line 41"/>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5336" name="Group 42"/>
            <p:cNvGrpSpPr/>
            <p:nvPr/>
          </p:nvGrpSpPr>
          <p:grpSpPr>
            <a:xfrm>
              <a:off x="500" y="2681"/>
              <a:ext cx="362" cy="250"/>
              <a:chOff x="295" y="1480"/>
              <a:chExt cx="362" cy="250"/>
            </a:xfrm>
          </p:grpSpPr>
          <p:sp>
            <p:nvSpPr>
              <p:cNvPr id="55337" name="Text Box 43"/>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5338" name="Line 44"/>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5339" name="Group 45"/>
            <p:cNvGrpSpPr/>
            <p:nvPr/>
          </p:nvGrpSpPr>
          <p:grpSpPr>
            <a:xfrm>
              <a:off x="500" y="2885"/>
              <a:ext cx="362" cy="250"/>
              <a:chOff x="295" y="1480"/>
              <a:chExt cx="362" cy="250"/>
            </a:xfrm>
          </p:grpSpPr>
          <p:sp>
            <p:nvSpPr>
              <p:cNvPr id="55340" name="Text Box 46"/>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5341" name="Line 47"/>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sp>
          <p:nvSpPr>
            <p:cNvPr id="55342" name="Text Box 48"/>
            <p:cNvSpPr txBox="1"/>
            <p:nvPr/>
          </p:nvSpPr>
          <p:spPr>
            <a:xfrm>
              <a:off x="499" y="1933"/>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A</a:t>
              </a:r>
              <a:endParaRPr lang="en-US" altLang="zh-CN" i="0" dirty="0">
                <a:latin typeface="Tahoma" panose="020B0604030504040204" pitchFamily="34" charset="0"/>
                <a:ea typeface="宋体" panose="02010600030101010101" pitchFamily="2" charset="-122"/>
              </a:endParaRPr>
            </a:p>
          </p:txBody>
        </p:sp>
        <p:sp>
          <p:nvSpPr>
            <p:cNvPr id="55343" name="Text Box 49"/>
            <p:cNvSpPr txBox="1"/>
            <p:nvPr/>
          </p:nvSpPr>
          <p:spPr>
            <a:xfrm>
              <a:off x="499" y="2466"/>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A</a:t>
              </a:r>
              <a:endParaRPr lang="en-US" altLang="zh-CN" i="0" dirty="0">
                <a:latin typeface="Tahoma" panose="020B0604030504040204" pitchFamily="34" charset="0"/>
                <a:ea typeface="宋体" panose="02010600030101010101" pitchFamily="2" charset="-122"/>
              </a:endParaRPr>
            </a:p>
          </p:txBody>
        </p:sp>
        <p:sp>
          <p:nvSpPr>
            <p:cNvPr id="55344" name="Text Box 50"/>
            <p:cNvSpPr txBox="1"/>
            <p:nvPr/>
          </p:nvSpPr>
          <p:spPr>
            <a:xfrm>
              <a:off x="499" y="3135"/>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5345" name="Text Box 51"/>
            <p:cNvSpPr txBox="1"/>
            <p:nvPr/>
          </p:nvSpPr>
          <p:spPr>
            <a:xfrm>
              <a:off x="500" y="3407"/>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5346" name="Text Box 52"/>
            <p:cNvSpPr txBox="1"/>
            <p:nvPr/>
          </p:nvSpPr>
          <p:spPr>
            <a:xfrm>
              <a:off x="2829" y="1388"/>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F</a:t>
              </a:r>
              <a:r>
                <a:rPr lang="en-US" altLang="zh-CN" b="1" i="0" baseline="-5000" dirty="0">
                  <a:latin typeface="Tahoma" panose="020B0604030504040204" pitchFamily="34" charset="0"/>
                  <a:ea typeface="宋体" panose="02010600030101010101" pitchFamily="2" charset="-122"/>
                </a:rPr>
                <a:t>1</a:t>
              </a:r>
              <a:endParaRPr lang="en-US" altLang="zh-CN" b="1" i="0" baseline="-5000" dirty="0">
                <a:latin typeface="Tahoma" panose="020B0604030504040204" pitchFamily="34" charset="0"/>
                <a:ea typeface="宋体" panose="02010600030101010101" pitchFamily="2" charset="-122"/>
              </a:endParaRPr>
            </a:p>
          </p:txBody>
        </p:sp>
        <p:sp>
          <p:nvSpPr>
            <p:cNvPr id="55347" name="Text Box 53"/>
            <p:cNvSpPr txBox="1"/>
            <p:nvPr/>
          </p:nvSpPr>
          <p:spPr>
            <a:xfrm>
              <a:off x="2858" y="2532"/>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F</a:t>
              </a:r>
              <a:r>
                <a:rPr lang="en-US" altLang="zh-CN" b="1" i="0" baseline="-5000" dirty="0">
                  <a:latin typeface="Tahoma" panose="020B0604030504040204" pitchFamily="34" charset="0"/>
                  <a:ea typeface="宋体" panose="02010600030101010101" pitchFamily="2" charset="-122"/>
                </a:rPr>
                <a:t>2</a:t>
              </a:r>
              <a:endParaRPr lang="en-US" altLang="zh-CN" b="1" i="0" baseline="-5000" dirty="0">
                <a:latin typeface="Tahoma" panose="020B0604030504040204" pitchFamily="34" charset="0"/>
                <a:ea typeface="宋体" panose="02010600030101010101" pitchFamily="2" charset="-122"/>
              </a:endParaRPr>
            </a:p>
          </p:txBody>
        </p:sp>
      </p:grpSp>
      <p:grpSp>
        <p:nvGrpSpPr>
          <p:cNvPr id="55348" name="Group 54"/>
          <p:cNvGrpSpPr/>
          <p:nvPr/>
        </p:nvGrpSpPr>
        <p:grpSpPr>
          <a:xfrm>
            <a:off x="900113" y="1052513"/>
            <a:ext cx="5124450" cy="1282700"/>
            <a:chOff x="140" y="485"/>
            <a:chExt cx="3228" cy="808"/>
          </a:xfrm>
        </p:grpSpPr>
        <p:graphicFrame>
          <p:nvGraphicFramePr>
            <p:cNvPr id="55349" name="Object 55"/>
            <p:cNvGraphicFramePr>
              <a:graphicFrameLocks noChangeAspect="1"/>
            </p:cNvGraphicFramePr>
            <p:nvPr/>
          </p:nvGraphicFramePr>
          <p:xfrm>
            <a:off x="140" y="497"/>
            <a:ext cx="1219" cy="334"/>
          </p:xfrm>
          <a:graphic>
            <a:graphicData uri="http://schemas.openxmlformats.org/presentationml/2006/ole">
              <mc:AlternateContent xmlns:mc="http://schemas.openxmlformats.org/markup-compatibility/2006">
                <mc:Choice xmlns:v="urn:schemas-microsoft-com:vml" Requires="v">
                  <p:oleObj spid="_x0000_s3101" name="" r:id="rId1" imgW="786765" imgH="215900" progId="Equation.3">
                    <p:embed/>
                  </p:oleObj>
                </mc:Choice>
                <mc:Fallback>
                  <p:oleObj name="" r:id="rId1" imgW="786765" imgH="215900" progId="Equation.3">
                    <p:embed/>
                    <p:pic>
                      <p:nvPicPr>
                        <p:cNvPr id="0" name="图片 3100"/>
                        <p:cNvPicPr/>
                        <p:nvPr/>
                      </p:nvPicPr>
                      <p:blipFill>
                        <a:blip r:embed="rId2"/>
                        <a:stretch>
                          <a:fillRect/>
                        </a:stretch>
                      </p:blipFill>
                      <p:spPr>
                        <a:xfrm>
                          <a:off x="140" y="497"/>
                          <a:ext cx="1219" cy="334"/>
                        </a:xfrm>
                        <a:prstGeom prst="rect">
                          <a:avLst/>
                        </a:prstGeom>
                        <a:noFill/>
                        <a:ln w="38100">
                          <a:noFill/>
                          <a:miter/>
                        </a:ln>
                      </p:spPr>
                    </p:pic>
                  </p:oleObj>
                </mc:Fallback>
              </mc:AlternateContent>
            </a:graphicData>
          </a:graphic>
        </p:graphicFrame>
        <p:graphicFrame>
          <p:nvGraphicFramePr>
            <p:cNvPr id="55350" name="Object 56"/>
            <p:cNvGraphicFramePr>
              <a:graphicFrameLocks noChangeAspect="1"/>
            </p:cNvGraphicFramePr>
            <p:nvPr/>
          </p:nvGraphicFramePr>
          <p:xfrm>
            <a:off x="1844" y="485"/>
            <a:ext cx="1524" cy="328"/>
          </p:xfrm>
          <a:graphic>
            <a:graphicData uri="http://schemas.openxmlformats.org/presentationml/2006/ole">
              <mc:AlternateContent xmlns:mc="http://schemas.openxmlformats.org/markup-compatibility/2006">
                <mc:Choice xmlns:v="urn:schemas-microsoft-com:vml" Requires="v">
                  <p:oleObj spid="_x0000_s3098" name="" r:id="rId3" imgW="1002665" imgH="215900" progId="Equation.3">
                    <p:embed/>
                  </p:oleObj>
                </mc:Choice>
                <mc:Fallback>
                  <p:oleObj name="" r:id="rId3" imgW="1002665" imgH="215900" progId="Equation.3">
                    <p:embed/>
                    <p:pic>
                      <p:nvPicPr>
                        <p:cNvPr id="0" name="图片 3097"/>
                        <p:cNvPicPr/>
                        <p:nvPr/>
                      </p:nvPicPr>
                      <p:blipFill>
                        <a:blip r:embed="rId4"/>
                        <a:stretch>
                          <a:fillRect/>
                        </a:stretch>
                      </p:blipFill>
                      <p:spPr>
                        <a:xfrm>
                          <a:off x="1844" y="485"/>
                          <a:ext cx="1524" cy="328"/>
                        </a:xfrm>
                        <a:prstGeom prst="rect">
                          <a:avLst/>
                        </a:prstGeom>
                        <a:noFill/>
                        <a:ln w="38100">
                          <a:noFill/>
                          <a:miter/>
                        </a:ln>
                      </p:spPr>
                    </p:pic>
                  </p:oleObj>
                </mc:Fallback>
              </mc:AlternateContent>
            </a:graphicData>
          </a:graphic>
        </p:graphicFrame>
        <p:graphicFrame>
          <p:nvGraphicFramePr>
            <p:cNvPr id="55351" name="Object 57"/>
            <p:cNvGraphicFramePr>
              <a:graphicFrameLocks noChangeAspect="1"/>
            </p:cNvGraphicFramePr>
            <p:nvPr/>
          </p:nvGraphicFramePr>
          <p:xfrm>
            <a:off x="393" y="909"/>
            <a:ext cx="966" cy="384"/>
          </p:xfrm>
          <a:graphic>
            <a:graphicData uri="http://schemas.openxmlformats.org/presentationml/2006/ole">
              <mc:AlternateContent xmlns:mc="http://schemas.openxmlformats.org/markup-compatibility/2006">
                <mc:Choice xmlns:v="urn:schemas-microsoft-com:vml" Requires="v">
                  <p:oleObj spid="_x0000_s3099" name="" r:id="rId5" imgW="571500" imgH="266700" progId="Equation.3">
                    <p:embed/>
                  </p:oleObj>
                </mc:Choice>
                <mc:Fallback>
                  <p:oleObj name="" r:id="rId5" imgW="571500" imgH="266700" progId="Equation.3">
                    <p:embed/>
                    <p:pic>
                      <p:nvPicPr>
                        <p:cNvPr id="0" name="图片 3098"/>
                        <p:cNvPicPr/>
                        <p:nvPr/>
                      </p:nvPicPr>
                      <p:blipFill>
                        <a:blip r:embed="rId6"/>
                        <a:stretch>
                          <a:fillRect/>
                        </a:stretch>
                      </p:blipFill>
                      <p:spPr>
                        <a:xfrm>
                          <a:off x="393" y="909"/>
                          <a:ext cx="966" cy="384"/>
                        </a:xfrm>
                        <a:prstGeom prst="rect">
                          <a:avLst/>
                        </a:prstGeom>
                        <a:noFill/>
                        <a:ln w="38100">
                          <a:noFill/>
                          <a:miter/>
                        </a:ln>
                      </p:spPr>
                    </p:pic>
                  </p:oleObj>
                </mc:Fallback>
              </mc:AlternateContent>
            </a:graphicData>
          </a:graphic>
        </p:graphicFrame>
        <p:graphicFrame>
          <p:nvGraphicFramePr>
            <p:cNvPr id="55352" name="Object 58"/>
            <p:cNvGraphicFramePr>
              <a:graphicFrameLocks noChangeAspect="1"/>
            </p:cNvGraphicFramePr>
            <p:nvPr/>
          </p:nvGraphicFramePr>
          <p:xfrm>
            <a:off x="2131" y="864"/>
            <a:ext cx="1193" cy="411"/>
          </p:xfrm>
          <a:graphic>
            <a:graphicData uri="http://schemas.openxmlformats.org/presentationml/2006/ole">
              <mc:AlternateContent xmlns:mc="http://schemas.openxmlformats.org/markup-compatibility/2006">
                <mc:Choice xmlns:v="urn:schemas-microsoft-com:vml" Requires="v">
                  <p:oleObj spid="_x0000_s3100" name="" r:id="rId7" imgW="774065" imgH="266700" progId="Equation.3">
                    <p:embed/>
                  </p:oleObj>
                </mc:Choice>
                <mc:Fallback>
                  <p:oleObj name="" r:id="rId7" imgW="774065" imgH="266700" progId="Equation.3">
                    <p:embed/>
                    <p:pic>
                      <p:nvPicPr>
                        <p:cNvPr id="0" name="图片 3099"/>
                        <p:cNvPicPr/>
                        <p:nvPr/>
                      </p:nvPicPr>
                      <p:blipFill>
                        <a:blip r:embed="rId8"/>
                        <a:stretch>
                          <a:fillRect/>
                        </a:stretch>
                      </p:blipFill>
                      <p:spPr>
                        <a:xfrm>
                          <a:off x="2131" y="864"/>
                          <a:ext cx="1193" cy="411"/>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Text Box 3"/>
          <p:cNvSpPr txBox="1"/>
          <p:nvPr/>
        </p:nvSpPr>
        <p:spPr>
          <a:xfrm>
            <a:off x="381000" y="1066800"/>
            <a:ext cx="4614863" cy="457200"/>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宋体" panose="02010600030101010101" pitchFamily="2" charset="-122"/>
              </a:rPr>
              <a:t>F</a:t>
            </a:r>
            <a:r>
              <a:rPr lang="en-US" altLang="zh-CN" sz="2400" b="1" i="0" baseline="-25000" dirty="0">
                <a:latin typeface="Arial" panose="020B0604020202020204" pitchFamily="34" charset="0"/>
                <a:ea typeface="宋体" panose="02010600030101010101" pitchFamily="2" charset="-122"/>
              </a:rPr>
              <a:t>1 </a:t>
            </a:r>
            <a:r>
              <a:rPr lang="en-US" altLang="zh-CN" sz="2400" b="1" i="0" baseline="-25000" dirty="0">
                <a:latin typeface="Times New Roman" panose="02020603050405020304" pitchFamily="18" charset="0"/>
                <a:ea typeface="宋体" panose="02010600030101010101" pitchFamily="2" charset="-122"/>
              </a:rPr>
              <a:t>(A,B,C)</a:t>
            </a:r>
            <a:r>
              <a:rPr lang="en-US" altLang="zh-CN" sz="2400" b="1" i="0" baseline="-25000" dirty="0">
                <a:latin typeface="Arial" panose="020B0604020202020204" pitchFamily="34" charset="0"/>
                <a:ea typeface="宋体" panose="02010600030101010101" pitchFamily="2" charset="-122"/>
              </a:rPr>
              <a:t> </a:t>
            </a:r>
            <a:r>
              <a:rPr lang="en-US" altLang="zh-CN" sz="2400" b="1" i="0" dirty="0">
                <a:latin typeface="Arial" panose="020B0604020202020204" pitchFamily="34" charset="0"/>
                <a:ea typeface="宋体" panose="02010600030101010101" pitchFamily="2" charset="-122"/>
              </a:rPr>
              <a:t>=</a:t>
            </a:r>
            <a:r>
              <a:rPr lang="el-GR" altLang="zh-CN" sz="2400" b="1" i="0" dirty="0">
                <a:latin typeface="Arial" panose="020B0604020202020204" pitchFamily="34" charset="0"/>
                <a:ea typeface="宋体" panose="02010600030101010101" pitchFamily="2" charset="-122"/>
              </a:rPr>
              <a:t>Σ</a:t>
            </a:r>
            <a:r>
              <a:rPr lang="en-US" altLang="zh-CN" sz="2400" b="1" i="0" dirty="0">
                <a:latin typeface="Arial" panose="020B0604020202020204" pitchFamily="34" charset="0"/>
                <a:ea typeface="宋体" panose="02010600030101010101" pitchFamily="2" charset="-122"/>
              </a:rPr>
              <a:t>m</a:t>
            </a:r>
            <a:r>
              <a:rPr lang="en-US" altLang="zh-CN" sz="2400" b="1" i="0" dirty="0">
                <a:latin typeface="Century" panose="02040604050505020304" pitchFamily="18"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1</a:t>
            </a:r>
            <a:r>
              <a:rPr lang="zh-CN" altLang="en-US" sz="2400" b="1" i="0" dirty="0">
                <a:latin typeface="Arial" panose="020B0604020202020204" pitchFamily="34"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3</a:t>
            </a:r>
            <a:r>
              <a:rPr lang="zh-CN" altLang="en-US" sz="2400" b="1" i="0" dirty="0">
                <a:latin typeface="Arial" panose="020B0604020202020204" pitchFamily="34"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4</a:t>
            </a:r>
            <a:r>
              <a:rPr lang="zh-CN" altLang="en-US" sz="2400" b="1" i="0" dirty="0">
                <a:latin typeface="Arial" panose="020B0604020202020204" pitchFamily="34"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5</a:t>
            </a:r>
            <a:r>
              <a:rPr lang="zh-CN" altLang="en-US" sz="2400" b="1" i="0" dirty="0">
                <a:latin typeface="Arial" panose="020B0604020202020204" pitchFamily="34"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7</a:t>
            </a:r>
            <a:r>
              <a:rPr lang="en-US" altLang="zh-CN" sz="2400" b="1" i="0" dirty="0">
                <a:latin typeface="Century" panose="02040604050505020304" pitchFamily="18" charset="0"/>
                <a:ea typeface="宋体" panose="02010600030101010101" pitchFamily="2" charset="-122"/>
              </a:rPr>
              <a:t>)</a:t>
            </a:r>
            <a:endParaRPr lang="el-GR" altLang="zh-CN" sz="2400" b="1" i="0" dirty="0">
              <a:latin typeface="Century" panose="02040604050505020304" pitchFamily="18" charset="0"/>
              <a:ea typeface="Arial" panose="020B0604020202020204" pitchFamily="34" charset="0"/>
            </a:endParaRPr>
          </a:p>
        </p:txBody>
      </p:sp>
      <p:grpSp>
        <p:nvGrpSpPr>
          <p:cNvPr id="56322" name="Group 4"/>
          <p:cNvGrpSpPr/>
          <p:nvPr/>
        </p:nvGrpSpPr>
        <p:grpSpPr>
          <a:xfrm>
            <a:off x="223838" y="1841500"/>
            <a:ext cx="4062412" cy="2265363"/>
            <a:chOff x="435" y="1052"/>
            <a:chExt cx="2559" cy="1427"/>
          </a:xfrm>
        </p:grpSpPr>
        <p:sp>
          <p:nvSpPr>
            <p:cNvPr id="56323" name="Rectangle 5"/>
            <p:cNvSpPr/>
            <p:nvPr/>
          </p:nvSpPr>
          <p:spPr>
            <a:xfrm>
              <a:off x="793" y="1396"/>
              <a:ext cx="1960" cy="1081"/>
            </a:xfrm>
            <a:prstGeom prst="rect">
              <a:avLst/>
            </a:prstGeom>
            <a:noFill/>
            <a:ln w="28575" cap="flat" cmpd="sng">
              <a:solidFill>
                <a:srgbClr val="0000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6324" name="Line 6"/>
            <p:cNvSpPr/>
            <p:nvPr/>
          </p:nvSpPr>
          <p:spPr>
            <a:xfrm>
              <a:off x="1270" y="1399"/>
              <a:ext cx="0" cy="1080"/>
            </a:xfrm>
            <a:prstGeom prst="line">
              <a:avLst/>
            </a:prstGeom>
            <a:ln w="28575" cap="flat" cmpd="sng">
              <a:solidFill>
                <a:srgbClr val="000000"/>
              </a:solidFill>
              <a:prstDash val="solid"/>
              <a:round/>
              <a:headEnd type="none" w="med" len="med"/>
              <a:tailEnd type="none" w="med" len="med"/>
            </a:ln>
          </p:spPr>
        </p:sp>
        <p:sp>
          <p:nvSpPr>
            <p:cNvPr id="56325" name="Line 7"/>
            <p:cNvSpPr/>
            <p:nvPr/>
          </p:nvSpPr>
          <p:spPr>
            <a:xfrm>
              <a:off x="1744" y="1395"/>
              <a:ext cx="0" cy="1080"/>
            </a:xfrm>
            <a:prstGeom prst="line">
              <a:avLst/>
            </a:prstGeom>
            <a:ln w="28575" cap="flat" cmpd="sng">
              <a:solidFill>
                <a:srgbClr val="000000"/>
              </a:solidFill>
              <a:prstDash val="solid"/>
              <a:round/>
              <a:headEnd type="none" w="med" len="med"/>
              <a:tailEnd type="none" w="med" len="med"/>
            </a:ln>
          </p:spPr>
        </p:sp>
        <p:sp>
          <p:nvSpPr>
            <p:cNvPr id="56326" name="Line 8"/>
            <p:cNvSpPr/>
            <p:nvPr/>
          </p:nvSpPr>
          <p:spPr>
            <a:xfrm>
              <a:off x="2229" y="1399"/>
              <a:ext cx="0" cy="1080"/>
            </a:xfrm>
            <a:prstGeom prst="line">
              <a:avLst/>
            </a:prstGeom>
            <a:ln w="28575" cap="flat" cmpd="sng">
              <a:solidFill>
                <a:srgbClr val="000000"/>
              </a:solidFill>
              <a:prstDash val="solid"/>
              <a:round/>
              <a:headEnd type="none" w="med" len="med"/>
              <a:tailEnd type="none" w="med" len="med"/>
            </a:ln>
          </p:spPr>
        </p:sp>
        <p:sp>
          <p:nvSpPr>
            <p:cNvPr id="56327" name="Line 9"/>
            <p:cNvSpPr/>
            <p:nvPr/>
          </p:nvSpPr>
          <p:spPr>
            <a:xfrm>
              <a:off x="790" y="1912"/>
              <a:ext cx="1959" cy="0"/>
            </a:xfrm>
            <a:prstGeom prst="line">
              <a:avLst/>
            </a:prstGeom>
            <a:ln w="28575" cap="flat" cmpd="sng">
              <a:solidFill>
                <a:srgbClr val="000000"/>
              </a:solidFill>
              <a:prstDash val="solid"/>
              <a:round/>
              <a:headEnd type="none" w="med" len="med"/>
              <a:tailEnd type="none" w="med" len="med"/>
            </a:ln>
          </p:spPr>
        </p:sp>
        <p:sp>
          <p:nvSpPr>
            <p:cNvPr id="56328" name="Line 10"/>
            <p:cNvSpPr/>
            <p:nvPr/>
          </p:nvSpPr>
          <p:spPr>
            <a:xfrm flipH="1" flipV="1">
              <a:off x="540" y="1148"/>
              <a:ext cx="253" cy="248"/>
            </a:xfrm>
            <a:prstGeom prst="line">
              <a:avLst/>
            </a:prstGeom>
            <a:ln w="28575" cap="flat" cmpd="sng">
              <a:solidFill>
                <a:srgbClr val="000000"/>
              </a:solidFill>
              <a:prstDash val="solid"/>
              <a:round/>
              <a:headEnd type="none" w="med" len="med"/>
              <a:tailEnd type="none" w="med" len="med"/>
            </a:ln>
          </p:spPr>
        </p:sp>
        <p:sp>
          <p:nvSpPr>
            <p:cNvPr id="56329" name="Text Box 11"/>
            <p:cNvSpPr txBox="1"/>
            <p:nvPr/>
          </p:nvSpPr>
          <p:spPr>
            <a:xfrm>
              <a:off x="578" y="1052"/>
              <a:ext cx="586" cy="231"/>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AB</a:t>
              </a:r>
              <a:endParaRPr lang="en-US" altLang="zh-CN" b="1" i="0" dirty="0">
                <a:latin typeface="Arial" panose="020B0604020202020204" pitchFamily="34" charset="0"/>
                <a:ea typeface="楷体_GB2312" pitchFamily="49" charset="-122"/>
              </a:endParaRPr>
            </a:p>
          </p:txBody>
        </p:sp>
        <p:sp>
          <p:nvSpPr>
            <p:cNvPr id="56330" name="Text Box 12"/>
            <p:cNvSpPr txBox="1"/>
            <p:nvPr/>
          </p:nvSpPr>
          <p:spPr>
            <a:xfrm>
              <a:off x="435" y="1234"/>
              <a:ext cx="298" cy="231"/>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C</a:t>
              </a:r>
              <a:endParaRPr lang="en-US" altLang="zh-CN" b="1" i="0" dirty="0">
                <a:latin typeface="Arial" panose="020B0604020202020204" pitchFamily="34" charset="0"/>
                <a:ea typeface="楷体_GB2312" pitchFamily="49" charset="-122"/>
              </a:endParaRPr>
            </a:p>
          </p:txBody>
        </p:sp>
        <p:sp>
          <p:nvSpPr>
            <p:cNvPr id="56331" name="Text Box 13"/>
            <p:cNvSpPr txBox="1"/>
            <p:nvPr/>
          </p:nvSpPr>
          <p:spPr>
            <a:xfrm>
              <a:off x="838" y="1224"/>
              <a:ext cx="1825" cy="197"/>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00            01          11        10</a:t>
              </a:r>
              <a:endParaRPr lang="en-US" altLang="zh-CN" sz="1600" b="1" i="0" dirty="0">
                <a:solidFill>
                  <a:srgbClr val="000000"/>
                </a:solidFill>
                <a:latin typeface="Arial" panose="020B0604020202020204" pitchFamily="34" charset="0"/>
                <a:ea typeface="楷体_GB2312" pitchFamily="49" charset="-122"/>
              </a:endParaRPr>
            </a:p>
          </p:txBody>
        </p:sp>
        <p:sp>
          <p:nvSpPr>
            <p:cNvPr id="56332" name="Text Box 14"/>
            <p:cNvSpPr txBox="1"/>
            <p:nvPr/>
          </p:nvSpPr>
          <p:spPr>
            <a:xfrm>
              <a:off x="579" y="1546"/>
              <a:ext cx="269" cy="198"/>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a:t>
              </a:r>
              <a:endParaRPr lang="en-US" altLang="zh-CN" sz="1600" b="1" i="0" dirty="0">
                <a:solidFill>
                  <a:srgbClr val="000000"/>
                </a:solidFill>
                <a:latin typeface="Arial" panose="020B0604020202020204" pitchFamily="34" charset="0"/>
                <a:ea typeface="楷体_GB2312" pitchFamily="49" charset="-122"/>
              </a:endParaRPr>
            </a:p>
          </p:txBody>
        </p:sp>
        <p:sp>
          <p:nvSpPr>
            <p:cNvPr id="56333" name="Text Box 15"/>
            <p:cNvSpPr txBox="1"/>
            <p:nvPr/>
          </p:nvSpPr>
          <p:spPr>
            <a:xfrm>
              <a:off x="540" y="2086"/>
              <a:ext cx="346" cy="197"/>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1</a:t>
              </a:r>
              <a:endParaRPr lang="en-US" altLang="zh-CN" sz="1600" b="1" i="0" dirty="0">
                <a:solidFill>
                  <a:srgbClr val="000000"/>
                </a:solidFill>
                <a:latin typeface="Arial" panose="020B0604020202020204" pitchFamily="34" charset="0"/>
                <a:ea typeface="楷体_GB2312" pitchFamily="49" charset="-122"/>
              </a:endParaRPr>
            </a:p>
          </p:txBody>
        </p:sp>
        <p:sp>
          <p:nvSpPr>
            <p:cNvPr id="56334" name="Text Box 16"/>
            <p:cNvSpPr txBox="1"/>
            <p:nvPr/>
          </p:nvSpPr>
          <p:spPr>
            <a:xfrm>
              <a:off x="1040" y="1719"/>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Century" panose="02040604050505020304" pitchFamily="18" charset="0"/>
                <a:ea typeface="楷体_GB2312" pitchFamily="49" charset="-122"/>
              </a:endParaRPr>
            </a:p>
          </p:txBody>
        </p:sp>
        <p:sp>
          <p:nvSpPr>
            <p:cNvPr id="56335" name="Text Box 17"/>
            <p:cNvSpPr txBox="1"/>
            <p:nvPr/>
          </p:nvSpPr>
          <p:spPr>
            <a:xfrm>
              <a:off x="1044" y="2281"/>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Century" panose="02040604050505020304" pitchFamily="18" charset="0"/>
                <a:ea typeface="楷体_GB2312" pitchFamily="49" charset="-122"/>
              </a:endParaRPr>
            </a:p>
          </p:txBody>
        </p:sp>
        <p:sp>
          <p:nvSpPr>
            <p:cNvPr id="56336" name="Text Box 18"/>
            <p:cNvSpPr txBox="1"/>
            <p:nvPr/>
          </p:nvSpPr>
          <p:spPr>
            <a:xfrm>
              <a:off x="895" y="2032"/>
              <a:ext cx="1777"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黑体" panose="02010609060101010101" pitchFamily="2" charset="-122"/>
                </a:rPr>
                <a:t>1       1       1       1</a:t>
              </a:r>
              <a:endParaRPr lang="en-US" altLang="zh-CN" sz="2400" b="1" i="0" dirty="0">
                <a:latin typeface="Arial" panose="020B0604020202020204" pitchFamily="34" charset="0"/>
                <a:ea typeface="黑体" panose="02010609060101010101" pitchFamily="2" charset="-122"/>
              </a:endParaRPr>
            </a:p>
          </p:txBody>
        </p:sp>
        <p:sp>
          <p:nvSpPr>
            <p:cNvPr id="56337" name="Text Box 19"/>
            <p:cNvSpPr txBox="1"/>
            <p:nvPr/>
          </p:nvSpPr>
          <p:spPr>
            <a:xfrm>
              <a:off x="2346" y="1546"/>
              <a:ext cx="434"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宋体" panose="02010600030101010101" pitchFamily="2" charset="-122"/>
                </a:rPr>
                <a:t>1</a:t>
              </a:r>
              <a:endParaRPr lang="en-US" altLang="zh-CN" sz="2400" b="1" i="0" dirty="0">
                <a:latin typeface="Arial" panose="020B0604020202020204" pitchFamily="34" charset="0"/>
                <a:ea typeface="宋体" panose="02010600030101010101" pitchFamily="2" charset="-122"/>
              </a:endParaRPr>
            </a:p>
          </p:txBody>
        </p:sp>
      </p:grpSp>
      <p:sp>
        <p:nvSpPr>
          <p:cNvPr id="56338" name="Text Box 20"/>
          <p:cNvSpPr txBox="1"/>
          <p:nvPr/>
        </p:nvSpPr>
        <p:spPr>
          <a:xfrm>
            <a:off x="5257800" y="1066800"/>
            <a:ext cx="3690938" cy="457200"/>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宋体" panose="02010600030101010101" pitchFamily="2" charset="-122"/>
              </a:rPr>
              <a:t>F</a:t>
            </a:r>
            <a:r>
              <a:rPr lang="en-US" altLang="zh-CN" sz="2400" b="1" i="0" baseline="-25000" dirty="0">
                <a:latin typeface="Arial" panose="020B0604020202020204" pitchFamily="34" charset="0"/>
                <a:ea typeface="宋体" panose="02010600030101010101" pitchFamily="2" charset="-122"/>
              </a:rPr>
              <a:t>2 </a:t>
            </a:r>
            <a:r>
              <a:rPr lang="en-US" altLang="zh-CN" sz="2400" b="1" i="0" baseline="-25000" dirty="0">
                <a:latin typeface="Times New Roman" panose="02020603050405020304" pitchFamily="18" charset="0"/>
                <a:ea typeface="宋体" panose="02010600030101010101" pitchFamily="2" charset="-122"/>
              </a:rPr>
              <a:t>(A,B,C)</a:t>
            </a:r>
            <a:r>
              <a:rPr lang="en-US" altLang="zh-CN" sz="2400" b="1" i="0" baseline="-25000" dirty="0">
                <a:latin typeface="Arial" panose="020B0604020202020204" pitchFamily="34" charset="0"/>
                <a:ea typeface="宋体" panose="02010600030101010101" pitchFamily="2" charset="-122"/>
              </a:rPr>
              <a:t> </a:t>
            </a:r>
            <a:r>
              <a:rPr lang="en-US" altLang="zh-CN" sz="2400" b="1" i="0" dirty="0">
                <a:latin typeface="Arial" panose="020B0604020202020204" pitchFamily="34" charset="0"/>
                <a:ea typeface="宋体" panose="02010600030101010101" pitchFamily="2" charset="-122"/>
              </a:rPr>
              <a:t>=</a:t>
            </a:r>
            <a:r>
              <a:rPr lang="el-GR" altLang="zh-CN" sz="2400" b="1" i="0" dirty="0">
                <a:latin typeface="Arial" panose="020B0604020202020204" pitchFamily="34" charset="0"/>
                <a:ea typeface="宋体" panose="02010600030101010101" pitchFamily="2" charset="-122"/>
              </a:rPr>
              <a:t>Σ</a:t>
            </a:r>
            <a:r>
              <a:rPr lang="en-US" altLang="zh-CN" sz="2400" b="1" i="0" dirty="0">
                <a:latin typeface="Arial" panose="020B0604020202020204" pitchFamily="34" charset="0"/>
                <a:ea typeface="宋体" panose="02010600030101010101" pitchFamily="2" charset="-122"/>
              </a:rPr>
              <a:t>m</a:t>
            </a:r>
            <a:r>
              <a:rPr lang="en-US" altLang="zh-CN" sz="2400" b="1" i="0" dirty="0">
                <a:latin typeface="Century" panose="02040604050505020304" pitchFamily="18"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3</a:t>
            </a:r>
            <a:r>
              <a:rPr lang="zh-CN" altLang="en-US" sz="2400" b="1" i="0" dirty="0">
                <a:latin typeface="Arial" panose="020B0604020202020204" pitchFamily="34"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4</a:t>
            </a:r>
            <a:r>
              <a:rPr lang="zh-CN" altLang="en-US" sz="2400" b="1" i="0" dirty="0">
                <a:latin typeface="Arial" panose="020B0604020202020204" pitchFamily="34"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7</a:t>
            </a:r>
            <a:r>
              <a:rPr lang="en-US" altLang="zh-CN" sz="2400" b="1" i="0" dirty="0">
                <a:latin typeface="Century" panose="02040604050505020304" pitchFamily="18" charset="0"/>
                <a:ea typeface="宋体" panose="02010600030101010101" pitchFamily="2" charset="-122"/>
              </a:rPr>
              <a:t>)</a:t>
            </a:r>
            <a:endParaRPr lang="el-GR" altLang="zh-CN" sz="2400" b="1" i="0" dirty="0">
              <a:latin typeface="Century" panose="02040604050505020304" pitchFamily="18" charset="0"/>
              <a:ea typeface="Arial" panose="020B0604020202020204" pitchFamily="34" charset="0"/>
            </a:endParaRPr>
          </a:p>
        </p:txBody>
      </p:sp>
      <p:grpSp>
        <p:nvGrpSpPr>
          <p:cNvPr id="56339" name="Group 21"/>
          <p:cNvGrpSpPr/>
          <p:nvPr/>
        </p:nvGrpSpPr>
        <p:grpSpPr>
          <a:xfrm>
            <a:off x="4370388" y="1835150"/>
            <a:ext cx="4062412" cy="2265363"/>
            <a:chOff x="435" y="1052"/>
            <a:chExt cx="2559" cy="1427"/>
          </a:xfrm>
        </p:grpSpPr>
        <p:sp>
          <p:nvSpPr>
            <p:cNvPr id="56340" name="Rectangle 22"/>
            <p:cNvSpPr/>
            <p:nvPr/>
          </p:nvSpPr>
          <p:spPr>
            <a:xfrm>
              <a:off x="793" y="1396"/>
              <a:ext cx="1960" cy="1081"/>
            </a:xfrm>
            <a:prstGeom prst="rect">
              <a:avLst/>
            </a:prstGeom>
            <a:noFill/>
            <a:ln w="28575" cap="flat" cmpd="sng">
              <a:solidFill>
                <a:srgbClr val="0000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6341" name="Line 23"/>
            <p:cNvSpPr/>
            <p:nvPr/>
          </p:nvSpPr>
          <p:spPr>
            <a:xfrm>
              <a:off x="1270" y="1399"/>
              <a:ext cx="0" cy="1080"/>
            </a:xfrm>
            <a:prstGeom prst="line">
              <a:avLst/>
            </a:prstGeom>
            <a:ln w="28575" cap="flat" cmpd="sng">
              <a:solidFill>
                <a:srgbClr val="000000"/>
              </a:solidFill>
              <a:prstDash val="solid"/>
              <a:round/>
              <a:headEnd type="none" w="med" len="med"/>
              <a:tailEnd type="none" w="med" len="med"/>
            </a:ln>
          </p:spPr>
        </p:sp>
        <p:sp>
          <p:nvSpPr>
            <p:cNvPr id="56342" name="Line 24"/>
            <p:cNvSpPr/>
            <p:nvPr/>
          </p:nvSpPr>
          <p:spPr>
            <a:xfrm>
              <a:off x="1744" y="1395"/>
              <a:ext cx="0" cy="1080"/>
            </a:xfrm>
            <a:prstGeom prst="line">
              <a:avLst/>
            </a:prstGeom>
            <a:ln w="28575" cap="flat" cmpd="sng">
              <a:solidFill>
                <a:srgbClr val="000000"/>
              </a:solidFill>
              <a:prstDash val="solid"/>
              <a:round/>
              <a:headEnd type="none" w="med" len="med"/>
              <a:tailEnd type="none" w="med" len="med"/>
            </a:ln>
          </p:spPr>
        </p:sp>
        <p:sp>
          <p:nvSpPr>
            <p:cNvPr id="56343" name="Line 25"/>
            <p:cNvSpPr/>
            <p:nvPr/>
          </p:nvSpPr>
          <p:spPr>
            <a:xfrm>
              <a:off x="2229" y="1399"/>
              <a:ext cx="0" cy="1080"/>
            </a:xfrm>
            <a:prstGeom prst="line">
              <a:avLst/>
            </a:prstGeom>
            <a:ln w="28575" cap="flat" cmpd="sng">
              <a:solidFill>
                <a:srgbClr val="000000"/>
              </a:solidFill>
              <a:prstDash val="solid"/>
              <a:round/>
              <a:headEnd type="none" w="med" len="med"/>
              <a:tailEnd type="none" w="med" len="med"/>
            </a:ln>
          </p:spPr>
        </p:sp>
        <p:sp>
          <p:nvSpPr>
            <p:cNvPr id="56344" name="Line 26"/>
            <p:cNvSpPr/>
            <p:nvPr/>
          </p:nvSpPr>
          <p:spPr>
            <a:xfrm>
              <a:off x="790" y="1912"/>
              <a:ext cx="1959" cy="0"/>
            </a:xfrm>
            <a:prstGeom prst="line">
              <a:avLst/>
            </a:prstGeom>
            <a:ln w="28575" cap="flat" cmpd="sng">
              <a:solidFill>
                <a:srgbClr val="000000"/>
              </a:solidFill>
              <a:prstDash val="solid"/>
              <a:round/>
              <a:headEnd type="none" w="med" len="med"/>
              <a:tailEnd type="none" w="med" len="med"/>
            </a:ln>
          </p:spPr>
        </p:sp>
        <p:sp>
          <p:nvSpPr>
            <p:cNvPr id="56345" name="Line 27"/>
            <p:cNvSpPr/>
            <p:nvPr/>
          </p:nvSpPr>
          <p:spPr>
            <a:xfrm flipH="1" flipV="1">
              <a:off x="540" y="1148"/>
              <a:ext cx="253" cy="248"/>
            </a:xfrm>
            <a:prstGeom prst="line">
              <a:avLst/>
            </a:prstGeom>
            <a:ln w="28575" cap="flat" cmpd="sng">
              <a:solidFill>
                <a:srgbClr val="000000"/>
              </a:solidFill>
              <a:prstDash val="solid"/>
              <a:round/>
              <a:headEnd type="none" w="med" len="med"/>
              <a:tailEnd type="none" w="med" len="med"/>
            </a:ln>
          </p:spPr>
        </p:sp>
        <p:sp>
          <p:nvSpPr>
            <p:cNvPr id="56346" name="Text Box 28"/>
            <p:cNvSpPr txBox="1"/>
            <p:nvPr/>
          </p:nvSpPr>
          <p:spPr>
            <a:xfrm>
              <a:off x="578" y="1052"/>
              <a:ext cx="586" cy="231"/>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AB</a:t>
              </a:r>
              <a:endParaRPr lang="en-US" altLang="zh-CN" b="1" i="0" dirty="0">
                <a:latin typeface="Arial" panose="020B0604020202020204" pitchFamily="34" charset="0"/>
                <a:ea typeface="楷体_GB2312" pitchFamily="49" charset="-122"/>
              </a:endParaRPr>
            </a:p>
          </p:txBody>
        </p:sp>
        <p:sp>
          <p:nvSpPr>
            <p:cNvPr id="56347" name="Text Box 29"/>
            <p:cNvSpPr txBox="1"/>
            <p:nvPr/>
          </p:nvSpPr>
          <p:spPr>
            <a:xfrm>
              <a:off x="435" y="1234"/>
              <a:ext cx="298" cy="231"/>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C</a:t>
              </a:r>
              <a:endParaRPr lang="en-US" altLang="zh-CN" b="1" i="0" dirty="0">
                <a:latin typeface="Arial" panose="020B0604020202020204" pitchFamily="34" charset="0"/>
                <a:ea typeface="楷体_GB2312" pitchFamily="49" charset="-122"/>
              </a:endParaRPr>
            </a:p>
          </p:txBody>
        </p:sp>
        <p:sp>
          <p:nvSpPr>
            <p:cNvPr id="56348" name="Text Box 30"/>
            <p:cNvSpPr txBox="1"/>
            <p:nvPr/>
          </p:nvSpPr>
          <p:spPr>
            <a:xfrm>
              <a:off x="838" y="1224"/>
              <a:ext cx="1825" cy="197"/>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00            01          11        10</a:t>
              </a:r>
              <a:endParaRPr lang="en-US" altLang="zh-CN" sz="1600" b="1" i="0" dirty="0">
                <a:solidFill>
                  <a:srgbClr val="000000"/>
                </a:solidFill>
                <a:latin typeface="Arial" panose="020B0604020202020204" pitchFamily="34" charset="0"/>
                <a:ea typeface="楷体_GB2312" pitchFamily="49" charset="-122"/>
              </a:endParaRPr>
            </a:p>
          </p:txBody>
        </p:sp>
        <p:sp>
          <p:nvSpPr>
            <p:cNvPr id="56349" name="Text Box 31"/>
            <p:cNvSpPr txBox="1"/>
            <p:nvPr/>
          </p:nvSpPr>
          <p:spPr>
            <a:xfrm>
              <a:off x="579" y="1546"/>
              <a:ext cx="269" cy="198"/>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a:t>
              </a:r>
              <a:endParaRPr lang="en-US" altLang="zh-CN" sz="1600" b="1" i="0" dirty="0">
                <a:solidFill>
                  <a:srgbClr val="000000"/>
                </a:solidFill>
                <a:latin typeface="Arial" panose="020B0604020202020204" pitchFamily="34" charset="0"/>
                <a:ea typeface="楷体_GB2312" pitchFamily="49" charset="-122"/>
              </a:endParaRPr>
            </a:p>
          </p:txBody>
        </p:sp>
        <p:sp>
          <p:nvSpPr>
            <p:cNvPr id="56350" name="Text Box 32"/>
            <p:cNvSpPr txBox="1"/>
            <p:nvPr/>
          </p:nvSpPr>
          <p:spPr>
            <a:xfrm>
              <a:off x="540" y="2086"/>
              <a:ext cx="346" cy="197"/>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1</a:t>
              </a:r>
              <a:endParaRPr lang="en-US" altLang="zh-CN" sz="1600" b="1" i="0" dirty="0">
                <a:solidFill>
                  <a:srgbClr val="000000"/>
                </a:solidFill>
                <a:latin typeface="Arial" panose="020B0604020202020204" pitchFamily="34" charset="0"/>
                <a:ea typeface="楷体_GB2312" pitchFamily="49" charset="-122"/>
              </a:endParaRPr>
            </a:p>
          </p:txBody>
        </p:sp>
        <p:sp>
          <p:nvSpPr>
            <p:cNvPr id="56351" name="Text Box 33"/>
            <p:cNvSpPr txBox="1"/>
            <p:nvPr/>
          </p:nvSpPr>
          <p:spPr>
            <a:xfrm>
              <a:off x="1040" y="1719"/>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Arial" panose="020B0604020202020204" pitchFamily="34" charset="0"/>
                <a:ea typeface="楷体_GB2312" pitchFamily="49" charset="-122"/>
              </a:endParaRPr>
            </a:p>
          </p:txBody>
        </p:sp>
        <p:sp>
          <p:nvSpPr>
            <p:cNvPr id="56352" name="Text Box 34"/>
            <p:cNvSpPr txBox="1"/>
            <p:nvPr/>
          </p:nvSpPr>
          <p:spPr>
            <a:xfrm>
              <a:off x="1044" y="2281"/>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Arial" panose="020B0604020202020204" pitchFamily="34" charset="0"/>
                <a:ea typeface="楷体_GB2312" pitchFamily="49" charset="-122"/>
              </a:endParaRPr>
            </a:p>
          </p:txBody>
        </p:sp>
        <p:sp>
          <p:nvSpPr>
            <p:cNvPr id="56353" name="Text Box 35"/>
            <p:cNvSpPr txBox="1"/>
            <p:nvPr/>
          </p:nvSpPr>
          <p:spPr>
            <a:xfrm>
              <a:off x="895" y="2032"/>
              <a:ext cx="1777"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黑体" panose="02010609060101010101" pitchFamily="2" charset="-122"/>
                </a:rPr>
                <a:t>          1       1</a:t>
              </a:r>
              <a:endParaRPr lang="en-US" altLang="zh-CN" sz="2400" b="1" i="0" dirty="0">
                <a:latin typeface="Arial" panose="020B0604020202020204" pitchFamily="34" charset="0"/>
                <a:ea typeface="黑体" panose="02010609060101010101" pitchFamily="2" charset="-122"/>
              </a:endParaRPr>
            </a:p>
          </p:txBody>
        </p:sp>
        <p:sp>
          <p:nvSpPr>
            <p:cNvPr id="56354" name="Text Box 36"/>
            <p:cNvSpPr txBox="1"/>
            <p:nvPr/>
          </p:nvSpPr>
          <p:spPr>
            <a:xfrm>
              <a:off x="2346" y="1546"/>
              <a:ext cx="434"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宋体" panose="02010600030101010101" pitchFamily="2" charset="-122"/>
                </a:rPr>
                <a:t>1</a:t>
              </a:r>
              <a:endParaRPr lang="en-US" altLang="zh-CN" sz="2400" b="1" i="0" dirty="0">
                <a:latin typeface="Arial" panose="020B0604020202020204" pitchFamily="34" charset="0"/>
                <a:ea typeface="宋体" panose="02010600030101010101" pitchFamily="2" charset="-122"/>
              </a:endParaRPr>
            </a:p>
          </p:txBody>
        </p:sp>
      </p:grpSp>
      <p:sp>
        <p:nvSpPr>
          <p:cNvPr id="268325" name="AutoShape 37"/>
          <p:cNvSpPr/>
          <p:nvPr/>
        </p:nvSpPr>
        <p:spPr>
          <a:xfrm>
            <a:off x="896938" y="3325813"/>
            <a:ext cx="2806700" cy="611187"/>
          </a:xfrm>
          <a:prstGeom prst="flowChartTerminator">
            <a:avLst/>
          </a:prstGeom>
          <a:noFill/>
          <a:ln w="28575" cap="flat" cmpd="sng">
            <a:solidFill>
              <a:srgbClr val="FF33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68326" name="Oval 38"/>
          <p:cNvSpPr/>
          <p:nvPr/>
        </p:nvSpPr>
        <p:spPr>
          <a:xfrm>
            <a:off x="3228975" y="2625725"/>
            <a:ext cx="446088" cy="450850"/>
          </a:xfrm>
          <a:prstGeom prst="ellipse">
            <a:avLst/>
          </a:prstGeom>
          <a:noFill/>
          <a:ln w="28575" cap="flat" cmpd="sng">
            <a:solidFill>
              <a:srgbClr val="FF3300"/>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68327" name="Oval 39"/>
          <p:cNvSpPr/>
          <p:nvPr/>
        </p:nvSpPr>
        <p:spPr>
          <a:xfrm>
            <a:off x="7361238" y="2632075"/>
            <a:ext cx="446087" cy="450850"/>
          </a:xfrm>
          <a:prstGeom prst="ellipse">
            <a:avLst/>
          </a:prstGeom>
          <a:noFill/>
          <a:ln w="28575" cap="flat" cmpd="sng">
            <a:solidFill>
              <a:srgbClr val="FF3300"/>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68328" name="AutoShape 40"/>
          <p:cNvSpPr/>
          <p:nvPr/>
        </p:nvSpPr>
        <p:spPr>
          <a:xfrm>
            <a:off x="5922963" y="3405188"/>
            <a:ext cx="1209675" cy="463550"/>
          </a:xfrm>
          <a:prstGeom prst="flowChartTerminator">
            <a:avLst/>
          </a:prstGeom>
          <a:noFill/>
          <a:ln w="28575" cap="flat" cmpd="sng">
            <a:solidFill>
              <a:srgbClr val="FF33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aphicFrame>
        <p:nvGraphicFramePr>
          <p:cNvPr id="268329" name="Object 41"/>
          <p:cNvGraphicFramePr>
            <a:graphicFrameLocks noChangeAspect="1"/>
          </p:cNvGraphicFramePr>
          <p:nvPr/>
        </p:nvGraphicFramePr>
        <p:xfrm>
          <a:off x="914400" y="4572000"/>
          <a:ext cx="2743200" cy="536575"/>
        </p:xfrm>
        <a:graphic>
          <a:graphicData uri="http://schemas.openxmlformats.org/presentationml/2006/ole">
            <mc:AlternateContent xmlns:mc="http://schemas.openxmlformats.org/markup-compatibility/2006">
              <mc:Choice xmlns:v="urn:schemas-microsoft-com:vml" Requires="v">
                <p:oleObj spid="_x0000_s3102" name="" r:id="rId1" imgW="2026920" imgH="396240" progId="Paint.Picture">
                  <p:embed/>
                </p:oleObj>
              </mc:Choice>
              <mc:Fallback>
                <p:oleObj name="" r:id="rId1" imgW="2026920" imgH="396240" progId="Paint.Picture">
                  <p:embed/>
                  <p:pic>
                    <p:nvPicPr>
                      <p:cNvPr id="0" name="图片 3101"/>
                      <p:cNvPicPr/>
                      <p:nvPr/>
                    </p:nvPicPr>
                    <p:blipFill>
                      <a:blip r:embed="rId2"/>
                      <a:stretch>
                        <a:fillRect/>
                      </a:stretch>
                    </p:blipFill>
                    <p:spPr>
                      <a:xfrm>
                        <a:off x="914400" y="4572000"/>
                        <a:ext cx="2743200" cy="536575"/>
                      </a:xfrm>
                      <a:prstGeom prst="rect">
                        <a:avLst/>
                      </a:prstGeom>
                      <a:noFill/>
                      <a:ln w="38100">
                        <a:noFill/>
                        <a:miter/>
                      </a:ln>
                    </p:spPr>
                  </p:pic>
                </p:oleObj>
              </mc:Fallback>
            </mc:AlternateContent>
          </a:graphicData>
        </a:graphic>
      </p:graphicFrame>
      <p:graphicFrame>
        <p:nvGraphicFramePr>
          <p:cNvPr id="268330" name="Object 42"/>
          <p:cNvGraphicFramePr>
            <a:graphicFrameLocks noChangeAspect="1"/>
          </p:cNvGraphicFramePr>
          <p:nvPr/>
        </p:nvGraphicFramePr>
        <p:xfrm>
          <a:off x="5029200" y="4572000"/>
          <a:ext cx="3048000" cy="520700"/>
        </p:xfrm>
        <a:graphic>
          <a:graphicData uri="http://schemas.openxmlformats.org/presentationml/2006/ole">
            <mc:AlternateContent xmlns:mc="http://schemas.openxmlformats.org/markup-compatibility/2006">
              <mc:Choice xmlns:v="urn:schemas-microsoft-com:vml" Requires="v">
                <p:oleObj spid="_x0000_s3103" name="" r:id="rId3" imgW="2758440" imgH="472440" progId="Paint.Picture">
                  <p:embed/>
                </p:oleObj>
              </mc:Choice>
              <mc:Fallback>
                <p:oleObj name="" r:id="rId3" imgW="2758440" imgH="472440" progId="Paint.Picture">
                  <p:embed/>
                  <p:pic>
                    <p:nvPicPr>
                      <p:cNvPr id="0" name="图片 3102"/>
                      <p:cNvPicPr/>
                      <p:nvPr/>
                    </p:nvPicPr>
                    <p:blipFill>
                      <a:blip r:embed="rId4"/>
                      <a:stretch>
                        <a:fillRect/>
                      </a:stretch>
                    </p:blipFill>
                    <p:spPr>
                      <a:xfrm>
                        <a:off x="5029200" y="4572000"/>
                        <a:ext cx="3048000" cy="5207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8326"/>
                                        </p:tgtEl>
                                        <p:attrNameLst>
                                          <p:attrName>style.visibility</p:attrName>
                                        </p:attrNameLst>
                                      </p:cBhvr>
                                      <p:to>
                                        <p:strVal val="visible"/>
                                      </p:to>
                                    </p:set>
                                    <p:animEffect transition="in" filter="blinds(horizontal)">
                                      <p:cBhvr>
                                        <p:cTn id="7" dur="500"/>
                                        <p:tgtEl>
                                          <p:spTgt spid="26832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8327"/>
                                        </p:tgtEl>
                                        <p:attrNameLst>
                                          <p:attrName>style.visibility</p:attrName>
                                        </p:attrNameLst>
                                      </p:cBhvr>
                                      <p:to>
                                        <p:strVal val="visible"/>
                                      </p:to>
                                    </p:set>
                                    <p:animEffect transition="in" filter="blinds(horizontal)">
                                      <p:cBhvr>
                                        <p:cTn id="10" dur="500"/>
                                        <p:tgtEl>
                                          <p:spTgt spid="26832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68325"/>
                                        </p:tgtEl>
                                        <p:attrNameLst>
                                          <p:attrName>style.visibility</p:attrName>
                                        </p:attrNameLst>
                                      </p:cBhvr>
                                      <p:to>
                                        <p:strVal val="visible"/>
                                      </p:to>
                                    </p:set>
                                    <p:animEffect transition="in" filter="blinds(horizontal)">
                                      <p:cBhvr>
                                        <p:cTn id="15" dur="500"/>
                                        <p:tgtEl>
                                          <p:spTgt spid="26832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68328"/>
                                        </p:tgtEl>
                                        <p:attrNameLst>
                                          <p:attrName>style.visibility</p:attrName>
                                        </p:attrNameLst>
                                      </p:cBhvr>
                                      <p:to>
                                        <p:strVal val="visible"/>
                                      </p:to>
                                    </p:set>
                                    <p:animEffect transition="in" filter="blinds(horizontal)">
                                      <p:cBhvr>
                                        <p:cTn id="20" dur="500"/>
                                        <p:tgtEl>
                                          <p:spTgt spid="26832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68329"/>
                                        </p:tgtEl>
                                        <p:attrNameLst>
                                          <p:attrName>style.visibility</p:attrName>
                                        </p:attrNameLst>
                                      </p:cBhvr>
                                      <p:to>
                                        <p:strVal val="visible"/>
                                      </p:to>
                                    </p:set>
                                    <p:animEffect transition="in" filter="blinds(horizontal)">
                                      <p:cBhvr>
                                        <p:cTn id="25" dur="500"/>
                                        <p:tgtEl>
                                          <p:spTgt spid="26832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68330"/>
                                        </p:tgtEl>
                                        <p:attrNameLst>
                                          <p:attrName>style.visibility</p:attrName>
                                        </p:attrNameLst>
                                      </p:cBhvr>
                                      <p:to>
                                        <p:strVal val="visible"/>
                                      </p:to>
                                    </p:set>
                                    <p:animEffect transition="in" filter="blinds(horizontal)">
                                      <p:cBhvr>
                                        <p:cTn id="30" dur="500"/>
                                        <p:tgtEl>
                                          <p:spTgt spid="268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325" grpId="0" animBg="1"/>
      <p:bldP spid="268326" grpId="0" animBg="1"/>
      <p:bldP spid="268327" grpId="0" animBg="1"/>
      <p:bldP spid="26832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7345" name="Group 3"/>
          <p:cNvGrpSpPr/>
          <p:nvPr/>
        </p:nvGrpSpPr>
        <p:grpSpPr>
          <a:xfrm>
            <a:off x="228600" y="990600"/>
            <a:ext cx="4411663" cy="5248275"/>
            <a:chOff x="68" y="590"/>
            <a:chExt cx="2779" cy="3306"/>
          </a:xfrm>
        </p:grpSpPr>
        <p:grpSp>
          <p:nvGrpSpPr>
            <p:cNvPr id="57346" name="Group 4"/>
            <p:cNvGrpSpPr/>
            <p:nvPr/>
          </p:nvGrpSpPr>
          <p:grpSpPr>
            <a:xfrm>
              <a:off x="126" y="1627"/>
              <a:ext cx="2721" cy="2269"/>
              <a:chOff x="499" y="1388"/>
              <a:chExt cx="2721" cy="2269"/>
            </a:xfrm>
          </p:grpSpPr>
          <p:grpSp>
            <p:nvGrpSpPr>
              <p:cNvPr id="57347" name="Group 5"/>
              <p:cNvGrpSpPr/>
              <p:nvPr/>
            </p:nvGrpSpPr>
            <p:grpSpPr>
              <a:xfrm>
                <a:off x="2279" y="1480"/>
                <a:ext cx="544" cy="431"/>
                <a:chOff x="2222" y="3543"/>
                <a:chExt cx="544" cy="431"/>
              </a:xfrm>
            </p:grpSpPr>
            <p:sp>
              <p:nvSpPr>
                <p:cNvPr id="57348" name="AutoShape 6"/>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349" name="Oval 7"/>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7350" name="Group 8"/>
              <p:cNvGrpSpPr/>
              <p:nvPr/>
            </p:nvGrpSpPr>
            <p:grpSpPr>
              <a:xfrm>
                <a:off x="1134" y="1956"/>
                <a:ext cx="544" cy="431"/>
                <a:chOff x="2222" y="3543"/>
                <a:chExt cx="544" cy="431"/>
              </a:xfrm>
            </p:grpSpPr>
            <p:sp>
              <p:nvSpPr>
                <p:cNvPr id="57351" name="AutoShape 9"/>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352" name="Oval 10"/>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57353" name="Line 11"/>
              <p:cNvSpPr/>
              <p:nvPr/>
            </p:nvSpPr>
            <p:spPr>
              <a:xfrm>
                <a:off x="743" y="1592"/>
                <a:ext cx="1525" cy="1"/>
              </a:xfrm>
              <a:prstGeom prst="line">
                <a:avLst/>
              </a:prstGeom>
              <a:ln w="28575" cap="flat" cmpd="sng">
                <a:solidFill>
                  <a:schemeClr val="tx1"/>
                </a:solidFill>
                <a:prstDash val="solid"/>
                <a:round/>
                <a:headEnd type="none" w="med" len="med"/>
                <a:tailEnd type="none" w="med" len="med"/>
              </a:ln>
            </p:spPr>
          </p:sp>
          <p:grpSp>
            <p:nvGrpSpPr>
              <p:cNvPr id="57354" name="Group 12"/>
              <p:cNvGrpSpPr/>
              <p:nvPr/>
            </p:nvGrpSpPr>
            <p:grpSpPr>
              <a:xfrm>
                <a:off x="1134" y="3158"/>
                <a:ext cx="544" cy="431"/>
                <a:chOff x="2222" y="3543"/>
                <a:chExt cx="544" cy="431"/>
              </a:xfrm>
            </p:grpSpPr>
            <p:sp>
              <p:nvSpPr>
                <p:cNvPr id="57355" name="AutoShape 13"/>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356" name="Oval 14"/>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7357" name="Group 15"/>
              <p:cNvGrpSpPr/>
              <p:nvPr/>
            </p:nvGrpSpPr>
            <p:grpSpPr>
              <a:xfrm>
                <a:off x="1134" y="2591"/>
                <a:ext cx="544" cy="431"/>
                <a:chOff x="2222" y="3543"/>
                <a:chExt cx="544" cy="431"/>
              </a:xfrm>
            </p:grpSpPr>
            <p:sp>
              <p:nvSpPr>
                <p:cNvPr id="57358" name="AutoShape 16"/>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359" name="Oval 17"/>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7360" name="Group 18"/>
              <p:cNvGrpSpPr/>
              <p:nvPr/>
            </p:nvGrpSpPr>
            <p:grpSpPr>
              <a:xfrm>
                <a:off x="2274" y="2624"/>
                <a:ext cx="544" cy="431"/>
                <a:chOff x="2222" y="3543"/>
                <a:chExt cx="544" cy="431"/>
              </a:xfrm>
            </p:grpSpPr>
            <p:sp>
              <p:nvSpPr>
                <p:cNvPr id="57361" name="AutoShape 19"/>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362" name="Oval 20"/>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57363" name="Line 21"/>
              <p:cNvSpPr/>
              <p:nvPr/>
            </p:nvSpPr>
            <p:spPr>
              <a:xfrm flipH="1">
                <a:off x="743" y="2047"/>
                <a:ext cx="391" cy="0"/>
              </a:xfrm>
              <a:prstGeom prst="line">
                <a:avLst/>
              </a:prstGeom>
              <a:ln w="28575" cap="flat" cmpd="sng">
                <a:solidFill>
                  <a:schemeClr val="tx1"/>
                </a:solidFill>
                <a:prstDash val="solid"/>
                <a:round/>
                <a:headEnd type="none" w="med" len="med"/>
                <a:tailEnd type="none" w="med" len="med"/>
              </a:ln>
            </p:spPr>
          </p:sp>
          <p:sp>
            <p:nvSpPr>
              <p:cNvPr id="57364" name="Line 22"/>
              <p:cNvSpPr/>
              <p:nvPr/>
            </p:nvSpPr>
            <p:spPr>
              <a:xfrm flipH="1">
                <a:off x="743" y="2273"/>
                <a:ext cx="391" cy="0"/>
              </a:xfrm>
              <a:prstGeom prst="line">
                <a:avLst/>
              </a:prstGeom>
              <a:ln w="28575" cap="flat" cmpd="sng">
                <a:solidFill>
                  <a:schemeClr val="tx1"/>
                </a:solidFill>
                <a:prstDash val="solid"/>
                <a:round/>
                <a:headEnd type="none" w="med" len="med"/>
                <a:tailEnd type="none" w="med" len="med"/>
              </a:ln>
            </p:spPr>
          </p:sp>
          <p:sp>
            <p:nvSpPr>
              <p:cNvPr id="57365" name="Line 23"/>
              <p:cNvSpPr/>
              <p:nvPr/>
            </p:nvSpPr>
            <p:spPr>
              <a:xfrm flipH="1">
                <a:off x="743" y="2636"/>
                <a:ext cx="391" cy="0"/>
              </a:xfrm>
              <a:prstGeom prst="line">
                <a:avLst/>
              </a:prstGeom>
              <a:ln w="28575" cap="flat" cmpd="sng">
                <a:solidFill>
                  <a:schemeClr val="tx1"/>
                </a:solidFill>
                <a:prstDash val="solid"/>
                <a:round/>
                <a:headEnd type="none" w="med" len="med"/>
                <a:tailEnd type="none" w="med" len="med"/>
              </a:ln>
            </p:spPr>
          </p:sp>
          <p:sp>
            <p:nvSpPr>
              <p:cNvPr id="57366" name="Line 24"/>
              <p:cNvSpPr/>
              <p:nvPr/>
            </p:nvSpPr>
            <p:spPr>
              <a:xfrm flipH="1">
                <a:off x="740" y="2818"/>
                <a:ext cx="391" cy="0"/>
              </a:xfrm>
              <a:prstGeom prst="line">
                <a:avLst/>
              </a:prstGeom>
              <a:ln w="28575" cap="flat" cmpd="sng">
                <a:solidFill>
                  <a:schemeClr val="tx1"/>
                </a:solidFill>
                <a:prstDash val="solid"/>
                <a:round/>
                <a:headEnd type="none" w="med" len="med"/>
                <a:tailEnd type="none" w="med" len="med"/>
              </a:ln>
            </p:spPr>
          </p:sp>
          <p:sp>
            <p:nvSpPr>
              <p:cNvPr id="57367" name="Line 25"/>
              <p:cNvSpPr/>
              <p:nvPr/>
            </p:nvSpPr>
            <p:spPr>
              <a:xfrm flipH="1">
                <a:off x="740" y="2976"/>
                <a:ext cx="391" cy="0"/>
              </a:xfrm>
              <a:prstGeom prst="line">
                <a:avLst/>
              </a:prstGeom>
              <a:ln w="28575" cap="flat" cmpd="sng">
                <a:solidFill>
                  <a:schemeClr val="tx1"/>
                </a:solidFill>
                <a:prstDash val="solid"/>
                <a:round/>
                <a:headEnd type="none" w="med" len="med"/>
                <a:tailEnd type="none" w="med" len="med"/>
              </a:ln>
            </p:spPr>
          </p:sp>
          <p:sp>
            <p:nvSpPr>
              <p:cNvPr id="57368" name="Line 26"/>
              <p:cNvSpPr/>
              <p:nvPr/>
            </p:nvSpPr>
            <p:spPr>
              <a:xfrm flipH="1">
                <a:off x="740" y="3249"/>
                <a:ext cx="391" cy="0"/>
              </a:xfrm>
              <a:prstGeom prst="line">
                <a:avLst/>
              </a:prstGeom>
              <a:ln w="28575" cap="flat" cmpd="sng">
                <a:solidFill>
                  <a:schemeClr val="tx1"/>
                </a:solidFill>
                <a:prstDash val="solid"/>
                <a:round/>
                <a:headEnd type="none" w="med" len="med"/>
                <a:tailEnd type="none" w="med" len="med"/>
              </a:ln>
            </p:spPr>
          </p:sp>
          <p:sp>
            <p:nvSpPr>
              <p:cNvPr id="57369" name="Line 27"/>
              <p:cNvSpPr/>
              <p:nvPr/>
            </p:nvSpPr>
            <p:spPr>
              <a:xfrm flipH="1">
                <a:off x="740" y="3498"/>
                <a:ext cx="391" cy="0"/>
              </a:xfrm>
              <a:prstGeom prst="line">
                <a:avLst/>
              </a:prstGeom>
              <a:ln w="28575" cap="flat" cmpd="sng">
                <a:solidFill>
                  <a:schemeClr val="tx1"/>
                </a:solidFill>
                <a:prstDash val="solid"/>
                <a:round/>
                <a:headEnd type="none" w="med" len="med"/>
                <a:tailEnd type="none" w="med" len="med"/>
              </a:ln>
            </p:spPr>
          </p:sp>
          <p:sp>
            <p:nvSpPr>
              <p:cNvPr id="57370" name="Line 28"/>
              <p:cNvSpPr/>
              <p:nvPr/>
            </p:nvSpPr>
            <p:spPr>
              <a:xfrm flipH="1">
                <a:off x="2829" y="1684"/>
                <a:ext cx="391" cy="0"/>
              </a:xfrm>
              <a:prstGeom prst="line">
                <a:avLst/>
              </a:prstGeom>
              <a:ln w="28575" cap="flat" cmpd="sng">
                <a:solidFill>
                  <a:schemeClr val="tx1"/>
                </a:solidFill>
                <a:prstDash val="solid"/>
                <a:round/>
                <a:headEnd type="none" w="med" len="med"/>
                <a:tailEnd type="none" w="med" len="med"/>
              </a:ln>
            </p:spPr>
          </p:sp>
          <p:sp>
            <p:nvSpPr>
              <p:cNvPr id="57371" name="Line 29"/>
              <p:cNvSpPr/>
              <p:nvPr/>
            </p:nvSpPr>
            <p:spPr>
              <a:xfrm flipH="1">
                <a:off x="2829" y="2818"/>
                <a:ext cx="391" cy="0"/>
              </a:xfrm>
              <a:prstGeom prst="line">
                <a:avLst/>
              </a:prstGeom>
              <a:ln w="28575" cap="flat" cmpd="sng">
                <a:solidFill>
                  <a:schemeClr val="tx1"/>
                </a:solidFill>
                <a:prstDash val="solid"/>
                <a:round/>
                <a:headEnd type="none" w="med" len="med"/>
                <a:tailEnd type="none" w="med" len="med"/>
              </a:ln>
            </p:spPr>
          </p:sp>
          <p:sp>
            <p:nvSpPr>
              <p:cNvPr id="57372" name="Line 30"/>
              <p:cNvSpPr/>
              <p:nvPr/>
            </p:nvSpPr>
            <p:spPr>
              <a:xfrm>
                <a:off x="1678" y="2795"/>
                <a:ext cx="596" cy="0"/>
              </a:xfrm>
              <a:prstGeom prst="line">
                <a:avLst/>
              </a:prstGeom>
              <a:ln w="28575" cap="flat" cmpd="sng">
                <a:solidFill>
                  <a:schemeClr val="tx1"/>
                </a:solidFill>
                <a:prstDash val="solid"/>
                <a:round/>
                <a:headEnd type="none" w="med" len="med"/>
                <a:tailEnd type="none" w="med" len="med"/>
              </a:ln>
            </p:spPr>
          </p:sp>
          <p:sp>
            <p:nvSpPr>
              <p:cNvPr id="57373" name="Line 31"/>
              <p:cNvSpPr/>
              <p:nvPr/>
            </p:nvSpPr>
            <p:spPr>
              <a:xfrm>
                <a:off x="1678" y="3362"/>
                <a:ext cx="227" cy="0"/>
              </a:xfrm>
              <a:prstGeom prst="line">
                <a:avLst/>
              </a:prstGeom>
              <a:ln w="28575" cap="flat" cmpd="sng">
                <a:solidFill>
                  <a:schemeClr val="tx1"/>
                </a:solidFill>
                <a:prstDash val="solid"/>
                <a:round/>
                <a:headEnd type="none" w="med" len="med"/>
                <a:tailEnd type="none" w="med" len="med"/>
              </a:ln>
            </p:spPr>
          </p:sp>
          <p:sp>
            <p:nvSpPr>
              <p:cNvPr id="57374" name="Line 32"/>
              <p:cNvSpPr/>
              <p:nvPr/>
            </p:nvSpPr>
            <p:spPr>
              <a:xfrm flipV="1">
                <a:off x="1905" y="2976"/>
                <a:ext cx="0" cy="386"/>
              </a:xfrm>
              <a:prstGeom prst="line">
                <a:avLst/>
              </a:prstGeom>
              <a:ln w="28575" cap="flat" cmpd="sng">
                <a:solidFill>
                  <a:schemeClr val="tx1"/>
                </a:solidFill>
                <a:prstDash val="solid"/>
                <a:round/>
                <a:headEnd type="none" w="med" len="med"/>
                <a:tailEnd type="none" w="med" len="med"/>
              </a:ln>
            </p:spPr>
          </p:sp>
          <p:sp>
            <p:nvSpPr>
              <p:cNvPr id="57375" name="Line 33"/>
              <p:cNvSpPr/>
              <p:nvPr/>
            </p:nvSpPr>
            <p:spPr>
              <a:xfrm>
                <a:off x="1905" y="2976"/>
                <a:ext cx="363" cy="0"/>
              </a:xfrm>
              <a:prstGeom prst="line">
                <a:avLst/>
              </a:prstGeom>
              <a:ln w="28575" cap="flat" cmpd="sng">
                <a:solidFill>
                  <a:schemeClr val="tx1"/>
                </a:solidFill>
                <a:prstDash val="solid"/>
                <a:round/>
                <a:headEnd type="none" w="med" len="med"/>
                <a:tailEnd type="none" w="med" len="med"/>
              </a:ln>
            </p:spPr>
          </p:sp>
          <p:sp>
            <p:nvSpPr>
              <p:cNvPr id="57376" name="Line 34"/>
              <p:cNvSpPr/>
              <p:nvPr/>
            </p:nvSpPr>
            <p:spPr>
              <a:xfrm>
                <a:off x="1689" y="2160"/>
                <a:ext cx="227" cy="0"/>
              </a:xfrm>
              <a:prstGeom prst="line">
                <a:avLst/>
              </a:prstGeom>
              <a:ln w="28575" cap="flat" cmpd="sng">
                <a:solidFill>
                  <a:schemeClr val="tx1"/>
                </a:solidFill>
                <a:prstDash val="solid"/>
                <a:round/>
                <a:headEnd type="none" w="med" len="med"/>
                <a:tailEnd type="none" w="med" len="med"/>
              </a:ln>
            </p:spPr>
          </p:sp>
          <p:sp>
            <p:nvSpPr>
              <p:cNvPr id="57377" name="Line 35"/>
              <p:cNvSpPr/>
              <p:nvPr/>
            </p:nvSpPr>
            <p:spPr>
              <a:xfrm flipV="1">
                <a:off x="1916" y="1774"/>
                <a:ext cx="0" cy="386"/>
              </a:xfrm>
              <a:prstGeom prst="line">
                <a:avLst/>
              </a:prstGeom>
              <a:ln w="28575" cap="flat" cmpd="sng">
                <a:solidFill>
                  <a:schemeClr val="tx1"/>
                </a:solidFill>
                <a:prstDash val="solid"/>
                <a:round/>
                <a:headEnd type="none" w="med" len="med"/>
                <a:tailEnd type="none" w="med" len="med"/>
              </a:ln>
            </p:spPr>
          </p:sp>
          <p:sp>
            <p:nvSpPr>
              <p:cNvPr id="57378" name="Line 36"/>
              <p:cNvSpPr/>
              <p:nvPr/>
            </p:nvSpPr>
            <p:spPr>
              <a:xfrm>
                <a:off x="1916" y="1775"/>
                <a:ext cx="363" cy="0"/>
              </a:xfrm>
              <a:prstGeom prst="line">
                <a:avLst/>
              </a:prstGeom>
              <a:ln w="28575" cap="flat" cmpd="sng">
                <a:solidFill>
                  <a:schemeClr val="tx1"/>
                </a:solidFill>
                <a:prstDash val="solid"/>
                <a:round/>
                <a:headEnd type="none" w="med" len="med"/>
                <a:tailEnd type="none" w="med" len="med"/>
              </a:ln>
            </p:spPr>
          </p:sp>
          <p:grpSp>
            <p:nvGrpSpPr>
              <p:cNvPr id="57379" name="Group 37"/>
              <p:cNvGrpSpPr/>
              <p:nvPr/>
            </p:nvGrpSpPr>
            <p:grpSpPr>
              <a:xfrm>
                <a:off x="500" y="1480"/>
                <a:ext cx="362" cy="250"/>
                <a:chOff x="295" y="1480"/>
                <a:chExt cx="362" cy="250"/>
              </a:xfrm>
            </p:grpSpPr>
            <p:sp>
              <p:nvSpPr>
                <p:cNvPr id="57380" name="Text Box 38"/>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7381" name="Line 39"/>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7382" name="Group 40"/>
              <p:cNvGrpSpPr/>
              <p:nvPr/>
            </p:nvGrpSpPr>
            <p:grpSpPr>
              <a:xfrm>
                <a:off x="500" y="2182"/>
                <a:ext cx="362" cy="250"/>
                <a:chOff x="295" y="1480"/>
                <a:chExt cx="362" cy="250"/>
              </a:xfrm>
            </p:grpSpPr>
            <p:sp>
              <p:nvSpPr>
                <p:cNvPr id="57383" name="Text Box 41"/>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7384" name="Line 42"/>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7385" name="Group 43"/>
              <p:cNvGrpSpPr/>
              <p:nvPr/>
            </p:nvGrpSpPr>
            <p:grpSpPr>
              <a:xfrm>
                <a:off x="500" y="2681"/>
                <a:ext cx="362" cy="250"/>
                <a:chOff x="295" y="1480"/>
                <a:chExt cx="362" cy="250"/>
              </a:xfrm>
            </p:grpSpPr>
            <p:sp>
              <p:nvSpPr>
                <p:cNvPr id="57386" name="Text Box 44"/>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7387" name="Line 45"/>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7388" name="Group 46"/>
              <p:cNvGrpSpPr/>
              <p:nvPr/>
            </p:nvGrpSpPr>
            <p:grpSpPr>
              <a:xfrm>
                <a:off x="500" y="2885"/>
                <a:ext cx="362" cy="250"/>
                <a:chOff x="295" y="1480"/>
                <a:chExt cx="362" cy="250"/>
              </a:xfrm>
            </p:grpSpPr>
            <p:sp>
              <p:nvSpPr>
                <p:cNvPr id="57389" name="Text Box 47"/>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7390" name="Line 48"/>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sp>
            <p:nvSpPr>
              <p:cNvPr id="57391" name="Text Box 49"/>
              <p:cNvSpPr txBox="1"/>
              <p:nvPr/>
            </p:nvSpPr>
            <p:spPr>
              <a:xfrm>
                <a:off x="499" y="1933"/>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A</a:t>
                </a:r>
                <a:endParaRPr lang="en-US" altLang="zh-CN" i="0" dirty="0">
                  <a:latin typeface="Tahoma" panose="020B0604030504040204" pitchFamily="34" charset="0"/>
                  <a:ea typeface="宋体" panose="02010600030101010101" pitchFamily="2" charset="-122"/>
                </a:endParaRPr>
              </a:p>
            </p:txBody>
          </p:sp>
          <p:sp>
            <p:nvSpPr>
              <p:cNvPr id="57392" name="Text Box 50"/>
              <p:cNvSpPr txBox="1"/>
              <p:nvPr/>
            </p:nvSpPr>
            <p:spPr>
              <a:xfrm>
                <a:off x="499" y="2466"/>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A</a:t>
                </a:r>
                <a:endParaRPr lang="en-US" altLang="zh-CN" i="0" dirty="0">
                  <a:latin typeface="Tahoma" panose="020B0604030504040204" pitchFamily="34" charset="0"/>
                  <a:ea typeface="宋体" panose="02010600030101010101" pitchFamily="2" charset="-122"/>
                </a:endParaRPr>
              </a:p>
            </p:txBody>
          </p:sp>
          <p:sp>
            <p:nvSpPr>
              <p:cNvPr id="57393" name="Text Box 51"/>
              <p:cNvSpPr txBox="1"/>
              <p:nvPr/>
            </p:nvSpPr>
            <p:spPr>
              <a:xfrm>
                <a:off x="499" y="3135"/>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7394" name="Text Box 52"/>
              <p:cNvSpPr txBox="1"/>
              <p:nvPr/>
            </p:nvSpPr>
            <p:spPr>
              <a:xfrm>
                <a:off x="500" y="3407"/>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7395" name="Text Box 53"/>
              <p:cNvSpPr txBox="1"/>
              <p:nvPr/>
            </p:nvSpPr>
            <p:spPr>
              <a:xfrm>
                <a:off x="2829" y="1388"/>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F</a:t>
                </a:r>
                <a:r>
                  <a:rPr lang="en-US" altLang="zh-CN" b="1" i="0" baseline="-5000" dirty="0">
                    <a:latin typeface="Tahoma" panose="020B0604030504040204" pitchFamily="34" charset="0"/>
                    <a:ea typeface="宋体" panose="02010600030101010101" pitchFamily="2" charset="-122"/>
                  </a:rPr>
                  <a:t>1</a:t>
                </a:r>
                <a:endParaRPr lang="en-US" altLang="zh-CN" b="1" i="0" baseline="-5000" dirty="0">
                  <a:latin typeface="Tahoma" panose="020B0604030504040204" pitchFamily="34" charset="0"/>
                  <a:ea typeface="宋体" panose="02010600030101010101" pitchFamily="2" charset="-122"/>
                </a:endParaRPr>
              </a:p>
            </p:txBody>
          </p:sp>
          <p:sp>
            <p:nvSpPr>
              <p:cNvPr id="57396" name="Text Box 54"/>
              <p:cNvSpPr txBox="1"/>
              <p:nvPr/>
            </p:nvSpPr>
            <p:spPr>
              <a:xfrm>
                <a:off x="2858" y="2532"/>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F</a:t>
                </a:r>
                <a:r>
                  <a:rPr lang="en-US" altLang="zh-CN" b="1" i="0" baseline="-5000" dirty="0">
                    <a:latin typeface="Tahoma" panose="020B0604030504040204" pitchFamily="34" charset="0"/>
                    <a:ea typeface="宋体" panose="02010600030101010101" pitchFamily="2" charset="-122"/>
                  </a:rPr>
                  <a:t>2</a:t>
                </a:r>
                <a:endParaRPr lang="en-US" altLang="zh-CN" b="1" i="0" baseline="-5000" dirty="0">
                  <a:latin typeface="Tahoma" panose="020B0604030504040204" pitchFamily="34" charset="0"/>
                  <a:ea typeface="宋体" panose="02010600030101010101" pitchFamily="2" charset="-122"/>
                </a:endParaRPr>
              </a:p>
            </p:txBody>
          </p:sp>
        </p:grpSp>
        <p:graphicFrame>
          <p:nvGraphicFramePr>
            <p:cNvPr id="57397" name="Object 55"/>
            <p:cNvGraphicFramePr>
              <a:graphicFrameLocks noChangeAspect="1"/>
            </p:cNvGraphicFramePr>
            <p:nvPr/>
          </p:nvGraphicFramePr>
          <p:xfrm>
            <a:off x="68" y="592"/>
            <a:ext cx="1084" cy="297"/>
          </p:xfrm>
          <a:graphic>
            <a:graphicData uri="http://schemas.openxmlformats.org/presentationml/2006/ole">
              <mc:AlternateContent xmlns:mc="http://schemas.openxmlformats.org/markup-compatibility/2006">
                <mc:Choice xmlns:v="urn:schemas-microsoft-com:vml" Requires="v">
                  <p:oleObj spid="_x0000_s3111" name="" r:id="rId1" imgW="786765" imgH="215900" progId="Equation.3">
                    <p:embed/>
                  </p:oleObj>
                </mc:Choice>
                <mc:Fallback>
                  <p:oleObj name="" r:id="rId1" imgW="786765" imgH="215900" progId="Equation.3">
                    <p:embed/>
                    <p:pic>
                      <p:nvPicPr>
                        <p:cNvPr id="0" name="图片 3110"/>
                        <p:cNvPicPr/>
                        <p:nvPr/>
                      </p:nvPicPr>
                      <p:blipFill>
                        <a:blip r:embed="rId2"/>
                        <a:stretch>
                          <a:fillRect/>
                        </a:stretch>
                      </p:blipFill>
                      <p:spPr>
                        <a:xfrm>
                          <a:off x="68" y="592"/>
                          <a:ext cx="1084" cy="297"/>
                        </a:xfrm>
                        <a:prstGeom prst="rect">
                          <a:avLst/>
                        </a:prstGeom>
                        <a:noFill/>
                        <a:ln w="38100">
                          <a:noFill/>
                          <a:miter/>
                        </a:ln>
                      </p:spPr>
                    </p:pic>
                  </p:oleObj>
                </mc:Fallback>
              </mc:AlternateContent>
            </a:graphicData>
          </a:graphic>
        </p:graphicFrame>
        <p:graphicFrame>
          <p:nvGraphicFramePr>
            <p:cNvPr id="57398" name="Object 56"/>
            <p:cNvGraphicFramePr>
              <a:graphicFrameLocks noChangeAspect="1"/>
            </p:cNvGraphicFramePr>
            <p:nvPr/>
          </p:nvGraphicFramePr>
          <p:xfrm>
            <a:off x="1484" y="590"/>
            <a:ext cx="1264" cy="272"/>
          </p:xfrm>
          <a:graphic>
            <a:graphicData uri="http://schemas.openxmlformats.org/presentationml/2006/ole">
              <mc:AlternateContent xmlns:mc="http://schemas.openxmlformats.org/markup-compatibility/2006">
                <mc:Choice xmlns:v="urn:schemas-microsoft-com:vml" Requires="v">
                  <p:oleObj spid="_x0000_s3104" name="" r:id="rId3" imgW="1002665" imgH="215900" progId="Equation.3">
                    <p:embed/>
                  </p:oleObj>
                </mc:Choice>
                <mc:Fallback>
                  <p:oleObj name="" r:id="rId3" imgW="1002665" imgH="215900" progId="Equation.3">
                    <p:embed/>
                    <p:pic>
                      <p:nvPicPr>
                        <p:cNvPr id="0" name="图片 3103"/>
                        <p:cNvPicPr/>
                        <p:nvPr/>
                      </p:nvPicPr>
                      <p:blipFill>
                        <a:blip r:embed="rId4"/>
                        <a:stretch>
                          <a:fillRect/>
                        </a:stretch>
                      </p:blipFill>
                      <p:spPr>
                        <a:xfrm>
                          <a:off x="1484" y="590"/>
                          <a:ext cx="1264" cy="272"/>
                        </a:xfrm>
                        <a:prstGeom prst="rect">
                          <a:avLst/>
                        </a:prstGeom>
                        <a:noFill/>
                        <a:ln w="38100">
                          <a:noFill/>
                          <a:miter/>
                        </a:ln>
                      </p:spPr>
                    </p:pic>
                  </p:oleObj>
                </mc:Fallback>
              </mc:AlternateContent>
            </a:graphicData>
          </a:graphic>
        </p:graphicFrame>
        <p:graphicFrame>
          <p:nvGraphicFramePr>
            <p:cNvPr id="57399" name="Object 57"/>
            <p:cNvGraphicFramePr>
              <a:graphicFrameLocks noChangeAspect="1"/>
            </p:cNvGraphicFramePr>
            <p:nvPr/>
          </p:nvGraphicFramePr>
          <p:xfrm>
            <a:off x="303" y="889"/>
            <a:ext cx="730" cy="342"/>
          </p:xfrm>
          <a:graphic>
            <a:graphicData uri="http://schemas.openxmlformats.org/presentationml/2006/ole">
              <mc:AlternateContent xmlns:mc="http://schemas.openxmlformats.org/markup-compatibility/2006">
                <mc:Choice xmlns:v="urn:schemas-microsoft-com:vml" Requires="v">
                  <p:oleObj spid="_x0000_s3110" name="" r:id="rId5" imgW="571500" imgH="266700" progId="Equation.3">
                    <p:embed/>
                  </p:oleObj>
                </mc:Choice>
                <mc:Fallback>
                  <p:oleObj name="" r:id="rId5" imgW="571500" imgH="266700" progId="Equation.3">
                    <p:embed/>
                    <p:pic>
                      <p:nvPicPr>
                        <p:cNvPr id="0" name="图片 3109"/>
                        <p:cNvPicPr/>
                        <p:nvPr/>
                      </p:nvPicPr>
                      <p:blipFill>
                        <a:blip r:embed="rId6"/>
                        <a:stretch>
                          <a:fillRect/>
                        </a:stretch>
                      </p:blipFill>
                      <p:spPr>
                        <a:xfrm>
                          <a:off x="303" y="889"/>
                          <a:ext cx="730" cy="342"/>
                        </a:xfrm>
                        <a:prstGeom prst="rect">
                          <a:avLst/>
                        </a:prstGeom>
                        <a:noFill/>
                        <a:ln w="38100">
                          <a:noFill/>
                          <a:miter/>
                        </a:ln>
                      </p:spPr>
                    </p:pic>
                  </p:oleObj>
                </mc:Fallback>
              </mc:AlternateContent>
            </a:graphicData>
          </a:graphic>
        </p:graphicFrame>
        <p:graphicFrame>
          <p:nvGraphicFramePr>
            <p:cNvPr id="57400" name="Object 58"/>
            <p:cNvGraphicFramePr>
              <a:graphicFrameLocks noChangeAspect="1"/>
            </p:cNvGraphicFramePr>
            <p:nvPr/>
          </p:nvGraphicFramePr>
          <p:xfrm>
            <a:off x="1701" y="889"/>
            <a:ext cx="1047" cy="361"/>
          </p:xfrm>
          <a:graphic>
            <a:graphicData uri="http://schemas.openxmlformats.org/presentationml/2006/ole">
              <mc:AlternateContent xmlns:mc="http://schemas.openxmlformats.org/markup-compatibility/2006">
                <mc:Choice xmlns:v="urn:schemas-microsoft-com:vml" Requires="v">
                  <p:oleObj spid="_x0000_s3105" name="" r:id="rId7" imgW="774065" imgH="266700" progId="Equation.3">
                    <p:embed/>
                  </p:oleObj>
                </mc:Choice>
                <mc:Fallback>
                  <p:oleObj name="" r:id="rId7" imgW="774065" imgH="266700" progId="Equation.3">
                    <p:embed/>
                    <p:pic>
                      <p:nvPicPr>
                        <p:cNvPr id="0" name="图片 3104"/>
                        <p:cNvPicPr/>
                        <p:nvPr/>
                      </p:nvPicPr>
                      <p:blipFill>
                        <a:blip r:embed="rId8"/>
                        <a:stretch>
                          <a:fillRect/>
                        </a:stretch>
                      </p:blipFill>
                      <p:spPr>
                        <a:xfrm>
                          <a:off x="1701" y="889"/>
                          <a:ext cx="1047" cy="361"/>
                        </a:xfrm>
                        <a:prstGeom prst="rect">
                          <a:avLst/>
                        </a:prstGeom>
                        <a:noFill/>
                        <a:ln w="38100">
                          <a:noFill/>
                          <a:miter/>
                        </a:ln>
                      </p:spPr>
                    </p:pic>
                  </p:oleObj>
                </mc:Fallback>
              </mc:AlternateContent>
            </a:graphicData>
          </a:graphic>
        </p:graphicFrame>
      </p:grpSp>
      <p:grpSp>
        <p:nvGrpSpPr>
          <p:cNvPr id="13" name="Group 59"/>
          <p:cNvGrpSpPr/>
          <p:nvPr/>
        </p:nvGrpSpPr>
        <p:grpSpPr>
          <a:xfrm>
            <a:off x="4953000" y="914400"/>
            <a:ext cx="4076700" cy="1068388"/>
            <a:chOff x="3080" y="557"/>
            <a:chExt cx="2568" cy="673"/>
          </a:xfrm>
        </p:grpSpPr>
        <p:graphicFrame>
          <p:nvGraphicFramePr>
            <p:cNvPr id="57402" name="Object 60"/>
            <p:cNvGraphicFramePr>
              <a:graphicFrameLocks noChangeAspect="1"/>
            </p:cNvGraphicFramePr>
            <p:nvPr/>
          </p:nvGraphicFramePr>
          <p:xfrm>
            <a:off x="3080" y="570"/>
            <a:ext cx="1188" cy="289"/>
          </p:xfrm>
          <a:graphic>
            <a:graphicData uri="http://schemas.openxmlformats.org/presentationml/2006/ole">
              <mc:AlternateContent xmlns:mc="http://schemas.openxmlformats.org/markup-compatibility/2006">
                <mc:Choice xmlns:v="urn:schemas-microsoft-com:vml" Requires="v">
                  <p:oleObj spid="_x0000_s3108" name="" r:id="rId9" imgW="888365" imgH="215900" progId="Equation.3">
                    <p:embed/>
                  </p:oleObj>
                </mc:Choice>
                <mc:Fallback>
                  <p:oleObj name="" r:id="rId9" imgW="888365" imgH="215900" progId="Equation.3">
                    <p:embed/>
                    <p:pic>
                      <p:nvPicPr>
                        <p:cNvPr id="0" name="图片 3107"/>
                        <p:cNvPicPr/>
                        <p:nvPr/>
                      </p:nvPicPr>
                      <p:blipFill>
                        <a:blip r:embed="rId10"/>
                        <a:stretch>
                          <a:fillRect/>
                        </a:stretch>
                      </p:blipFill>
                      <p:spPr>
                        <a:xfrm>
                          <a:off x="3080" y="570"/>
                          <a:ext cx="1188" cy="289"/>
                        </a:xfrm>
                        <a:prstGeom prst="rect">
                          <a:avLst/>
                        </a:prstGeom>
                        <a:noFill/>
                        <a:ln w="38100">
                          <a:noFill/>
                          <a:miter/>
                        </a:ln>
                      </p:spPr>
                    </p:pic>
                  </p:oleObj>
                </mc:Fallback>
              </mc:AlternateContent>
            </a:graphicData>
          </a:graphic>
        </p:graphicFrame>
        <p:graphicFrame>
          <p:nvGraphicFramePr>
            <p:cNvPr id="57403" name="Object 61"/>
            <p:cNvGraphicFramePr>
              <a:graphicFrameLocks noChangeAspect="1"/>
            </p:cNvGraphicFramePr>
            <p:nvPr/>
          </p:nvGraphicFramePr>
          <p:xfrm>
            <a:off x="4320" y="557"/>
            <a:ext cx="1328" cy="286"/>
          </p:xfrm>
          <a:graphic>
            <a:graphicData uri="http://schemas.openxmlformats.org/presentationml/2006/ole">
              <mc:AlternateContent xmlns:mc="http://schemas.openxmlformats.org/markup-compatibility/2006">
                <mc:Choice xmlns:v="urn:schemas-microsoft-com:vml" Requires="v">
                  <p:oleObj spid="_x0000_s3106" name="" r:id="rId11" imgW="1002665" imgH="215900" progId="Equation.3">
                    <p:embed/>
                  </p:oleObj>
                </mc:Choice>
                <mc:Fallback>
                  <p:oleObj name="" r:id="rId11" imgW="1002665" imgH="215900" progId="Equation.3">
                    <p:embed/>
                    <p:pic>
                      <p:nvPicPr>
                        <p:cNvPr id="0" name="图片 3105"/>
                        <p:cNvPicPr/>
                        <p:nvPr/>
                      </p:nvPicPr>
                      <p:blipFill>
                        <a:blip r:embed="rId4"/>
                        <a:stretch>
                          <a:fillRect/>
                        </a:stretch>
                      </p:blipFill>
                      <p:spPr>
                        <a:xfrm>
                          <a:off x="4320" y="557"/>
                          <a:ext cx="1328" cy="286"/>
                        </a:xfrm>
                        <a:prstGeom prst="rect">
                          <a:avLst/>
                        </a:prstGeom>
                        <a:noFill/>
                        <a:ln w="38100">
                          <a:noFill/>
                          <a:miter/>
                        </a:ln>
                      </p:spPr>
                    </p:pic>
                  </p:oleObj>
                </mc:Fallback>
              </mc:AlternateContent>
            </a:graphicData>
          </a:graphic>
        </p:graphicFrame>
        <p:graphicFrame>
          <p:nvGraphicFramePr>
            <p:cNvPr id="57404" name="Object 62"/>
            <p:cNvGraphicFramePr>
              <a:graphicFrameLocks noChangeAspect="1"/>
            </p:cNvGraphicFramePr>
            <p:nvPr/>
          </p:nvGraphicFramePr>
          <p:xfrm>
            <a:off x="3278" y="872"/>
            <a:ext cx="900" cy="358"/>
          </p:xfrm>
          <a:graphic>
            <a:graphicData uri="http://schemas.openxmlformats.org/presentationml/2006/ole">
              <mc:AlternateContent xmlns:mc="http://schemas.openxmlformats.org/markup-compatibility/2006">
                <mc:Choice xmlns:v="urn:schemas-microsoft-com:vml" Requires="v">
                  <p:oleObj spid="_x0000_s3107" name="" r:id="rId12" imgW="673100" imgH="266700" progId="Equation.3">
                    <p:embed/>
                  </p:oleObj>
                </mc:Choice>
                <mc:Fallback>
                  <p:oleObj name="" r:id="rId12" imgW="673100" imgH="266700" progId="Equation.3">
                    <p:embed/>
                    <p:pic>
                      <p:nvPicPr>
                        <p:cNvPr id="0" name="图片 3106"/>
                        <p:cNvPicPr/>
                        <p:nvPr/>
                      </p:nvPicPr>
                      <p:blipFill>
                        <a:blip r:embed="rId13"/>
                        <a:stretch>
                          <a:fillRect/>
                        </a:stretch>
                      </p:blipFill>
                      <p:spPr>
                        <a:xfrm>
                          <a:off x="3278" y="872"/>
                          <a:ext cx="900" cy="358"/>
                        </a:xfrm>
                        <a:prstGeom prst="rect">
                          <a:avLst/>
                        </a:prstGeom>
                        <a:noFill/>
                        <a:ln w="38100">
                          <a:noFill/>
                          <a:miter/>
                        </a:ln>
                      </p:spPr>
                    </p:pic>
                  </p:oleObj>
                </mc:Fallback>
              </mc:AlternateContent>
            </a:graphicData>
          </a:graphic>
        </p:graphicFrame>
        <p:graphicFrame>
          <p:nvGraphicFramePr>
            <p:cNvPr id="57405" name="Object 63"/>
            <p:cNvGraphicFramePr>
              <a:graphicFrameLocks noChangeAspect="1"/>
            </p:cNvGraphicFramePr>
            <p:nvPr/>
          </p:nvGraphicFramePr>
          <p:xfrm>
            <a:off x="4553" y="846"/>
            <a:ext cx="1095" cy="378"/>
          </p:xfrm>
          <a:graphic>
            <a:graphicData uri="http://schemas.openxmlformats.org/presentationml/2006/ole">
              <mc:AlternateContent xmlns:mc="http://schemas.openxmlformats.org/markup-compatibility/2006">
                <mc:Choice xmlns:v="urn:schemas-microsoft-com:vml" Requires="v">
                  <p:oleObj spid="_x0000_s3109" name="" r:id="rId14" imgW="774065" imgH="266700" progId="Equation.3">
                    <p:embed/>
                  </p:oleObj>
                </mc:Choice>
                <mc:Fallback>
                  <p:oleObj name="" r:id="rId14" imgW="774065" imgH="266700" progId="Equation.3">
                    <p:embed/>
                    <p:pic>
                      <p:nvPicPr>
                        <p:cNvPr id="0" name="图片 3108"/>
                        <p:cNvPicPr/>
                        <p:nvPr/>
                      </p:nvPicPr>
                      <p:blipFill>
                        <a:blip r:embed="rId15"/>
                        <a:stretch>
                          <a:fillRect/>
                        </a:stretch>
                      </p:blipFill>
                      <p:spPr>
                        <a:xfrm>
                          <a:off x="4553" y="846"/>
                          <a:ext cx="1095" cy="378"/>
                        </a:xfrm>
                        <a:prstGeom prst="rect">
                          <a:avLst/>
                        </a:prstGeom>
                        <a:noFill/>
                        <a:ln w="38100">
                          <a:noFill/>
                          <a:miter/>
                        </a:ln>
                      </p:spPr>
                    </p:pic>
                  </p:oleObj>
                </mc:Fallback>
              </mc:AlternateContent>
            </a:graphicData>
          </a:graphic>
        </p:graphicFrame>
      </p:grpSp>
      <p:sp>
        <p:nvSpPr>
          <p:cNvPr id="269376" name="Line 64"/>
          <p:cNvSpPr/>
          <p:nvPr/>
        </p:nvSpPr>
        <p:spPr>
          <a:xfrm>
            <a:off x="4864100" y="601663"/>
            <a:ext cx="0" cy="5776912"/>
          </a:xfrm>
          <a:prstGeom prst="line">
            <a:avLst/>
          </a:prstGeom>
          <a:ln w="9525" cap="flat" cmpd="sng">
            <a:solidFill>
              <a:schemeClr val="hlink"/>
            </a:solidFill>
            <a:prstDash val="lgDashDot"/>
            <a:round/>
            <a:headEnd type="none" w="med" len="med"/>
            <a:tailEnd type="none" w="med" len="med"/>
          </a:ln>
        </p:spPr>
      </p:sp>
      <p:grpSp>
        <p:nvGrpSpPr>
          <p:cNvPr id="14" name="Group 65"/>
          <p:cNvGrpSpPr/>
          <p:nvPr/>
        </p:nvGrpSpPr>
        <p:grpSpPr>
          <a:xfrm>
            <a:off x="5014913" y="2524125"/>
            <a:ext cx="4319587" cy="3387725"/>
            <a:chOff x="2976" y="1732"/>
            <a:chExt cx="2721" cy="2134"/>
          </a:xfrm>
        </p:grpSpPr>
        <p:grpSp>
          <p:nvGrpSpPr>
            <p:cNvPr id="57408" name="Group 66"/>
            <p:cNvGrpSpPr/>
            <p:nvPr/>
          </p:nvGrpSpPr>
          <p:grpSpPr>
            <a:xfrm>
              <a:off x="4756" y="1824"/>
              <a:ext cx="544" cy="431"/>
              <a:chOff x="2222" y="3543"/>
              <a:chExt cx="544" cy="431"/>
            </a:xfrm>
          </p:grpSpPr>
          <p:sp>
            <p:nvSpPr>
              <p:cNvPr id="57409" name="AutoShape 67"/>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410" name="Oval 68"/>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57411" name="Line 69"/>
            <p:cNvSpPr/>
            <p:nvPr/>
          </p:nvSpPr>
          <p:spPr>
            <a:xfrm>
              <a:off x="3220" y="1936"/>
              <a:ext cx="1525" cy="1"/>
            </a:xfrm>
            <a:prstGeom prst="line">
              <a:avLst/>
            </a:prstGeom>
            <a:ln w="28575" cap="flat" cmpd="sng">
              <a:solidFill>
                <a:schemeClr val="tx1"/>
              </a:solidFill>
              <a:prstDash val="solid"/>
              <a:round/>
              <a:headEnd type="none" w="med" len="med"/>
              <a:tailEnd type="none" w="med" len="med"/>
            </a:ln>
          </p:spPr>
        </p:sp>
        <p:grpSp>
          <p:nvGrpSpPr>
            <p:cNvPr id="57412" name="Group 70"/>
            <p:cNvGrpSpPr/>
            <p:nvPr/>
          </p:nvGrpSpPr>
          <p:grpSpPr>
            <a:xfrm>
              <a:off x="3611" y="3367"/>
              <a:ext cx="544" cy="431"/>
              <a:chOff x="2222" y="3543"/>
              <a:chExt cx="544" cy="431"/>
            </a:xfrm>
          </p:grpSpPr>
          <p:sp>
            <p:nvSpPr>
              <p:cNvPr id="57413" name="AutoShape 71"/>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414" name="Oval 72"/>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7415" name="Group 73"/>
            <p:cNvGrpSpPr/>
            <p:nvPr/>
          </p:nvGrpSpPr>
          <p:grpSpPr>
            <a:xfrm>
              <a:off x="3611" y="2332"/>
              <a:ext cx="544" cy="431"/>
              <a:chOff x="2222" y="3543"/>
              <a:chExt cx="544" cy="431"/>
            </a:xfrm>
          </p:grpSpPr>
          <p:sp>
            <p:nvSpPr>
              <p:cNvPr id="57416" name="AutoShape 74"/>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417" name="Oval 75"/>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7418" name="Group 76"/>
            <p:cNvGrpSpPr/>
            <p:nvPr/>
          </p:nvGrpSpPr>
          <p:grpSpPr>
            <a:xfrm>
              <a:off x="4751" y="2833"/>
              <a:ext cx="544" cy="431"/>
              <a:chOff x="2222" y="3543"/>
              <a:chExt cx="544" cy="431"/>
            </a:xfrm>
          </p:grpSpPr>
          <p:sp>
            <p:nvSpPr>
              <p:cNvPr id="57419" name="AutoShape 77"/>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420" name="Oval 78"/>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57421" name="Line 79"/>
            <p:cNvSpPr/>
            <p:nvPr/>
          </p:nvSpPr>
          <p:spPr>
            <a:xfrm flipH="1">
              <a:off x="3220" y="2377"/>
              <a:ext cx="391" cy="0"/>
            </a:xfrm>
            <a:prstGeom prst="line">
              <a:avLst/>
            </a:prstGeom>
            <a:ln w="28575" cap="flat" cmpd="sng">
              <a:solidFill>
                <a:schemeClr val="tx1"/>
              </a:solidFill>
              <a:prstDash val="solid"/>
              <a:round/>
              <a:headEnd type="none" w="med" len="med"/>
              <a:tailEnd type="none" w="med" len="med"/>
            </a:ln>
          </p:spPr>
        </p:sp>
        <p:sp>
          <p:nvSpPr>
            <p:cNvPr id="57422" name="Line 80"/>
            <p:cNvSpPr/>
            <p:nvPr/>
          </p:nvSpPr>
          <p:spPr>
            <a:xfrm flipH="1">
              <a:off x="3217" y="2559"/>
              <a:ext cx="391" cy="0"/>
            </a:xfrm>
            <a:prstGeom prst="line">
              <a:avLst/>
            </a:prstGeom>
            <a:ln w="28575" cap="flat" cmpd="sng">
              <a:solidFill>
                <a:schemeClr val="tx1"/>
              </a:solidFill>
              <a:prstDash val="solid"/>
              <a:round/>
              <a:headEnd type="none" w="med" len="med"/>
              <a:tailEnd type="none" w="med" len="med"/>
            </a:ln>
          </p:spPr>
        </p:sp>
        <p:sp>
          <p:nvSpPr>
            <p:cNvPr id="57423" name="Line 81"/>
            <p:cNvSpPr/>
            <p:nvPr/>
          </p:nvSpPr>
          <p:spPr>
            <a:xfrm flipH="1">
              <a:off x="3217" y="2717"/>
              <a:ext cx="391" cy="0"/>
            </a:xfrm>
            <a:prstGeom prst="line">
              <a:avLst/>
            </a:prstGeom>
            <a:ln w="28575" cap="flat" cmpd="sng">
              <a:solidFill>
                <a:schemeClr val="tx1"/>
              </a:solidFill>
              <a:prstDash val="solid"/>
              <a:round/>
              <a:headEnd type="none" w="med" len="med"/>
              <a:tailEnd type="none" w="med" len="med"/>
            </a:ln>
          </p:spPr>
        </p:sp>
        <p:sp>
          <p:nvSpPr>
            <p:cNvPr id="57424" name="Line 82"/>
            <p:cNvSpPr/>
            <p:nvPr/>
          </p:nvSpPr>
          <p:spPr>
            <a:xfrm flipH="1">
              <a:off x="3217" y="3458"/>
              <a:ext cx="391" cy="0"/>
            </a:xfrm>
            <a:prstGeom prst="line">
              <a:avLst/>
            </a:prstGeom>
            <a:ln w="28575" cap="flat" cmpd="sng">
              <a:solidFill>
                <a:schemeClr val="tx1"/>
              </a:solidFill>
              <a:prstDash val="solid"/>
              <a:round/>
              <a:headEnd type="none" w="med" len="med"/>
              <a:tailEnd type="none" w="med" len="med"/>
            </a:ln>
          </p:spPr>
        </p:sp>
        <p:sp>
          <p:nvSpPr>
            <p:cNvPr id="57425" name="Line 83"/>
            <p:cNvSpPr/>
            <p:nvPr/>
          </p:nvSpPr>
          <p:spPr>
            <a:xfrm flipH="1">
              <a:off x="3217" y="3707"/>
              <a:ext cx="391" cy="0"/>
            </a:xfrm>
            <a:prstGeom prst="line">
              <a:avLst/>
            </a:prstGeom>
            <a:ln w="28575" cap="flat" cmpd="sng">
              <a:solidFill>
                <a:schemeClr val="tx1"/>
              </a:solidFill>
              <a:prstDash val="solid"/>
              <a:round/>
              <a:headEnd type="none" w="med" len="med"/>
              <a:tailEnd type="none" w="med" len="med"/>
            </a:ln>
          </p:spPr>
        </p:sp>
        <p:sp>
          <p:nvSpPr>
            <p:cNvPr id="57426" name="Line 84"/>
            <p:cNvSpPr/>
            <p:nvPr/>
          </p:nvSpPr>
          <p:spPr>
            <a:xfrm flipH="1">
              <a:off x="5306" y="2028"/>
              <a:ext cx="391" cy="0"/>
            </a:xfrm>
            <a:prstGeom prst="line">
              <a:avLst/>
            </a:prstGeom>
            <a:ln w="28575" cap="flat" cmpd="sng">
              <a:solidFill>
                <a:schemeClr val="tx1"/>
              </a:solidFill>
              <a:prstDash val="solid"/>
              <a:round/>
              <a:headEnd type="none" w="med" len="med"/>
              <a:tailEnd type="none" w="med" len="med"/>
            </a:ln>
          </p:spPr>
        </p:sp>
        <p:sp>
          <p:nvSpPr>
            <p:cNvPr id="57427" name="Line 85"/>
            <p:cNvSpPr/>
            <p:nvPr/>
          </p:nvSpPr>
          <p:spPr>
            <a:xfrm flipH="1">
              <a:off x="5306" y="3027"/>
              <a:ext cx="391" cy="0"/>
            </a:xfrm>
            <a:prstGeom prst="line">
              <a:avLst/>
            </a:prstGeom>
            <a:ln w="28575" cap="flat" cmpd="sng">
              <a:solidFill>
                <a:schemeClr val="tx1"/>
              </a:solidFill>
              <a:prstDash val="solid"/>
              <a:round/>
              <a:headEnd type="none" w="med" len="med"/>
              <a:tailEnd type="none" w="med" len="med"/>
            </a:ln>
          </p:spPr>
        </p:sp>
        <p:sp>
          <p:nvSpPr>
            <p:cNvPr id="57428" name="Line 86"/>
            <p:cNvSpPr/>
            <p:nvPr/>
          </p:nvSpPr>
          <p:spPr>
            <a:xfrm>
              <a:off x="4155" y="3571"/>
              <a:ext cx="227" cy="0"/>
            </a:xfrm>
            <a:prstGeom prst="line">
              <a:avLst/>
            </a:prstGeom>
            <a:ln w="28575" cap="flat" cmpd="sng">
              <a:solidFill>
                <a:schemeClr val="tx1"/>
              </a:solidFill>
              <a:prstDash val="solid"/>
              <a:round/>
              <a:headEnd type="none" w="med" len="med"/>
              <a:tailEnd type="none" w="med" len="med"/>
            </a:ln>
          </p:spPr>
        </p:sp>
        <p:sp>
          <p:nvSpPr>
            <p:cNvPr id="57429" name="Line 87"/>
            <p:cNvSpPr/>
            <p:nvPr/>
          </p:nvSpPr>
          <p:spPr>
            <a:xfrm flipV="1">
              <a:off x="4382" y="3185"/>
              <a:ext cx="0" cy="386"/>
            </a:xfrm>
            <a:prstGeom prst="line">
              <a:avLst/>
            </a:prstGeom>
            <a:ln w="28575" cap="flat" cmpd="sng">
              <a:solidFill>
                <a:schemeClr val="tx1"/>
              </a:solidFill>
              <a:prstDash val="solid"/>
              <a:round/>
              <a:headEnd type="none" w="med" len="med"/>
              <a:tailEnd type="none" w="med" len="med"/>
            </a:ln>
          </p:spPr>
        </p:sp>
        <p:sp>
          <p:nvSpPr>
            <p:cNvPr id="57430" name="Line 88"/>
            <p:cNvSpPr/>
            <p:nvPr/>
          </p:nvSpPr>
          <p:spPr>
            <a:xfrm>
              <a:off x="4382" y="3185"/>
              <a:ext cx="363" cy="0"/>
            </a:xfrm>
            <a:prstGeom prst="line">
              <a:avLst/>
            </a:prstGeom>
            <a:ln w="28575" cap="flat" cmpd="sng">
              <a:solidFill>
                <a:schemeClr val="tx1"/>
              </a:solidFill>
              <a:prstDash val="solid"/>
              <a:round/>
              <a:headEnd type="none" w="med" len="med"/>
              <a:tailEnd type="none" w="med" len="med"/>
            </a:ln>
          </p:spPr>
        </p:sp>
        <p:grpSp>
          <p:nvGrpSpPr>
            <p:cNvPr id="57431" name="Group 89"/>
            <p:cNvGrpSpPr/>
            <p:nvPr/>
          </p:nvGrpSpPr>
          <p:grpSpPr>
            <a:xfrm>
              <a:off x="2977" y="1824"/>
              <a:ext cx="362" cy="250"/>
              <a:chOff x="295" y="1480"/>
              <a:chExt cx="362" cy="250"/>
            </a:xfrm>
          </p:grpSpPr>
          <p:sp>
            <p:nvSpPr>
              <p:cNvPr id="57432" name="Text Box 90"/>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7433" name="Line 91"/>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7434" name="Group 92"/>
            <p:cNvGrpSpPr/>
            <p:nvPr/>
          </p:nvGrpSpPr>
          <p:grpSpPr>
            <a:xfrm>
              <a:off x="2977" y="2422"/>
              <a:ext cx="362" cy="250"/>
              <a:chOff x="295" y="1480"/>
              <a:chExt cx="362" cy="250"/>
            </a:xfrm>
          </p:grpSpPr>
          <p:sp>
            <p:nvSpPr>
              <p:cNvPr id="57435" name="Text Box 93"/>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7436" name="Line 94"/>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7437" name="Group 95"/>
            <p:cNvGrpSpPr/>
            <p:nvPr/>
          </p:nvGrpSpPr>
          <p:grpSpPr>
            <a:xfrm>
              <a:off x="2977" y="2626"/>
              <a:ext cx="362" cy="250"/>
              <a:chOff x="295" y="1480"/>
              <a:chExt cx="362" cy="250"/>
            </a:xfrm>
          </p:grpSpPr>
          <p:sp>
            <p:nvSpPr>
              <p:cNvPr id="57438" name="Text Box 96"/>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7439" name="Line 97"/>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sp>
          <p:nvSpPr>
            <p:cNvPr id="57440" name="Text Box 98"/>
            <p:cNvSpPr txBox="1"/>
            <p:nvPr/>
          </p:nvSpPr>
          <p:spPr>
            <a:xfrm>
              <a:off x="2976" y="2207"/>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A</a:t>
              </a:r>
              <a:endParaRPr lang="en-US" altLang="zh-CN" i="0" dirty="0">
                <a:latin typeface="Tahoma" panose="020B0604030504040204" pitchFamily="34" charset="0"/>
                <a:ea typeface="宋体" panose="02010600030101010101" pitchFamily="2" charset="-122"/>
              </a:endParaRPr>
            </a:p>
          </p:txBody>
        </p:sp>
        <p:sp>
          <p:nvSpPr>
            <p:cNvPr id="57441" name="Text Box 99"/>
            <p:cNvSpPr txBox="1"/>
            <p:nvPr/>
          </p:nvSpPr>
          <p:spPr>
            <a:xfrm>
              <a:off x="2976" y="3344"/>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7442" name="Text Box 100"/>
            <p:cNvSpPr txBox="1"/>
            <p:nvPr/>
          </p:nvSpPr>
          <p:spPr>
            <a:xfrm>
              <a:off x="2977" y="3616"/>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7443" name="Text Box 101"/>
            <p:cNvSpPr txBox="1"/>
            <p:nvPr/>
          </p:nvSpPr>
          <p:spPr>
            <a:xfrm>
              <a:off x="5306" y="1732"/>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F</a:t>
              </a:r>
              <a:r>
                <a:rPr lang="en-US" altLang="zh-CN" b="1" i="0" baseline="-5000" dirty="0">
                  <a:latin typeface="Tahoma" panose="020B0604030504040204" pitchFamily="34" charset="0"/>
                  <a:ea typeface="宋体" panose="02010600030101010101" pitchFamily="2" charset="-122"/>
                </a:rPr>
                <a:t>1</a:t>
              </a:r>
              <a:endParaRPr lang="en-US" altLang="zh-CN" b="1" i="0" baseline="-5000" dirty="0">
                <a:latin typeface="Tahoma" panose="020B0604030504040204" pitchFamily="34" charset="0"/>
                <a:ea typeface="宋体" panose="02010600030101010101" pitchFamily="2" charset="-122"/>
              </a:endParaRPr>
            </a:p>
          </p:txBody>
        </p:sp>
        <p:sp>
          <p:nvSpPr>
            <p:cNvPr id="57444" name="Text Box 102"/>
            <p:cNvSpPr txBox="1"/>
            <p:nvPr/>
          </p:nvSpPr>
          <p:spPr>
            <a:xfrm>
              <a:off x="5335" y="2741"/>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F</a:t>
              </a:r>
              <a:r>
                <a:rPr lang="en-US" altLang="zh-CN" b="1" i="0" baseline="-5000" dirty="0">
                  <a:latin typeface="Tahoma" panose="020B0604030504040204" pitchFamily="34" charset="0"/>
                  <a:ea typeface="宋体" panose="02010600030101010101" pitchFamily="2" charset="-122"/>
                </a:rPr>
                <a:t>2</a:t>
              </a:r>
              <a:endParaRPr lang="en-US" altLang="zh-CN" b="1" i="0" baseline="-5000" dirty="0">
                <a:latin typeface="Tahoma" panose="020B0604030504040204" pitchFamily="34" charset="0"/>
                <a:ea typeface="宋体" panose="02010600030101010101" pitchFamily="2" charset="-122"/>
              </a:endParaRPr>
            </a:p>
          </p:txBody>
        </p:sp>
        <p:sp>
          <p:nvSpPr>
            <p:cNvPr id="57445" name="Line 103"/>
            <p:cNvSpPr/>
            <p:nvPr/>
          </p:nvSpPr>
          <p:spPr>
            <a:xfrm flipH="1" flipV="1">
              <a:off x="4369" y="2125"/>
              <a:ext cx="387" cy="1"/>
            </a:xfrm>
            <a:prstGeom prst="line">
              <a:avLst/>
            </a:prstGeom>
            <a:ln w="28575" cap="flat" cmpd="sng">
              <a:solidFill>
                <a:schemeClr val="tx1"/>
              </a:solidFill>
              <a:prstDash val="solid"/>
              <a:round/>
              <a:headEnd type="none" w="med" len="med"/>
              <a:tailEnd type="none" w="med" len="med"/>
            </a:ln>
          </p:spPr>
        </p:sp>
        <p:sp>
          <p:nvSpPr>
            <p:cNvPr id="57446" name="Line 104"/>
            <p:cNvSpPr/>
            <p:nvPr/>
          </p:nvSpPr>
          <p:spPr>
            <a:xfrm>
              <a:off x="4369" y="2126"/>
              <a:ext cx="0" cy="793"/>
            </a:xfrm>
            <a:prstGeom prst="line">
              <a:avLst/>
            </a:prstGeom>
            <a:ln w="28575" cap="flat" cmpd="sng">
              <a:solidFill>
                <a:schemeClr val="tx1"/>
              </a:solidFill>
              <a:prstDash val="solid"/>
              <a:round/>
              <a:headEnd type="none" w="med" len="med"/>
              <a:tailEnd type="none" w="med" len="med"/>
            </a:ln>
          </p:spPr>
        </p:sp>
        <p:sp>
          <p:nvSpPr>
            <p:cNvPr id="57447" name="Line 105"/>
            <p:cNvSpPr/>
            <p:nvPr/>
          </p:nvSpPr>
          <p:spPr>
            <a:xfrm>
              <a:off x="4369" y="2919"/>
              <a:ext cx="376" cy="0"/>
            </a:xfrm>
            <a:prstGeom prst="line">
              <a:avLst/>
            </a:prstGeom>
            <a:ln w="28575" cap="flat" cmpd="sng">
              <a:solidFill>
                <a:schemeClr val="tx1"/>
              </a:solidFill>
              <a:prstDash val="solid"/>
              <a:round/>
              <a:headEnd type="none" w="med" len="med"/>
              <a:tailEnd type="none" w="med" len="med"/>
            </a:ln>
          </p:spPr>
        </p:sp>
        <p:sp>
          <p:nvSpPr>
            <p:cNvPr id="57448" name="Line 106"/>
            <p:cNvSpPr/>
            <p:nvPr/>
          </p:nvSpPr>
          <p:spPr>
            <a:xfrm>
              <a:off x="4155" y="2533"/>
              <a:ext cx="214" cy="1"/>
            </a:xfrm>
            <a:prstGeom prst="line">
              <a:avLst/>
            </a:prstGeom>
            <a:ln w="28575" cap="flat" cmpd="sng">
              <a:solidFill>
                <a:schemeClr val="tx1"/>
              </a:solidFill>
              <a:prstDash val="solid"/>
              <a:round/>
              <a:headEnd type="none" w="med" len="med"/>
              <a:tailEnd type="none" w="med" len="med"/>
            </a:ln>
          </p:spPr>
        </p:sp>
        <p:sp>
          <p:nvSpPr>
            <p:cNvPr id="57449" name="Text Box 107"/>
            <p:cNvSpPr txBox="1"/>
            <p:nvPr/>
          </p:nvSpPr>
          <p:spPr>
            <a:xfrm>
              <a:off x="4263" y="2407"/>
              <a:ext cx="40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a:t>
              </a:r>
              <a:endParaRPr lang="en-US" altLang="zh-CN" i="0" dirty="0">
                <a:latin typeface="Tahoma" panose="020B060403050404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9376"/>
                                        </p:tgtEl>
                                        <p:attrNameLst>
                                          <p:attrName>style.visibility</p:attrName>
                                        </p:attrNameLst>
                                      </p:cBhvr>
                                      <p:to>
                                        <p:strVal val="visible"/>
                                      </p:to>
                                    </p:set>
                                    <p:animEffect transition="in" filter="wipe(up)">
                                      <p:cBhvr>
                                        <p:cTn id="7" dur="1000"/>
                                        <p:tgtEl>
                                          <p:spTgt spid="269376"/>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par>
                          <p:cTn id="11" fill="hold">
                            <p:stCondLst>
                              <p:cond delay="1000"/>
                            </p:stCondLst>
                            <p:childTnLst>
                              <p:par>
                                <p:cTn id="12" presetID="55" presetClass="entr" presetSubtype="0" fill="hold" nodeType="after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1000" fill="hold"/>
                                        <p:tgtEl>
                                          <p:spTgt spid="14"/>
                                        </p:tgtEl>
                                        <p:attrNameLst>
                                          <p:attrName>ppt_w</p:attrName>
                                        </p:attrNameLst>
                                      </p:cBhvr>
                                      <p:tavLst>
                                        <p:tav tm="0">
                                          <p:val>
                                            <p:strVal val="#ppt_w*0.70"/>
                                          </p:val>
                                        </p:tav>
                                        <p:tav tm="100000">
                                          <p:val>
                                            <p:strVal val="#ppt_w"/>
                                          </p:val>
                                        </p:tav>
                                      </p:tavLst>
                                    </p:anim>
                                    <p:anim calcmode="lin" valueType="num">
                                      <p:cBhvr>
                                        <p:cTn id="15" dur="1000" fill="hold"/>
                                        <p:tgtEl>
                                          <p:spTgt spid="14"/>
                                        </p:tgtEl>
                                        <p:attrNameLst>
                                          <p:attrName>ppt_h</p:attrName>
                                        </p:attrNameLst>
                                      </p:cBhvr>
                                      <p:tavLst>
                                        <p:tav tm="0">
                                          <p:val>
                                            <p:strVal val="#ppt_h"/>
                                          </p:val>
                                        </p:tav>
                                        <p:tav tm="100000">
                                          <p:val>
                                            <p:strVal val="#ppt_h"/>
                                          </p:val>
                                        </p:tav>
                                      </p:tavLst>
                                    </p:anim>
                                    <p:animEffect transition="in" filter="fade">
                                      <p:cBhvr>
                                        <p:cTn id="16"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0339" name="Rectangle 3"/>
          <p:cNvSpPr/>
          <p:nvPr/>
        </p:nvSpPr>
        <p:spPr>
          <a:xfrm>
            <a:off x="228600" y="1066800"/>
            <a:ext cx="8229600" cy="968375"/>
          </a:xfrm>
          <a:prstGeom prst="rect">
            <a:avLst/>
          </a:prstGeom>
          <a:noFill/>
          <a:ln w="9525">
            <a:noFill/>
          </a:ln>
        </p:spPr>
        <p:txBody>
          <a:bodyPr anchor="t" anchorCtr="0">
            <a:spAutoFit/>
          </a:bodyPr>
          <a:p>
            <a:pPr>
              <a:lnSpc>
                <a:spcPct val="120000"/>
              </a:lnSpc>
              <a:spcBef>
                <a:spcPct val="20000"/>
              </a:spcBef>
            </a:pPr>
            <a:r>
              <a:rPr lang="en-US" altLang="zh-CN" sz="2400" b="1" i="0" dirty="0">
                <a:latin typeface="宋体" panose="02010600030101010101" pitchFamily="2" charset="-122"/>
                <a:ea typeface="宋体" panose="02010600030101010101" pitchFamily="2" charset="-122"/>
              </a:rPr>
              <a:t>1</a:t>
            </a:r>
            <a:r>
              <a:rPr lang="zh-CN" altLang="en-US" sz="2400" b="1" i="0" dirty="0">
                <a:latin typeface="Tahoma" panose="020B0604030504040204" pitchFamily="34" charset="0"/>
                <a:ea typeface="宋体" panose="02010600030101010101" pitchFamily="2" charset="-122"/>
              </a:rPr>
              <a:t>、无反变量输入问题，可通过加非门解决。与非门可作非门用。</a:t>
            </a:r>
            <a:endParaRPr lang="zh-CN" altLang="en-US" sz="2400" b="1" i="0" dirty="0">
              <a:latin typeface="Tahoma" panose="020B0604030504040204" pitchFamily="34" charset="0"/>
              <a:ea typeface="宋体" panose="02010600030101010101" pitchFamily="2" charset="-122"/>
            </a:endParaRPr>
          </a:p>
        </p:txBody>
      </p:sp>
      <p:grpSp>
        <p:nvGrpSpPr>
          <p:cNvPr id="2" name="Group 4"/>
          <p:cNvGrpSpPr/>
          <p:nvPr/>
        </p:nvGrpSpPr>
        <p:grpSpPr>
          <a:xfrm>
            <a:off x="611188" y="2157413"/>
            <a:ext cx="7854950" cy="2336800"/>
            <a:chOff x="385" y="1359"/>
            <a:chExt cx="4948" cy="1472"/>
          </a:xfrm>
        </p:grpSpPr>
        <p:graphicFrame>
          <p:nvGraphicFramePr>
            <p:cNvPr id="58371" name="Object 5"/>
            <p:cNvGraphicFramePr>
              <a:graphicFrameLocks noChangeAspect="1"/>
            </p:cNvGraphicFramePr>
            <p:nvPr/>
          </p:nvGraphicFramePr>
          <p:xfrm>
            <a:off x="385" y="1389"/>
            <a:ext cx="3039" cy="1442"/>
          </p:xfrm>
          <a:graphic>
            <a:graphicData uri="http://schemas.openxmlformats.org/presentationml/2006/ole">
              <mc:AlternateContent xmlns:mc="http://schemas.openxmlformats.org/markup-compatibility/2006">
                <mc:Choice xmlns:v="urn:schemas-microsoft-com:vml" Requires="v">
                  <p:oleObj spid="_x0000_s3094" name="" r:id="rId1" imgW="2065020" imgH="982345" progId="Word.Picture.8">
                    <p:embed/>
                  </p:oleObj>
                </mc:Choice>
                <mc:Fallback>
                  <p:oleObj name="" r:id="rId1" imgW="2065020" imgH="982345" progId="Word.Picture.8">
                    <p:embed/>
                    <p:pic>
                      <p:nvPicPr>
                        <p:cNvPr id="0" name="图片 3093"/>
                        <p:cNvPicPr/>
                        <p:nvPr/>
                      </p:nvPicPr>
                      <p:blipFill>
                        <a:blip r:embed="rId2"/>
                        <a:stretch>
                          <a:fillRect/>
                        </a:stretch>
                      </p:blipFill>
                      <p:spPr>
                        <a:xfrm>
                          <a:off x="385" y="1389"/>
                          <a:ext cx="3039" cy="1442"/>
                        </a:xfrm>
                        <a:prstGeom prst="rect">
                          <a:avLst/>
                        </a:prstGeom>
                        <a:solidFill>
                          <a:srgbClr val="F8F8F8"/>
                        </a:solidFill>
                        <a:ln w="38100">
                          <a:noFill/>
                          <a:miter/>
                        </a:ln>
                      </p:spPr>
                    </p:pic>
                  </p:oleObj>
                </mc:Fallback>
              </mc:AlternateContent>
            </a:graphicData>
          </a:graphic>
        </p:graphicFrame>
        <p:graphicFrame>
          <p:nvGraphicFramePr>
            <p:cNvPr id="58372" name="Object 6"/>
            <p:cNvGraphicFramePr>
              <a:graphicFrameLocks noChangeAspect="1"/>
            </p:cNvGraphicFramePr>
            <p:nvPr/>
          </p:nvGraphicFramePr>
          <p:xfrm>
            <a:off x="2212" y="1359"/>
            <a:ext cx="3121" cy="1322"/>
          </p:xfrm>
          <a:graphic>
            <a:graphicData uri="http://schemas.openxmlformats.org/presentationml/2006/ole">
              <mc:AlternateContent xmlns:mc="http://schemas.openxmlformats.org/markup-compatibility/2006">
                <mc:Choice xmlns:v="urn:schemas-microsoft-com:vml" Requires="v">
                  <p:oleObj spid="_x0000_s3093" name="" r:id="rId3" imgW="2065020" imgH="982345" progId="Word.Picture.8">
                    <p:embed/>
                  </p:oleObj>
                </mc:Choice>
                <mc:Fallback>
                  <p:oleObj name="" r:id="rId3" imgW="2065020" imgH="982345" progId="Word.Picture.8">
                    <p:embed/>
                    <p:pic>
                      <p:nvPicPr>
                        <p:cNvPr id="0" name="图片 3092"/>
                        <p:cNvPicPr/>
                        <p:nvPr/>
                      </p:nvPicPr>
                      <p:blipFill>
                        <a:blip r:embed="rId4"/>
                        <a:stretch>
                          <a:fillRect/>
                        </a:stretch>
                      </p:blipFill>
                      <p:spPr>
                        <a:xfrm>
                          <a:off x="2212" y="1359"/>
                          <a:ext cx="3121" cy="1322"/>
                        </a:xfrm>
                        <a:prstGeom prst="rect">
                          <a:avLst/>
                        </a:prstGeom>
                        <a:solidFill>
                          <a:srgbClr val="F8F8F8"/>
                        </a:solidFill>
                        <a:ln w="38100">
                          <a:noFill/>
                          <a:miter/>
                        </a:ln>
                      </p:spPr>
                    </p:pic>
                  </p:oleObj>
                </mc:Fallback>
              </mc:AlternateContent>
            </a:graphicData>
          </a:graphic>
        </p:graphicFrame>
      </p:grpSp>
      <p:sp>
        <p:nvSpPr>
          <p:cNvPr id="270344" name="Rectangle 8"/>
          <p:cNvSpPr/>
          <p:nvPr/>
        </p:nvSpPr>
        <p:spPr>
          <a:xfrm>
            <a:off x="179388" y="3357563"/>
            <a:ext cx="8640762" cy="530225"/>
          </a:xfrm>
          <a:prstGeom prst="rect">
            <a:avLst/>
          </a:prstGeom>
          <a:noFill/>
          <a:ln w="9525">
            <a:noFill/>
          </a:ln>
        </p:spPr>
        <p:txBody>
          <a:bodyPr anchor="t" anchorCtr="0">
            <a:spAutoFit/>
          </a:bodyPr>
          <a:p>
            <a:pPr>
              <a:lnSpc>
                <a:spcPct val="120000"/>
              </a:lnSpc>
              <a:spcBef>
                <a:spcPct val="20000"/>
              </a:spcBef>
            </a:pPr>
            <a:r>
              <a:rPr lang="en-US" altLang="zh-CN" sz="2400" b="1" i="0" dirty="0">
                <a:latin typeface="宋体" panose="02010600030101010101" pitchFamily="2" charset="-122"/>
                <a:ea typeface="宋体" panose="02010600030101010101" pitchFamily="2" charset="-122"/>
              </a:rPr>
              <a:t>2</a:t>
            </a:r>
            <a:r>
              <a:rPr lang="zh-CN" altLang="en-US" sz="2400" b="1" i="0" dirty="0">
                <a:latin typeface="Tahoma" panose="020B0604030504040204" pitchFamily="34" charset="0"/>
                <a:ea typeface="宋体" panose="02010600030101010101" pitchFamily="2" charset="-122"/>
              </a:rPr>
              <a:t>、电路图中相交的地方用</a:t>
            </a:r>
            <a:r>
              <a:rPr lang="zh-CN" altLang="en-US" sz="2400" b="1" i="0" dirty="0">
                <a:latin typeface="Arial" panose="020B0604020202020204" pitchFamily="34" charset="0"/>
                <a:ea typeface="宋体" panose="02010600030101010101" pitchFamily="2" charset="-122"/>
              </a:rPr>
              <a:t>“</a:t>
            </a:r>
            <a:r>
              <a:rPr lang="zh-CN" altLang="en-US" sz="2400" b="1" i="0" dirty="0">
                <a:latin typeface="Tahoma" panose="020B0604030504040204" pitchFamily="34" charset="0"/>
                <a:ea typeface="宋体" panose="02010600030101010101" pitchFamily="2" charset="-122"/>
              </a:rPr>
              <a:t>黑点</a:t>
            </a:r>
            <a:r>
              <a:rPr lang="zh-CN" altLang="en-US" sz="2400" b="1" i="0" dirty="0">
                <a:latin typeface="Arial" panose="020B0604020202020204" pitchFamily="34" charset="0"/>
                <a:ea typeface="宋体" panose="02010600030101010101" pitchFamily="2" charset="-122"/>
              </a:rPr>
              <a:t>”</a:t>
            </a:r>
            <a:r>
              <a:rPr lang="zh-CN" altLang="en-US" sz="2400" b="1" i="0" dirty="0">
                <a:latin typeface="Tahoma" panose="020B0604030504040204" pitchFamily="34" charset="0"/>
                <a:ea typeface="宋体" panose="02010600030101010101" pitchFamily="2" charset="-122"/>
              </a:rPr>
              <a:t>标注，没有标注表示不相交</a:t>
            </a:r>
            <a:endParaRPr lang="zh-CN" altLang="en-US" sz="2400" b="1" i="0" dirty="0">
              <a:latin typeface="Tahoma" panose="020B0604030504040204" pitchFamily="34" charset="0"/>
              <a:ea typeface="宋体" panose="02010600030101010101" pitchFamily="2" charset="-122"/>
            </a:endParaRPr>
          </a:p>
        </p:txBody>
      </p:sp>
      <p:sp>
        <p:nvSpPr>
          <p:cNvPr id="270345" name="Rectangle 9"/>
          <p:cNvSpPr/>
          <p:nvPr/>
        </p:nvSpPr>
        <p:spPr>
          <a:xfrm>
            <a:off x="228600" y="5867400"/>
            <a:ext cx="4625975" cy="604838"/>
          </a:xfrm>
          <a:prstGeom prst="rect">
            <a:avLst/>
          </a:prstGeom>
          <a:noFill/>
          <a:ln w="9525">
            <a:noFill/>
          </a:ln>
        </p:spPr>
        <p:txBody>
          <a:bodyPr anchor="t" anchorCtr="0">
            <a:spAutoFit/>
          </a:bodyPr>
          <a:p>
            <a:pPr>
              <a:lnSpc>
                <a:spcPct val="120000"/>
              </a:lnSpc>
              <a:spcBef>
                <a:spcPct val="20000"/>
              </a:spcBef>
            </a:pPr>
            <a:r>
              <a:rPr lang="en-US" altLang="zh-CN" sz="2800" b="1" i="0" dirty="0">
                <a:latin typeface="宋体" panose="02010600030101010101" pitchFamily="2" charset="-122"/>
                <a:ea typeface="宋体" panose="02010600030101010101" pitchFamily="2" charset="-122"/>
              </a:rPr>
              <a:t>3</a:t>
            </a:r>
            <a:r>
              <a:rPr lang="zh-CN" altLang="en-US" sz="2800" b="1" i="0" dirty="0">
                <a:latin typeface="Tahoma" panose="020B0604030504040204" pitchFamily="34" charset="0"/>
                <a:ea typeface="宋体" panose="02010600030101010101" pitchFamily="2" charset="-122"/>
              </a:rPr>
              <a:t>、</a:t>
            </a:r>
            <a:r>
              <a:rPr lang="zh-CN" altLang="en-US" sz="2400" b="1" i="0" dirty="0">
                <a:latin typeface="Tahoma" panose="020B0604030504040204" pitchFamily="34" charset="0"/>
                <a:ea typeface="宋体" panose="02010600030101010101" pitchFamily="2" charset="-122"/>
              </a:rPr>
              <a:t>最简电路不一定是最佳电路</a:t>
            </a:r>
            <a:endParaRPr lang="zh-CN" altLang="en-US" sz="2400" b="1" i="0" dirty="0">
              <a:latin typeface="Tahoma" panose="020B0604030504040204" pitchFamily="34" charset="0"/>
              <a:ea typeface="宋体" panose="02010600030101010101" pitchFamily="2" charset="-122"/>
            </a:endParaRPr>
          </a:p>
        </p:txBody>
      </p:sp>
      <p:sp>
        <p:nvSpPr>
          <p:cNvPr id="58375" name="Rectangle 10"/>
          <p:cNvSpPr/>
          <p:nvPr/>
        </p:nvSpPr>
        <p:spPr>
          <a:xfrm>
            <a:off x="517525" y="452438"/>
            <a:ext cx="4641850" cy="604837"/>
          </a:xfrm>
          <a:prstGeom prst="rect">
            <a:avLst/>
          </a:prstGeom>
          <a:noFill/>
          <a:ln w="9525">
            <a:noFill/>
          </a:ln>
        </p:spPr>
        <p:txBody>
          <a:bodyPr anchor="t" anchorCtr="0">
            <a:spAutoFit/>
          </a:bodyPr>
          <a:p>
            <a:pPr>
              <a:lnSpc>
                <a:spcPct val="120000"/>
              </a:lnSpc>
              <a:spcBef>
                <a:spcPct val="20000"/>
              </a:spcBef>
            </a:pPr>
            <a:r>
              <a:rPr lang="en-US" altLang="zh-CN" sz="2800" b="1" i="0" dirty="0">
                <a:latin typeface="Tahoma" panose="020B0604030504040204" pitchFamily="34" charset="0"/>
                <a:ea typeface="黑体" panose="02010609060101010101" pitchFamily="2" charset="-122"/>
              </a:rPr>
              <a:t>(3)  </a:t>
            </a:r>
            <a:r>
              <a:rPr lang="zh-CN" altLang="en-US" sz="2800" b="1" i="0" dirty="0">
                <a:latin typeface="Tahoma" panose="020B0604030504040204" pitchFamily="34" charset="0"/>
                <a:ea typeface="黑体" panose="02010609060101010101" pitchFamily="2" charset="-122"/>
              </a:rPr>
              <a:t>设计说明</a:t>
            </a:r>
            <a:endParaRPr lang="zh-CN" altLang="en-US" sz="2800" b="1" i="0" dirty="0">
              <a:latin typeface="Tahoma" panose="020B0604030504040204" pitchFamily="34" charset="0"/>
              <a:ea typeface="黑体" panose="02010609060101010101" pitchFamily="2" charset="-122"/>
            </a:endParaRPr>
          </a:p>
        </p:txBody>
      </p:sp>
      <p:grpSp>
        <p:nvGrpSpPr>
          <p:cNvPr id="3" name="Group 14"/>
          <p:cNvGrpSpPr/>
          <p:nvPr/>
        </p:nvGrpSpPr>
        <p:grpSpPr>
          <a:xfrm>
            <a:off x="4859338" y="3933825"/>
            <a:ext cx="4284662" cy="2114550"/>
            <a:chOff x="3061" y="2478"/>
            <a:chExt cx="2699" cy="1332"/>
          </a:xfrm>
        </p:grpSpPr>
        <p:pic>
          <p:nvPicPr>
            <p:cNvPr id="58377" name="Picture 7"/>
            <p:cNvPicPr>
              <a:picLocks noChangeAspect="1"/>
            </p:cNvPicPr>
            <p:nvPr/>
          </p:nvPicPr>
          <p:blipFill>
            <a:blip r:embed="rId5"/>
            <a:stretch>
              <a:fillRect/>
            </a:stretch>
          </p:blipFill>
          <p:spPr>
            <a:xfrm>
              <a:off x="3061" y="2478"/>
              <a:ext cx="2699" cy="1332"/>
            </a:xfrm>
            <a:prstGeom prst="rect">
              <a:avLst/>
            </a:prstGeom>
            <a:noFill/>
            <a:ln w="9525">
              <a:noFill/>
            </a:ln>
          </p:spPr>
        </p:pic>
        <p:sp>
          <p:nvSpPr>
            <p:cNvPr id="58378" name="Oval 12"/>
            <p:cNvSpPr/>
            <p:nvPr/>
          </p:nvSpPr>
          <p:spPr>
            <a:xfrm>
              <a:off x="3648" y="2597"/>
              <a:ext cx="56" cy="56"/>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58379" name="Oval 13"/>
            <p:cNvSpPr/>
            <p:nvPr/>
          </p:nvSpPr>
          <p:spPr>
            <a:xfrm>
              <a:off x="3797" y="3207"/>
              <a:ext cx="56" cy="56"/>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0339"/>
                                        </p:tgtEl>
                                        <p:attrNameLst>
                                          <p:attrName>style.visibility</p:attrName>
                                        </p:attrNameLst>
                                      </p:cBhvr>
                                      <p:to>
                                        <p:strVal val="visible"/>
                                      </p:to>
                                    </p:set>
                                    <p:animEffect transition="in" filter="blinds(horizontal)">
                                      <p:cBhvr>
                                        <p:cTn id="7" dur="500"/>
                                        <p:tgtEl>
                                          <p:spTgt spid="27033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0344"/>
                                        </p:tgtEl>
                                        <p:attrNameLst>
                                          <p:attrName>style.visibility</p:attrName>
                                        </p:attrNameLst>
                                      </p:cBhvr>
                                      <p:to>
                                        <p:strVal val="visible"/>
                                      </p:to>
                                    </p:set>
                                    <p:animEffect transition="in" filter="blinds(horizontal)">
                                      <p:cBhvr>
                                        <p:cTn id="17" dur="500"/>
                                        <p:tgtEl>
                                          <p:spTgt spid="27034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0345"/>
                                        </p:tgtEl>
                                        <p:attrNameLst>
                                          <p:attrName>style.visibility</p:attrName>
                                        </p:attrNameLst>
                                      </p:cBhvr>
                                      <p:to>
                                        <p:strVal val="visible"/>
                                      </p:to>
                                    </p:set>
                                    <p:animEffect transition="in" filter="blinds(horizontal)">
                                      <p:cBhvr>
                                        <p:cTn id="27" dur="500"/>
                                        <p:tgtEl>
                                          <p:spTgt spid="270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9" grpId="0"/>
      <p:bldP spid="270344" grpId="0"/>
      <p:bldP spid="27034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Text Box 2"/>
          <p:cNvSpPr txBox="1"/>
          <p:nvPr/>
        </p:nvSpPr>
        <p:spPr>
          <a:xfrm>
            <a:off x="258763" y="1241425"/>
            <a:ext cx="3806825" cy="1814513"/>
          </a:xfrm>
          <a:prstGeom prst="rect">
            <a:avLst/>
          </a:prstGeom>
          <a:noFill/>
          <a:ln w="9525">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例</a:t>
            </a:r>
            <a:r>
              <a:rPr lang="en-US" altLang="zh-CN" sz="2800" b="1" i="0" dirty="0">
                <a:latin typeface="Times New Roman" panose="02020603050405020304" pitchFamily="18" charset="0"/>
                <a:ea typeface="宋体" panose="02010600030101010101" pitchFamily="2" charset="-122"/>
              </a:rPr>
              <a:t>5</a:t>
            </a:r>
            <a:r>
              <a:rPr lang="zh-CN" altLang="en-US" sz="2800" b="1"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用“与非”门  设计一个将</a:t>
            </a:r>
            <a:r>
              <a:rPr lang="en-US" altLang="zh-CN" sz="2800" i="0" dirty="0">
                <a:latin typeface="Times New Roman" panose="02020603050405020304" pitchFamily="18" charset="0"/>
                <a:ea typeface="宋体" panose="02010600030101010101" pitchFamily="2" charset="-122"/>
              </a:rPr>
              <a:t>8421BCD</a:t>
            </a:r>
            <a:r>
              <a:rPr lang="zh-CN" altLang="en-US" sz="2800" i="0" dirty="0">
                <a:latin typeface="Times New Roman" panose="02020603050405020304" pitchFamily="18" charset="0"/>
                <a:ea typeface="宋体" panose="02010600030101010101" pitchFamily="2" charset="-122"/>
              </a:rPr>
              <a:t>码转换成余三码的代码转换电路。</a:t>
            </a:r>
            <a:endParaRPr lang="zh-CN" altLang="en-US" sz="2800" i="0" dirty="0">
              <a:latin typeface="Times New Roman" panose="02020603050405020304" pitchFamily="18" charset="0"/>
              <a:ea typeface="宋体" panose="02010600030101010101" pitchFamily="2" charset="-122"/>
            </a:endParaRPr>
          </a:p>
        </p:txBody>
      </p:sp>
      <p:sp>
        <p:nvSpPr>
          <p:cNvPr id="92163" name="Text Box 3"/>
          <p:cNvSpPr txBox="1">
            <a:spLocks noChangeArrowheads="1"/>
          </p:cNvSpPr>
          <p:nvPr/>
        </p:nvSpPr>
        <p:spPr bwMode="auto">
          <a:xfrm>
            <a:off x="684213" y="3571875"/>
            <a:ext cx="2771775" cy="1373188"/>
          </a:xfrm>
          <a:prstGeom prst="rect">
            <a:avLst/>
          </a:prstGeom>
          <a:noFill/>
          <a:ln w="9525">
            <a:noFill/>
            <a:miter lim="800000"/>
          </a:ln>
          <a:effectLst/>
        </p:spPr>
        <p:txBody>
          <a:bodyPr>
            <a:spAutoFit/>
          </a:bodyPr>
          <a:lstStyle/>
          <a:p>
            <a:pPr marR="0" defTabSz="914400">
              <a:buClrTx/>
              <a:buSzTx/>
              <a:buFontTx/>
              <a:buNone/>
              <a:defRPr/>
            </a:pPr>
            <a:r>
              <a:rPr kumimoji="1" lang="zh-CN" altLang="en-US" sz="2800" i="0" kern="1200" cap="none" spc="0" normalizeH="0" baseline="0" noProof="0">
                <a:latin typeface="Times New Roman" panose="02020603050405020304" pitchFamily="18" charset="0"/>
                <a:ea typeface="宋体" panose="02010600030101010101" pitchFamily="2" charset="-122"/>
                <a:cs typeface="+mn-cs"/>
              </a:rPr>
              <a:t>解：</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a:p>
            <a:pPr marR="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第一步：</a:t>
            </a: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建立真值表</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grpSp>
        <p:nvGrpSpPr>
          <p:cNvPr id="2" name="Group 16"/>
          <p:cNvGrpSpPr/>
          <p:nvPr/>
        </p:nvGrpSpPr>
        <p:grpSpPr>
          <a:xfrm>
            <a:off x="3867150" y="676275"/>
            <a:ext cx="5159375" cy="5638800"/>
            <a:chOff x="2436" y="426"/>
            <a:chExt cx="3250" cy="3552"/>
          </a:xfrm>
        </p:grpSpPr>
        <p:sp>
          <p:nvSpPr>
            <p:cNvPr id="59396" name="Text Box 5"/>
            <p:cNvSpPr txBox="1"/>
            <p:nvPr/>
          </p:nvSpPr>
          <p:spPr>
            <a:xfrm>
              <a:off x="2551" y="819"/>
              <a:ext cx="1716" cy="3130"/>
            </a:xfrm>
            <a:prstGeom prst="rect">
              <a:avLst/>
            </a:prstGeom>
            <a:noFill/>
            <a:ln w="12700">
              <a:noFill/>
            </a:ln>
          </p:spPr>
          <p:txBody>
            <a:bodyPr wrap="none" anchor="t" anchorCtr="0">
              <a:spAutoFit/>
            </a:bodyPr>
            <a:p>
              <a:pPr marL="457200" indent="-457200"/>
              <a:r>
                <a:rPr lang="en-US" altLang="zh-CN" i="0" dirty="0">
                  <a:latin typeface="Times New Roman" panose="02020603050405020304" pitchFamily="18" charset="0"/>
                  <a:ea typeface="宋体" panose="02010600030101010101" pitchFamily="2" charset="-122"/>
                </a:rPr>
                <a:t>0           0           0          0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1           1           1          1</a:t>
              </a:r>
              <a:endParaRPr lang="en-US" altLang="zh-CN" i="0" dirty="0">
                <a:latin typeface="Times New Roman" panose="02020603050405020304" pitchFamily="18" charset="0"/>
                <a:ea typeface="宋体" panose="02010600030101010101" pitchFamily="2" charset="-122"/>
              </a:endParaRPr>
            </a:p>
          </p:txBody>
        </p:sp>
        <p:sp>
          <p:nvSpPr>
            <p:cNvPr id="59397" name="Line 6"/>
            <p:cNvSpPr/>
            <p:nvPr/>
          </p:nvSpPr>
          <p:spPr>
            <a:xfrm>
              <a:off x="2436" y="426"/>
              <a:ext cx="3237" cy="0"/>
            </a:xfrm>
            <a:prstGeom prst="line">
              <a:avLst/>
            </a:prstGeom>
            <a:ln w="12700" cap="flat" cmpd="sng">
              <a:solidFill>
                <a:srgbClr val="0000FF"/>
              </a:solidFill>
              <a:prstDash val="solid"/>
              <a:round/>
              <a:headEnd type="none" w="med" len="med"/>
              <a:tailEnd type="none" w="sm" len="lg"/>
            </a:ln>
          </p:spPr>
        </p:sp>
        <p:sp>
          <p:nvSpPr>
            <p:cNvPr id="59398" name="Line 7"/>
            <p:cNvSpPr/>
            <p:nvPr/>
          </p:nvSpPr>
          <p:spPr>
            <a:xfrm>
              <a:off x="2448" y="774"/>
              <a:ext cx="3238" cy="0"/>
            </a:xfrm>
            <a:prstGeom prst="line">
              <a:avLst/>
            </a:prstGeom>
            <a:ln w="12700" cap="flat" cmpd="sng">
              <a:solidFill>
                <a:srgbClr val="0000FF"/>
              </a:solidFill>
              <a:prstDash val="solid"/>
              <a:round/>
              <a:headEnd type="none" w="med" len="med"/>
              <a:tailEnd type="none" w="sm" len="lg"/>
            </a:ln>
          </p:spPr>
        </p:sp>
        <p:sp>
          <p:nvSpPr>
            <p:cNvPr id="59399" name="Line 8"/>
            <p:cNvSpPr/>
            <p:nvPr/>
          </p:nvSpPr>
          <p:spPr>
            <a:xfrm>
              <a:off x="2522" y="3966"/>
              <a:ext cx="3136" cy="0"/>
            </a:xfrm>
            <a:prstGeom prst="line">
              <a:avLst/>
            </a:prstGeom>
            <a:ln w="12700" cap="flat" cmpd="sng">
              <a:solidFill>
                <a:srgbClr val="0000FF"/>
              </a:solidFill>
              <a:prstDash val="solid"/>
              <a:round/>
              <a:headEnd type="none" w="med" len="med"/>
              <a:tailEnd type="none" w="sm" len="lg"/>
            </a:ln>
          </p:spPr>
        </p:sp>
        <p:sp>
          <p:nvSpPr>
            <p:cNvPr id="59400" name="Line 9"/>
            <p:cNvSpPr/>
            <p:nvPr/>
          </p:nvSpPr>
          <p:spPr>
            <a:xfrm>
              <a:off x="4384" y="426"/>
              <a:ext cx="0" cy="3552"/>
            </a:xfrm>
            <a:prstGeom prst="line">
              <a:avLst/>
            </a:prstGeom>
            <a:ln w="12700" cap="flat" cmpd="sng">
              <a:solidFill>
                <a:srgbClr val="0000FF"/>
              </a:solidFill>
              <a:prstDash val="solid"/>
              <a:round/>
              <a:headEnd type="none" w="med" len="med"/>
              <a:tailEnd type="none" w="sm" len="lg"/>
            </a:ln>
          </p:spPr>
        </p:sp>
        <p:sp>
          <p:nvSpPr>
            <p:cNvPr id="59401" name="Text Box 10"/>
            <p:cNvSpPr txBox="1"/>
            <p:nvPr/>
          </p:nvSpPr>
          <p:spPr>
            <a:xfrm>
              <a:off x="2527" y="444"/>
              <a:ext cx="1802"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      B      C      D </a:t>
              </a:r>
              <a:endParaRPr lang="en-US" altLang="zh-CN" sz="2800" i="0" dirty="0">
                <a:latin typeface="Times New Roman" panose="02020603050405020304" pitchFamily="18" charset="0"/>
                <a:ea typeface="宋体" panose="02010600030101010101" pitchFamily="2" charset="-122"/>
              </a:endParaRPr>
            </a:p>
          </p:txBody>
        </p:sp>
        <p:sp>
          <p:nvSpPr>
            <p:cNvPr id="59402" name="Text Box 11"/>
            <p:cNvSpPr txBox="1"/>
            <p:nvPr/>
          </p:nvSpPr>
          <p:spPr>
            <a:xfrm>
              <a:off x="4444" y="432"/>
              <a:ext cx="1124"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W  X  Y  Z</a:t>
              </a:r>
              <a:endParaRPr lang="en-US" altLang="zh-CN" sz="2800" i="0" dirty="0">
                <a:latin typeface="Times New Roman" panose="02020603050405020304" pitchFamily="18" charset="0"/>
                <a:ea typeface="宋体" panose="02010600030101010101" pitchFamily="2" charset="-122"/>
              </a:endParaRPr>
            </a:p>
          </p:txBody>
        </p:sp>
        <p:sp>
          <p:nvSpPr>
            <p:cNvPr id="59403" name="Text Box 12"/>
            <p:cNvSpPr txBox="1"/>
            <p:nvPr/>
          </p:nvSpPr>
          <p:spPr>
            <a:xfrm>
              <a:off x="4532" y="831"/>
              <a:ext cx="205" cy="313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59404" name="Text Box 13"/>
            <p:cNvSpPr txBox="1"/>
            <p:nvPr/>
          </p:nvSpPr>
          <p:spPr>
            <a:xfrm>
              <a:off x="5354" y="825"/>
              <a:ext cx="205" cy="313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59405" name="Text Box 14"/>
            <p:cNvSpPr txBox="1"/>
            <p:nvPr/>
          </p:nvSpPr>
          <p:spPr>
            <a:xfrm>
              <a:off x="5076" y="829"/>
              <a:ext cx="205" cy="313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59406" name="Text Box 15"/>
            <p:cNvSpPr txBox="1"/>
            <p:nvPr/>
          </p:nvSpPr>
          <p:spPr>
            <a:xfrm>
              <a:off x="4798" y="827"/>
              <a:ext cx="205" cy="313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2162"/>
                                        </p:tgtEl>
                                        <p:attrNameLst>
                                          <p:attrName>style.visibility</p:attrName>
                                        </p:attrNameLst>
                                      </p:cBhvr>
                                      <p:to>
                                        <p:strVal val="visible"/>
                                      </p:to>
                                    </p:set>
                                    <p:animEffect transition="in" filter="fade">
                                      <p:cBhvr>
                                        <p:cTn id="7" dur="2000"/>
                                        <p:tgtEl>
                                          <p:spTgt spid="921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2163"/>
                                        </p:tgtEl>
                                        <p:attrNameLst>
                                          <p:attrName>style.visibility</p:attrName>
                                        </p:attrNameLst>
                                      </p:cBhvr>
                                      <p:to>
                                        <p:strVal val="visible"/>
                                      </p:to>
                                    </p:set>
                                    <p:animEffect transition="in" filter="fade">
                                      <p:cBhvr>
                                        <p:cTn id="12" dur="2000"/>
                                        <p:tgtEl>
                                          <p:spTgt spid="92163"/>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to="" calcmode="lin" valueType="num">
                                      <p:cBhvr>
                                        <p:cTn id="1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p:bldP spid="9216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Text Box 2"/>
          <p:cNvSpPr txBox="1"/>
          <p:nvPr/>
        </p:nvSpPr>
        <p:spPr>
          <a:xfrm>
            <a:off x="1547813" y="576263"/>
            <a:ext cx="4451350"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第二步：写出函数表达式；</a:t>
            </a:r>
            <a:endParaRPr lang="zh-CN" altLang="en-US" sz="2800" i="0" dirty="0">
              <a:latin typeface="Times New Roman" panose="02020603050405020304" pitchFamily="18" charset="0"/>
              <a:ea typeface="宋体" panose="02010600030101010101" pitchFamily="2" charset="-122"/>
            </a:endParaRPr>
          </a:p>
        </p:txBody>
      </p:sp>
      <p:sp>
        <p:nvSpPr>
          <p:cNvPr id="93187" name="Text Box 3"/>
          <p:cNvSpPr txBox="1"/>
          <p:nvPr/>
        </p:nvSpPr>
        <p:spPr>
          <a:xfrm>
            <a:off x="546100" y="1276350"/>
            <a:ext cx="7839075" cy="519113"/>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W(A,B,C,D)=</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m(5,6,7,8,9)+</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d(10,11,12,13,14,15)</a:t>
            </a:r>
            <a:endParaRPr lang="el-GR" altLang="zh-CN" sz="2800" dirty="0">
              <a:latin typeface="Times New Roman" panose="02020603050405020304" pitchFamily="18" charset="0"/>
              <a:ea typeface="Times New Roman" panose="02020603050405020304" pitchFamily="18" charset="0"/>
            </a:endParaRPr>
          </a:p>
        </p:txBody>
      </p:sp>
      <p:sp>
        <p:nvSpPr>
          <p:cNvPr id="93188" name="Text Box 4"/>
          <p:cNvSpPr txBox="1"/>
          <p:nvPr/>
        </p:nvSpPr>
        <p:spPr>
          <a:xfrm>
            <a:off x="628650" y="1843088"/>
            <a:ext cx="7759700" cy="519112"/>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X(A,B,C,D)=</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m(1,2,3,4,9)+</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d(10,11,12,13,14,15)</a:t>
            </a:r>
            <a:endParaRPr lang="el-GR" altLang="zh-CN" sz="2800" dirty="0">
              <a:latin typeface="Times New Roman" panose="02020603050405020304" pitchFamily="18" charset="0"/>
              <a:ea typeface="Times New Roman" panose="02020603050405020304" pitchFamily="18" charset="0"/>
            </a:endParaRPr>
          </a:p>
        </p:txBody>
      </p:sp>
      <p:sp>
        <p:nvSpPr>
          <p:cNvPr id="93189" name="Text Box 5"/>
          <p:cNvSpPr txBox="1"/>
          <p:nvPr/>
        </p:nvSpPr>
        <p:spPr>
          <a:xfrm>
            <a:off x="635000" y="2413000"/>
            <a:ext cx="7740650" cy="519113"/>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Y(A,B,C,D)=</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m(0,3,4,7,8)+</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d(10,11,12,13,14,15)</a:t>
            </a:r>
            <a:endParaRPr lang="el-GR" altLang="zh-CN" sz="2800" dirty="0">
              <a:latin typeface="Times New Roman" panose="02020603050405020304" pitchFamily="18" charset="0"/>
              <a:ea typeface="Times New Roman" panose="02020603050405020304" pitchFamily="18" charset="0"/>
            </a:endParaRPr>
          </a:p>
        </p:txBody>
      </p:sp>
      <p:sp>
        <p:nvSpPr>
          <p:cNvPr id="93190" name="Text Box 6"/>
          <p:cNvSpPr txBox="1"/>
          <p:nvPr/>
        </p:nvSpPr>
        <p:spPr>
          <a:xfrm>
            <a:off x="631825" y="2981325"/>
            <a:ext cx="7740650" cy="519113"/>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Z(A,B,C,D)=</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m(0,2,4,6,8)+</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d(10,11,12,13,14,15)</a:t>
            </a:r>
            <a:endParaRPr lang="el-GR" altLang="zh-CN" sz="2800" dirty="0">
              <a:latin typeface="Times New Roman" panose="02020603050405020304" pitchFamily="18" charset="0"/>
              <a:ea typeface="Times New Roman" panose="02020603050405020304" pitchFamily="18" charset="0"/>
            </a:endParaRPr>
          </a:p>
        </p:txBody>
      </p:sp>
      <p:sp>
        <p:nvSpPr>
          <p:cNvPr id="93191" name="Text Box 7"/>
          <p:cNvSpPr txBox="1"/>
          <p:nvPr/>
        </p:nvSpPr>
        <p:spPr>
          <a:xfrm>
            <a:off x="0" y="3651250"/>
            <a:ext cx="5518150" cy="519113"/>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第三步：化简并转换成适当形式；</a:t>
            </a:r>
            <a:endParaRPr lang="zh-CN" altLang="en-US" sz="2800" i="0" dirty="0">
              <a:latin typeface="Times New Roman" panose="02020603050405020304" pitchFamily="18" charset="0"/>
              <a:ea typeface="宋体" panose="02010600030101010101" pitchFamily="2" charset="-122"/>
            </a:endParaRPr>
          </a:p>
        </p:txBody>
      </p:sp>
      <p:grpSp>
        <p:nvGrpSpPr>
          <p:cNvPr id="2" name="Group 17"/>
          <p:cNvGrpSpPr/>
          <p:nvPr/>
        </p:nvGrpSpPr>
        <p:grpSpPr>
          <a:xfrm>
            <a:off x="1238250" y="4457700"/>
            <a:ext cx="2760663" cy="1800225"/>
            <a:chOff x="332" y="2670"/>
            <a:chExt cx="1739" cy="1134"/>
          </a:xfrm>
        </p:grpSpPr>
        <p:sp>
          <p:nvSpPr>
            <p:cNvPr id="60424" name="Text Box 9"/>
            <p:cNvSpPr txBox="1"/>
            <p:nvPr/>
          </p:nvSpPr>
          <p:spPr>
            <a:xfrm>
              <a:off x="332" y="2670"/>
              <a:ext cx="1739" cy="1134"/>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W=A+BC+BD</a:t>
              </a:r>
              <a:endParaRPr lang="en-US" altLang="zh-CN"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X=BC+BD+BCD</a:t>
              </a:r>
              <a:endParaRPr lang="en-US" altLang="zh-CN"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Y=CD+CD</a:t>
              </a:r>
              <a:endParaRPr lang="en-US" altLang="zh-CN"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Z=D</a:t>
              </a:r>
              <a:endParaRPr lang="en-US" altLang="zh-CN" sz="2800" dirty="0">
                <a:latin typeface="Times New Roman" panose="02020603050405020304" pitchFamily="18" charset="0"/>
                <a:ea typeface="宋体" panose="02010600030101010101" pitchFamily="2" charset="-122"/>
              </a:endParaRPr>
            </a:p>
          </p:txBody>
        </p:sp>
        <p:sp>
          <p:nvSpPr>
            <p:cNvPr id="60425" name="Line 10"/>
            <p:cNvSpPr/>
            <p:nvPr/>
          </p:nvSpPr>
          <p:spPr>
            <a:xfrm>
              <a:off x="672" y="3540"/>
              <a:ext cx="168" cy="0"/>
            </a:xfrm>
            <a:prstGeom prst="line">
              <a:avLst/>
            </a:prstGeom>
            <a:ln w="12700" cap="flat" cmpd="sng">
              <a:solidFill>
                <a:schemeClr val="tx1"/>
              </a:solidFill>
              <a:prstDash val="solid"/>
              <a:round/>
              <a:headEnd type="none" w="med" len="med"/>
              <a:tailEnd type="none" w="med" len="med"/>
            </a:ln>
          </p:spPr>
        </p:sp>
        <p:sp>
          <p:nvSpPr>
            <p:cNvPr id="60426" name="Line 11"/>
            <p:cNvSpPr/>
            <p:nvPr/>
          </p:nvSpPr>
          <p:spPr>
            <a:xfrm>
              <a:off x="1146" y="3264"/>
              <a:ext cx="132" cy="0"/>
            </a:xfrm>
            <a:prstGeom prst="line">
              <a:avLst/>
            </a:prstGeom>
            <a:ln w="12700" cap="flat" cmpd="sng">
              <a:solidFill>
                <a:schemeClr val="tx1"/>
              </a:solidFill>
              <a:prstDash val="solid"/>
              <a:round/>
              <a:headEnd type="none" w="med" len="med"/>
              <a:tailEnd type="none" w="med" len="med"/>
            </a:ln>
          </p:spPr>
        </p:sp>
        <p:sp>
          <p:nvSpPr>
            <p:cNvPr id="60427" name="Line 12"/>
            <p:cNvSpPr/>
            <p:nvPr/>
          </p:nvSpPr>
          <p:spPr>
            <a:xfrm>
              <a:off x="1320" y="3264"/>
              <a:ext cx="132" cy="0"/>
            </a:xfrm>
            <a:prstGeom prst="line">
              <a:avLst/>
            </a:prstGeom>
            <a:ln w="12700" cap="flat" cmpd="sng">
              <a:solidFill>
                <a:schemeClr val="tx1"/>
              </a:solidFill>
              <a:prstDash val="solid"/>
              <a:round/>
              <a:headEnd type="none" w="med" len="med"/>
              <a:tailEnd type="none" w="med" len="med"/>
            </a:ln>
          </p:spPr>
        </p:sp>
        <p:sp>
          <p:nvSpPr>
            <p:cNvPr id="60428" name="Line 13"/>
            <p:cNvSpPr/>
            <p:nvPr/>
          </p:nvSpPr>
          <p:spPr>
            <a:xfrm>
              <a:off x="714" y="3000"/>
              <a:ext cx="120" cy="0"/>
            </a:xfrm>
            <a:prstGeom prst="line">
              <a:avLst/>
            </a:prstGeom>
            <a:ln w="12700" cap="flat" cmpd="sng">
              <a:solidFill>
                <a:schemeClr val="tx1"/>
              </a:solidFill>
              <a:prstDash val="solid"/>
              <a:round/>
              <a:headEnd type="none" w="med" len="med"/>
              <a:tailEnd type="none" w="med" len="med"/>
            </a:ln>
          </p:spPr>
        </p:sp>
        <p:sp>
          <p:nvSpPr>
            <p:cNvPr id="60429" name="Line 14"/>
            <p:cNvSpPr/>
            <p:nvPr/>
          </p:nvSpPr>
          <p:spPr>
            <a:xfrm flipV="1">
              <a:off x="1140" y="3000"/>
              <a:ext cx="132" cy="0"/>
            </a:xfrm>
            <a:prstGeom prst="line">
              <a:avLst/>
            </a:prstGeom>
            <a:ln w="12700" cap="flat" cmpd="sng">
              <a:solidFill>
                <a:schemeClr val="tx1"/>
              </a:solidFill>
              <a:prstDash val="solid"/>
              <a:round/>
              <a:headEnd type="none" w="med" len="med"/>
              <a:tailEnd type="none" w="med" len="med"/>
            </a:ln>
          </p:spPr>
        </p:sp>
        <p:sp>
          <p:nvSpPr>
            <p:cNvPr id="60430" name="Line 15"/>
            <p:cNvSpPr/>
            <p:nvPr/>
          </p:nvSpPr>
          <p:spPr>
            <a:xfrm>
              <a:off x="1734" y="2988"/>
              <a:ext cx="114" cy="0"/>
            </a:xfrm>
            <a:prstGeom prst="line">
              <a:avLst/>
            </a:prstGeom>
            <a:ln w="12700" cap="flat" cmpd="sng">
              <a:solidFill>
                <a:schemeClr val="tx1"/>
              </a:solidFill>
              <a:prstDash val="solid"/>
              <a:round/>
              <a:headEnd type="none" w="med" len="med"/>
              <a:tailEnd type="none" w="med" len="med"/>
            </a:ln>
          </p:spPr>
        </p:sp>
        <p:sp>
          <p:nvSpPr>
            <p:cNvPr id="60431" name="Line 16"/>
            <p:cNvSpPr/>
            <p:nvPr/>
          </p:nvSpPr>
          <p:spPr>
            <a:xfrm>
              <a:off x="1908" y="2988"/>
              <a:ext cx="114" cy="0"/>
            </a:xfrm>
            <a:prstGeom prst="line">
              <a:avLst/>
            </a:prstGeom>
            <a:ln w="12700" cap="flat" cmpd="sng">
              <a:solidFill>
                <a:schemeClr val="tx1"/>
              </a:solidFill>
              <a:prstDash val="solid"/>
              <a:round/>
              <a:headEnd type="none" w="med" len="med"/>
              <a:tailEnd type="none" w="med" len="med"/>
            </a:ln>
          </p:spPr>
        </p:sp>
      </p:grpSp>
      <p:grpSp>
        <p:nvGrpSpPr>
          <p:cNvPr id="3" name="Group 57"/>
          <p:cNvGrpSpPr/>
          <p:nvPr/>
        </p:nvGrpSpPr>
        <p:grpSpPr>
          <a:xfrm>
            <a:off x="5233988" y="3495675"/>
            <a:ext cx="3659187" cy="3238500"/>
            <a:chOff x="3297" y="2202"/>
            <a:chExt cx="2305" cy="2040"/>
          </a:xfrm>
        </p:grpSpPr>
        <p:sp>
          <p:nvSpPr>
            <p:cNvPr id="60433" name="AutoShape 19"/>
            <p:cNvSpPr/>
            <p:nvPr/>
          </p:nvSpPr>
          <p:spPr>
            <a:xfrm>
              <a:off x="3840" y="2712"/>
              <a:ext cx="1698" cy="282"/>
            </a:xfrm>
            <a:prstGeom prst="roundRect">
              <a:avLst>
                <a:gd name="adj" fmla="val 16667"/>
              </a:avLst>
            </a:prstGeom>
            <a:solidFill>
              <a:srgbClr val="CCFFFF">
                <a:alpha val="50195"/>
              </a:srgbClr>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0434" name="AutoShape 20"/>
            <p:cNvSpPr/>
            <p:nvPr/>
          </p:nvSpPr>
          <p:spPr>
            <a:xfrm>
              <a:off x="3858" y="3534"/>
              <a:ext cx="1674" cy="252"/>
            </a:xfrm>
            <a:prstGeom prst="roundRect">
              <a:avLst>
                <a:gd name="adj" fmla="val 16667"/>
              </a:avLst>
            </a:prstGeom>
            <a:solidFill>
              <a:srgbClr val="CCFFFF">
                <a:alpha val="50195"/>
              </a:srgbClr>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0435" name="Line 22"/>
            <p:cNvSpPr/>
            <p:nvPr/>
          </p:nvSpPr>
          <p:spPr>
            <a:xfrm>
              <a:off x="3821" y="3071"/>
              <a:ext cx="1748" cy="0"/>
            </a:xfrm>
            <a:prstGeom prst="line">
              <a:avLst/>
            </a:prstGeom>
            <a:ln w="28575" cap="flat" cmpd="sng">
              <a:solidFill>
                <a:srgbClr val="3333FF"/>
              </a:solidFill>
              <a:prstDash val="solid"/>
              <a:round/>
              <a:headEnd type="none" w="med" len="med"/>
              <a:tailEnd type="none" w="med" len="med"/>
            </a:ln>
          </p:spPr>
        </p:sp>
        <p:sp>
          <p:nvSpPr>
            <p:cNvPr id="60436" name="Text Box 23"/>
            <p:cNvSpPr txBox="1"/>
            <p:nvPr/>
          </p:nvSpPr>
          <p:spPr>
            <a:xfrm>
              <a:off x="3918" y="2294"/>
              <a:ext cx="162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60437" name="Text Box 24"/>
            <p:cNvSpPr txBox="1"/>
            <p:nvPr/>
          </p:nvSpPr>
          <p:spPr>
            <a:xfrm>
              <a:off x="3480" y="2568"/>
              <a:ext cx="364" cy="1674"/>
            </a:xfrm>
            <a:prstGeom prst="rect">
              <a:avLst/>
            </a:prstGeom>
            <a:noFill/>
            <a:ln w="9525">
              <a:noFill/>
            </a:ln>
          </p:spPr>
          <p:txBody>
            <a:bodyPr anchor="t" anchorCtr="0">
              <a:spAutoFit/>
            </a:bodyPr>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60438" name="Text Box 25"/>
            <p:cNvSpPr txBox="1"/>
            <p:nvPr/>
          </p:nvSpPr>
          <p:spPr>
            <a:xfrm>
              <a:off x="3577" y="2202"/>
              <a:ext cx="390"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60439" name="Text Box 26"/>
            <p:cNvSpPr txBox="1"/>
            <p:nvPr/>
          </p:nvSpPr>
          <p:spPr>
            <a:xfrm>
              <a:off x="3297" y="2405"/>
              <a:ext cx="427"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sp>
          <p:nvSpPr>
            <p:cNvPr id="60440" name="Rectangle 27"/>
            <p:cNvSpPr/>
            <p:nvPr/>
          </p:nvSpPr>
          <p:spPr>
            <a:xfrm>
              <a:off x="3814" y="2617"/>
              <a:ext cx="1754" cy="1601"/>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60441" name="Group 28"/>
            <p:cNvGrpSpPr/>
            <p:nvPr/>
          </p:nvGrpSpPr>
          <p:grpSpPr>
            <a:xfrm>
              <a:off x="4265" y="2626"/>
              <a:ext cx="883" cy="1604"/>
              <a:chOff x="858" y="702"/>
              <a:chExt cx="645" cy="1380"/>
            </a:xfrm>
          </p:grpSpPr>
          <p:sp>
            <p:nvSpPr>
              <p:cNvPr id="60442" name="Line 29"/>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60443" name="Line 30"/>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60444" name="Line 31"/>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sp>
          <p:nvSpPr>
            <p:cNvPr id="60445" name="Line 32"/>
            <p:cNvSpPr/>
            <p:nvPr/>
          </p:nvSpPr>
          <p:spPr>
            <a:xfrm>
              <a:off x="3821" y="3469"/>
              <a:ext cx="1748" cy="0"/>
            </a:xfrm>
            <a:prstGeom prst="line">
              <a:avLst/>
            </a:prstGeom>
            <a:ln w="28575" cap="flat" cmpd="sng">
              <a:solidFill>
                <a:srgbClr val="3333FF"/>
              </a:solidFill>
              <a:prstDash val="solid"/>
              <a:round/>
              <a:headEnd type="none" w="med" len="med"/>
              <a:tailEnd type="none" w="med" len="med"/>
            </a:ln>
          </p:spPr>
        </p:sp>
        <p:sp>
          <p:nvSpPr>
            <p:cNvPr id="60446" name="Line 33"/>
            <p:cNvSpPr/>
            <p:nvPr/>
          </p:nvSpPr>
          <p:spPr>
            <a:xfrm>
              <a:off x="3815" y="3852"/>
              <a:ext cx="1748" cy="0"/>
            </a:xfrm>
            <a:prstGeom prst="line">
              <a:avLst/>
            </a:prstGeom>
            <a:ln w="28575" cap="flat" cmpd="sng">
              <a:solidFill>
                <a:srgbClr val="3333FF"/>
              </a:solidFill>
              <a:prstDash val="solid"/>
              <a:round/>
              <a:headEnd type="none" w="med" len="med"/>
              <a:tailEnd type="none" w="med" len="med"/>
            </a:ln>
          </p:spPr>
        </p:sp>
        <p:sp>
          <p:nvSpPr>
            <p:cNvPr id="60447" name="Rectangle 34"/>
            <p:cNvSpPr/>
            <p:nvPr/>
          </p:nvSpPr>
          <p:spPr>
            <a:xfrm>
              <a:off x="4841" y="3497"/>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60448" name="Rectangle 35"/>
            <p:cNvSpPr/>
            <p:nvPr/>
          </p:nvSpPr>
          <p:spPr>
            <a:xfrm>
              <a:off x="4822" y="2680"/>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60449" name="Rectangle 36"/>
            <p:cNvSpPr/>
            <p:nvPr/>
          </p:nvSpPr>
          <p:spPr>
            <a:xfrm>
              <a:off x="4342" y="3138"/>
              <a:ext cx="267" cy="250"/>
            </a:xfrm>
            <a:prstGeom prst="rect">
              <a:avLst/>
            </a:prstGeom>
            <a:noFill/>
            <a:ln w="9525">
              <a:noFill/>
            </a:ln>
          </p:spPr>
          <p:txBody>
            <a:bodyPr wrap="none" anchor="t" anchorCtr="0">
              <a:spAutoFit/>
            </a:bodyPr>
            <a:p>
              <a:r>
                <a:rPr lang="en-US" altLang="zh-CN" i="0" dirty="0">
                  <a:solidFill>
                    <a:srgbClr val="FF0000"/>
                  </a:solidFill>
                  <a:latin typeface="Times New Roman" panose="02020603050405020304" pitchFamily="18" charset="0"/>
                  <a:ea typeface="宋体" panose="02010600030101010101" pitchFamily="2" charset="-122"/>
                </a:rPr>
                <a:t>W</a:t>
              </a:r>
              <a:endParaRPr lang="en-US" altLang="zh-CN" i="0" dirty="0">
                <a:solidFill>
                  <a:srgbClr val="FF0000"/>
                </a:solidFill>
                <a:latin typeface="Times New Roman" panose="02020603050405020304" pitchFamily="18" charset="0"/>
                <a:ea typeface="宋体" panose="02010600030101010101" pitchFamily="2" charset="-122"/>
              </a:endParaRPr>
            </a:p>
          </p:txBody>
        </p:sp>
        <p:sp>
          <p:nvSpPr>
            <p:cNvPr id="60450" name="Rectangle 37"/>
            <p:cNvSpPr/>
            <p:nvPr/>
          </p:nvSpPr>
          <p:spPr>
            <a:xfrm>
              <a:off x="5158" y="3137"/>
              <a:ext cx="383" cy="250"/>
            </a:xfrm>
            <a:prstGeom prst="rect">
              <a:avLst/>
            </a:prstGeom>
            <a:noFill/>
            <a:ln w="9525">
              <a:noFill/>
            </a:ln>
          </p:spPr>
          <p:txBody>
            <a:bodyPr wrap="none" anchor="t" anchorCtr="0">
              <a:spAutoFit/>
            </a:bodyPr>
            <a:p>
              <a:r>
                <a:rPr lang="en-US" altLang="zh-CN" i="0" dirty="0">
                  <a:solidFill>
                    <a:srgbClr val="FF0000"/>
                  </a:solidFill>
                  <a:latin typeface="Times New Roman" panose="02020603050405020304" pitchFamily="18" charset="0"/>
                  <a:ea typeface="宋体" panose="02010600030101010101" pitchFamily="2" charset="-122"/>
                </a:rPr>
                <a:t>W</a:t>
              </a:r>
              <a:r>
                <a:rPr lang="en-US" altLang="zh-CN" i="0" dirty="0">
                  <a:solidFill>
                    <a:srgbClr val="0000FF"/>
                  </a:solidFill>
                  <a:latin typeface="Times New Roman" panose="02020603050405020304" pitchFamily="18" charset="0"/>
                  <a:ea typeface="宋体" panose="02010600030101010101" pitchFamily="2" charset="-122"/>
                </a:rPr>
                <a:t>X</a:t>
              </a:r>
              <a:endParaRPr lang="en-US" altLang="zh-CN" i="0" dirty="0">
                <a:solidFill>
                  <a:srgbClr val="0000FF"/>
                </a:solidFill>
                <a:latin typeface="Times New Roman" panose="02020603050405020304" pitchFamily="18" charset="0"/>
                <a:ea typeface="宋体" panose="02010600030101010101" pitchFamily="2" charset="-122"/>
              </a:endParaRPr>
            </a:p>
          </p:txBody>
        </p:sp>
        <p:sp>
          <p:nvSpPr>
            <p:cNvPr id="60451" name="Text Box 38"/>
            <p:cNvSpPr txBox="1"/>
            <p:nvPr/>
          </p:nvSpPr>
          <p:spPr>
            <a:xfrm>
              <a:off x="3870" y="3507"/>
              <a:ext cx="423" cy="288"/>
            </a:xfrm>
            <a:prstGeom prst="rect">
              <a:avLst/>
            </a:prstGeom>
            <a:noFill/>
            <a:ln w="9525">
              <a:noFill/>
            </a:ln>
          </p:spPr>
          <p:txBody>
            <a:bodyPr anchor="t" anchorCtr="0">
              <a:spAutoFit/>
            </a:bodyPr>
            <a:p>
              <a:pPr>
                <a:lnSpc>
                  <a:spcPct val="120000"/>
                </a:lnSpc>
              </a:pPr>
              <a:r>
                <a:rPr lang="en-US" altLang="zh-CN" i="0" dirty="0">
                  <a:solidFill>
                    <a:srgbClr val="0000FF"/>
                  </a:solidFill>
                  <a:latin typeface="Times New Roman" panose="02020603050405020304" pitchFamily="18" charset="0"/>
                  <a:ea typeface="宋体" panose="02010600030101010101" pitchFamily="2" charset="-122"/>
                </a:rPr>
                <a:t>X</a:t>
              </a:r>
              <a:r>
                <a:rPr lang="en-US" altLang="zh-CN" i="0" dirty="0">
                  <a:solidFill>
                    <a:srgbClr val="33CC33"/>
                  </a:solidFill>
                  <a:latin typeface="Times New Roman" panose="02020603050405020304" pitchFamily="18" charset="0"/>
                  <a:ea typeface="宋体" panose="02010600030101010101" pitchFamily="2" charset="-122"/>
                </a:rPr>
                <a:t>Y</a:t>
              </a:r>
              <a:endParaRPr lang="en-US" altLang="zh-CN" i="0" dirty="0">
                <a:solidFill>
                  <a:srgbClr val="33CC33"/>
                </a:solidFill>
                <a:latin typeface="Times New Roman" panose="02020603050405020304" pitchFamily="18" charset="0"/>
                <a:ea typeface="宋体" panose="02010600030101010101" pitchFamily="2" charset="-122"/>
              </a:endParaRPr>
            </a:p>
          </p:txBody>
        </p:sp>
        <p:sp>
          <p:nvSpPr>
            <p:cNvPr id="60452" name="Rectangle 39"/>
            <p:cNvSpPr/>
            <p:nvPr/>
          </p:nvSpPr>
          <p:spPr>
            <a:xfrm>
              <a:off x="3871" y="2712"/>
              <a:ext cx="330" cy="250"/>
            </a:xfrm>
            <a:prstGeom prst="rect">
              <a:avLst/>
            </a:prstGeom>
            <a:noFill/>
            <a:ln w="9525">
              <a:noFill/>
            </a:ln>
          </p:spPr>
          <p:txBody>
            <a:bodyPr wrap="none" anchor="t" anchorCtr="0">
              <a:spAutoFit/>
            </a:bodyPr>
            <a:p>
              <a:r>
                <a:rPr lang="en-US" altLang="zh-CN" i="0" dirty="0">
                  <a:solidFill>
                    <a:srgbClr val="33CC33"/>
                  </a:solidFill>
                  <a:latin typeface="Times New Roman" panose="02020603050405020304" pitchFamily="18" charset="0"/>
                  <a:ea typeface="宋体" panose="02010600030101010101" pitchFamily="2" charset="-122"/>
                </a:rPr>
                <a:t>Y</a:t>
              </a:r>
              <a:r>
                <a:rPr lang="en-US" altLang="zh-CN" i="0" dirty="0">
                  <a:latin typeface="Times New Roman" panose="02020603050405020304" pitchFamily="18" charset="0"/>
                  <a:ea typeface="宋体" panose="02010600030101010101" pitchFamily="2" charset="-122"/>
                </a:rPr>
                <a:t>Z</a:t>
              </a:r>
              <a:endParaRPr lang="en-US" altLang="zh-CN" i="0" dirty="0">
                <a:latin typeface="Times New Roman" panose="02020603050405020304" pitchFamily="18" charset="0"/>
                <a:ea typeface="宋体" panose="02010600030101010101" pitchFamily="2" charset="-122"/>
              </a:endParaRPr>
            </a:p>
          </p:txBody>
        </p:sp>
        <p:sp>
          <p:nvSpPr>
            <p:cNvPr id="60453" name="Rectangle 40"/>
            <p:cNvSpPr/>
            <p:nvPr/>
          </p:nvSpPr>
          <p:spPr>
            <a:xfrm>
              <a:off x="4290" y="3908"/>
              <a:ext cx="365" cy="250"/>
            </a:xfrm>
            <a:prstGeom prst="rect">
              <a:avLst/>
            </a:prstGeom>
            <a:noFill/>
            <a:ln w="9525">
              <a:noFill/>
            </a:ln>
          </p:spPr>
          <p:txBody>
            <a:bodyPr wrap="none" anchor="t" anchorCtr="0">
              <a:spAutoFit/>
            </a:bodyPr>
            <a:p>
              <a:r>
                <a:rPr lang="en-US" altLang="zh-CN" i="0" dirty="0">
                  <a:solidFill>
                    <a:srgbClr val="FF0000"/>
                  </a:solidFill>
                  <a:latin typeface="Times New Roman" panose="02020603050405020304" pitchFamily="18" charset="0"/>
                  <a:ea typeface="宋体" panose="02010600030101010101" pitchFamily="2" charset="-122"/>
                </a:rPr>
                <a:t>W</a:t>
              </a:r>
              <a:r>
                <a:rPr lang="en-US" altLang="zh-CN" i="0" dirty="0">
                  <a:latin typeface="Times New Roman" panose="02020603050405020304" pitchFamily="18" charset="0"/>
                  <a:ea typeface="宋体" panose="02010600030101010101" pitchFamily="2" charset="-122"/>
                </a:rPr>
                <a:t>Z</a:t>
              </a:r>
              <a:endParaRPr lang="en-US" altLang="zh-CN" i="0" dirty="0">
                <a:latin typeface="Times New Roman" panose="02020603050405020304" pitchFamily="18" charset="0"/>
                <a:ea typeface="宋体" panose="02010600030101010101" pitchFamily="2" charset="-122"/>
              </a:endParaRPr>
            </a:p>
          </p:txBody>
        </p:sp>
        <p:sp>
          <p:nvSpPr>
            <p:cNvPr id="60454" name="Line 41"/>
            <p:cNvSpPr/>
            <p:nvPr/>
          </p:nvSpPr>
          <p:spPr>
            <a:xfrm>
              <a:off x="3518" y="2326"/>
              <a:ext cx="306" cy="304"/>
            </a:xfrm>
            <a:prstGeom prst="line">
              <a:avLst/>
            </a:prstGeom>
            <a:ln w="28575" cap="flat" cmpd="sng">
              <a:solidFill>
                <a:srgbClr val="3333FF"/>
              </a:solidFill>
              <a:prstDash val="solid"/>
              <a:round/>
              <a:headEnd type="none" w="med" len="med"/>
              <a:tailEnd type="none" w="med" len="med"/>
            </a:ln>
          </p:spPr>
        </p:sp>
        <p:sp>
          <p:nvSpPr>
            <p:cNvPr id="60455" name="Text Box 42"/>
            <p:cNvSpPr txBox="1"/>
            <p:nvPr/>
          </p:nvSpPr>
          <p:spPr>
            <a:xfrm>
              <a:off x="5283" y="3867"/>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60456" name="Text Box 43"/>
            <p:cNvSpPr txBox="1"/>
            <p:nvPr/>
          </p:nvSpPr>
          <p:spPr>
            <a:xfrm>
              <a:off x="5275" y="350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60457" name="Text Box 44"/>
            <p:cNvSpPr txBox="1"/>
            <p:nvPr/>
          </p:nvSpPr>
          <p:spPr>
            <a:xfrm>
              <a:off x="4281" y="3537"/>
              <a:ext cx="383" cy="250"/>
            </a:xfrm>
            <a:prstGeom prst="rect">
              <a:avLst/>
            </a:prstGeom>
            <a:noFill/>
            <a:ln w="12700">
              <a:noFill/>
            </a:ln>
          </p:spPr>
          <p:txBody>
            <a:bodyPr wrap="none" anchor="t" anchorCtr="0">
              <a:spAutoFit/>
            </a:bodyPr>
            <a:p>
              <a:r>
                <a:rPr lang="en-US" altLang="zh-CN" i="0" dirty="0">
                  <a:solidFill>
                    <a:srgbClr val="FF0000"/>
                  </a:solidFill>
                  <a:latin typeface="Times New Roman" panose="02020603050405020304" pitchFamily="18" charset="0"/>
                  <a:ea typeface="宋体" panose="02010600030101010101" pitchFamily="2" charset="-122"/>
                </a:rPr>
                <a:t>W</a:t>
              </a:r>
              <a:r>
                <a:rPr lang="en-US" altLang="zh-CN" i="0" dirty="0">
                  <a:solidFill>
                    <a:srgbClr val="33CC33"/>
                  </a:solidFill>
                  <a:latin typeface="Times New Roman" panose="02020603050405020304" pitchFamily="18" charset="0"/>
                  <a:ea typeface="宋体" panose="02010600030101010101" pitchFamily="2" charset="-122"/>
                </a:rPr>
                <a:t>Y</a:t>
              </a:r>
              <a:endParaRPr lang="en-US" altLang="zh-CN" i="0" dirty="0">
                <a:solidFill>
                  <a:srgbClr val="33CC33"/>
                </a:solidFill>
                <a:latin typeface="Times New Roman" panose="02020603050405020304" pitchFamily="18" charset="0"/>
                <a:ea typeface="宋体" panose="02010600030101010101" pitchFamily="2" charset="-122"/>
              </a:endParaRPr>
            </a:p>
          </p:txBody>
        </p:sp>
        <p:sp>
          <p:nvSpPr>
            <p:cNvPr id="60458" name="Text Box 45"/>
            <p:cNvSpPr txBox="1"/>
            <p:nvPr/>
          </p:nvSpPr>
          <p:spPr>
            <a:xfrm>
              <a:off x="3915" y="3135"/>
              <a:ext cx="232" cy="250"/>
            </a:xfrm>
            <a:prstGeom prst="rect">
              <a:avLst/>
            </a:prstGeom>
            <a:noFill/>
            <a:ln w="12700">
              <a:noFill/>
            </a:ln>
          </p:spPr>
          <p:txBody>
            <a:bodyPr wrap="none" anchor="t" anchorCtr="0">
              <a:spAutoFit/>
            </a:bodyPr>
            <a:p>
              <a:r>
                <a:rPr lang="en-US" altLang="zh-CN" i="0" dirty="0">
                  <a:solidFill>
                    <a:srgbClr val="0000FF"/>
                  </a:solidFill>
                  <a:latin typeface="Times New Roman" panose="02020603050405020304" pitchFamily="18" charset="0"/>
                  <a:ea typeface="宋体" panose="02010600030101010101" pitchFamily="2" charset="-122"/>
                </a:rPr>
                <a:t>X</a:t>
              </a:r>
              <a:endParaRPr lang="en-US" altLang="zh-CN" i="0" dirty="0">
                <a:solidFill>
                  <a:srgbClr val="0000FF"/>
                </a:solidFill>
                <a:latin typeface="Times New Roman" panose="02020603050405020304" pitchFamily="18" charset="0"/>
                <a:ea typeface="宋体" panose="02010600030101010101" pitchFamily="2" charset="-122"/>
              </a:endParaRPr>
            </a:p>
          </p:txBody>
        </p:sp>
        <p:sp>
          <p:nvSpPr>
            <p:cNvPr id="60459" name="Text Box 46"/>
            <p:cNvSpPr txBox="1"/>
            <p:nvPr/>
          </p:nvSpPr>
          <p:spPr>
            <a:xfrm>
              <a:off x="3879" y="3906"/>
              <a:ext cx="402" cy="250"/>
            </a:xfrm>
            <a:prstGeom prst="rect">
              <a:avLst/>
            </a:prstGeom>
            <a:noFill/>
            <a:ln w="12700">
              <a:noFill/>
            </a:ln>
          </p:spPr>
          <p:txBody>
            <a:bodyPr anchor="t" anchorCtr="0">
              <a:spAutoFit/>
            </a:bodyPr>
            <a:p>
              <a:r>
                <a:rPr lang="en-US" altLang="zh-CN" i="0" dirty="0">
                  <a:solidFill>
                    <a:srgbClr val="0000FF"/>
                  </a:solidFill>
                  <a:latin typeface="Times New Roman" panose="02020603050405020304" pitchFamily="18" charset="0"/>
                  <a:ea typeface="宋体" panose="02010600030101010101" pitchFamily="2" charset="-122"/>
                </a:rPr>
                <a:t>X</a:t>
              </a:r>
              <a:r>
                <a:rPr lang="en-US" altLang="zh-CN" i="0" dirty="0">
                  <a:latin typeface="Times New Roman" panose="02020603050405020304" pitchFamily="18" charset="0"/>
                  <a:ea typeface="宋体" panose="02010600030101010101" pitchFamily="2" charset="-122"/>
                </a:rPr>
                <a:t>Z</a:t>
              </a:r>
              <a:endParaRPr lang="en-US" altLang="zh-CN" i="0" dirty="0">
                <a:latin typeface="Times New Roman" panose="02020603050405020304" pitchFamily="18" charset="0"/>
                <a:ea typeface="宋体" panose="02010600030101010101" pitchFamily="2" charset="-122"/>
              </a:endParaRPr>
            </a:p>
          </p:txBody>
        </p:sp>
        <p:sp>
          <p:nvSpPr>
            <p:cNvPr id="60460" name="Text Box 47"/>
            <p:cNvSpPr txBox="1"/>
            <p:nvPr/>
          </p:nvSpPr>
          <p:spPr>
            <a:xfrm>
              <a:off x="4251" y="2718"/>
              <a:ext cx="462" cy="250"/>
            </a:xfrm>
            <a:prstGeom prst="rect">
              <a:avLst/>
            </a:prstGeom>
            <a:noFill/>
            <a:ln w="12700">
              <a:noFill/>
            </a:ln>
          </p:spPr>
          <p:txBody>
            <a:bodyPr anchor="t" anchorCtr="0">
              <a:spAutoFit/>
            </a:bodyPr>
            <a:p>
              <a:r>
                <a:rPr lang="en-US" altLang="zh-CN" i="0" dirty="0">
                  <a:solidFill>
                    <a:srgbClr val="0000FF"/>
                  </a:solidFill>
                  <a:latin typeface="Times New Roman" panose="02020603050405020304" pitchFamily="18" charset="0"/>
                  <a:ea typeface="宋体" panose="02010600030101010101" pitchFamily="2" charset="-122"/>
                </a:rPr>
                <a:t>X</a:t>
              </a:r>
              <a:r>
                <a:rPr lang="en-US" altLang="zh-CN" i="0" dirty="0">
                  <a:solidFill>
                    <a:srgbClr val="33CC33"/>
                  </a:solidFill>
                  <a:latin typeface="Times New Roman" panose="02020603050405020304" pitchFamily="18" charset="0"/>
                  <a:ea typeface="宋体" panose="02010600030101010101" pitchFamily="2" charset="-122"/>
                </a:rPr>
                <a:t>Y</a:t>
              </a:r>
              <a:r>
                <a:rPr lang="en-US" altLang="zh-CN" i="0" dirty="0">
                  <a:latin typeface="Times New Roman" panose="02020603050405020304" pitchFamily="18" charset="0"/>
                  <a:ea typeface="宋体" panose="02010600030101010101" pitchFamily="2" charset="-122"/>
                </a:rPr>
                <a:t>Z</a:t>
              </a:r>
              <a:endParaRPr lang="en-US" altLang="zh-CN" i="0" dirty="0">
                <a:latin typeface="Times New Roman" panose="02020603050405020304" pitchFamily="18" charset="0"/>
                <a:ea typeface="宋体" panose="02010600030101010101" pitchFamily="2" charset="-122"/>
              </a:endParaRPr>
            </a:p>
          </p:txBody>
        </p:sp>
        <p:sp>
          <p:nvSpPr>
            <p:cNvPr id="60461" name="Text Box 48"/>
            <p:cNvSpPr txBox="1"/>
            <p:nvPr/>
          </p:nvSpPr>
          <p:spPr>
            <a:xfrm>
              <a:off x="5121" y="2727"/>
              <a:ext cx="481" cy="250"/>
            </a:xfrm>
            <a:prstGeom prst="rect">
              <a:avLst/>
            </a:prstGeom>
            <a:noFill/>
            <a:ln w="12700">
              <a:noFill/>
            </a:ln>
          </p:spPr>
          <p:txBody>
            <a:bodyPr wrap="none" anchor="t" anchorCtr="0">
              <a:spAutoFit/>
            </a:bodyPr>
            <a:p>
              <a:r>
                <a:rPr lang="en-US" altLang="zh-CN" i="0" dirty="0">
                  <a:solidFill>
                    <a:srgbClr val="FF0000"/>
                  </a:solidFill>
                  <a:latin typeface="Times New Roman" panose="02020603050405020304" pitchFamily="18" charset="0"/>
                  <a:ea typeface="宋体" panose="02010600030101010101" pitchFamily="2" charset="-122"/>
                </a:rPr>
                <a:t>W</a:t>
              </a:r>
              <a:r>
                <a:rPr lang="en-US" altLang="zh-CN" i="0" dirty="0">
                  <a:solidFill>
                    <a:srgbClr val="33CC33"/>
                  </a:solidFill>
                  <a:latin typeface="Times New Roman" panose="02020603050405020304" pitchFamily="18" charset="0"/>
                  <a:ea typeface="宋体" panose="02010600030101010101" pitchFamily="2" charset="-122"/>
                </a:rPr>
                <a:t>Y</a:t>
              </a:r>
              <a:r>
                <a:rPr lang="en-US" altLang="zh-CN" i="0" dirty="0">
                  <a:latin typeface="Times New Roman" panose="02020603050405020304" pitchFamily="18" charset="0"/>
                  <a:ea typeface="宋体" panose="02010600030101010101" pitchFamily="2" charset="-122"/>
                </a:rPr>
                <a:t>Z</a:t>
              </a:r>
              <a:endParaRPr lang="en-US" altLang="zh-CN" i="0" dirty="0">
                <a:latin typeface="Times New Roman" panose="02020603050405020304" pitchFamily="18" charset="0"/>
                <a:ea typeface="宋体" panose="02010600030101010101" pitchFamily="2" charset="-122"/>
              </a:endParaRPr>
            </a:p>
          </p:txBody>
        </p:sp>
        <p:sp>
          <p:nvSpPr>
            <p:cNvPr id="60462" name="Text Box 49"/>
            <p:cNvSpPr txBox="1"/>
            <p:nvPr/>
          </p:nvSpPr>
          <p:spPr>
            <a:xfrm>
              <a:off x="4845" y="386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60463" name="Text Box 50"/>
            <p:cNvSpPr txBox="1"/>
            <p:nvPr/>
          </p:nvSpPr>
          <p:spPr>
            <a:xfrm>
              <a:off x="4821" y="309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grpSp>
      <p:grpSp>
        <p:nvGrpSpPr>
          <p:cNvPr id="5" name="Group 56"/>
          <p:cNvGrpSpPr/>
          <p:nvPr/>
        </p:nvGrpSpPr>
        <p:grpSpPr>
          <a:xfrm>
            <a:off x="4286250" y="4486275"/>
            <a:ext cx="942975" cy="1743075"/>
            <a:chOff x="2700" y="2826"/>
            <a:chExt cx="594" cy="1098"/>
          </a:xfrm>
        </p:grpSpPr>
        <p:sp>
          <p:nvSpPr>
            <p:cNvPr id="60465" name="AutoShape 52"/>
            <p:cNvSpPr/>
            <p:nvPr/>
          </p:nvSpPr>
          <p:spPr>
            <a:xfrm>
              <a:off x="2700" y="3540"/>
              <a:ext cx="576" cy="384"/>
            </a:xfrm>
            <a:prstGeom prst="wedgeRoundRectCallout">
              <a:avLst>
                <a:gd name="adj1" fmla="val 151042"/>
                <a:gd name="adj2" fmla="val -39324"/>
                <a:gd name="adj3" fmla="val 16667"/>
              </a:avLst>
            </a:prstGeom>
            <a:noFill/>
            <a:ln w="12700" cap="flat" cmpd="sng">
              <a:solidFill>
                <a:schemeClr val="tx1"/>
              </a:solidFill>
              <a:prstDash val="solid"/>
              <a:miter/>
              <a:headEnd type="none" w="med" len="med"/>
              <a:tailEnd type="none" w="med" len="med"/>
            </a:ln>
          </p:spPr>
          <p:txBody>
            <a:bodyPr anchor="t" anchorCtr="0"/>
            <a:p>
              <a:pPr algn="ctr"/>
              <a:r>
                <a:rPr lang="en-US" altLang="zh-CN" sz="2800" dirty="0">
                  <a:latin typeface="Times New Roman" panose="02020603050405020304" pitchFamily="18" charset="0"/>
                  <a:ea typeface="宋体" panose="02010600030101010101" pitchFamily="2" charset="-122"/>
                </a:rPr>
                <a:t>CD</a:t>
              </a:r>
              <a:endParaRPr lang="en-US" altLang="zh-CN" sz="2800" dirty="0">
                <a:latin typeface="Times New Roman" panose="02020603050405020304" pitchFamily="18" charset="0"/>
                <a:ea typeface="宋体" panose="02010600030101010101" pitchFamily="2" charset="-122"/>
              </a:endParaRPr>
            </a:p>
          </p:txBody>
        </p:sp>
        <p:grpSp>
          <p:nvGrpSpPr>
            <p:cNvPr id="60466" name="Group 55"/>
            <p:cNvGrpSpPr/>
            <p:nvPr/>
          </p:nvGrpSpPr>
          <p:grpSpPr>
            <a:xfrm>
              <a:off x="2718" y="2826"/>
              <a:ext cx="576" cy="384"/>
              <a:chOff x="2718" y="2826"/>
              <a:chExt cx="576" cy="384"/>
            </a:xfrm>
          </p:grpSpPr>
          <p:sp>
            <p:nvSpPr>
              <p:cNvPr id="60467" name="AutoShape 51"/>
              <p:cNvSpPr/>
              <p:nvPr/>
            </p:nvSpPr>
            <p:spPr>
              <a:xfrm>
                <a:off x="2718" y="2826"/>
                <a:ext cx="576" cy="384"/>
              </a:xfrm>
              <a:prstGeom prst="wedgeRoundRectCallout">
                <a:avLst>
                  <a:gd name="adj1" fmla="val 143750"/>
                  <a:gd name="adj2" fmla="val -61199"/>
                  <a:gd name="adj3" fmla="val 16667"/>
                </a:avLst>
              </a:prstGeom>
              <a:noFill/>
              <a:ln w="12700" cap="flat" cmpd="sng">
                <a:solidFill>
                  <a:schemeClr val="tx1"/>
                </a:solidFill>
                <a:prstDash val="solid"/>
                <a:miter/>
                <a:headEnd type="none" w="med" len="med"/>
                <a:tailEnd type="none" w="med" len="med"/>
              </a:ln>
            </p:spPr>
            <p:txBody>
              <a:bodyPr anchor="t" anchorCtr="0"/>
              <a:p>
                <a:pPr algn="ctr"/>
                <a:r>
                  <a:rPr lang="en-US" altLang="zh-CN" sz="2800" dirty="0">
                    <a:latin typeface="Times New Roman" panose="02020603050405020304" pitchFamily="18" charset="0"/>
                    <a:ea typeface="宋体" panose="02010600030101010101" pitchFamily="2" charset="-122"/>
                  </a:rPr>
                  <a:t>CD</a:t>
                </a:r>
                <a:endParaRPr lang="en-US" altLang="zh-CN" sz="2800" dirty="0">
                  <a:latin typeface="Times New Roman" panose="02020603050405020304" pitchFamily="18" charset="0"/>
                  <a:ea typeface="宋体" panose="02010600030101010101" pitchFamily="2" charset="-122"/>
                </a:endParaRPr>
              </a:p>
            </p:txBody>
          </p:sp>
          <p:sp>
            <p:nvSpPr>
              <p:cNvPr id="60468" name="Line 53"/>
              <p:cNvSpPr/>
              <p:nvPr/>
            </p:nvSpPr>
            <p:spPr>
              <a:xfrm>
                <a:off x="2880" y="2850"/>
                <a:ext cx="114" cy="0"/>
              </a:xfrm>
              <a:prstGeom prst="line">
                <a:avLst/>
              </a:prstGeom>
              <a:ln w="12700" cap="flat" cmpd="sng">
                <a:solidFill>
                  <a:schemeClr val="tx1"/>
                </a:solidFill>
                <a:prstDash val="solid"/>
                <a:round/>
                <a:headEnd type="none" w="med" len="med"/>
                <a:tailEnd type="none" w="med" len="med"/>
              </a:ln>
            </p:spPr>
          </p:sp>
          <p:sp>
            <p:nvSpPr>
              <p:cNvPr id="60469" name="Line 54"/>
              <p:cNvSpPr/>
              <p:nvPr/>
            </p:nvSpPr>
            <p:spPr>
              <a:xfrm>
                <a:off x="3042" y="2850"/>
                <a:ext cx="102" cy="0"/>
              </a:xfrm>
              <a:prstGeom prst="line">
                <a:avLst/>
              </a:prstGeom>
              <a:ln w="12700" cap="flat" cmpd="sng">
                <a:solidFill>
                  <a:schemeClr val="tx1"/>
                </a:solidFill>
                <a:prstDash val="solid"/>
                <a:roun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186"/>
                                        </p:tgtEl>
                                        <p:attrNameLst>
                                          <p:attrName>style.visibility</p:attrName>
                                        </p:attrNameLst>
                                      </p:cBhvr>
                                      <p:to>
                                        <p:strVal val="visible"/>
                                      </p:to>
                                    </p:set>
                                    <p:animEffect transition="in" filter="wipe(left)">
                                      <p:cBhvr>
                                        <p:cTn id="7" dur="500"/>
                                        <p:tgtEl>
                                          <p:spTgt spid="931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187"/>
                                        </p:tgtEl>
                                        <p:attrNameLst>
                                          <p:attrName>style.visibility</p:attrName>
                                        </p:attrNameLst>
                                      </p:cBhvr>
                                      <p:to>
                                        <p:strVal val="visible"/>
                                      </p:to>
                                    </p:set>
                                    <p:animEffect transition="in" filter="wipe(left)">
                                      <p:cBhvr>
                                        <p:cTn id="12" dur="500"/>
                                        <p:tgtEl>
                                          <p:spTgt spid="931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188"/>
                                        </p:tgtEl>
                                        <p:attrNameLst>
                                          <p:attrName>style.visibility</p:attrName>
                                        </p:attrNameLst>
                                      </p:cBhvr>
                                      <p:to>
                                        <p:strVal val="visible"/>
                                      </p:to>
                                    </p:set>
                                    <p:animEffect transition="in" filter="wipe(left)">
                                      <p:cBhvr>
                                        <p:cTn id="17" dur="500"/>
                                        <p:tgtEl>
                                          <p:spTgt spid="931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3189"/>
                                        </p:tgtEl>
                                        <p:attrNameLst>
                                          <p:attrName>style.visibility</p:attrName>
                                        </p:attrNameLst>
                                      </p:cBhvr>
                                      <p:to>
                                        <p:strVal val="visible"/>
                                      </p:to>
                                    </p:set>
                                    <p:animEffect transition="in" filter="wipe(left)">
                                      <p:cBhvr>
                                        <p:cTn id="22" dur="500"/>
                                        <p:tgtEl>
                                          <p:spTgt spid="931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3190"/>
                                        </p:tgtEl>
                                        <p:attrNameLst>
                                          <p:attrName>style.visibility</p:attrName>
                                        </p:attrNameLst>
                                      </p:cBhvr>
                                      <p:to>
                                        <p:strVal val="visible"/>
                                      </p:to>
                                    </p:set>
                                    <p:animEffect transition="in" filter="wipe(left)">
                                      <p:cBhvr>
                                        <p:cTn id="27" dur="500"/>
                                        <p:tgtEl>
                                          <p:spTgt spid="9319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3191">
                                            <p:txEl>
                                              <p:charRg st="0" end="16"/>
                                            </p:txEl>
                                          </p:spTgt>
                                        </p:tgtEl>
                                        <p:attrNameLst>
                                          <p:attrName>style.visibility</p:attrName>
                                        </p:attrNameLst>
                                      </p:cBhvr>
                                      <p:to>
                                        <p:strVal val="visible"/>
                                      </p:to>
                                    </p:set>
                                    <p:animEffect transition="in" filter="fade">
                                      <p:cBhvr>
                                        <p:cTn id="32" dur="2000"/>
                                        <p:tgtEl>
                                          <p:spTgt spid="93191">
                                            <p:txEl>
                                              <p:charRg st="0" end="1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to="" calcmode="lin" valueType="num">
                                      <p:cBhvr>
                                        <p:cTn id="37" dur="1" fill="hold"/>
                                        <p:tgtEl>
                                          <p:spTgt spid="3"/>
                                        </p:tgtEl>
                                        <p:attrNameLst>
                                          <p:attrName>style.visibility</p:attrName>
                                        </p:attrNameLst>
                                      </p:cBhvr>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20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4" presetClass="entr" presetSubtype="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 to="" calcmode="lin" valueType="num">
                                      <p:cBhvr>
                                        <p:cTn id="4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p:bldP spid="93187" grpId="0"/>
      <p:bldP spid="93188" grpId="0"/>
      <p:bldP spid="93189" grpId="0"/>
      <p:bldP spid="93190" grpId="0"/>
      <p:bldP spid="93191" grpId="0" build="allAtOnce"/>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Text Box 2"/>
          <p:cNvSpPr txBox="1"/>
          <p:nvPr/>
        </p:nvSpPr>
        <p:spPr>
          <a:xfrm>
            <a:off x="412750" y="657225"/>
            <a:ext cx="69405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用与非门实现要转换成与非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与非表达式：</a:t>
            </a:r>
            <a:endParaRPr lang="zh-CN" altLang="en-US" sz="2800" i="0" dirty="0">
              <a:latin typeface="Times New Roman" panose="02020603050405020304" pitchFamily="18" charset="0"/>
              <a:ea typeface="宋体" panose="02010600030101010101" pitchFamily="2" charset="-122"/>
            </a:endParaRPr>
          </a:p>
        </p:txBody>
      </p:sp>
      <p:grpSp>
        <p:nvGrpSpPr>
          <p:cNvPr id="2" name="Group 36"/>
          <p:cNvGrpSpPr/>
          <p:nvPr/>
        </p:nvGrpSpPr>
        <p:grpSpPr>
          <a:xfrm>
            <a:off x="1057275" y="1362075"/>
            <a:ext cx="4818063" cy="1800225"/>
            <a:chOff x="666" y="924"/>
            <a:chExt cx="3035" cy="1134"/>
          </a:xfrm>
        </p:grpSpPr>
        <p:sp>
          <p:nvSpPr>
            <p:cNvPr id="61443" name="Text Box 4"/>
            <p:cNvSpPr txBox="1"/>
            <p:nvPr/>
          </p:nvSpPr>
          <p:spPr>
            <a:xfrm>
              <a:off x="666" y="924"/>
              <a:ext cx="3035" cy="1134"/>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W=A+BC+BD=A</a:t>
              </a:r>
              <a:r>
                <a:rPr lang="en-US" altLang="zh-CN" sz="2800" dirty="0">
                  <a:latin typeface="Times New Roman" panose="02020603050405020304" pitchFamily="18" charset="0"/>
                  <a:ea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rPr>
                <a:t>BC</a:t>
              </a:r>
              <a:r>
                <a:rPr lang="en-US" altLang="zh-CN" sz="2800" dirty="0">
                  <a:latin typeface="Times New Roman" panose="02020603050405020304" pitchFamily="18" charset="0"/>
                  <a:ea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rPr>
                <a:t>BD</a:t>
              </a:r>
              <a:endParaRPr lang="en-US" altLang="zh-CN"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X=BC+BD+BCD=BC</a:t>
              </a:r>
              <a:r>
                <a:rPr lang="en-US" altLang="zh-CN" sz="2800" dirty="0">
                  <a:latin typeface="Times New Roman" panose="02020603050405020304" pitchFamily="18" charset="0"/>
                  <a:ea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rPr>
                <a:t>BD</a:t>
              </a:r>
              <a:r>
                <a:rPr lang="en-US" altLang="zh-CN" sz="2800" dirty="0">
                  <a:latin typeface="Times New Roman" panose="02020603050405020304" pitchFamily="18" charset="0"/>
                  <a:ea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rPr>
                <a:t>BCD</a:t>
              </a:r>
              <a:endParaRPr lang="en-US" altLang="zh-CN"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Y=CD+CD =CD</a:t>
              </a:r>
              <a:r>
                <a:rPr lang="en-US" altLang="zh-CN" sz="2800" dirty="0">
                  <a:latin typeface="Times New Roman" panose="02020603050405020304" pitchFamily="18" charset="0"/>
                  <a:ea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rPr>
                <a:t>CD</a:t>
              </a:r>
              <a:endParaRPr lang="en-US" altLang="zh-CN"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Z=D</a:t>
              </a:r>
              <a:endParaRPr lang="en-US" altLang="zh-CN" sz="2800" dirty="0">
                <a:latin typeface="Times New Roman" panose="02020603050405020304" pitchFamily="18" charset="0"/>
                <a:ea typeface="宋体" panose="02010600030101010101" pitchFamily="2" charset="-122"/>
              </a:endParaRPr>
            </a:p>
          </p:txBody>
        </p:sp>
        <p:sp>
          <p:nvSpPr>
            <p:cNvPr id="61444" name="Line 5"/>
            <p:cNvSpPr/>
            <p:nvPr/>
          </p:nvSpPr>
          <p:spPr>
            <a:xfrm>
              <a:off x="1006" y="1794"/>
              <a:ext cx="168" cy="0"/>
            </a:xfrm>
            <a:prstGeom prst="line">
              <a:avLst/>
            </a:prstGeom>
            <a:ln w="12700" cap="flat" cmpd="sng">
              <a:solidFill>
                <a:schemeClr val="tx1"/>
              </a:solidFill>
              <a:prstDash val="solid"/>
              <a:round/>
              <a:headEnd type="none" w="med" len="med"/>
              <a:tailEnd type="none" w="med" len="med"/>
            </a:ln>
          </p:spPr>
        </p:sp>
        <p:sp>
          <p:nvSpPr>
            <p:cNvPr id="61445" name="Line 6"/>
            <p:cNvSpPr/>
            <p:nvPr/>
          </p:nvSpPr>
          <p:spPr>
            <a:xfrm>
              <a:off x="1480" y="1518"/>
              <a:ext cx="132" cy="0"/>
            </a:xfrm>
            <a:prstGeom prst="line">
              <a:avLst/>
            </a:prstGeom>
            <a:ln w="12700" cap="flat" cmpd="sng">
              <a:solidFill>
                <a:schemeClr val="tx1"/>
              </a:solidFill>
              <a:prstDash val="solid"/>
              <a:round/>
              <a:headEnd type="none" w="med" len="med"/>
              <a:tailEnd type="none" w="med" len="med"/>
            </a:ln>
          </p:spPr>
        </p:sp>
        <p:sp>
          <p:nvSpPr>
            <p:cNvPr id="61446" name="Line 7"/>
            <p:cNvSpPr/>
            <p:nvPr/>
          </p:nvSpPr>
          <p:spPr>
            <a:xfrm>
              <a:off x="1654" y="1518"/>
              <a:ext cx="132" cy="0"/>
            </a:xfrm>
            <a:prstGeom prst="line">
              <a:avLst/>
            </a:prstGeom>
            <a:ln w="12700" cap="flat" cmpd="sng">
              <a:solidFill>
                <a:schemeClr val="tx1"/>
              </a:solidFill>
              <a:prstDash val="solid"/>
              <a:round/>
              <a:headEnd type="none" w="med" len="med"/>
              <a:tailEnd type="none" w="med" len="med"/>
            </a:ln>
          </p:spPr>
        </p:sp>
        <p:sp>
          <p:nvSpPr>
            <p:cNvPr id="61447" name="Line 8"/>
            <p:cNvSpPr/>
            <p:nvPr/>
          </p:nvSpPr>
          <p:spPr>
            <a:xfrm>
              <a:off x="1048" y="1254"/>
              <a:ext cx="120" cy="0"/>
            </a:xfrm>
            <a:prstGeom prst="line">
              <a:avLst/>
            </a:prstGeom>
            <a:ln w="12700" cap="flat" cmpd="sng">
              <a:solidFill>
                <a:schemeClr val="tx1"/>
              </a:solidFill>
              <a:prstDash val="solid"/>
              <a:round/>
              <a:headEnd type="none" w="med" len="med"/>
              <a:tailEnd type="none" w="med" len="med"/>
            </a:ln>
          </p:spPr>
        </p:sp>
        <p:sp>
          <p:nvSpPr>
            <p:cNvPr id="61448" name="Line 9"/>
            <p:cNvSpPr/>
            <p:nvPr/>
          </p:nvSpPr>
          <p:spPr>
            <a:xfrm flipV="1">
              <a:off x="1474" y="1254"/>
              <a:ext cx="132" cy="0"/>
            </a:xfrm>
            <a:prstGeom prst="line">
              <a:avLst/>
            </a:prstGeom>
            <a:ln w="12700" cap="flat" cmpd="sng">
              <a:solidFill>
                <a:schemeClr val="tx1"/>
              </a:solidFill>
              <a:prstDash val="solid"/>
              <a:round/>
              <a:headEnd type="none" w="med" len="med"/>
              <a:tailEnd type="none" w="med" len="med"/>
            </a:ln>
          </p:spPr>
        </p:sp>
        <p:sp>
          <p:nvSpPr>
            <p:cNvPr id="61449" name="Line 10"/>
            <p:cNvSpPr/>
            <p:nvPr/>
          </p:nvSpPr>
          <p:spPr>
            <a:xfrm>
              <a:off x="2068" y="1248"/>
              <a:ext cx="114" cy="0"/>
            </a:xfrm>
            <a:prstGeom prst="line">
              <a:avLst/>
            </a:prstGeom>
            <a:ln w="12700" cap="flat" cmpd="sng">
              <a:solidFill>
                <a:schemeClr val="tx1"/>
              </a:solidFill>
              <a:prstDash val="solid"/>
              <a:round/>
              <a:headEnd type="none" w="med" len="med"/>
              <a:tailEnd type="none" w="med" len="med"/>
            </a:ln>
          </p:spPr>
        </p:sp>
        <p:sp>
          <p:nvSpPr>
            <p:cNvPr id="61450" name="Line 11"/>
            <p:cNvSpPr/>
            <p:nvPr/>
          </p:nvSpPr>
          <p:spPr>
            <a:xfrm>
              <a:off x="2242" y="1248"/>
              <a:ext cx="114" cy="0"/>
            </a:xfrm>
            <a:prstGeom prst="line">
              <a:avLst/>
            </a:prstGeom>
            <a:ln w="12700" cap="flat" cmpd="sng">
              <a:solidFill>
                <a:schemeClr val="tx1"/>
              </a:solidFill>
              <a:prstDash val="solid"/>
              <a:round/>
              <a:headEnd type="none" w="med" len="med"/>
              <a:tailEnd type="none" w="med" len="med"/>
            </a:ln>
          </p:spPr>
        </p:sp>
        <p:sp>
          <p:nvSpPr>
            <p:cNvPr id="61451" name="Line 12"/>
            <p:cNvSpPr/>
            <p:nvPr/>
          </p:nvSpPr>
          <p:spPr>
            <a:xfrm>
              <a:off x="1068" y="1002"/>
              <a:ext cx="1002" cy="0"/>
            </a:xfrm>
            <a:prstGeom prst="line">
              <a:avLst/>
            </a:prstGeom>
            <a:ln w="12700" cap="flat" cmpd="sng">
              <a:solidFill>
                <a:schemeClr val="tx1"/>
              </a:solidFill>
              <a:prstDash val="solid"/>
              <a:round/>
              <a:headEnd type="none" w="med" len="med"/>
              <a:tailEnd type="none" w="med" len="med"/>
            </a:ln>
          </p:spPr>
        </p:sp>
        <p:sp>
          <p:nvSpPr>
            <p:cNvPr id="61452" name="Line 13"/>
            <p:cNvSpPr/>
            <p:nvPr/>
          </p:nvSpPr>
          <p:spPr>
            <a:xfrm>
              <a:off x="1056" y="984"/>
              <a:ext cx="1038" cy="0"/>
            </a:xfrm>
            <a:prstGeom prst="line">
              <a:avLst/>
            </a:prstGeom>
            <a:ln w="12700" cap="flat" cmpd="sng">
              <a:solidFill>
                <a:schemeClr val="tx1"/>
              </a:solidFill>
              <a:prstDash val="solid"/>
              <a:round/>
              <a:headEnd type="none" w="med" len="med"/>
              <a:tailEnd type="none" w="med" len="med"/>
            </a:ln>
          </p:spPr>
        </p:sp>
        <p:sp>
          <p:nvSpPr>
            <p:cNvPr id="61453" name="Line 14"/>
            <p:cNvSpPr/>
            <p:nvPr/>
          </p:nvSpPr>
          <p:spPr>
            <a:xfrm>
              <a:off x="2250" y="990"/>
              <a:ext cx="126" cy="0"/>
            </a:xfrm>
            <a:prstGeom prst="line">
              <a:avLst/>
            </a:prstGeom>
            <a:ln w="12700" cap="flat" cmpd="sng">
              <a:solidFill>
                <a:schemeClr val="tx1"/>
              </a:solidFill>
              <a:prstDash val="solid"/>
              <a:round/>
              <a:headEnd type="none" w="med" len="med"/>
              <a:tailEnd type="none" w="med" len="med"/>
            </a:ln>
          </p:spPr>
        </p:sp>
        <p:sp>
          <p:nvSpPr>
            <p:cNvPr id="61454" name="Line 15"/>
            <p:cNvSpPr/>
            <p:nvPr/>
          </p:nvSpPr>
          <p:spPr>
            <a:xfrm>
              <a:off x="2454" y="990"/>
              <a:ext cx="288" cy="0"/>
            </a:xfrm>
            <a:prstGeom prst="line">
              <a:avLst/>
            </a:prstGeom>
            <a:ln w="12700" cap="flat" cmpd="sng">
              <a:solidFill>
                <a:schemeClr val="tx1"/>
              </a:solidFill>
              <a:prstDash val="solid"/>
              <a:round/>
              <a:headEnd type="none" w="med" len="med"/>
              <a:tailEnd type="none" w="med" len="med"/>
            </a:ln>
          </p:spPr>
        </p:sp>
        <p:sp>
          <p:nvSpPr>
            <p:cNvPr id="61455" name="Line 17"/>
            <p:cNvSpPr/>
            <p:nvPr/>
          </p:nvSpPr>
          <p:spPr>
            <a:xfrm>
              <a:off x="2802" y="990"/>
              <a:ext cx="270" cy="0"/>
            </a:xfrm>
            <a:prstGeom prst="line">
              <a:avLst/>
            </a:prstGeom>
            <a:ln w="12700" cap="flat" cmpd="sng">
              <a:solidFill>
                <a:schemeClr val="tx1"/>
              </a:solidFill>
              <a:prstDash val="solid"/>
              <a:round/>
              <a:headEnd type="none" w="med" len="med"/>
              <a:tailEnd type="none" w="med" len="med"/>
            </a:ln>
          </p:spPr>
        </p:sp>
        <p:sp>
          <p:nvSpPr>
            <p:cNvPr id="61456" name="Line 18"/>
            <p:cNvSpPr/>
            <p:nvPr/>
          </p:nvSpPr>
          <p:spPr>
            <a:xfrm>
              <a:off x="2232" y="972"/>
              <a:ext cx="882" cy="0"/>
            </a:xfrm>
            <a:prstGeom prst="line">
              <a:avLst/>
            </a:prstGeom>
            <a:ln w="12700" cap="flat" cmpd="sng">
              <a:solidFill>
                <a:schemeClr val="tx1"/>
              </a:solidFill>
              <a:prstDash val="solid"/>
              <a:round/>
              <a:headEnd type="none" w="med" len="med"/>
              <a:tailEnd type="none" w="med" len="med"/>
            </a:ln>
          </p:spPr>
        </p:sp>
        <p:sp>
          <p:nvSpPr>
            <p:cNvPr id="61457" name="Line 19"/>
            <p:cNvSpPr/>
            <p:nvPr/>
          </p:nvSpPr>
          <p:spPr>
            <a:xfrm flipV="1">
              <a:off x="1074" y="1230"/>
              <a:ext cx="1260" cy="0"/>
            </a:xfrm>
            <a:prstGeom prst="line">
              <a:avLst/>
            </a:prstGeom>
            <a:ln w="12700" cap="flat" cmpd="sng">
              <a:solidFill>
                <a:schemeClr val="tx1"/>
              </a:solidFill>
              <a:prstDash val="solid"/>
              <a:round/>
              <a:headEnd type="none" w="med" len="med"/>
              <a:tailEnd type="none" w="med" len="med"/>
            </a:ln>
          </p:spPr>
        </p:sp>
        <p:sp>
          <p:nvSpPr>
            <p:cNvPr id="61458" name="Line 20"/>
            <p:cNvSpPr/>
            <p:nvPr/>
          </p:nvSpPr>
          <p:spPr>
            <a:xfrm>
              <a:off x="1020" y="1212"/>
              <a:ext cx="1404" cy="0"/>
            </a:xfrm>
            <a:prstGeom prst="line">
              <a:avLst/>
            </a:prstGeom>
            <a:ln w="12700" cap="flat" cmpd="sng">
              <a:solidFill>
                <a:schemeClr val="tx1"/>
              </a:solidFill>
              <a:prstDash val="solid"/>
              <a:round/>
              <a:headEnd type="none" w="med" len="med"/>
              <a:tailEnd type="none" w="med" len="med"/>
            </a:ln>
          </p:spPr>
        </p:sp>
        <p:sp>
          <p:nvSpPr>
            <p:cNvPr id="61459" name="Line 21"/>
            <p:cNvSpPr/>
            <p:nvPr/>
          </p:nvSpPr>
          <p:spPr>
            <a:xfrm>
              <a:off x="1050" y="1500"/>
              <a:ext cx="786" cy="0"/>
            </a:xfrm>
            <a:prstGeom prst="line">
              <a:avLst/>
            </a:prstGeom>
            <a:ln w="12700" cap="flat" cmpd="sng">
              <a:solidFill>
                <a:schemeClr val="tx1"/>
              </a:solidFill>
              <a:prstDash val="solid"/>
              <a:round/>
              <a:headEnd type="none" w="med" len="med"/>
              <a:tailEnd type="none" w="med" len="med"/>
            </a:ln>
          </p:spPr>
        </p:sp>
        <p:sp>
          <p:nvSpPr>
            <p:cNvPr id="61460" name="Line 22"/>
            <p:cNvSpPr/>
            <p:nvPr/>
          </p:nvSpPr>
          <p:spPr>
            <a:xfrm flipV="1">
              <a:off x="1020" y="1482"/>
              <a:ext cx="840" cy="0"/>
            </a:xfrm>
            <a:prstGeom prst="line">
              <a:avLst/>
            </a:prstGeom>
            <a:ln w="12700" cap="flat" cmpd="sng">
              <a:solidFill>
                <a:schemeClr val="tx1"/>
              </a:solidFill>
              <a:prstDash val="solid"/>
              <a:round/>
              <a:headEnd type="none" w="med" len="med"/>
              <a:tailEnd type="none" w="med" len="med"/>
            </a:ln>
          </p:spPr>
        </p:sp>
        <p:sp>
          <p:nvSpPr>
            <p:cNvPr id="61461" name="Line 23"/>
            <p:cNvSpPr/>
            <p:nvPr/>
          </p:nvSpPr>
          <p:spPr>
            <a:xfrm>
              <a:off x="2544" y="1272"/>
              <a:ext cx="96" cy="0"/>
            </a:xfrm>
            <a:prstGeom prst="line">
              <a:avLst/>
            </a:prstGeom>
            <a:ln w="12700" cap="flat" cmpd="sng">
              <a:solidFill>
                <a:schemeClr val="tx1"/>
              </a:solidFill>
              <a:prstDash val="solid"/>
              <a:round/>
              <a:headEnd type="none" w="med" len="med"/>
              <a:tailEnd type="none" w="med" len="med"/>
            </a:ln>
          </p:spPr>
        </p:sp>
        <p:sp>
          <p:nvSpPr>
            <p:cNvPr id="61462" name="Line 24"/>
            <p:cNvSpPr/>
            <p:nvPr/>
          </p:nvSpPr>
          <p:spPr>
            <a:xfrm>
              <a:off x="2872" y="1276"/>
              <a:ext cx="96" cy="0"/>
            </a:xfrm>
            <a:prstGeom prst="line">
              <a:avLst/>
            </a:prstGeom>
            <a:ln w="12700" cap="flat" cmpd="sng">
              <a:solidFill>
                <a:schemeClr val="tx1"/>
              </a:solidFill>
              <a:prstDash val="solid"/>
              <a:round/>
              <a:headEnd type="none" w="med" len="med"/>
              <a:tailEnd type="none" w="med" len="med"/>
            </a:ln>
          </p:spPr>
        </p:sp>
        <p:sp>
          <p:nvSpPr>
            <p:cNvPr id="61463" name="Line 25"/>
            <p:cNvSpPr/>
            <p:nvPr/>
          </p:nvSpPr>
          <p:spPr>
            <a:xfrm>
              <a:off x="3398" y="1268"/>
              <a:ext cx="96" cy="0"/>
            </a:xfrm>
            <a:prstGeom prst="line">
              <a:avLst/>
            </a:prstGeom>
            <a:ln w="12700" cap="flat" cmpd="sng">
              <a:solidFill>
                <a:schemeClr val="tx1"/>
              </a:solidFill>
              <a:prstDash val="solid"/>
              <a:round/>
              <a:headEnd type="none" w="med" len="med"/>
              <a:tailEnd type="none" w="med" len="med"/>
            </a:ln>
          </p:spPr>
        </p:sp>
        <p:sp>
          <p:nvSpPr>
            <p:cNvPr id="61464" name="Line 26"/>
            <p:cNvSpPr/>
            <p:nvPr/>
          </p:nvSpPr>
          <p:spPr>
            <a:xfrm>
              <a:off x="3540" y="1266"/>
              <a:ext cx="96" cy="0"/>
            </a:xfrm>
            <a:prstGeom prst="line">
              <a:avLst/>
            </a:prstGeom>
            <a:ln w="12700" cap="flat" cmpd="sng">
              <a:solidFill>
                <a:schemeClr val="tx1"/>
              </a:solidFill>
              <a:prstDash val="solid"/>
              <a:round/>
              <a:headEnd type="none" w="med" len="med"/>
              <a:tailEnd type="none" w="med" len="med"/>
            </a:ln>
          </p:spPr>
        </p:sp>
        <p:sp>
          <p:nvSpPr>
            <p:cNvPr id="61465" name="Line 27"/>
            <p:cNvSpPr/>
            <p:nvPr/>
          </p:nvSpPr>
          <p:spPr>
            <a:xfrm>
              <a:off x="2404" y="1528"/>
              <a:ext cx="96" cy="0"/>
            </a:xfrm>
            <a:prstGeom prst="line">
              <a:avLst/>
            </a:prstGeom>
            <a:ln w="12700" cap="flat" cmpd="sng">
              <a:solidFill>
                <a:schemeClr val="tx1"/>
              </a:solidFill>
              <a:prstDash val="solid"/>
              <a:round/>
              <a:headEnd type="none" w="med" len="med"/>
              <a:tailEnd type="none" w="med" len="med"/>
            </a:ln>
          </p:spPr>
        </p:sp>
        <p:sp>
          <p:nvSpPr>
            <p:cNvPr id="61466" name="Line 28"/>
            <p:cNvSpPr/>
            <p:nvPr/>
          </p:nvSpPr>
          <p:spPr>
            <a:xfrm flipV="1">
              <a:off x="2532" y="1254"/>
              <a:ext cx="288" cy="0"/>
            </a:xfrm>
            <a:prstGeom prst="line">
              <a:avLst/>
            </a:prstGeom>
            <a:ln w="12700" cap="flat" cmpd="sng">
              <a:solidFill>
                <a:schemeClr val="tx1"/>
              </a:solidFill>
              <a:prstDash val="solid"/>
              <a:round/>
              <a:headEnd type="none" w="med" len="med"/>
              <a:tailEnd type="none" w="med" len="med"/>
            </a:ln>
          </p:spPr>
        </p:sp>
        <p:sp>
          <p:nvSpPr>
            <p:cNvPr id="61467" name="Line 29"/>
            <p:cNvSpPr/>
            <p:nvPr/>
          </p:nvSpPr>
          <p:spPr>
            <a:xfrm flipV="1">
              <a:off x="2874" y="1254"/>
              <a:ext cx="288" cy="0"/>
            </a:xfrm>
            <a:prstGeom prst="line">
              <a:avLst/>
            </a:prstGeom>
            <a:ln w="12700" cap="flat" cmpd="sng">
              <a:solidFill>
                <a:schemeClr val="tx1"/>
              </a:solidFill>
              <a:prstDash val="solid"/>
              <a:round/>
              <a:headEnd type="none" w="med" len="med"/>
              <a:tailEnd type="none" w="med" len="med"/>
            </a:ln>
          </p:spPr>
        </p:sp>
        <p:sp>
          <p:nvSpPr>
            <p:cNvPr id="61468" name="Line 30"/>
            <p:cNvSpPr/>
            <p:nvPr/>
          </p:nvSpPr>
          <p:spPr>
            <a:xfrm>
              <a:off x="3234" y="1254"/>
              <a:ext cx="414" cy="0"/>
            </a:xfrm>
            <a:prstGeom prst="line">
              <a:avLst/>
            </a:prstGeom>
            <a:ln w="12700" cap="flat" cmpd="sng">
              <a:solidFill>
                <a:schemeClr val="tx1"/>
              </a:solidFill>
              <a:prstDash val="solid"/>
              <a:round/>
              <a:headEnd type="none" w="med" len="med"/>
              <a:tailEnd type="none" w="med" len="med"/>
            </a:ln>
          </p:spPr>
        </p:sp>
        <p:sp>
          <p:nvSpPr>
            <p:cNvPr id="61469" name="Line 31"/>
            <p:cNvSpPr/>
            <p:nvPr/>
          </p:nvSpPr>
          <p:spPr>
            <a:xfrm flipV="1">
              <a:off x="2520" y="1230"/>
              <a:ext cx="1158" cy="0"/>
            </a:xfrm>
            <a:prstGeom prst="line">
              <a:avLst/>
            </a:prstGeom>
            <a:ln w="12700" cap="flat" cmpd="sng">
              <a:solidFill>
                <a:schemeClr val="tx1"/>
              </a:solidFill>
              <a:prstDash val="solid"/>
              <a:round/>
              <a:headEnd type="none" w="med" len="med"/>
              <a:tailEnd type="none" w="med" len="med"/>
            </a:ln>
          </p:spPr>
        </p:sp>
        <p:sp>
          <p:nvSpPr>
            <p:cNvPr id="61470" name="Line 32"/>
            <p:cNvSpPr/>
            <p:nvPr/>
          </p:nvSpPr>
          <p:spPr>
            <a:xfrm>
              <a:off x="2558" y="1532"/>
              <a:ext cx="96" cy="0"/>
            </a:xfrm>
            <a:prstGeom prst="line">
              <a:avLst/>
            </a:prstGeom>
            <a:ln w="12700" cap="flat" cmpd="sng">
              <a:solidFill>
                <a:schemeClr val="tx1"/>
              </a:solidFill>
              <a:prstDash val="solid"/>
              <a:round/>
              <a:headEnd type="none" w="med" len="med"/>
              <a:tailEnd type="none" w="med" len="med"/>
            </a:ln>
          </p:spPr>
        </p:sp>
        <p:sp>
          <p:nvSpPr>
            <p:cNvPr id="61471" name="Line 33"/>
            <p:cNvSpPr/>
            <p:nvPr/>
          </p:nvSpPr>
          <p:spPr>
            <a:xfrm>
              <a:off x="2376" y="1506"/>
              <a:ext cx="288" cy="0"/>
            </a:xfrm>
            <a:prstGeom prst="line">
              <a:avLst/>
            </a:prstGeom>
            <a:ln w="12700" cap="flat" cmpd="sng">
              <a:solidFill>
                <a:schemeClr val="tx1"/>
              </a:solidFill>
              <a:prstDash val="solid"/>
              <a:round/>
              <a:headEnd type="none" w="med" len="med"/>
              <a:tailEnd type="none" w="med" len="med"/>
            </a:ln>
          </p:spPr>
        </p:sp>
        <p:sp>
          <p:nvSpPr>
            <p:cNvPr id="61472" name="Line 34"/>
            <p:cNvSpPr/>
            <p:nvPr/>
          </p:nvSpPr>
          <p:spPr>
            <a:xfrm>
              <a:off x="2010" y="1506"/>
              <a:ext cx="288" cy="0"/>
            </a:xfrm>
            <a:prstGeom prst="line">
              <a:avLst/>
            </a:prstGeom>
            <a:ln w="12700" cap="flat" cmpd="sng">
              <a:solidFill>
                <a:schemeClr val="tx1"/>
              </a:solidFill>
              <a:prstDash val="solid"/>
              <a:round/>
              <a:headEnd type="none" w="med" len="med"/>
              <a:tailEnd type="none" w="med" len="med"/>
            </a:ln>
          </p:spPr>
        </p:sp>
        <p:sp>
          <p:nvSpPr>
            <p:cNvPr id="61473" name="Line 35"/>
            <p:cNvSpPr/>
            <p:nvPr/>
          </p:nvSpPr>
          <p:spPr>
            <a:xfrm>
              <a:off x="1974" y="1488"/>
              <a:ext cx="714" cy="0"/>
            </a:xfrm>
            <a:prstGeom prst="line">
              <a:avLst/>
            </a:prstGeom>
            <a:ln w="12700" cap="flat" cmpd="sng">
              <a:solidFill>
                <a:schemeClr val="tx1"/>
              </a:solidFill>
              <a:prstDash val="solid"/>
              <a:round/>
              <a:headEnd type="none" w="med" len="med"/>
              <a:tailEnd type="none" w="med" len="med"/>
            </a:ln>
          </p:spPr>
        </p:sp>
      </p:grpSp>
      <p:sp>
        <p:nvSpPr>
          <p:cNvPr id="94245" name="Text Box 37"/>
          <p:cNvSpPr txBox="1"/>
          <p:nvPr/>
        </p:nvSpPr>
        <p:spPr>
          <a:xfrm>
            <a:off x="1238250" y="3135313"/>
            <a:ext cx="3384550"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第四步：画出电路图</a:t>
            </a:r>
            <a:endParaRPr lang="zh-CN" altLang="en-US" sz="2800" i="0" dirty="0">
              <a:latin typeface="Times New Roman" panose="02020603050405020304" pitchFamily="18" charset="0"/>
              <a:ea typeface="宋体" panose="02010600030101010101" pitchFamily="2" charset="-122"/>
            </a:endParaRPr>
          </a:p>
        </p:txBody>
      </p:sp>
      <p:grpSp>
        <p:nvGrpSpPr>
          <p:cNvPr id="3" name="Group 139"/>
          <p:cNvGrpSpPr/>
          <p:nvPr/>
        </p:nvGrpSpPr>
        <p:grpSpPr>
          <a:xfrm>
            <a:off x="568325" y="3644900"/>
            <a:ext cx="7481888" cy="3000375"/>
            <a:chOff x="358" y="2434"/>
            <a:chExt cx="4713" cy="1890"/>
          </a:xfrm>
        </p:grpSpPr>
        <p:sp>
          <p:nvSpPr>
            <p:cNvPr id="61476" name="Freeform 39"/>
            <p:cNvSpPr/>
            <p:nvPr/>
          </p:nvSpPr>
          <p:spPr>
            <a:xfrm rot="-5400000">
              <a:off x="2990" y="2925"/>
              <a:ext cx="354" cy="393"/>
            </a:xfrm>
            <a:custGeom>
              <a:avLst/>
              <a:gdLst/>
              <a:ahLst/>
              <a:cxnLst>
                <a:cxn ang="0">
                  <a:pos x="0" y="389"/>
                </a:cxn>
                <a:cxn ang="0">
                  <a:pos x="9" y="389"/>
                </a:cxn>
                <a:cxn ang="0">
                  <a:pos x="206" y="393"/>
                </a:cxn>
                <a:cxn ang="0">
                  <a:pos x="206" y="0"/>
                </a:cxn>
                <a:cxn ang="0">
                  <a:pos x="354" y="0"/>
                </a:cxn>
              </a:cxnLst>
              <a:pathLst>
                <a:path w="422" h="491">
                  <a:moveTo>
                    <a:pt x="0" y="486"/>
                  </a:moveTo>
                  <a:lnTo>
                    <a:pt x="11" y="486"/>
                  </a:lnTo>
                  <a:lnTo>
                    <a:pt x="245" y="491"/>
                  </a:lnTo>
                  <a:lnTo>
                    <a:pt x="245" y="0"/>
                  </a:lnTo>
                  <a:lnTo>
                    <a:pt x="4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477" name="Freeform 40"/>
            <p:cNvSpPr/>
            <p:nvPr/>
          </p:nvSpPr>
          <p:spPr>
            <a:xfrm rot="-5400000">
              <a:off x="2367" y="2926"/>
              <a:ext cx="374" cy="391"/>
            </a:xfrm>
            <a:custGeom>
              <a:avLst/>
              <a:gdLst/>
              <a:ahLst/>
              <a:cxnLst>
                <a:cxn ang="0">
                  <a:pos x="0" y="5"/>
                </a:cxn>
                <a:cxn ang="0">
                  <a:pos x="178" y="0"/>
                </a:cxn>
                <a:cxn ang="0">
                  <a:pos x="178" y="391"/>
                </a:cxn>
                <a:cxn ang="0">
                  <a:pos x="374" y="391"/>
                </a:cxn>
              </a:cxnLst>
              <a:pathLst>
                <a:path w="446" h="389">
                  <a:moveTo>
                    <a:pt x="0" y="5"/>
                  </a:moveTo>
                  <a:lnTo>
                    <a:pt x="212" y="0"/>
                  </a:lnTo>
                  <a:lnTo>
                    <a:pt x="212" y="389"/>
                  </a:lnTo>
                  <a:lnTo>
                    <a:pt x="446" y="389"/>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478" name="Rectangle 41"/>
            <p:cNvSpPr/>
            <p:nvPr/>
          </p:nvSpPr>
          <p:spPr>
            <a:xfrm rot="-5400000">
              <a:off x="2235" y="3232"/>
              <a:ext cx="224" cy="36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79" name="Rectangle 42"/>
            <p:cNvSpPr/>
            <p:nvPr/>
          </p:nvSpPr>
          <p:spPr>
            <a:xfrm rot="-5400000">
              <a:off x="3264" y="3229"/>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80" name="Rectangle 43"/>
            <p:cNvSpPr/>
            <p:nvPr/>
          </p:nvSpPr>
          <p:spPr>
            <a:xfrm rot="-5400000">
              <a:off x="2752" y="2642"/>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81" name="Line 44"/>
            <p:cNvSpPr/>
            <p:nvPr/>
          </p:nvSpPr>
          <p:spPr>
            <a:xfrm rot="-5400000">
              <a:off x="1996" y="3861"/>
              <a:ext cx="711" cy="0"/>
            </a:xfrm>
            <a:prstGeom prst="line">
              <a:avLst/>
            </a:prstGeom>
            <a:ln w="9525" cap="flat" cmpd="sng">
              <a:solidFill>
                <a:schemeClr val="tx1"/>
              </a:solidFill>
              <a:prstDash val="solid"/>
              <a:round/>
              <a:headEnd type="none" w="med" len="med"/>
              <a:tailEnd type="none" w="med" len="med"/>
            </a:ln>
          </p:spPr>
        </p:sp>
        <p:sp>
          <p:nvSpPr>
            <p:cNvPr id="61482" name="Line 45"/>
            <p:cNvSpPr/>
            <p:nvPr/>
          </p:nvSpPr>
          <p:spPr>
            <a:xfrm rot="-5400000">
              <a:off x="3131" y="3846"/>
              <a:ext cx="681" cy="0"/>
            </a:xfrm>
            <a:prstGeom prst="line">
              <a:avLst/>
            </a:prstGeom>
            <a:ln w="9525" cap="flat" cmpd="sng">
              <a:solidFill>
                <a:schemeClr val="tx1"/>
              </a:solidFill>
              <a:prstDash val="solid"/>
              <a:round/>
              <a:headEnd type="none" w="med" len="med"/>
              <a:tailEnd type="none" w="med" len="med"/>
            </a:ln>
          </p:spPr>
        </p:sp>
        <p:sp>
          <p:nvSpPr>
            <p:cNvPr id="61483" name="Oval 46"/>
            <p:cNvSpPr/>
            <p:nvPr/>
          </p:nvSpPr>
          <p:spPr>
            <a:xfrm rot="-5400000">
              <a:off x="2343" y="3272"/>
              <a:ext cx="40" cy="40"/>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84" name="Freeform 47"/>
            <p:cNvSpPr/>
            <p:nvPr/>
          </p:nvSpPr>
          <p:spPr>
            <a:xfrm rot="5400000" flipH="1">
              <a:off x="2488" y="2880"/>
              <a:ext cx="325" cy="1644"/>
            </a:xfrm>
            <a:custGeom>
              <a:avLst/>
              <a:gdLst/>
              <a:ahLst/>
              <a:cxnLst>
                <a:cxn ang="0">
                  <a:pos x="0" y="0"/>
                </a:cxn>
                <a:cxn ang="0">
                  <a:pos x="0" y="1644"/>
                </a:cxn>
                <a:cxn ang="0">
                  <a:pos x="325" y="1644"/>
                </a:cxn>
              </a:cxnLst>
              <a:pathLst>
                <a:path w="155" h="722">
                  <a:moveTo>
                    <a:pt x="0" y="0"/>
                  </a:moveTo>
                  <a:lnTo>
                    <a:pt x="0" y="722"/>
                  </a:lnTo>
                  <a:lnTo>
                    <a:pt x="155" y="722"/>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485" name="Oval 49"/>
            <p:cNvSpPr/>
            <p:nvPr/>
          </p:nvSpPr>
          <p:spPr>
            <a:xfrm rot="-5400000">
              <a:off x="4125" y="3749"/>
              <a:ext cx="39" cy="40"/>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86" name="Oval 50"/>
            <p:cNvSpPr/>
            <p:nvPr/>
          </p:nvSpPr>
          <p:spPr>
            <a:xfrm rot="-5400000">
              <a:off x="3450" y="3835"/>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87" name="Oval 51"/>
            <p:cNvSpPr/>
            <p:nvPr/>
          </p:nvSpPr>
          <p:spPr>
            <a:xfrm rot="-5400000">
              <a:off x="2770" y="3919"/>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88" name="Text Box 52"/>
            <p:cNvSpPr txBox="1"/>
            <p:nvPr/>
          </p:nvSpPr>
          <p:spPr>
            <a:xfrm>
              <a:off x="3161" y="3247"/>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489" name="Rectangle 54"/>
            <p:cNvSpPr/>
            <p:nvPr/>
          </p:nvSpPr>
          <p:spPr>
            <a:xfrm>
              <a:off x="3239" y="4032"/>
              <a:ext cx="244"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61490" name="Line 56"/>
            <p:cNvSpPr/>
            <p:nvPr/>
          </p:nvSpPr>
          <p:spPr>
            <a:xfrm rot="-5400000">
              <a:off x="2770" y="2603"/>
              <a:ext cx="224" cy="0"/>
            </a:xfrm>
            <a:prstGeom prst="line">
              <a:avLst/>
            </a:prstGeom>
            <a:ln w="9525" cap="flat" cmpd="sng">
              <a:solidFill>
                <a:schemeClr val="tx1"/>
              </a:solidFill>
              <a:prstDash val="solid"/>
              <a:round/>
              <a:headEnd type="none" w="med" len="med"/>
              <a:tailEnd type="none" w="med" len="med"/>
            </a:ln>
          </p:spPr>
        </p:sp>
        <p:sp>
          <p:nvSpPr>
            <p:cNvPr id="61491" name="Rectangle 57"/>
            <p:cNvSpPr/>
            <p:nvPr/>
          </p:nvSpPr>
          <p:spPr>
            <a:xfrm>
              <a:off x="2634" y="2434"/>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X</a:t>
              </a:r>
              <a:endParaRPr lang="en-US" altLang="zh-CN" sz="2400" dirty="0">
                <a:latin typeface="Times New Roman" panose="02020603050405020304" pitchFamily="18" charset="0"/>
                <a:ea typeface="宋体" panose="02010600030101010101" pitchFamily="2" charset="-122"/>
              </a:endParaRPr>
            </a:p>
          </p:txBody>
        </p:sp>
        <p:sp>
          <p:nvSpPr>
            <p:cNvPr id="61492" name="Oval 58"/>
            <p:cNvSpPr/>
            <p:nvPr/>
          </p:nvSpPr>
          <p:spPr>
            <a:xfrm rot="-5400000">
              <a:off x="2858" y="2685"/>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93" name="Oval 59"/>
            <p:cNvSpPr/>
            <p:nvPr/>
          </p:nvSpPr>
          <p:spPr>
            <a:xfrm rot="-5400000">
              <a:off x="3351" y="3281"/>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94" name="Rectangle 60"/>
            <p:cNvSpPr/>
            <p:nvPr/>
          </p:nvSpPr>
          <p:spPr>
            <a:xfrm rot="-5400000">
              <a:off x="2761" y="3229"/>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95" name="Text Box 61"/>
            <p:cNvSpPr txBox="1"/>
            <p:nvPr/>
          </p:nvSpPr>
          <p:spPr>
            <a:xfrm>
              <a:off x="2658" y="3247"/>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496" name="Oval 62"/>
            <p:cNvSpPr/>
            <p:nvPr/>
          </p:nvSpPr>
          <p:spPr>
            <a:xfrm rot="-5400000">
              <a:off x="2857" y="3281"/>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97" name="Line 63"/>
            <p:cNvSpPr/>
            <p:nvPr/>
          </p:nvSpPr>
          <p:spPr>
            <a:xfrm rot="-5400000">
              <a:off x="2605" y="3852"/>
              <a:ext cx="681" cy="0"/>
            </a:xfrm>
            <a:prstGeom prst="line">
              <a:avLst/>
            </a:prstGeom>
            <a:ln w="9525" cap="flat" cmpd="sng">
              <a:solidFill>
                <a:schemeClr val="tx1"/>
              </a:solidFill>
              <a:prstDash val="solid"/>
              <a:round/>
              <a:headEnd type="none" w="med" len="med"/>
              <a:tailEnd type="none" w="med" len="med"/>
            </a:ln>
          </p:spPr>
        </p:sp>
        <p:sp>
          <p:nvSpPr>
            <p:cNvPr id="61498" name="Freeform 64"/>
            <p:cNvSpPr/>
            <p:nvPr/>
          </p:nvSpPr>
          <p:spPr>
            <a:xfrm rot="5400000" flipH="1">
              <a:off x="3330" y="2656"/>
              <a:ext cx="275" cy="1970"/>
            </a:xfrm>
            <a:custGeom>
              <a:avLst/>
              <a:gdLst/>
              <a:ahLst/>
              <a:cxnLst>
                <a:cxn ang="0">
                  <a:pos x="0" y="0"/>
                </a:cxn>
                <a:cxn ang="0">
                  <a:pos x="0" y="1970"/>
                </a:cxn>
                <a:cxn ang="0">
                  <a:pos x="275" y="1970"/>
                </a:cxn>
              </a:cxnLst>
              <a:pathLst>
                <a:path w="334" h="1100">
                  <a:moveTo>
                    <a:pt x="0" y="0"/>
                  </a:moveTo>
                  <a:lnTo>
                    <a:pt x="0" y="1100"/>
                  </a:lnTo>
                  <a:lnTo>
                    <a:pt x="334" y="110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499" name="Text Box 65"/>
            <p:cNvSpPr txBox="1"/>
            <p:nvPr/>
          </p:nvSpPr>
          <p:spPr>
            <a:xfrm>
              <a:off x="2109" y="3247"/>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00" name="Line 66"/>
            <p:cNvSpPr/>
            <p:nvPr/>
          </p:nvSpPr>
          <p:spPr>
            <a:xfrm rot="-5400000">
              <a:off x="2692" y="3116"/>
              <a:ext cx="372" cy="0"/>
            </a:xfrm>
            <a:prstGeom prst="line">
              <a:avLst/>
            </a:prstGeom>
            <a:ln w="9525" cap="flat" cmpd="sng">
              <a:solidFill>
                <a:schemeClr val="tx1"/>
              </a:solidFill>
              <a:prstDash val="solid"/>
              <a:round/>
              <a:headEnd type="none" w="med" len="med"/>
              <a:tailEnd type="none" w="med" len="med"/>
            </a:ln>
          </p:spPr>
        </p:sp>
        <p:sp>
          <p:nvSpPr>
            <p:cNvPr id="61501" name="Text Box 67"/>
            <p:cNvSpPr txBox="1"/>
            <p:nvPr/>
          </p:nvSpPr>
          <p:spPr>
            <a:xfrm>
              <a:off x="2631" y="2651"/>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02" name="Freeform 70"/>
            <p:cNvSpPr/>
            <p:nvPr/>
          </p:nvSpPr>
          <p:spPr>
            <a:xfrm rot="-5400000">
              <a:off x="4041" y="2932"/>
              <a:ext cx="374" cy="391"/>
            </a:xfrm>
            <a:custGeom>
              <a:avLst/>
              <a:gdLst/>
              <a:ahLst/>
              <a:cxnLst>
                <a:cxn ang="0">
                  <a:pos x="0" y="5"/>
                </a:cxn>
                <a:cxn ang="0">
                  <a:pos x="178" y="0"/>
                </a:cxn>
                <a:cxn ang="0">
                  <a:pos x="178" y="391"/>
                </a:cxn>
                <a:cxn ang="0">
                  <a:pos x="374" y="391"/>
                </a:cxn>
              </a:cxnLst>
              <a:pathLst>
                <a:path w="446" h="389">
                  <a:moveTo>
                    <a:pt x="0" y="5"/>
                  </a:moveTo>
                  <a:lnTo>
                    <a:pt x="212" y="0"/>
                  </a:lnTo>
                  <a:lnTo>
                    <a:pt x="212" y="389"/>
                  </a:lnTo>
                  <a:lnTo>
                    <a:pt x="446" y="389"/>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03" name="Rectangle 71"/>
            <p:cNvSpPr/>
            <p:nvPr/>
          </p:nvSpPr>
          <p:spPr>
            <a:xfrm rot="-5400000">
              <a:off x="3909" y="3238"/>
              <a:ext cx="224" cy="36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04" name="Rectangle 73"/>
            <p:cNvSpPr/>
            <p:nvPr/>
          </p:nvSpPr>
          <p:spPr>
            <a:xfrm rot="-5400000">
              <a:off x="4426" y="2648"/>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05" name="Line 75"/>
            <p:cNvSpPr/>
            <p:nvPr/>
          </p:nvSpPr>
          <p:spPr>
            <a:xfrm rot="-5400000">
              <a:off x="4013" y="3648"/>
              <a:ext cx="261" cy="0"/>
            </a:xfrm>
            <a:prstGeom prst="line">
              <a:avLst/>
            </a:prstGeom>
            <a:ln w="9525" cap="flat" cmpd="sng">
              <a:solidFill>
                <a:schemeClr val="tx1"/>
              </a:solidFill>
              <a:prstDash val="solid"/>
              <a:round/>
              <a:headEnd type="none" w="med" len="med"/>
              <a:tailEnd type="none" w="med" len="med"/>
            </a:ln>
          </p:spPr>
        </p:sp>
        <p:sp>
          <p:nvSpPr>
            <p:cNvPr id="61506" name="Oval 76"/>
            <p:cNvSpPr/>
            <p:nvPr/>
          </p:nvSpPr>
          <p:spPr>
            <a:xfrm rot="-5400000">
              <a:off x="4017" y="3278"/>
              <a:ext cx="40" cy="40"/>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07" name="Freeform 77"/>
            <p:cNvSpPr/>
            <p:nvPr/>
          </p:nvSpPr>
          <p:spPr>
            <a:xfrm rot="-5400000">
              <a:off x="3610" y="3396"/>
              <a:ext cx="163" cy="438"/>
            </a:xfrm>
            <a:custGeom>
              <a:avLst/>
              <a:gdLst/>
              <a:ahLst/>
              <a:cxnLst>
                <a:cxn ang="0">
                  <a:pos x="0" y="0"/>
                </a:cxn>
                <a:cxn ang="0">
                  <a:pos x="0" y="438"/>
                </a:cxn>
                <a:cxn ang="0">
                  <a:pos x="163" y="438"/>
                </a:cxn>
              </a:cxnLst>
              <a:pathLst>
                <a:path w="155" h="722">
                  <a:moveTo>
                    <a:pt x="0" y="0"/>
                  </a:moveTo>
                  <a:lnTo>
                    <a:pt x="0" y="722"/>
                  </a:lnTo>
                  <a:lnTo>
                    <a:pt x="155" y="722"/>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08" name="Freeform 78"/>
            <p:cNvSpPr/>
            <p:nvPr/>
          </p:nvSpPr>
          <p:spPr>
            <a:xfrm rot="-5400000">
              <a:off x="3018" y="3420"/>
              <a:ext cx="184" cy="365"/>
            </a:xfrm>
            <a:custGeom>
              <a:avLst/>
              <a:gdLst/>
              <a:ahLst/>
              <a:cxnLst>
                <a:cxn ang="0">
                  <a:pos x="0" y="0"/>
                </a:cxn>
                <a:cxn ang="0">
                  <a:pos x="0" y="365"/>
                </a:cxn>
                <a:cxn ang="0">
                  <a:pos x="184" y="365"/>
                </a:cxn>
              </a:cxnLst>
              <a:pathLst>
                <a:path w="555" h="1277">
                  <a:moveTo>
                    <a:pt x="0" y="0"/>
                  </a:moveTo>
                  <a:lnTo>
                    <a:pt x="0" y="1277"/>
                  </a:lnTo>
                  <a:lnTo>
                    <a:pt x="555" y="1277"/>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09" name="Oval 79"/>
            <p:cNvSpPr/>
            <p:nvPr/>
          </p:nvSpPr>
          <p:spPr>
            <a:xfrm rot="-5400000">
              <a:off x="4599" y="3917"/>
              <a:ext cx="39" cy="40"/>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10" name="Oval 80"/>
            <p:cNvSpPr/>
            <p:nvPr/>
          </p:nvSpPr>
          <p:spPr>
            <a:xfrm rot="-5400000">
              <a:off x="3450" y="3679"/>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11" name="Oval 81"/>
            <p:cNvSpPr/>
            <p:nvPr/>
          </p:nvSpPr>
          <p:spPr>
            <a:xfrm rot="-5400000">
              <a:off x="4426" y="3757"/>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12" name="Text Box 83"/>
            <p:cNvSpPr txBox="1"/>
            <p:nvPr/>
          </p:nvSpPr>
          <p:spPr>
            <a:xfrm>
              <a:off x="4181" y="4032"/>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61513" name="Rectangle 85"/>
            <p:cNvSpPr/>
            <p:nvPr/>
          </p:nvSpPr>
          <p:spPr>
            <a:xfrm>
              <a:off x="4435" y="4032"/>
              <a:ext cx="255"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61514" name="Line 86"/>
            <p:cNvSpPr/>
            <p:nvPr/>
          </p:nvSpPr>
          <p:spPr>
            <a:xfrm rot="-5400000">
              <a:off x="4444" y="2609"/>
              <a:ext cx="224" cy="0"/>
            </a:xfrm>
            <a:prstGeom prst="line">
              <a:avLst/>
            </a:prstGeom>
            <a:ln w="9525" cap="flat" cmpd="sng">
              <a:solidFill>
                <a:schemeClr val="tx1"/>
              </a:solidFill>
              <a:prstDash val="solid"/>
              <a:round/>
              <a:headEnd type="none" w="med" len="med"/>
              <a:tailEnd type="none" w="med" len="med"/>
            </a:ln>
          </p:spPr>
        </p:sp>
        <p:sp>
          <p:nvSpPr>
            <p:cNvPr id="61515" name="Rectangle 87"/>
            <p:cNvSpPr/>
            <p:nvPr/>
          </p:nvSpPr>
          <p:spPr>
            <a:xfrm>
              <a:off x="4314" y="2440"/>
              <a:ext cx="276"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W</a:t>
              </a:r>
              <a:endParaRPr lang="en-US" altLang="zh-CN" sz="2400" dirty="0">
                <a:latin typeface="Times New Roman" panose="02020603050405020304" pitchFamily="18" charset="0"/>
                <a:ea typeface="宋体" panose="02010600030101010101" pitchFamily="2" charset="-122"/>
              </a:endParaRPr>
            </a:p>
          </p:txBody>
        </p:sp>
        <p:sp>
          <p:nvSpPr>
            <p:cNvPr id="61516" name="Oval 88"/>
            <p:cNvSpPr/>
            <p:nvPr/>
          </p:nvSpPr>
          <p:spPr>
            <a:xfrm rot="-5400000">
              <a:off x="4532" y="2691"/>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17" name="Rectangle 90"/>
            <p:cNvSpPr/>
            <p:nvPr/>
          </p:nvSpPr>
          <p:spPr>
            <a:xfrm rot="-5400000">
              <a:off x="4435" y="3235"/>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18" name="Text Box 91"/>
            <p:cNvSpPr txBox="1"/>
            <p:nvPr/>
          </p:nvSpPr>
          <p:spPr>
            <a:xfrm>
              <a:off x="4332" y="3253"/>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19" name="Oval 92"/>
            <p:cNvSpPr/>
            <p:nvPr/>
          </p:nvSpPr>
          <p:spPr>
            <a:xfrm rot="-5400000">
              <a:off x="4531" y="3287"/>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20" name="Line 93"/>
            <p:cNvSpPr/>
            <p:nvPr/>
          </p:nvSpPr>
          <p:spPr>
            <a:xfrm rot="-5400000">
              <a:off x="4279" y="3858"/>
              <a:ext cx="681" cy="0"/>
            </a:xfrm>
            <a:prstGeom prst="line">
              <a:avLst/>
            </a:prstGeom>
            <a:ln w="9525" cap="flat" cmpd="sng">
              <a:solidFill>
                <a:schemeClr val="tx1"/>
              </a:solidFill>
              <a:prstDash val="solid"/>
              <a:round/>
              <a:headEnd type="none" w="med" len="med"/>
              <a:tailEnd type="none" w="med" len="med"/>
            </a:ln>
          </p:spPr>
        </p:sp>
        <p:sp>
          <p:nvSpPr>
            <p:cNvPr id="61521" name="Freeform 94"/>
            <p:cNvSpPr/>
            <p:nvPr/>
          </p:nvSpPr>
          <p:spPr>
            <a:xfrm rot="5400000" flipH="1">
              <a:off x="2925" y="2236"/>
              <a:ext cx="407" cy="2996"/>
            </a:xfrm>
            <a:custGeom>
              <a:avLst/>
              <a:gdLst/>
              <a:ahLst/>
              <a:cxnLst>
                <a:cxn ang="0">
                  <a:pos x="0" y="0"/>
                </a:cxn>
                <a:cxn ang="0">
                  <a:pos x="0" y="2996"/>
                </a:cxn>
                <a:cxn ang="0">
                  <a:pos x="407" y="2996"/>
                </a:cxn>
              </a:cxnLst>
              <a:pathLst>
                <a:path w="334" h="1100">
                  <a:moveTo>
                    <a:pt x="0" y="0"/>
                  </a:moveTo>
                  <a:lnTo>
                    <a:pt x="0" y="1100"/>
                  </a:lnTo>
                  <a:lnTo>
                    <a:pt x="334" y="110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22" name="Text Box 95"/>
            <p:cNvSpPr txBox="1"/>
            <p:nvPr/>
          </p:nvSpPr>
          <p:spPr>
            <a:xfrm>
              <a:off x="3783" y="3253"/>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23" name="Line 96"/>
            <p:cNvSpPr/>
            <p:nvPr/>
          </p:nvSpPr>
          <p:spPr>
            <a:xfrm rot="-5400000">
              <a:off x="4366" y="3122"/>
              <a:ext cx="372" cy="0"/>
            </a:xfrm>
            <a:prstGeom prst="line">
              <a:avLst/>
            </a:prstGeom>
            <a:ln w="9525" cap="flat" cmpd="sng">
              <a:solidFill>
                <a:schemeClr val="tx1"/>
              </a:solidFill>
              <a:prstDash val="solid"/>
              <a:round/>
              <a:headEnd type="none" w="med" len="med"/>
              <a:tailEnd type="none" w="med" len="med"/>
            </a:ln>
          </p:spPr>
        </p:sp>
        <p:sp>
          <p:nvSpPr>
            <p:cNvPr id="61524" name="Text Box 97"/>
            <p:cNvSpPr txBox="1"/>
            <p:nvPr/>
          </p:nvSpPr>
          <p:spPr>
            <a:xfrm>
              <a:off x="4305" y="2657"/>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25" name="Freeform 99"/>
            <p:cNvSpPr/>
            <p:nvPr/>
          </p:nvSpPr>
          <p:spPr>
            <a:xfrm rot="-5400000">
              <a:off x="1353" y="2950"/>
              <a:ext cx="354" cy="363"/>
            </a:xfrm>
            <a:custGeom>
              <a:avLst/>
              <a:gdLst/>
              <a:ahLst/>
              <a:cxnLst>
                <a:cxn ang="0">
                  <a:pos x="0" y="359"/>
                </a:cxn>
                <a:cxn ang="0">
                  <a:pos x="9" y="359"/>
                </a:cxn>
                <a:cxn ang="0">
                  <a:pos x="206" y="363"/>
                </a:cxn>
                <a:cxn ang="0">
                  <a:pos x="206" y="0"/>
                </a:cxn>
                <a:cxn ang="0">
                  <a:pos x="354" y="0"/>
                </a:cxn>
              </a:cxnLst>
              <a:pathLst>
                <a:path w="422" h="491">
                  <a:moveTo>
                    <a:pt x="0" y="486"/>
                  </a:moveTo>
                  <a:lnTo>
                    <a:pt x="11" y="486"/>
                  </a:lnTo>
                  <a:lnTo>
                    <a:pt x="245" y="491"/>
                  </a:lnTo>
                  <a:lnTo>
                    <a:pt x="245" y="0"/>
                  </a:lnTo>
                  <a:lnTo>
                    <a:pt x="4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26" name="Rectangle 102"/>
            <p:cNvSpPr/>
            <p:nvPr/>
          </p:nvSpPr>
          <p:spPr>
            <a:xfrm rot="-5400000">
              <a:off x="1612" y="3239"/>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27" name="Rectangle 103"/>
            <p:cNvSpPr/>
            <p:nvPr/>
          </p:nvSpPr>
          <p:spPr>
            <a:xfrm rot="-5400000">
              <a:off x="1148" y="2664"/>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28" name="Line 104"/>
            <p:cNvSpPr/>
            <p:nvPr/>
          </p:nvSpPr>
          <p:spPr>
            <a:xfrm rot="-5400000">
              <a:off x="-258" y="3337"/>
              <a:ext cx="1731" cy="0"/>
            </a:xfrm>
            <a:prstGeom prst="line">
              <a:avLst/>
            </a:prstGeom>
            <a:ln w="9525" cap="flat" cmpd="sng">
              <a:solidFill>
                <a:schemeClr val="tx1"/>
              </a:solidFill>
              <a:prstDash val="solid"/>
              <a:round/>
              <a:headEnd type="none" w="med" len="med"/>
              <a:tailEnd type="none" w="med" len="med"/>
            </a:ln>
          </p:spPr>
        </p:sp>
        <p:sp>
          <p:nvSpPr>
            <p:cNvPr id="61529" name="Line 105"/>
            <p:cNvSpPr/>
            <p:nvPr/>
          </p:nvSpPr>
          <p:spPr>
            <a:xfrm rot="-5400000">
              <a:off x="978" y="3649"/>
              <a:ext cx="255" cy="0"/>
            </a:xfrm>
            <a:prstGeom prst="line">
              <a:avLst/>
            </a:prstGeom>
            <a:ln w="9525" cap="flat" cmpd="sng">
              <a:solidFill>
                <a:schemeClr val="tx1"/>
              </a:solidFill>
              <a:prstDash val="solid"/>
              <a:round/>
              <a:headEnd type="none" w="med" len="med"/>
              <a:tailEnd type="none" w="med" len="med"/>
            </a:ln>
          </p:spPr>
        </p:sp>
        <p:sp>
          <p:nvSpPr>
            <p:cNvPr id="61530" name="Freeform 107"/>
            <p:cNvSpPr/>
            <p:nvPr/>
          </p:nvSpPr>
          <p:spPr>
            <a:xfrm>
              <a:off x="4691" y="2934"/>
              <a:ext cx="379" cy="204"/>
            </a:xfrm>
            <a:custGeom>
              <a:avLst/>
              <a:gdLst/>
              <a:ahLst/>
              <a:cxnLst>
                <a:cxn ang="0">
                  <a:pos x="0" y="0"/>
                </a:cxn>
                <a:cxn ang="0">
                  <a:pos x="0" y="204"/>
                </a:cxn>
                <a:cxn ang="0">
                  <a:pos x="379" y="204"/>
                </a:cxn>
              </a:cxnLst>
              <a:pathLst>
                <a:path w="155" h="722">
                  <a:moveTo>
                    <a:pt x="0" y="0"/>
                  </a:moveTo>
                  <a:lnTo>
                    <a:pt x="0" y="722"/>
                  </a:lnTo>
                  <a:lnTo>
                    <a:pt x="155" y="722"/>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31" name="Freeform 108"/>
            <p:cNvSpPr/>
            <p:nvPr/>
          </p:nvSpPr>
          <p:spPr>
            <a:xfrm rot="5400000" flipH="1">
              <a:off x="1582" y="3244"/>
              <a:ext cx="466" cy="1043"/>
            </a:xfrm>
            <a:custGeom>
              <a:avLst/>
              <a:gdLst/>
              <a:ahLst/>
              <a:cxnLst>
                <a:cxn ang="0">
                  <a:pos x="0" y="0"/>
                </a:cxn>
                <a:cxn ang="0">
                  <a:pos x="0" y="1043"/>
                </a:cxn>
                <a:cxn ang="0">
                  <a:pos x="466" y="1043"/>
                </a:cxn>
              </a:cxnLst>
              <a:pathLst>
                <a:path w="555" h="1277">
                  <a:moveTo>
                    <a:pt x="0" y="0"/>
                  </a:moveTo>
                  <a:lnTo>
                    <a:pt x="0" y="1277"/>
                  </a:lnTo>
                  <a:lnTo>
                    <a:pt x="555" y="1277"/>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32" name="Oval 109"/>
            <p:cNvSpPr/>
            <p:nvPr/>
          </p:nvSpPr>
          <p:spPr>
            <a:xfrm rot="-5400000">
              <a:off x="2329" y="3987"/>
              <a:ext cx="39" cy="40"/>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33" name="Oval 110"/>
            <p:cNvSpPr/>
            <p:nvPr/>
          </p:nvSpPr>
          <p:spPr>
            <a:xfrm rot="-5400000">
              <a:off x="586" y="3755"/>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34" name="Oval 111"/>
            <p:cNvSpPr/>
            <p:nvPr/>
          </p:nvSpPr>
          <p:spPr>
            <a:xfrm rot="-5400000">
              <a:off x="2924" y="3671"/>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35" name="Text Box 112"/>
            <p:cNvSpPr txBox="1"/>
            <p:nvPr/>
          </p:nvSpPr>
          <p:spPr>
            <a:xfrm>
              <a:off x="1509" y="3257"/>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36" name="Rectangle 115"/>
            <p:cNvSpPr/>
            <p:nvPr/>
          </p:nvSpPr>
          <p:spPr>
            <a:xfrm>
              <a:off x="358" y="2489"/>
              <a:ext cx="22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Z</a:t>
              </a:r>
              <a:endParaRPr lang="en-US" altLang="zh-CN" sz="2400" dirty="0">
                <a:latin typeface="Times New Roman" panose="02020603050405020304" pitchFamily="18" charset="0"/>
                <a:ea typeface="宋体" panose="02010600030101010101" pitchFamily="2" charset="-122"/>
              </a:endParaRPr>
            </a:p>
          </p:txBody>
        </p:sp>
        <p:sp>
          <p:nvSpPr>
            <p:cNvPr id="61537" name="Line 116"/>
            <p:cNvSpPr/>
            <p:nvPr/>
          </p:nvSpPr>
          <p:spPr>
            <a:xfrm rot="-5400000">
              <a:off x="1166" y="2625"/>
              <a:ext cx="224" cy="0"/>
            </a:xfrm>
            <a:prstGeom prst="line">
              <a:avLst/>
            </a:prstGeom>
            <a:ln w="9525" cap="flat" cmpd="sng">
              <a:solidFill>
                <a:schemeClr val="tx1"/>
              </a:solidFill>
              <a:prstDash val="solid"/>
              <a:round/>
              <a:headEnd type="none" w="med" len="med"/>
              <a:tailEnd type="none" w="med" len="med"/>
            </a:ln>
          </p:spPr>
        </p:sp>
        <p:sp>
          <p:nvSpPr>
            <p:cNvPr id="61538" name="Rectangle 117"/>
            <p:cNvSpPr/>
            <p:nvPr/>
          </p:nvSpPr>
          <p:spPr>
            <a:xfrm>
              <a:off x="1048" y="2468"/>
              <a:ext cx="22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Y</a:t>
              </a:r>
              <a:endParaRPr lang="en-US" altLang="zh-CN" sz="2400" dirty="0">
                <a:latin typeface="Times New Roman" panose="02020603050405020304" pitchFamily="18" charset="0"/>
                <a:ea typeface="宋体" panose="02010600030101010101" pitchFamily="2" charset="-122"/>
              </a:endParaRPr>
            </a:p>
          </p:txBody>
        </p:sp>
        <p:sp>
          <p:nvSpPr>
            <p:cNvPr id="61539" name="Oval 118"/>
            <p:cNvSpPr/>
            <p:nvPr/>
          </p:nvSpPr>
          <p:spPr>
            <a:xfrm rot="-5400000">
              <a:off x="1254" y="2707"/>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40" name="Oval 119"/>
            <p:cNvSpPr/>
            <p:nvPr/>
          </p:nvSpPr>
          <p:spPr>
            <a:xfrm rot="-5400000">
              <a:off x="1699" y="3291"/>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41" name="Rectangle 120"/>
            <p:cNvSpPr/>
            <p:nvPr/>
          </p:nvSpPr>
          <p:spPr>
            <a:xfrm rot="-5400000">
              <a:off x="1109" y="3239"/>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42" name="Text Box 121"/>
            <p:cNvSpPr txBox="1"/>
            <p:nvPr/>
          </p:nvSpPr>
          <p:spPr>
            <a:xfrm>
              <a:off x="1006" y="3257"/>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43" name="Oval 122"/>
            <p:cNvSpPr/>
            <p:nvPr/>
          </p:nvSpPr>
          <p:spPr>
            <a:xfrm rot="-5400000">
              <a:off x="1205" y="3291"/>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44" name="Line 123"/>
            <p:cNvSpPr/>
            <p:nvPr/>
          </p:nvSpPr>
          <p:spPr>
            <a:xfrm rot="-5400000">
              <a:off x="4553" y="3652"/>
              <a:ext cx="1017" cy="12"/>
            </a:xfrm>
            <a:prstGeom prst="line">
              <a:avLst/>
            </a:prstGeom>
            <a:ln w="9525" cap="flat" cmpd="sng">
              <a:solidFill>
                <a:schemeClr val="tx1"/>
              </a:solidFill>
              <a:prstDash val="solid"/>
              <a:round/>
              <a:headEnd type="none" w="med" len="med"/>
              <a:tailEnd type="none" w="med" len="med"/>
            </a:ln>
          </p:spPr>
        </p:sp>
        <p:sp>
          <p:nvSpPr>
            <p:cNvPr id="61545" name="Freeform 124"/>
            <p:cNvSpPr/>
            <p:nvPr/>
          </p:nvSpPr>
          <p:spPr>
            <a:xfrm rot="-5400000">
              <a:off x="1300" y="2858"/>
              <a:ext cx="245" cy="1592"/>
            </a:xfrm>
            <a:custGeom>
              <a:avLst/>
              <a:gdLst/>
              <a:ahLst/>
              <a:cxnLst>
                <a:cxn ang="0">
                  <a:pos x="0" y="0"/>
                </a:cxn>
                <a:cxn ang="0">
                  <a:pos x="0" y="1592"/>
                </a:cxn>
                <a:cxn ang="0">
                  <a:pos x="245" y="1592"/>
                </a:cxn>
              </a:cxnLst>
              <a:pathLst>
                <a:path w="334" h="1100">
                  <a:moveTo>
                    <a:pt x="0" y="0"/>
                  </a:moveTo>
                  <a:lnTo>
                    <a:pt x="0" y="1100"/>
                  </a:lnTo>
                  <a:lnTo>
                    <a:pt x="334" y="110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46" name="Line 126"/>
            <p:cNvSpPr/>
            <p:nvPr/>
          </p:nvSpPr>
          <p:spPr>
            <a:xfrm rot="-5400000">
              <a:off x="1046" y="3132"/>
              <a:ext cx="360" cy="0"/>
            </a:xfrm>
            <a:prstGeom prst="line">
              <a:avLst/>
            </a:prstGeom>
            <a:ln w="9525" cap="flat" cmpd="sng">
              <a:solidFill>
                <a:schemeClr val="tx1"/>
              </a:solidFill>
              <a:prstDash val="solid"/>
              <a:round/>
              <a:headEnd type="none" w="med" len="med"/>
              <a:tailEnd type="none" w="med" len="med"/>
            </a:ln>
          </p:spPr>
        </p:sp>
        <p:sp>
          <p:nvSpPr>
            <p:cNvPr id="61547" name="Text Box 127"/>
            <p:cNvSpPr txBox="1"/>
            <p:nvPr/>
          </p:nvSpPr>
          <p:spPr>
            <a:xfrm>
              <a:off x="1027" y="2673"/>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48" name="Oval 128"/>
            <p:cNvSpPr/>
            <p:nvPr/>
          </p:nvSpPr>
          <p:spPr>
            <a:xfrm rot="-5400000">
              <a:off x="1082" y="3753"/>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49" name="Line 129"/>
            <p:cNvSpPr/>
            <p:nvPr/>
          </p:nvSpPr>
          <p:spPr>
            <a:xfrm>
              <a:off x="2790" y="3522"/>
              <a:ext cx="0" cy="402"/>
            </a:xfrm>
            <a:prstGeom prst="line">
              <a:avLst/>
            </a:prstGeom>
            <a:ln w="12700" cap="flat" cmpd="sng">
              <a:solidFill>
                <a:schemeClr val="tx1"/>
              </a:solidFill>
              <a:prstDash val="solid"/>
              <a:round/>
              <a:headEnd type="none" w="med" len="med"/>
              <a:tailEnd type="none" w="med" len="med"/>
            </a:ln>
          </p:spPr>
        </p:sp>
        <p:sp>
          <p:nvSpPr>
            <p:cNvPr id="61550" name="Line 130"/>
            <p:cNvSpPr/>
            <p:nvPr/>
          </p:nvSpPr>
          <p:spPr>
            <a:xfrm>
              <a:off x="4446" y="3528"/>
              <a:ext cx="0" cy="654"/>
            </a:xfrm>
            <a:prstGeom prst="line">
              <a:avLst/>
            </a:prstGeom>
            <a:ln w="12700" cap="flat" cmpd="sng">
              <a:solidFill>
                <a:schemeClr val="tx1"/>
              </a:solidFill>
              <a:prstDash val="solid"/>
              <a:round/>
              <a:headEnd type="none" w="med" len="med"/>
              <a:tailEnd type="none" w="med" len="med"/>
            </a:ln>
          </p:spPr>
        </p:sp>
        <p:grpSp>
          <p:nvGrpSpPr>
            <p:cNvPr id="61551" name="Group 132"/>
            <p:cNvGrpSpPr/>
            <p:nvPr/>
          </p:nvGrpSpPr>
          <p:grpSpPr>
            <a:xfrm>
              <a:off x="363" y="4036"/>
              <a:ext cx="255" cy="288"/>
              <a:chOff x="363" y="3922"/>
              <a:chExt cx="255" cy="288"/>
            </a:xfrm>
          </p:grpSpPr>
          <p:sp>
            <p:nvSpPr>
              <p:cNvPr id="61552" name="Text Box 113"/>
              <p:cNvSpPr txBox="1"/>
              <p:nvPr/>
            </p:nvSpPr>
            <p:spPr>
              <a:xfrm>
                <a:off x="363" y="3922"/>
                <a:ext cx="255"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61553" name="Line 131"/>
              <p:cNvSpPr/>
              <p:nvPr/>
            </p:nvSpPr>
            <p:spPr>
              <a:xfrm>
                <a:off x="426" y="3966"/>
                <a:ext cx="126" cy="0"/>
              </a:xfrm>
              <a:prstGeom prst="line">
                <a:avLst/>
              </a:prstGeom>
              <a:ln w="12700" cap="flat" cmpd="sng">
                <a:solidFill>
                  <a:schemeClr val="tx1"/>
                </a:solidFill>
                <a:prstDash val="solid"/>
                <a:round/>
                <a:headEnd type="none" w="med" len="med"/>
                <a:tailEnd type="none" w="med" len="med"/>
              </a:ln>
            </p:spPr>
          </p:sp>
        </p:grpSp>
        <p:grpSp>
          <p:nvGrpSpPr>
            <p:cNvPr id="61554" name="Group 134"/>
            <p:cNvGrpSpPr/>
            <p:nvPr/>
          </p:nvGrpSpPr>
          <p:grpSpPr>
            <a:xfrm>
              <a:off x="2081" y="4032"/>
              <a:ext cx="244" cy="288"/>
              <a:chOff x="2081" y="4032"/>
              <a:chExt cx="244" cy="288"/>
            </a:xfrm>
          </p:grpSpPr>
          <p:sp>
            <p:nvSpPr>
              <p:cNvPr id="61555" name="Text Box 53"/>
              <p:cNvSpPr txBox="1"/>
              <p:nvPr/>
            </p:nvSpPr>
            <p:spPr>
              <a:xfrm>
                <a:off x="2081" y="4032"/>
                <a:ext cx="244"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61556" name="Line 133"/>
              <p:cNvSpPr/>
              <p:nvPr/>
            </p:nvSpPr>
            <p:spPr>
              <a:xfrm>
                <a:off x="2148" y="4086"/>
                <a:ext cx="120" cy="0"/>
              </a:xfrm>
              <a:prstGeom prst="line">
                <a:avLst/>
              </a:prstGeom>
              <a:ln w="12700" cap="flat" cmpd="sng">
                <a:solidFill>
                  <a:schemeClr val="tx1"/>
                </a:solidFill>
                <a:prstDash val="solid"/>
                <a:round/>
                <a:headEnd type="none" w="med" len="med"/>
                <a:tailEnd type="none" w="med" len="med"/>
              </a:ln>
            </p:spPr>
          </p:sp>
        </p:grpSp>
        <p:grpSp>
          <p:nvGrpSpPr>
            <p:cNvPr id="61557" name="Group 136"/>
            <p:cNvGrpSpPr/>
            <p:nvPr/>
          </p:nvGrpSpPr>
          <p:grpSpPr>
            <a:xfrm>
              <a:off x="2713" y="4032"/>
              <a:ext cx="233" cy="288"/>
              <a:chOff x="2713" y="4032"/>
              <a:chExt cx="233" cy="288"/>
            </a:xfrm>
          </p:grpSpPr>
          <p:sp>
            <p:nvSpPr>
              <p:cNvPr id="61558" name="Rectangle 55"/>
              <p:cNvSpPr/>
              <p:nvPr/>
            </p:nvSpPr>
            <p:spPr>
              <a:xfrm>
                <a:off x="2713" y="4032"/>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61559" name="Line 135"/>
              <p:cNvSpPr/>
              <p:nvPr/>
            </p:nvSpPr>
            <p:spPr>
              <a:xfrm>
                <a:off x="2778" y="4086"/>
                <a:ext cx="84" cy="0"/>
              </a:xfrm>
              <a:prstGeom prst="line">
                <a:avLst/>
              </a:prstGeom>
              <a:ln w="12700" cap="flat" cmpd="sng">
                <a:solidFill>
                  <a:schemeClr val="tx1"/>
                </a:solidFill>
                <a:prstDash val="solid"/>
                <a:round/>
                <a:headEnd type="none" w="med" len="med"/>
                <a:tailEnd type="none" w="med" len="med"/>
              </a:ln>
            </p:spPr>
          </p:sp>
        </p:grpSp>
        <p:grpSp>
          <p:nvGrpSpPr>
            <p:cNvPr id="61560" name="Group 138"/>
            <p:cNvGrpSpPr/>
            <p:nvPr/>
          </p:nvGrpSpPr>
          <p:grpSpPr>
            <a:xfrm>
              <a:off x="4811" y="4032"/>
              <a:ext cx="233" cy="288"/>
              <a:chOff x="4811" y="4032"/>
              <a:chExt cx="233" cy="288"/>
            </a:xfrm>
          </p:grpSpPr>
          <p:sp>
            <p:nvSpPr>
              <p:cNvPr id="61561" name="Rectangle 84"/>
              <p:cNvSpPr/>
              <p:nvPr/>
            </p:nvSpPr>
            <p:spPr>
              <a:xfrm>
                <a:off x="4811" y="4032"/>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61562" name="Line 137"/>
              <p:cNvSpPr/>
              <p:nvPr/>
            </p:nvSpPr>
            <p:spPr>
              <a:xfrm>
                <a:off x="4854" y="4098"/>
                <a:ext cx="150" cy="0"/>
              </a:xfrm>
              <a:prstGeom prst="line">
                <a:avLst/>
              </a:prstGeom>
              <a:ln w="12700" cap="flat" cmpd="sng">
                <a:solidFill>
                  <a:schemeClr val="tx1"/>
                </a:solidFill>
                <a:prstDash val="solid"/>
                <a:roun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210"/>
                                        </p:tgtEl>
                                        <p:attrNameLst>
                                          <p:attrName>style.visibility</p:attrName>
                                        </p:attrNameLst>
                                      </p:cBhvr>
                                      <p:to>
                                        <p:strVal val="visible"/>
                                      </p:to>
                                    </p:set>
                                    <p:animEffect transition="in" filter="wipe(left)">
                                      <p:cBhvr>
                                        <p:cTn id="7" dur="500"/>
                                        <p:tgtEl>
                                          <p:spTgt spid="94210"/>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245"/>
                                        </p:tgtEl>
                                        <p:attrNameLst>
                                          <p:attrName>style.visibility</p:attrName>
                                        </p:attrNameLst>
                                      </p:cBhvr>
                                      <p:to>
                                        <p:strVal val="visible"/>
                                      </p:to>
                                    </p:set>
                                    <p:animEffect transition="in" filter="wipe(left)">
                                      <p:cBhvr>
                                        <p:cTn id="17" dur="500"/>
                                        <p:tgtEl>
                                          <p:spTgt spid="94245"/>
                                        </p:tgtEl>
                                      </p:cBhvr>
                                    </p:animEffect>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to="" calcmode="lin" valueType="num">
                                      <p:cBhvr>
                                        <p:cTn id="22" dur="1" fill="hold"/>
                                        <p:tgtEl>
                                          <p:spTgt spid="3"/>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p:bldP spid="9424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Text Box 2"/>
          <p:cNvSpPr txBox="1"/>
          <p:nvPr/>
        </p:nvSpPr>
        <p:spPr>
          <a:xfrm>
            <a:off x="338138" y="871538"/>
            <a:ext cx="8316912" cy="4184650"/>
          </a:xfrm>
          <a:prstGeom prst="rect">
            <a:avLst/>
          </a:prstGeom>
          <a:noFill/>
          <a:ln w="9525">
            <a:noFill/>
          </a:ln>
        </p:spPr>
        <p:txBody>
          <a:bodyPr wrap="square"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例</a:t>
            </a:r>
            <a:r>
              <a:rPr lang="en-US" altLang="zh-CN" sz="2800" b="1" i="0" dirty="0">
                <a:latin typeface="Times New Roman" panose="02020603050405020304" pitchFamily="18" charset="0"/>
                <a:ea typeface="宋体" panose="02010600030101010101" pitchFamily="2" charset="-122"/>
              </a:rPr>
              <a:t>6</a:t>
            </a:r>
            <a:r>
              <a:rPr lang="zh-CN" altLang="en-US" sz="2800" b="1" i="0" dirty="0">
                <a:latin typeface="Times New Roman" panose="02020603050405020304" pitchFamily="18" charset="0"/>
                <a:ea typeface="宋体" panose="02010600030101010101" pitchFamily="2" charset="-122"/>
              </a:rPr>
              <a:t>：</a:t>
            </a:r>
            <a:r>
              <a:rPr lang="zh-CN" altLang="zh-CN" sz="2800" i="0" dirty="0">
                <a:latin typeface="Times New Roman" panose="02020603050405020304" pitchFamily="18" charset="0"/>
                <a:ea typeface="宋体" panose="02010600030101010101" pitchFamily="2" charset="-122"/>
              </a:rPr>
              <a:t>试设计一个水位报警控制器，水位高度用四位二进制数表示。当水位上升到0.5米时，白指示灯开始亮；当水位上升到0.6米时，黄指示灯开始亮：当水位上升到0.8米时，红指示灯开始亮，其它灯灭；水位不可能上升到1米。试用与非门设计此报警器的控制电路。</a:t>
            </a:r>
            <a:endParaRPr lang="zh-CN" altLang="zh-CN" sz="2800" i="0" dirty="0">
              <a:latin typeface="Times New Roman" panose="02020603050405020304" pitchFamily="18" charset="0"/>
              <a:ea typeface="宋体" panose="02010600030101010101" pitchFamily="2" charset="-122"/>
            </a:endParaRPr>
          </a:p>
          <a:p>
            <a:pPr>
              <a:spcBef>
                <a:spcPct val="50000"/>
              </a:spcBef>
            </a:pPr>
            <a:r>
              <a:rPr lang="zh-CN" altLang="en-US" sz="2800" b="1" i="0" dirty="0">
                <a:latin typeface="Times New Roman" panose="02020603050405020304" pitchFamily="18" charset="0"/>
                <a:ea typeface="宋体" panose="02010600030101010101" pitchFamily="2" charset="-122"/>
              </a:rPr>
              <a:t>例7</a:t>
            </a:r>
            <a:r>
              <a:rPr lang="zh-CN" altLang="zh-CN" sz="2800" i="0" dirty="0">
                <a:latin typeface="Times New Roman" panose="02020603050405020304" pitchFamily="18" charset="0"/>
                <a:ea typeface="宋体" panose="02010600030101010101" pitchFamily="2" charset="-122"/>
              </a:rPr>
              <a:t>：已知[x]原＝x0x1x2，试设计一个逻辑电路，以原码作为输入，要求：当AB＝01时，其输出反码；当AB＝10时，其输出补码。</a:t>
            </a:r>
            <a:endParaRPr lang="zh-CN"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2162"/>
                                        </p:tgtEl>
                                        <p:attrNameLst>
                                          <p:attrName>style.visibility</p:attrName>
                                        </p:attrNameLst>
                                      </p:cBhvr>
                                      <p:to>
                                        <p:strVal val="visible"/>
                                      </p:to>
                                    </p:set>
                                    <p:animEffect transition="in" filter="fade">
                                      <p:cBhvr>
                                        <p:cTn id="7" dur="2000"/>
                                        <p:tgtEl>
                                          <p:spTgt spid="92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Group 16"/>
          <p:cNvGrpSpPr/>
          <p:nvPr/>
        </p:nvGrpSpPr>
        <p:grpSpPr>
          <a:xfrm>
            <a:off x="3867150" y="676275"/>
            <a:ext cx="5159375" cy="5659438"/>
            <a:chOff x="2436" y="426"/>
            <a:chExt cx="3250" cy="3565"/>
          </a:xfrm>
        </p:grpSpPr>
        <p:sp>
          <p:nvSpPr>
            <p:cNvPr id="59396" name="Text Box 5"/>
            <p:cNvSpPr txBox="1"/>
            <p:nvPr/>
          </p:nvSpPr>
          <p:spPr>
            <a:xfrm>
              <a:off x="2551" y="819"/>
              <a:ext cx="1716" cy="3130"/>
            </a:xfrm>
            <a:prstGeom prst="rect">
              <a:avLst/>
            </a:prstGeom>
            <a:noFill/>
            <a:ln w="12700">
              <a:noFill/>
            </a:ln>
          </p:spPr>
          <p:txBody>
            <a:bodyPr wrap="none" anchor="t" anchorCtr="0">
              <a:spAutoFit/>
            </a:bodyPr>
            <a:p>
              <a:pPr marL="457200" indent="-457200"/>
              <a:r>
                <a:rPr lang="en-US" altLang="zh-CN" i="0" dirty="0">
                  <a:latin typeface="Times New Roman" panose="02020603050405020304" pitchFamily="18" charset="0"/>
                  <a:ea typeface="宋体" panose="02010600030101010101" pitchFamily="2" charset="-122"/>
                </a:rPr>
                <a:t>0           0           0          0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1           1           1          1</a:t>
              </a:r>
              <a:endParaRPr lang="en-US" altLang="zh-CN" i="0" dirty="0">
                <a:latin typeface="Times New Roman" panose="02020603050405020304" pitchFamily="18" charset="0"/>
                <a:ea typeface="宋体" panose="02010600030101010101" pitchFamily="2" charset="-122"/>
              </a:endParaRPr>
            </a:p>
          </p:txBody>
        </p:sp>
        <p:sp>
          <p:nvSpPr>
            <p:cNvPr id="59397" name="Line 6"/>
            <p:cNvSpPr/>
            <p:nvPr/>
          </p:nvSpPr>
          <p:spPr>
            <a:xfrm>
              <a:off x="2436" y="426"/>
              <a:ext cx="3237" cy="0"/>
            </a:xfrm>
            <a:prstGeom prst="line">
              <a:avLst/>
            </a:prstGeom>
            <a:ln w="12700" cap="flat" cmpd="sng">
              <a:solidFill>
                <a:srgbClr val="0000FF"/>
              </a:solidFill>
              <a:prstDash val="solid"/>
              <a:round/>
              <a:headEnd type="none" w="med" len="med"/>
              <a:tailEnd type="none" w="sm" len="lg"/>
            </a:ln>
          </p:spPr>
        </p:sp>
        <p:sp>
          <p:nvSpPr>
            <p:cNvPr id="59398" name="Line 7"/>
            <p:cNvSpPr/>
            <p:nvPr/>
          </p:nvSpPr>
          <p:spPr>
            <a:xfrm>
              <a:off x="2448" y="774"/>
              <a:ext cx="3238" cy="0"/>
            </a:xfrm>
            <a:prstGeom prst="line">
              <a:avLst/>
            </a:prstGeom>
            <a:ln w="12700" cap="flat" cmpd="sng">
              <a:solidFill>
                <a:srgbClr val="0000FF"/>
              </a:solidFill>
              <a:prstDash val="solid"/>
              <a:round/>
              <a:headEnd type="none" w="med" len="med"/>
              <a:tailEnd type="none" w="sm" len="lg"/>
            </a:ln>
          </p:spPr>
        </p:sp>
        <p:sp>
          <p:nvSpPr>
            <p:cNvPr id="59399" name="Line 8"/>
            <p:cNvSpPr/>
            <p:nvPr/>
          </p:nvSpPr>
          <p:spPr>
            <a:xfrm>
              <a:off x="2522" y="3966"/>
              <a:ext cx="3136" cy="0"/>
            </a:xfrm>
            <a:prstGeom prst="line">
              <a:avLst/>
            </a:prstGeom>
            <a:ln w="12700" cap="flat" cmpd="sng">
              <a:solidFill>
                <a:srgbClr val="0000FF"/>
              </a:solidFill>
              <a:prstDash val="solid"/>
              <a:round/>
              <a:headEnd type="none" w="med" len="med"/>
              <a:tailEnd type="none" w="sm" len="lg"/>
            </a:ln>
          </p:spPr>
        </p:sp>
        <p:sp>
          <p:nvSpPr>
            <p:cNvPr id="59400" name="Line 9"/>
            <p:cNvSpPr/>
            <p:nvPr/>
          </p:nvSpPr>
          <p:spPr>
            <a:xfrm>
              <a:off x="4384" y="426"/>
              <a:ext cx="0" cy="3552"/>
            </a:xfrm>
            <a:prstGeom prst="line">
              <a:avLst/>
            </a:prstGeom>
            <a:ln w="12700" cap="flat" cmpd="sng">
              <a:solidFill>
                <a:srgbClr val="0000FF"/>
              </a:solidFill>
              <a:prstDash val="solid"/>
              <a:round/>
              <a:headEnd type="none" w="med" len="med"/>
              <a:tailEnd type="none" w="sm" len="lg"/>
            </a:ln>
          </p:spPr>
        </p:sp>
        <p:sp>
          <p:nvSpPr>
            <p:cNvPr id="59401" name="Text Box 10"/>
            <p:cNvSpPr txBox="1"/>
            <p:nvPr/>
          </p:nvSpPr>
          <p:spPr>
            <a:xfrm>
              <a:off x="2527" y="444"/>
              <a:ext cx="1802"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      B      C      D </a:t>
              </a:r>
              <a:endParaRPr lang="en-US" altLang="zh-CN" sz="2800" i="0" dirty="0">
                <a:latin typeface="Times New Roman" panose="02020603050405020304" pitchFamily="18" charset="0"/>
                <a:ea typeface="宋体" panose="02010600030101010101" pitchFamily="2" charset="-122"/>
              </a:endParaRPr>
            </a:p>
          </p:txBody>
        </p:sp>
        <p:sp>
          <p:nvSpPr>
            <p:cNvPr id="59402" name="Text Box 11"/>
            <p:cNvSpPr txBox="1"/>
            <p:nvPr/>
          </p:nvSpPr>
          <p:spPr>
            <a:xfrm>
              <a:off x="4444" y="432"/>
              <a:ext cx="1065" cy="329"/>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W   Y   R  </a:t>
              </a:r>
              <a:endParaRPr lang="en-US" altLang="zh-CN" sz="2800" i="0" dirty="0">
                <a:latin typeface="Times New Roman" panose="02020603050405020304" pitchFamily="18" charset="0"/>
                <a:ea typeface="宋体" panose="02010600030101010101" pitchFamily="2" charset="-122"/>
              </a:endParaRPr>
            </a:p>
          </p:txBody>
        </p:sp>
        <p:sp>
          <p:nvSpPr>
            <p:cNvPr id="59403" name="Text Box 12"/>
            <p:cNvSpPr txBox="1"/>
            <p:nvPr/>
          </p:nvSpPr>
          <p:spPr>
            <a:xfrm>
              <a:off x="4532" y="831"/>
              <a:ext cx="204" cy="316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59405" name="Text Box 14"/>
            <p:cNvSpPr txBox="1"/>
            <p:nvPr/>
          </p:nvSpPr>
          <p:spPr>
            <a:xfrm>
              <a:off x="5173" y="829"/>
              <a:ext cx="204" cy="316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59406" name="Text Box 15"/>
            <p:cNvSpPr txBox="1"/>
            <p:nvPr/>
          </p:nvSpPr>
          <p:spPr>
            <a:xfrm>
              <a:off x="4853" y="827"/>
              <a:ext cx="204" cy="316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grpSp>
      <p:sp>
        <p:nvSpPr>
          <p:cNvPr id="92162" name="Text Box 2"/>
          <p:cNvSpPr txBox="1"/>
          <p:nvPr/>
        </p:nvSpPr>
        <p:spPr>
          <a:xfrm>
            <a:off x="199390" y="871855"/>
            <a:ext cx="3665220" cy="4523105"/>
          </a:xfrm>
          <a:prstGeom prst="rect">
            <a:avLst/>
          </a:prstGeom>
          <a:noFill/>
          <a:ln w="9525">
            <a:noFill/>
          </a:ln>
        </p:spPr>
        <p:txBody>
          <a:bodyPr wrap="square" anchor="t" anchorCtr="0">
            <a:spAutoFit/>
          </a:bodyPr>
          <a:p>
            <a:pPr algn="just">
              <a:spcBef>
                <a:spcPct val="50000"/>
              </a:spcBef>
            </a:pPr>
            <a:r>
              <a:rPr lang="zh-CN" altLang="en-US" sz="2400" b="1" i="0" dirty="0">
                <a:latin typeface="Times New Roman" panose="02020603050405020304" pitchFamily="18" charset="0"/>
                <a:ea typeface="宋体" panose="02010600030101010101" pitchFamily="2" charset="-122"/>
              </a:rPr>
              <a:t>例</a:t>
            </a:r>
            <a:r>
              <a:rPr lang="en-US" altLang="zh-CN" sz="2400" b="1" i="0" dirty="0">
                <a:latin typeface="Times New Roman" panose="02020603050405020304" pitchFamily="18" charset="0"/>
                <a:ea typeface="宋体" panose="02010600030101010101" pitchFamily="2" charset="-122"/>
              </a:rPr>
              <a:t>6</a:t>
            </a:r>
            <a:r>
              <a:rPr lang="zh-CN" altLang="en-US" sz="2400" b="1" i="0" dirty="0">
                <a:latin typeface="Times New Roman" panose="02020603050405020304" pitchFamily="18" charset="0"/>
                <a:ea typeface="宋体" panose="02010600030101010101" pitchFamily="2" charset="-122"/>
              </a:rPr>
              <a:t>：设</a:t>
            </a:r>
            <a:r>
              <a:rPr lang="zh-CN" altLang="zh-CN" sz="2400" i="0" dirty="0">
                <a:latin typeface="Times New Roman" panose="02020603050405020304" pitchFamily="18" charset="0"/>
                <a:ea typeface="宋体" panose="02010600030101010101" pitchFamily="2" charset="-122"/>
              </a:rPr>
              <a:t>水位高度用四位二进制数表示。按水位高度</a:t>
            </a:r>
            <a:r>
              <a:rPr lang="en-US" altLang="zh-CN" sz="2400" i="0" dirty="0">
                <a:latin typeface="Times New Roman" panose="02020603050405020304" pitchFamily="18" charset="0"/>
                <a:ea typeface="宋体" panose="02010600030101010101" pitchFamily="2" charset="-122"/>
              </a:rPr>
              <a:t>*10</a:t>
            </a:r>
            <a:r>
              <a:rPr lang="zh-CN" altLang="en-US" sz="2400" i="0" dirty="0">
                <a:latin typeface="Times New Roman" panose="02020603050405020304" pitchFamily="18" charset="0"/>
                <a:ea typeface="宋体" panose="02010600030101010101" pitchFamily="2" charset="-122"/>
              </a:rPr>
              <a:t>取整，并将整数</a:t>
            </a:r>
            <a:r>
              <a:rPr lang="zh-CN" altLang="zh-CN" sz="2400" i="0" dirty="0">
                <a:sym typeface="+mn-ea"/>
              </a:rPr>
              <a:t>采用</a:t>
            </a:r>
            <a:r>
              <a:rPr lang="en-US" altLang="zh-CN" sz="2400" i="0" dirty="0">
                <a:sym typeface="+mn-ea"/>
              </a:rPr>
              <a:t>8421BCD</a:t>
            </a:r>
            <a:r>
              <a:rPr lang="zh-CN" altLang="en-US" sz="2400" i="0" dirty="0">
                <a:sym typeface="+mn-ea"/>
              </a:rPr>
              <a:t>码表示。即水位高度</a:t>
            </a:r>
            <a:r>
              <a:rPr lang="zh-CN" altLang="zh-CN" sz="2400" i="0" dirty="0">
                <a:latin typeface="Times New Roman" panose="02020603050405020304" pitchFamily="18" charset="0"/>
                <a:ea typeface="宋体" panose="02010600030101010101" pitchFamily="2" charset="-122"/>
              </a:rPr>
              <a:t>0.5米表示为</a:t>
            </a:r>
            <a:r>
              <a:rPr lang="en-US" altLang="zh-CN" sz="2400" i="0" dirty="0">
                <a:latin typeface="Times New Roman" panose="02020603050405020304" pitchFamily="18" charset="0"/>
                <a:ea typeface="宋体" panose="02010600030101010101" pitchFamily="2" charset="-122"/>
              </a:rPr>
              <a:t>0101</a:t>
            </a:r>
            <a:r>
              <a:rPr lang="zh-CN" altLang="en-US" sz="2400" i="0" dirty="0">
                <a:latin typeface="Times New Roman" panose="02020603050405020304" pitchFamily="18" charset="0"/>
                <a:ea typeface="宋体" panose="02010600030101010101" pitchFamily="2" charset="-122"/>
              </a:rPr>
              <a:t>；</a:t>
            </a:r>
            <a:r>
              <a:rPr lang="zh-CN" altLang="zh-CN" sz="2400" i="0" dirty="0">
                <a:latin typeface="Times New Roman" panose="02020603050405020304" pitchFamily="18" charset="0"/>
                <a:ea typeface="宋体" panose="02010600030101010101" pitchFamily="2" charset="-122"/>
              </a:rPr>
              <a:t>0.6米表示时</a:t>
            </a:r>
            <a:r>
              <a:rPr lang="en-US" altLang="zh-CN" sz="2400" i="0" dirty="0">
                <a:latin typeface="Times New Roman" panose="02020603050405020304" pitchFamily="18" charset="0"/>
                <a:ea typeface="宋体" panose="02010600030101010101" pitchFamily="2" charset="-122"/>
              </a:rPr>
              <a:t>0110</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0</a:t>
            </a:r>
            <a:r>
              <a:rPr lang="zh-CN" altLang="zh-CN" sz="2400" i="0" dirty="0">
                <a:latin typeface="Times New Roman" panose="02020603050405020304" pitchFamily="18" charset="0"/>
                <a:ea typeface="宋体" panose="02010600030101010101" pitchFamily="2" charset="-122"/>
              </a:rPr>
              <a:t>.8米表示为</a:t>
            </a:r>
            <a:r>
              <a:rPr lang="en-US" altLang="zh-CN" sz="2400" i="0" dirty="0">
                <a:latin typeface="Times New Roman" panose="02020603050405020304" pitchFamily="18" charset="0"/>
                <a:ea typeface="宋体" panose="02010600030101010101" pitchFamily="2" charset="-122"/>
              </a:rPr>
              <a:t>1000</a:t>
            </a:r>
            <a:r>
              <a:rPr lang="zh-CN" altLang="en-US" sz="2400" i="0" dirty="0">
                <a:latin typeface="Times New Roman" panose="02020603050405020304" pitchFamily="18" charset="0"/>
                <a:ea typeface="宋体" panose="02010600030101010101" pitchFamily="2" charset="-122"/>
              </a:rPr>
              <a:t>；水位不可能到达</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米，故</a:t>
            </a:r>
            <a:r>
              <a:rPr lang="zh-CN" altLang="zh-CN" sz="2400" i="0" dirty="0">
                <a:sym typeface="+mn-ea"/>
              </a:rPr>
              <a:t>四位二进制数可表示水位。</a:t>
            </a:r>
            <a:r>
              <a:rPr lang="en-US" altLang="zh-CN" sz="2400" i="0" dirty="0">
                <a:sym typeface="+mn-ea"/>
              </a:rPr>
              <a:t>W</a:t>
            </a:r>
            <a:r>
              <a:rPr lang="zh-CN" altLang="en-US" sz="2400" i="0" dirty="0">
                <a:sym typeface="+mn-ea"/>
              </a:rPr>
              <a:t>表示</a:t>
            </a:r>
            <a:r>
              <a:rPr lang="zh-CN" altLang="zh-CN" sz="2400" i="0" dirty="0">
                <a:sym typeface="+mn-ea"/>
              </a:rPr>
              <a:t>白指示灯，</a:t>
            </a:r>
            <a:r>
              <a:rPr lang="en-US" altLang="zh-CN" sz="2400" i="0" dirty="0">
                <a:sym typeface="+mn-ea"/>
              </a:rPr>
              <a:t>Y</a:t>
            </a:r>
            <a:r>
              <a:rPr lang="zh-CN" altLang="en-US" sz="2400" i="0" dirty="0">
                <a:sym typeface="+mn-ea"/>
              </a:rPr>
              <a:t>表示</a:t>
            </a:r>
            <a:r>
              <a:rPr lang="zh-CN" altLang="zh-CN" sz="2400" i="0" dirty="0">
                <a:sym typeface="+mn-ea"/>
              </a:rPr>
              <a:t>黄指示灯，</a:t>
            </a:r>
            <a:r>
              <a:rPr lang="en-US" altLang="zh-CN" sz="2400" i="0" dirty="0">
                <a:sym typeface="+mn-ea"/>
              </a:rPr>
              <a:t>R</a:t>
            </a:r>
            <a:r>
              <a:rPr lang="zh-CN" altLang="zh-CN" sz="2400" i="0" dirty="0">
                <a:sym typeface="+mn-ea"/>
              </a:rPr>
              <a:t>红指示灯列，</a:t>
            </a:r>
            <a:r>
              <a:rPr lang="en-US" altLang="zh-CN" sz="2400" i="0" dirty="0">
                <a:sym typeface="+mn-ea"/>
              </a:rPr>
              <a:t>1</a:t>
            </a:r>
            <a:r>
              <a:rPr lang="zh-CN" altLang="en-US" sz="2400" i="0" dirty="0">
                <a:sym typeface="+mn-ea"/>
              </a:rPr>
              <a:t>为亮，</a:t>
            </a:r>
            <a:r>
              <a:rPr lang="en-US" altLang="zh-CN" sz="2400" i="0" dirty="0">
                <a:sym typeface="+mn-ea"/>
              </a:rPr>
              <a:t>0</a:t>
            </a:r>
            <a:r>
              <a:rPr lang="zh-CN" altLang="en-US" sz="2400" i="0" dirty="0">
                <a:sym typeface="+mn-ea"/>
              </a:rPr>
              <a:t>为灭。列</a:t>
            </a:r>
            <a:r>
              <a:rPr lang="zh-CN" altLang="zh-CN" sz="2400" i="0" dirty="0">
                <a:sym typeface="+mn-ea"/>
              </a:rPr>
              <a:t>真值表：</a:t>
            </a:r>
            <a:endParaRPr lang="zh-CN" altLang="zh-CN" sz="24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2162"/>
                                        </p:tgtEl>
                                        <p:attrNameLst>
                                          <p:attrName>style.visibility</p:attrName>
                                        </p:attrNameLst>
                                      </p:cBhvr>
                                      <p:to>
                                        <p:strVal val="visible"/>
                                      </p:to>
                                    </p:set>
                                    <p:animEffect transition="in" filter="fade">
                                      <p:cBhvr>
                                        <p:cTn id="12" dur="2000"/>
                                        <p:tgtEl>
                                          <p:spTgt spid="92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Group 16"/>
          <p:cNvGrpSpPr/>
          <p:nvPr/>
        </p:nvGrpSpPr>
        <p:grpSpPr>
          <a:xfrm>
            <a:off x="3885565" y="639127"/>
            <a:ext cx="5159375" cy="2995613"/>
            <a:chOff x="2436" y="387"/>
            <a:chExt cx="3250" cy="1887"/>
          </a:xfrm>
        </p:grpSpPr>
        <p:sp>
          <p:nvSpPr>
            <p:cNvPr id="59396" name="Text Box 5"/>
            <p:cNvSpPr txBox="1"/>
            <p:nvPr/>
          </p:nvSpPr>
          <p:spPr>
            <a:xfrm>
              <a:off x="2551" y="664"/>
              <a:ext cx="1355" cy="1608"/>
            </a:xfrm>
            <a:prstGeom prst="rect">
              <a:avLst/>
            </a:prstGeom>
            <a:noFill/>
            <a:ln w="12700">
              <a:noFill/>
            </a:ln>
          </p:spPr>
          <p:txBody>
            <a:bodyPr wrap="none" anchor="t" anchorCtr="0">
              <a:spAutoFit/>
            </a:bodyPr>
            <a:p>
              <a:pPr marL="457200" indent="-457200"/>
              <a:r>
                <a:rPr lang="en-US" altLang="zh-CN" i="0" dirty="0">
                  <a:latin typeface="Times New Roman" panose="02020603050405020304" pitchFamily="18" charset="0"/>
                  <a:ea typeface="宋体" panose="02010600030101010101" pitchFamily="2" charset="-122"/>
                </a:rPr>
                <a:t>0           0            0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a:t>
              </a:r>
              <a:endParaRPr lang="en-US" altLang="zh-CN" i="0" dirty="0">
                <a:latin typeface="Times New Roman" panose="02020603050405020304" pitchFamily="18" charset="0"/>
                <a:ea typeface="宋体" panose="02010600030101010101" pitchFamily="2" charset="-122"/>
              </a:endParaRPr>
            </a:p>
          </p:txBody>
        </p:sp>
        <p:sp>
          <p:nvSpPr>
            <p:cNvPr id="59397" name="Line 6"/>
            <p:cNvSpPr/>
            <p:nvPr/>
          </p:nvSpPr>
          <p:spPr>
            <a:xfrm>
              <a:off x="2436" y="426"/>
              <a:ext cx="3237" cy="0"/>
            </a:xfrm>
            <a:prstGeom prst="line">
              <a:avLst/>
            </a:prstGeom>
            <a:ln w="12700" cap="flat" cmpd="sng">
              <a:solidFill>
                <a:srgbClr val="0000FF"/>
              </a:solidFill>
              <a:prstDash val="solid"/>
              <a:round/>
              <a:headEnd type="none" w="med" len="med"/>
              <a:tailEnd type="none" w="sm" len="lg"/>
            </a:ln>
          </p:spPr>
        </p:sp>
        <p:sp>
          <p:nvSpPr>
            <p:cNvPr id="59398" name="Line 7"/>
            <p:cNvSpPr/>
            <p:nvPr/>
          </p:nvSpPr>
          <p:spPr>
            <a:xfrm>
              <a:off x="2448" y="679"/>
              <a:ext cx="3238" cy="0"/>
            </a:xfrm>
            <a:prstGeom prst="line">
              <a:avLst/>
            </a:prstGeom>
            <a:ln w="12700" cap="flat" cmpd="sng">
              <a:solidFill>
                <a:srgbClr val="0000FF"/>
              </a:solidFill>
              <a:prstDash val="solid"/>
              <a:round/>
              <a:headEnd type="none" w="med" len="med"/>
              <a:tailEnd type="none" w="sm" len="lg"/>
            </a:ln>
          </p:spPr>
        </p:sp>
        <p:sp>
          <p:nvSpPr>
            <p:cNvPr id="59399" name="Line 8"/>
            <p:cNvSpPr/>
            <p:nvPr/>
          </p:nvSpPr>
          <p:spPr>
            <a:xfrm>
              <a:off x="2522" y="2227"/>
              <a:ext cx="3136" cy="0"/>
            </a:xfrm>
            <a:prstGeom prst="line">
              <a:avLst/>
            </a:prstGeom>
            <a:ln w="12700" cap="flat" cmpd="sng">
              <a:solidFill>
                <a:srgbClr val="0000FF"/>
              </a:solidFill>
              <a:prstDash val="solid"/>
              <a:round/>
              <a:headEnd type="none" w="med" len="med"/>
              <a:tailEnd type="none" w="sm" len="lg"/>
            </a:ln>
          </p:spPr>
        </p:sp>
        <p:sp>
          <p:nvSpPr>
            <p:cNvPr id="59400" name="Line 9"/>
            <p:cNvSpPr/>
            <p:nvPr/>
          </p:nvSpPr>
          <p:spPr>
            <a:xfrm flipH="1">
              <a:off x="4090" y="414"/>
              <a:ext cx="5" cy="1808"/>
            </a:xfrm>
            <a:prstGeom prst="line">
              <a:avLst/>
            </a:prstGeom>
            <a:ln w="12700" cap="flat" cmpd="sng">
              <a:solidFill>
                <a:srgbClr val="0000FF"/>
              </a:solidFill>
              <a:prstDash val="solid"/>
              <a:round/>
              <a:headEnd type="none" w="med" len="med"/>
              <a:tailEnd type="none" w="sm" len="lg"/>
            </a:ln>
          </p:spPr>
        </p:sp>
        <p:sp>
          <p:nvSpPr>
            <p:cNvPr id="59401" name="Text Box 10"/>
            <p:cNvSpPr txBox="1"/>
            <p:nvPr/>
          </p:nvSpPr>
          <p:spPr>
            <a:xfrm>
              <a:off x="2527" y="394"/>
              <a:ext cx="1627" cy="329"/>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x0      x1      x2   </a:t>
              </a:r>
              <a:endParaRPr lang="en-US" altLang="zh-CN" sz="2800" i="0" dirty="0">
                <a:latin typeface="Times New Roman" panose="02020603050405020304" pitchFamily="18" charset="0"/>
                <a:ea typeface="宋体" panose="02010600030101010101" pitchFamily="2" charset="-122"/>
              </a:endParaRPr>
            </a:p>
          </p:txBody>
        </p:sp>
        <p:sp>
          <p:nvSpPr>
            <p:cNvPr id="59402" name="Text Box 11"/>
            <p:cNvSpPr txBox="1"/>
            <p:nvPr/>
          </p:nvSpPr>
          <p:spPr>
            <a:xfrm>
              <a:off x="4246" y="387"/>
              <a:ext cx="1204" cy="329"/>
            </a:xfrm>
            <a:prstGeom prst="rect">
              <a:avLst/>
            </a:prstGeom>
            <a:noFill/>
            <a:ln w="12700">
              <a:noFill/>
            </a:ln>
          </p:spPr>
          <p:txBody>
            <a:bodyPr wrap="square" anchor="t" anchorCtr="0">
              <a:spAutoFit/>
            </a:bodyPr>
            <a:p>
              <a:r>
                <a:rPr lang="en-US" altLang="zh-CN" sz="2800" i="0" dirty="0">
                  <a:latin typeface="Times New Roman" panose="02020603050405020304" pitchFamily="18" charset="0"/>
                  <a:ea typeface="宋体" panose="02010600030101010101" pitchFamily="2" charset="-122"/>
                </a:rPr>
                <a:t>F0   F1   F2  </a:t>
              </a:r>
              <a:endParaRPr lang="en-US" altLang="zh-CN" sz="2800" i="0" dirty="0">
                <a:latin typeface="Times New Roman" panose="02020603050405020304" pitchFamily="18" charset="0"/>
                <a:ea typeface="宋体" panose="02010600030101010101" pitchFamily="2" charset="-122"/>
              </a:endParaRPr>
            </a:p>
          </p:txBody>
        </p:sp>
        <p:sp>
          <p:nvSpPr>
            <p:cNvPr id="59403" name="Text Box 12"/>
            <p:cNvSpPr txBox="1"/>
            <p:nvPr/>
          </p:nvSpPr>
          <p:spPr>
            <a:xfrm>
              <a:off x="4324" y="666"/>
              <a:ext cx="195" cy="1608"/>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59405" name="Text Box 14"/>
            <p:cNvSpPr txBox="1"/>
            <p:nvPr/>
          </p:nvSpPr>
          <p:spPr>
            <a:xfrm>
              <a:off x="5172" y="659"/>
              <a:ext cx="195" cy="1608"/>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59406" name="Text Box 15"/>
            <p:cNvSpPr txBox="1"/>
            <p:nvPr/>
          </p:nvSpPr>
          <p:spPr>
            <a:xfrm>
              <a:off x="4748" y="657"/>
              <a:ext cx="195" cy="1608"/>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p:txBody>
        </p:sp>
      </p:grpSp>
      <p:sp>
        <p:nvSpPr>
          <p:cNvPr id="92162" name="Text Box 2"/>
          <p:cNvSpPr txBox="1"/>
          <p:nvPr/>
        </p:nvSpPr>
        <p:spPr>
          <a:xfrm>
            <a:off x="199390" y="871855"/>
            <a:ext cx="3665220" cy="3415030"/>
          </a:xfrm>
          <a:prstGeom prst="rect">
            <a:avLst/>
          </a:prstGeom>
          <a:noFill/>
          <a:ln w="9525">
            <a:noFill/>
          </a:ln>
        </p:spPr>
        <p:txBody>
          <a:bodyPr wrap="square" anchor="t" anchorCtr="0">
            <a:spAutoFit/>
          </a:bodyPr>
          <a:p>
            <a:pPr algn="just">
              <a:spcBef>
                <a:spcPct val="50000"/>
              </a:spcBef>
            </a:pPr>
            <a:r>
              <a:rPr lang="zh-CN" altLang="en-US" sz="2400" b="1" i="0" dirty="0">
                <a:latin typeface="Times New Roman" panose="02020603050405020304" pitchFamily="18" charset="0"/>
                <a:ea typeface="宋体" panose="02010600030101010101" pitchFamily="2" charset="-122"/>
              </a:rPr>
              <a:t>例</a:t>
            </a:r>
            <a:r>
              <a:rPr lang="en-US" altLang="zh-CN" sz="2400" b="1" i="0" dirty="0">
                <a:latin typeface="Times New Roman" panose="02020603050405020304" pitchFamily="18" charset="0"/>
                <a:ea typeface="宋体" panose="02010600030101010101" pitchFamily="2" charset="-122"/>
              </a:rPr>
              <a:t>7</a:t>
            </a:r>
            <a:r>
              <a:rPr lang="zh-CN" altLang="en-US" sz="2400" b="1" i="0" dirty="0">
                <a:latin typeface="Times New Roman" panose="02020603050405020304" pitchFamily="18" charset="0"/>
                <a:ea typeface="宋体" panose="02010600030101010101" pitchFamily="2" charset="-122"/>
              </a:rPr>
              <a:t>：</a:t>
            </a:r>
            <a:r>
              <a:rPr lang="zh-CN" altLang="zh-CN" sz="2400" i="0" dirty="0">
                <a:sym typeface="+mn-ea"/>
              </a:rPr>
              <a:t>已知[x]原＝x0x1x2，试设计一个逻辑电路，以原码作为输入，要求：当AB＝01时，其输出反码；当AB＝10时，其输出补码。</a:t>
            </a:r>
            <a:r>
              <a:rPr lang="zh-CN" altLang="en-US" sz="2400" i="0" dirty="0">
                <a:sym typeface="+mn-ea"/>
              </a:rPr>
              <a:t>列</a:t>
            </a:r>
            <a:r>
              <a:rPr lang="zh-CN" altLang="zh-CN" sz="2400" i="0" dirty="0">
                <a:sym typeface="+mn-ea"/>
              </a:rPr>
              <a:t>真值表：</a:t>
            </a:r>
            <a:endParaRPr lang="zh-CN" altLang="zh-CN" sz="2400" i="0" dirty="0">
              <a:sym typeface="+mn-ea"/>
            </a:endParaRPr>
          </a:p>
          <a:p>
            <a:pPr algn="just">
              <a:spcBef>
                <a:spcPct val="50000"/>
              </a:spcBef>
            </a:pPr>
            <a:r>
              <a:rPr lang="zh-CN" altLang="en-US" sz="2400" i="0" dirty="0">
                <a:latin typeface="Times New Roman" panose="02020603050405020304" pitchFamily="18" charset="0"/>
                <a:ea typeface="宋体" panose="02010600030101010101" pitchFamily="2" charset="-122"/>
              </a:rPr>
              <a:t>表达式：</a:t>
            </a:r>
            <a:endParaRPr lang="zh-CN" altLang="en-US" sz="2400" i="0" dirty="0">
              <a:latin typeface="Times New Roman" panose="02020603050405020304" pitchFamily="18" charset="0"/>
              <a:ea typeface="宋体" panose="02010600030101010101" pitchFamily="2" charset="-122"/>
            </a:endParaRPr>
          </a:p>
          <a:p>
            <a:pPr algn="just">
              <a:spcBef>
                <a:spcPct val="50000"/>
              </a:spcBef>
            </a:pPr>
            <a:endParaRPr lang="en-US" altLang="zh-CN" sz="2400" i="0" dirty="0">
              <a:latin typeface="Times New Roman" panose="02020603050405020304" pitchFamily="18" charset="0"/>
              <a:ea typeface="宋体" panose="02010600030101010101" pitchFamily="2" charset="-122"/>
            </a:endParaRPr>
          </a:p>
        </p:txBody>
      </p:sp>
      <p:sp>
        <p:nvSpPr>
          <p:cNvPr id="2" name="文本框 1"/>
          <p:cNvSpPr txBox="1"/>
          <p:nvPr/>
        </p:nvSpPr>
        <p:spPr>
          <a:xfrm>
            <a:off x="3904615" y="312420"/>
            <a:ext cx="1827530" cy="398780"/>
          </a:xfrm>
          <a:prstGeom prst="rect">
            <a:avLst/>
          </a:prstGeom>
          <a:noFill/>
        </p:spPr>
        <p:txBody>
          <a:bodyPr wrap="square" rtlCol="0" anchor="t">
            <a:spAutoFit/>
          </a:bodyPr>
          <a:p>
            <a:r>
              <a:rPr lang="zh-CN" altLang="en-US" i="0"/>
              <a:t>当AB＝01时</a:t>
            </a:r>
            <a:endParaRPr lang="zh-CN" altLang="en-US" i="0"/>
          </a:p>
        </p:txBody>
      </p:sp>
      <p:grpSp>
        <p:nvGrpSpPr>
          <p:cNvPr id="3" name="Group 16"/>
          <p:cNvGrpSpPr/>
          <p:nvPr/>
        </p:nvGrpSpPr>
        <p:grpSpPr>
          <a:xfrm>
            <a:off x="3888740" y="3841750"/>
            <a:ext cx="5159375" cy="2965450"/>
            <a:chOff x="2436" y="364"/>
            <a:chExt cx="3250" cy="1868"/>
          </a:xfrm>
        </p:grpSpPr>
        <p:sp>
          <p:nvSpPr>
            <p:cNvPr id="5" name="Text Box 5"/>
            <p:cNvSpPr txBox="1"/>
            <p:nvPr/>
          </p:nvSpPr>
          <p:spPr>
            <a:xfrm>
              <a:off x="2551" y="624"/>
              <a:ext cx="1355" cy="1608"/>
            </a:xfrm>
            <a:prstGeom prst="rect">
              <a:avLst/>
            </a:prstGeom>
            <a:noFill/>
            <a:ln w="12700">
              <a:noFill/>
            </a:ln>
          </p:spPr>
          <p:txBody>
            <a:bodyPr wrap="none" anchor="t" anchorCtr="0">
              <a:spAutoFit/>
            </a:bodyPr>
            <a:p>
              <a:pPr marL="457200" indent="-457200"/>
              <a:r>
                <a:rPr lang="en-US" altLang="zh-CN" i="0" dirty="0">
                  <a:latin typeface="Times New Roman" panose="02020603050405020304" pitchFamily="18" charset="0"/>
                  <a:ea typeface="宋体" panose="02010600030101010101" pitchFamily="2" charset="-122"/>
                </a:rPr>
                <a:t>0           0            0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a:t>
              </a:r>
              <a:endParaRPr lang="en-US" altLang="zh-CN" i="0" dirty="0">
                <a:latin typeface="Times New Roman" panose="02020603050405020304" pitchFamily="18" charset="0"/>
                <a:ea typeface="宋体" panose="02010600030101010101" pitchFamily="2" charset="-122"/>
              </a:endParaRPr>
            </a:p>
          </p:txBody>
        </p:sp>
        <p:sp>
          <p:nvSpPr>
            <p:cNvPr id="6" name="Line 6"/>
            <p:cNvSpPr/>
            <p:nvPr/>
          </p:nvSpPr>
          <p:spPr>
            <a:xfrm>
              <a:off x="2436" y="426"/>
              <a:ext cx="3237" cy="0"/>
            </a:xfrm>
            <a:prstGeom prst="line">
              <a:avLst/>
            </a:prstGeom>
            <a:ln w="12700" cap="flat" cmpd="sng">
              <a:solidFill>
                <a:srgbClr val="0000FF"/>
              </a:solidFill>
              <a:prstDash val="solid"/>
              <a:round/>
              <a:headEnd type="none" w="med" len="med"/>
              <a:tailEnd type="none" w="sm" len="lg"/>
            </a:ln>
          </p:spPr>
        </p:sp>
        <p:sp>
          <p:nvSpPr>
            <p:cNvPr id="7" name="Line 7"/>
            <p:cNvSpPr/>
            <p:nvPr/>
          </p:nvSpPr>
          <p:spPr>
            <a:xfrm>
              <a:off x="2448" y="649"/>
              <a:ext cx="3238" cy="0"/>
            </a:xfrm>
            <a:prstGeom prst="line">
              <a:avLst/>
            </a:prstGeom>
            <a:ln w="12700" cap="flat" cmpd="sng">
              <a:solidFill>
                <a:srgbClr val="0000FF"/>
              </a:solidFill>
              <a:prstDash val="solid"/>
              <a:round/>
              <a:headEnd type="none" w="med" len="med"/>
              <a:tailEnd type="none" w="sm" len="lg"/>
            </a:ln>
          </p:spPr>
        </p:sp>
        <p:sp>
          <p:nvSpPr>
            <p:cNvPr id="8" name="Line 8"/>
            <p:cNvSpPr/>
            <p:nvPr/>
          </p:nvSpPr>
          <p:spPr>
            <a:xfrm>
              <a:off x="2522" y="2187"/>
              <a:ext cx="3136" cy="0"/>
            </a:xfrm>
            <a:prstGeom prst="line">
              <a:avLst/>
            </a:prstGeom>
            <a:ln w="12700" cap="flat" cmpd="sng">
              <a:solidFill>
                <a:srgbClr val="0000FF"/>
              </a:solidFill>
              <a:prstDash val="solid"/>
              <a:round/>
              <a:headEnd type="none" w="med" len="med"/>
              <a:tailEnd type="none" w="sm" len="lg"/>
            </a:ln>
          </p:spPr>
        </p:sp>
        <p:sp>
          <p:nvSpPr>
            <p:cNvPr id="9" name="Line 9"/>
            <p:cNvSpPr/>
            <p:nvPr/>
          </p:nvSpPr>
          <p:spPr>
            <a:xfrm flipH="1">
              <a:off x="4090" y="414"/>
              <a:ext cx="5" cy="1773"/>
            </a:xfrm>
            <a:prstGeom prst="line">
              <a:avLst/>
            </a:prstGeom>
            <a:ln w="12700" cap="flat" cmpd="sng">
              <a:solidFill>
                <a:srgbClr val="0000FF"/>
              </a:solidFill>
              <a:prstDash val="solid"/>
              <a:round/>
              <a:headEnd type="none" w="med" len="med"/>
              <a:tailEnd type="none" w="sm" len="lg"/>
            </a:ln>
          </p:spPr>
        </p:sp>
        <p:sp>
          <p:nvSpPr>
            <p:cNvPr id="10" name="Text Box 10"/>
            <p:cNvSpPr txBox="1"/>
            <p:nvPr/>
          </p:nvSpPr>
          <p:spPr>
            <a:xfrm>
              <a:off x="2527" y="364"/>
              <a:ext cx="1627" cy="329"/>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x0      x1      x2   </a:t>
              </a:r>
              <a:endParaRPr lang="en-US" altLang="zh-CN" sz="2800" i="0" dirty="0">
                <a:latin typeface="Times New Roman" panose="02020603050405020304" pitchFamily="18" charset="0"/>
                <a:ea typeface="宋体" panose="02010600030101010101" pitchFamily="2" charset="-122"/>
              </a:endParaRPr>
            </a:p>
          </p:txBody>
        </p:sp>
        <p:sp>
          <p:nvSpPr>
            <p:cNvPr id="11" name="Text Box 11"/>
            <p:cNvSpPr txBox="1"/>
            <p:nvPr/>
          </p:nvSpPr>
          <p:spPr>
            <a:xfrm>
              <a:off x="4246" y="377"/>
              <a:ext cx="1204" cy="329"/>
            </a:xfrm>
            <a:prstGeom prst="rect">
              <a:avLst/>
            </a:prstGeom>
            <a:noFill/>
            <a:ln w="12700">
              <a:noFill/>
            </a:ln>
          </p:spPr>
          <p:txBody>
            <a:bodyPr wrap="square" anchor="t" anchorCtr="0">
              <a:spAutoFit/>
            </a:bodyPr>
            <a:p>
              <a:r>
                <a:rPr lang="en-US" altLang="zh-CN" sz="2800" i="0" dirty="0">
                  <a:latin typeface="Times New Roman" panose="02020603050405020304" pitchFamily="18" charset="0"/>
                  <a:ea typeface="宋体" panose="02010600030101010101" pitchFamily="2" charset="-122"/>
                </a:rPr>
                <a:t>F0   F1   F2  </a:t>
              </a:r>
              <a:endParaRPr lang="en-US" altLang="zh-CN" sz="2800" i="0" dirty="0">
                <a:latin typeface="Times New Roman" panose="02020603050405020304" pitchFamily="18" charset="0"/>
                <a:ea typeface="宋体" panose="02010600030101010101" pitchFamily="2" charset="-122"/>
              </a:endParaRPr>
            </a:p>
          </p:txBody>
        </p:sp>
        <p:sp>
          <p:nvSpPr>
            <p:cNvPr id="12" name="Text Box 12"/>
            <p:cNvSpPr txBox="1"/>
            <p:nvPr/>
          </p:nvSpPr>
          <p:spPr>
            <a:xfrm>
              <a:off x="4324" y="616"/>
              <a:ext cx="195" cy="1608"/>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13" name="Text Box 14"/>
            <p:cNvSpPr txBox="1"/>
            <p:nvPr/>
          </p:nvSpPr>
          <p:spPr>
            <a:xfrm>
              <a:off x="5172" y="614"/>
              <a:ext cx="195" cy="1608"/>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14" name="Text Box 15"/>
            <p:cNvSpPr txBox="1"/>
            <p:nvPr/>
          </p:nvSpPr>
          <p:spPr>
            <a:xfrm>
              <a:off x="4748" y="617"/>
              <a:ext cx="195" cy="1608"/>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p:txBody>
        </p:sp>
      </p:grpSp>
      <p:sp>
        <p:nvSpPr>
          <p:cNvPr id="15" name="文本框 14"/>
          <p:cNvSpPr txBox="1"/>
          <p:nvPr/>
        </p:nvSpPr>
        <p:spPr>
          <a:xfrm>
            <a:off x="3907790" y="3551555"/>
            <a:ext cx="1827530" cy="398780"/>
          </a:xfrm>
          <a:prstGeom prst="rect">
            <a:avLst/>
          </a:prstGeom>
          <a:noFill/>
        </p:spPr>
        <p:txBody>
          <a:bodyPr wrap="square" rtlCol="0" anchor="t">
            <a:spAutoFit/>
          </a:bodyPr>
          <a:p>
            <a:r>
              <a:rPr lang="zh-CN" altLang="en-US" i="0"/>
              <a:t>当AB＝01时</a:t>
            </a:r>
            <a:endParaRPr lang="zh-CN" altLang="en-US" i="0"/>
          </a:p>
        </p:txBody>
      </p:sp>
      <p:graphicFrame>
        <p:nvGraphicFramePr>
          <p:cNvPr id="16" name="对象 15">
            <a:hlinkClick r:id="" action="ppaction://ole?verb="/>
          </p:cNvPr>
          <p:cNvGraphicFramePr>
            <a:graphicFrameLocks noChangeAspect="1"/>
          </p:cNvGraphicFramePr>
          <p:nvPr/>
        </p:nvGraphicFramePr>
        <p:xfrm>
          <a:off x="195580" y="3841750"/>
          <a:ext cx="3567430" cy="429895"/>
        </p:xfrm>
        <a:graphic>
          <a:graphicData uri="http://schemas.openxmlformats.org/presentationml/2006/ole">
            <mc:AlternateContent xmlns:mc="http://schemas.openxmlformats.org/markup-compatibility/2006">
              <mc:Choice xmlns:v="urn:schemas-microsoft-com:vml" Requires="v">
                <p:oleObj spid="_x0000_s2049" name="" r:id="rId1" imgW="1790700" imgH="215900" progId="Equation.KSEE3">
                  <p:embed/>
                </p:oleObj>
              </mc:Choice>
              <mc:Fallback>
                <p:oleObj name="" r:id="rId1" imgW="1790700" imgH="215900" progId="Equation.KSEE3">
                  <p:embed/>
                  <p:pic>
                    <p:nvPicPr>
                      <p:cNvPr id="0" name="图片 2048"/>
                      <p:cNvPicPr/>
                      <p:nvPr/>
                    </p:nvPicPr>
                    <p:blipFill>
                      <a:blip r:embed="rId2"/>
                      <a:stretch>
                        <a:fillRect/>
                      </a:stretch>
                    </p:blipFill>
                    <p:spPr>
                      <a:xfrm>
                        <a:off x="195580" y="3841750"/>
                        <a:ext cx="3567430" cy="429895"/>
                      </a:xfrm>
                      <a:prstGeom prst="rect">
                        <a:avLst/>
                      </a:prstGeom>
                    </p:spPr>
                  </p:pic>
                </p:oleObj>
              </mc:Fallback>
            </mc:AlternateContent>
          </a:graphicData>
        </a:graphic>
      </p:graphicFrame>
      <p:sp>
        <p:nvSpPr>
          <p:cNvPr id="17" name="文本框 16"/>
          <p:cNvSpPr txBox="1"/>
          <p:nvPr/>
        </p:nvSpPr>
        <p:spPr>
          <a:xfrm>
            <a:off x="1029335" y="4472940"/>
            <a:ext cx="1323975" cy="460375"/>
          </a:xfrm>
          <a:prstGeom prst="rect">
            <a:avLst/>
          </a:prstGeom>
          <a:noFill/>
        </p:spPr>
        <p:txBody>
          <a:bodyPr wrap="square" rtlCol="0" anchor="t">
            <a:spAutoFit/>
          </a:bodyPr>
          <a:p>
            <a:r>
              <a:rPr lang="en-US" altLang="zh-CN" sz="2400" i="0" dirty="0">
                <a:sym typeface="+mn-ea"/>
              </a:rPr>
              <a:t>...</a:t>
            </a:r>
            <a:endParaRPr lang="zh-CN" altLang="en-US" sz="2400" i="0"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2162"/>
                                        </p:tgtEl>
                                        <p:attrNameLst>
                                          <p:attrName>style.visibility</p:attrName>
                                        </p:attrNameLst>
                                      </p:cBhvr>
                                      <p:to>
                                        <p:strVal val="visible"/>
                                      </p:to>
                                    </p:set>
                                    <p:animEffect transition="in" filter="fade">
                                      <p:cBhvr>
                                        <p:cTn id="12" dur="2000"/>
                                        <p:tgtEl>
                                          <p:spTgt spid="92162"/>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to="" calcmode="lin" valueType="num">
                                      <p:cBhvr>
                                        <p:cTn id="17" dur="1" fill="hold"/>
                                        <p:tgtEl>
                                          <p:spTgt spid="3"/>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71438" y="2449513"/>
            <a:ext cx="3160712" cy="806450"/>
            <a:chOff x="45" y="1543"/>
            <a:chExt cx="1991" cy="508"/>
          </a:xfrm>
        </p:grpSpPr>
        <p:sp>
          <p:nvSpPr>
            <p:cNvPr id="285699" name="Rectangle 3"/>
            <p:cNvSpPr>
              <a:spLocks noChangeArrowheads="1"/>
            </p:cNvSpPr>
            <p:nvPr/>
          </p:nvSpPr>
          <p:spPr bwMode="auto">
            <a:xfrm>
              <a:off x="45" y="1633"/>
              <a:ext cx="341" cy="327"/>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⑴</a:t>
              </a:r>
              <a:endPar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grpSp>
          <p:nvGrpSpPr>
            <p:cNvPr id="63491" name="Group 4"/>
            <p:cNvGrpSpPr/>
            <p:nvPr/>
          </p:nvGrpSpPr>
          <p:grpSpPr>
            <a:xfrm>
              <a:off x="476" y="1543"/>
              <a:ext cx="1560" cy="508"/>
              <a:chOff x="476" y="1543"/>
              <a:chExt cx="1560" cy="508"/>
            </a:xfrm>
          </p:grpSpPr>
          <p:graphicFrame>
            <p:nvGraphicFramePr>
              <p:cNvPr id="63492" name="Object 5"/>
              <p:cNvGraphicFramePr>
                <a:graphicFrameLocks noChangeAspect="1"/>
              </p:cNvGraphicFramePr>
              <p:nvPr/>
            </p:nvGraphicFramePr>
            <p:xfrm>
              <a:off x="884" y="1549"/>
              <a:ext cx="335" cy="502"/>
            </p:xfrm>
            <a:graphic>
              <a:graphicData uri="http://schemas.openxmlformats.org/presentationml/2006/ole">
                <mc:AlternateContent xmlns:mc="http://schemas.openxmlformats.org/markup-compatibility/2006">
                  <mc:Choice xmlns:v="urn:schemas-microsoft-com:vml" Requires="v">
                    <p:oleObj spid="_x0000_s3120" name="" r:id="rId1" imgW="3149600" imgH="4724400" progId="Photoshop.Image.5">
                      <p:embed/>
                    </p:oleObj>
                  </mc:Choice>
                  <mc:Fallback>
                    <p:oleObj name="" r:id="rId1" imgW="3149600" imgH="4724400" progId="Photoshop.Image.5">
                      <p:embed/>
                      <p:pic>
                        <p:nvPicPr>
                          <p:cNvPr id="0" name="图片 3119"/>
                          <p:cNvPicPr/>
                          <p:nvPr/>
                        </p:nvPicPr>
                        <p:blipFill>
                          <a:blip r:embed="rId2">
                            <a:clrChange>
                              <a:clrFrom>
                                <a:srgbClr val="FFFFFF"/>
                              </a:clrFrom>
                              <a:clrTo>
                                <a:srgbClr val="FFFFFF">
                                  <a:alpha val="0"/>
                                </a:srgbClr>
                              </a:clrTo>
                            </a:clrChange>
                          </a:blip>
                          <a:stretch>
                            <a:fillRect/>
                          </a:stretch>
                        </p:blipFill>
                        <p:spPr>
                          <a:xfrm>
                            <a:off x="884" y="1549"/>
                            <a:ext cx="335" cy="502"/>
                          </a:xfrm>
                          <a:prstGeom prst="rect">
                            <a:avLst/>
                          </a:prstGeom>
                          <a:noFill/>
                          <a:ln w="38100">
                            <a:noFill/>
                            <a:miter/>
                          </a:ln>
                        </p:spPr>
                      </p:pic>
                    </p:oleObj>
                  </mc:Fallback>
                </mc:AlternateContent>
              </a:graphicData>
            </a:graphic>
          </p:graphicFrame>
          <p:graphicFrame>
            <p:nvGraphicFramePr>
              <p:cNvPr id="63493" name="Object 6"/>
              <p:cNvGraphicFramePr>
                <a:graphicFrameLocks noChangeAspect="1"/>
              </p:cNvGraphicFramePr>
              <p:nvPr/>
            </p:nvGraphicFramePr>
            <p:xfrm>
              <a:off x="476" y="1549"/>
              <a:ext cx="335" cy="502"/>
            </p:xfrm>
            <a:graphic>
              <a:graphicData uri="http://schemas.openxmlformats.org/presentationml/2006/ole">
                <mc:AlternateContent xmlns:mc="http://schemas.openxmlformats.org/markup-compatibility/2006">
                  <mc:Choice xmlns:v="urn:schemas-microsoft-com:vml" Requires="v">
                    <p:oleObj spid="_x0000_s3124" name="" r:id="rId3" imgW="3149600" imgH="4724400" progId="Photoshop.Image.5">
                      <p:embed/>
                    </p:oleObj>
                  </mc:Choice>
                  <mc:Fallback>
                    <p:oleObj name="" r:id="rId3" imgW="3149600" imgH="4724400" progId="Photoshop.Image.5">
                      <p:embed/>
                      <p:pic>
                        <p:nvPicPr>
                          <p:cNvPr id="0" name="图片 3123"/>
                          <p:cNvPicPr/>
                          <p:nvPr/>
                        </p:nvPicPr>
                        <p:blipFill>
                          <a:blip r:embed="rId2">
                            <a:clrChange>
                              <a:clrFrom>
                                <a:srgbClr val="FFFFFF"/>
                              </a:clrFrom>
                              <a:clrTo>
                                <a:srgbClr val="FFFFFF">
                                  <a:alpha val="0"/>
                                </a:srgbClr>
                              </a:clrTo>
                            </a:clrChange>
                          </a:blip>
                          <a:stretch>
                            <a:fillRect/>
                          </a:stretch>
                        </p:blipFill>
                        <p:spPr>
                          <a:xfrm>
                            <a:off x="476" y="1549"/>
                            <a:ext cx="335" cy="502"/>
                          </a:xfrm>
                          <a:prstGeom prst="rect">
                            <a:avLst/>
                          </a:prstGeom>
                          <a:noFill/>
                          <a:ln w="38100">
                            <a:noFill/>
                            <a:miter/>
                          </a:ln>
                        </p:spPr>
                      </p:pic>
                    </p:oleObj>
                  </mc:Fallback>
                </mc:AlternateContent>
              </a:graphicData>
            </a:graphic>
          </p:graphicFrame>
          <p:graphicFrame>
            <p:nvGraphicFramePr>
              <p:cNvPr id="63494" name="Object 7"/>
              <p:cNvGraphicFramePr>
                <a:graphicFrameLocks noChangeAspect="1"/>
              </p:cNvGraphicFramePr>
              <p:nvPr/>
            </p:nvGraphicFramePr>
            <p:xfrm>
              <a:off x="1292" y="1543"/>
              <a:ext cx="335" cy="502"/>
            </p:xfrm>
            <a:graphic>
              <a:graphicData uri="http://schemas.openxmlformats.org/presentationml/2006/ole">
                <mc:AlternateContent xmlns:mc="http://schemas.openxmlformats.org/markup-compatibility/2006">
                  <mc:Choice xmlns:v="urn:schemas-microsoft-com:vml" Requires="v">
                    <p:oleObj spid="_x0000_s3121" name="" r:id="rId4" imgW="3149600" imgH="4724400" progId="Photoshop.Image.5">
                      <p:embed/>
                    </p:oleObj>
                  </mc:Choice>
                  <mc:Fallback>
                    <p:oleObj name="" r:id="rId4" imgW="3149600" imgH="4724400" progId="Photoshop.Image.5">
                      <p:embed/>
                      <p:pic>
                        <p:nvPicPr>
                          <p:cNvPr id="0" name="图片 3120"/>
                          <p:cNvPicPr/>
                          <p:nvPr/>
                        </p:nvPicPr>
                        <p:blipFill>
                          <a:blip r:embed="rId2">
                            <a:clrChange>
                              <a:clrFrom>
                                <a:srgbClr val="FFFFFF"/>
                              </a:clrFrom>
                              <a:clrTo>
                                <a:srgbClr val="FFFFFF">
                                  <a:alpha val="0"/>
                                </a:srgbClr>
                              </a:clrTo>
                            </a:clrChange>
                          </a:blip>
                          <a:stretch>
                            <a:fillRect/>
                          </a:stretch>
                        </p:blipFill>
                        <p:spPr>
                          <a:xfrm>
                            <a:off x="1292" y="1543"/>
                            <a:ext cx="335" cy="502"/>
                          </a:xfrm>
                          <a:prstGeom prst="rect">
                            <a:avLst/>
                          </a:prstGeom>
                          <a:noFill/>
                          <a:ln w="38100">
                            <a:noFill/>
                            <a:miter/>
                          </a:ln>
                        </p:spPr>
                      </p:pic>
                    </p:oleObj>
                  </mc:Fallback>
                </mc:AlternateContent>
              </a:graphicData>
            </a:graphic>
          </p:graphicFrame>
          <p:graphicFrame>
            <p:nvGraphicFramePr>
              <p:cNvPr id="63495" name="Object 8"/>
              <p:cNvGraphicFramePr>
                <a:graphicFrameLocks noChangeAspect="1"/>
              </p:cNvGraphicFramePr>
              <p:nvPr/>
            </p:nvGraphicFramePr>
            <p:xfrm>
              <a:off x="1701" y="1543"/>
              <a:ext cx="335" cy="502"/>
            </p:xfrm>
            <a:graphic>
              <a:graphicData uri="http://schemas.openxmlformats.org/presentationml/2006/ole">
                <mc:AlternateContent xmlns:mc="http://schemas.openxmlformats.org/markup-compatibility/2006">
                  <mc:Choice xmlns:v="urn:schemas-microsoft-com:vml" Requires="v">
                    <p:oleObj spid="_x0000_s3117" name="" r:id="rId5" imgW="3149600" imgH="4724400" progId="Photoshop.Image.5">
                      <p:embed/>
                    </p:oleObj>
                  </mc:Choice>
                  <mc:Fallback>
                    <p:oleObj name="" r:id="rId5" imgW="3149600" imgH="4724400" progId="Photoshop.Image.5">
                      <p:embed/>
                      <p:pic>
                        <p:nvPicPr>
                          <p:cNvPr id="0" name="图片 3116"/>
                          <p:cNvPicPr/>
                          <p:nvPr/>
                        </p:nvPicPr>
                        <p:blipFill>
                          <a:blip r:embed="rId2">
                            <a:clrChange>
                              <a:clrFrom>
                                <a:srgbClr val="FFFFFF"/>
                              </a:clrFrom>
                              <a:clrTo>
                                <a:srgbClr val="FFFFFF">
                                  <a:alpha val="0"/>
                                </a:srgbClr>
                              </a:clrTo>
                            </a:clrChange>
                          </a:blip>
                          <a:stretch>
                            <a:fillRect/>
                          </a:stretch>
                        </p:blipFill>
                        <p:spPr>
                          <a:xfrm>
                            <a:off x="1701" y="1543"/>
                            <a:ext cx="335" cy="502"/>
                          </a:xfrm>
                          <a:prstGeom prst="rect">
                            <a:avLst/>
                          </a:prstGeom>
                          <a:noFill/>
                          <a:ln w="38100">
                            <a:noFill/>
                            <a:miter/>
                          </a:ln>
                        </p:spPr>
                      </p:pic>
                    </p:oleObj>
                  </mc:Fallback>
                </mc:AlternateContent>
              </a:graphicData>
            </a:graphic>
          </p:graphicFrame>
        </p:grpSp>
      </p:grpSp>
      <p:grpSp>
        <p:nvGrpSpPr>
          <p:cNvPr id="4" name="Group 9"/>
          <p:cNvGrpSpPr/>
          <p:nvPr/>
        </p:nvGrpSpPr>
        <p:grpSpPr>
          <a:xfrm>
            <a:off x="107950" y="5487988"/>
            <a:ext cx="3051175" cy="801687"/>
            <a:chOff x="68" y="3457"/>
            <a:chExt cx="1922" cy="505"/>
          </a:xfrm>
        </p:grpSpPr>
        <p:graphicFrame>
          <p:nvGraphicFramePr>
            <p:cNvPr id="63497" name="Object 10"/>
            <p:cNvGraphicFramePr>
              <a:graphicFrameLocks noChangeAspect="1"/>
            </p:cNvGraphicFramePr>
            <p:nvPr/>
          </p:nvGraphicFramePr>
          <p:xfrm>
            <a:off x="522" y="3460"/>
            <a:ext cx="335" cy="502"/>
          </p:xfrm>
          <a:graphic>
            <a:graphicData uri="http://schemas.openxmlformats.org/presentationml/2006/ole">
              <mc:AlternateContent xmlns:mc="http://schemas.openxmlformats.org/markup-compatibility/2006">
                <mc:Choice xmlns:v="urn:schemas-microsoft-com:vml" Requires="v">
                  <p:oleObj spid="_x0000_s3115" name="" r:id="rId6" imgW="3149600" imgH="4724400" progId="Photoshop.Image.5">
                    <p:embed/>
                  </p:oleObj>
                </mc:Choice>
                <mc:Fallback>
                  <p:oleObj name="" r:id="rId6" imgW="3149600" imgH="4724400" progId="Photoshop.Image.5">
                    <p:embed/>
                    <p:pic>
                      <p:nvPicPr>
                        <p:cNvPr id="0" name="图片 3114"/>
                        <p:cNvPicPr/>
                        <p:nvPr/>
                      </p:nvPicPr>
                      <p:blipFill>
                        <a:blip r:embed="rId7">
                          <a:clrChange>
                            <a:clrFrom>
                              <a:srgbClr val="FFFFFF"/>
                            </a:clrFrom>
                            <a:clrTo>
                              <a:srgbClr val="FFFFFF">
                                <a:alpha val="0"/>
                              </a:srgbClr>
                            </a:clrTo>
                          </a:clrChange>
                        </a:blip>
                        <a:stretch>
                          <a:fillRect/>
                        </a:stretch>
                      </p:blipFill>
                      <p:spPr>
                        <a:xfrm>
                          <a:off x="522" y="3460"/>
                          <a:ext cx="335" cy="502"/>
                        </a:xfrm>
                        <a:prstGeom prst="rect">
                          <a:avLst/>
                        </a:prstGeom>
                        <a:noFill/>
                        <a:ln w="38100">
                          <a:noFill/>
                          <a:miter/>
                        </a:ln>
                      </p:spPr>
                    </p:pic>
                  </p:oleObj>
                </mc:Fallback>
              </mc:AlternateContent>
            </a:graphicData>
          </a:graphic>
        </p:graphicFrame>
        <p:graphicFrame>
          <p:nvGraphicFramePr>
            <p:cNvPr id="63498" name="Object 11"/>
            <p:cNvGraphicFramePr>
              <a:graphicFrameLocks noChangeAspect="1"/>
            </p:cNvGraphicFramePr>
            <p:nvPr/>
          </p:nvGraphicFramePr>
          <p:xfrm>
            <a:off x="901" y="3457"/>
            <a:ext cx="335" cy="502"/>
          </p:xfrm>
          <a:graphic>
            <a:graphicData uri="http://schemas.openxmlformats.org/presentationml/2006/ole">
              <mc:AlternateContent xmlns:mc="http://schemas.openxmlformats.org/markup-compatibility/2006">
                <mc:Choice xmlns:v="urn:schemas-microsoft-com:vml" Requires="v">
                  <p:oleObj spid="_x0000_s3112" name="" r:id="rId8" imgW="3149600" imgH="4724400" progId="Photoshop.Image.5">
                    <p:embed/>
                  </p:oleObj>
                </mc:Choice>
                <mc:Fallback>
                  <p:oleObj name="" r:id="rId8" imgW="3149600" imgH="4724400" progId="Photoshop.Image.5">
                    <p:embed/>
                    <p:pic>
                      <p:nvPicPr>
                        <p:cNvPr id="0" name="图片 3111"/>
                        <p:cNvPicPr/>
                        <p:nvPr/>
                      </p:nvPicPr>
                      <p:blipFill>
                        <a:blip r:embed="rId2">
                          <a:clrChange>
                            <a:clrFrom>
                              <a:srgbClr val="FFFFFF"/>
                            </a:clrFrom>
                            <a:clrTo>
                              <a:srgbClr val="FFFFFF">
                                <a:alpha val="0"/>
                              </a:srgbClr>
                            </a:clrTo>
                          </a:clrChange>
                        </a:blip>
                        <a:stretch>
                          <a:fillRect/>
                        </a:stretch>
                      </p:blipFill>
                      <p:spPr>
                        <a:xfrm>
                          <a:off x="901" y="3457"/>
                          <a:ext cx="335" cy="502"/>
                        </a:xfrm>
                        <a:prstGeom prst="rect">
                          <a:avLst/>
                        </a:prstGeom>
                        <a:noFill/>
                        <a:ln w="38100">
                          <a:noFill/>
                          <a:miter/>
                        </a:ln>
                      </p:spPr>
                    </p:pic>
                  </p:oleObj>
                </mc:Fallback>
              </mc:AlternateContent>
            </a:graphicData>
          </a:graphic>
        </p:graphicFrame>
        <p:graphicFrame>
          <p:nvGraphicFramePr>
            <p:cNvPr id="63499" name="Object 12"/>
            <p:cNvGraphicFramePr>
              <a:graphicFrameLocks noChangeAspect="1"/>
            </p:cNvGraphicFramePr>
            <p:nvPr/>
          </p:nvGraphicFramePr>
          <p:xfrm>
            <a:off x="1293" y="3457"/>
            <a:ext cx="335" cy="502"/>
          </p:xfrm>
          <a:graphic>
            <a:graphicData uri="http://schemas.openxmlformats.org/presentationml/2006/ole">
              <mc:AlternateContent xmlns:mc="http://schemas.openxmlformats.org/markup-compatibility/2006">
                <mc:Choice xmlns:v="urn:schemas-microsoft-com:vml" Requires="v">
                  <p:oleObj spid="_x0000_s3123" name="" r:id="rId9" imgW="3149600" imgH="4724400" progId="Photoshop.Image.5">
                    <p:embed/>
                  </p:oleObj>
                </mc:Choice>
                <mc:Fallback>
                  <p:oleObj name="" r:id="rId9" imgW="3149600" imgH="4724400" progId="Photoshop.Image.5">
                    <p:embed/>
                    <p:pic>
                      <p:nvPicPr>
                        <p:cNvPr id="0" name="图片 3122"/>
                        <p:cNvPicPr/>
                        <p:nvPr/>
                      </p:nvPicPr>
                      <p:blipFill>
                        <a:blip r:embed="rId2">
                          <a:clrChange>
                            <a:clrFrom>
                              <a:srgbClr val="FFFFFF"/>
                            </a:clrFrom>
                            <a:clrTo>
                              <a:srgbClr val="FFFFFF">
                                <a:alpha val="0"/>
                              </a:srgbClr>
                            </a:clrTo>
                          </a:clrChange>
                        </a:blip>
                        <a:stretch>
                          <a:fillRect/>
                        </a:stretch>
                      </p:blipFill>
                      <p:spPr>
                        <a:xfrm>
                          <a:off x="1293" y="3457"/>
                          <a:ext cx="335" cy="502"/>
                        </a:xfrm>
                        <a:prstGeom prst="rect">
                          <a:avLst/>
                        </a:prstGeom>
                        <a:noFill/>
                        <a:ln w="38100">
                          <a:noFill/>
                          <a:miter/>
                        </a:ln>
                      </p:spPr>
                    </p:pic>
                  </p:oleObj>
                </mc:Fallback>
              </mc:AlternateContent>
            </a:graphicData>
          </a:graphic>
        </p:graphicFrame>
        <p:graphicFrame>
          <p:nvGraphicFramePr>
            <p:cNvPr id="63500" name="Object 13"/>
            <p:cNvGraphicFramePr>
              <a:graphicFrameLocks noChangeAspect="1"/>
            </p:cNvGraphicFramePr>
            <p:nvPr/>
          </p:nvGraphicFramePr>
          <p:xfrm>
            <a:off x="1655" y="3457"/>
            <a:ext cx="335" cy="502"/>
          </p:xfrm>
          <a:graphic>
            <a:graphicData uri="http://schemas.openxmlformats.org/presentationml/2006/ole">
              <mc:AlternateContent xmlns:mc="http://schemas.openxmlformats.org/markup-compatibility/2006">
                <mc:Choice xmlns:v="urn:schemas-microsoft-com:vml" Requires="v">
                  <p:oleObj spid="_x0000_s3126" name="" r:id="rId10" imgW="3149600" imgH="4724400" progId="Photoshop.Image.5">
                    <p:embed/>
                  </p:oleObj>
                </mc:Choice>
                <mc:Fallback>
                  <p:oleObj name="" r:id="rId10" imgW="3149600" imgH="4724400" progId="Photoshop.Image.5">
                    <p:embed/>
                    <p:pic>
                      <p:nvPicPr>
                        <p:cNvPr id="0" name="图片 3125"/>
                        <p:cNvPicPr/>
                        <p:nvPr/>
                      </p:nvPicPr>
                      <p:blipFill>
                        <a:blip r:embed="rId2">
                          <a:clrChange>
                            <a:clrFrom>
                              <a:srgbClr val="FFFFFF"/>
                            </a:clrFrom>
                            <a:clrTo>
                              <a:srgbClr val="FFFFFF">
                                <a:alpha val="0"/>
                              </a:srgbClr>
                            </a:clrTo>
                          </a:clrChange>
                        </a:blip>
                        <a:stretch>
                          <a:fillRect/>
                        </a:stretch>
                      </p:blipFill>
                      <p:spPr>
                        <a:xfrm>
                          <a:off x="1655" y="3457"/>
                          <a:ext cx="335" cy="502"/>
                        </a:xfrm>
                        <a:prstGeom prst="rect">
                          <a:avLst/>
                        </a:prstGeom>
                        <a:noFill/>
                        <a:ln w="38100">
                          <a:noFill/>
                          <a:miter/>
                        </a:ln>
                      </p:spPr>
                    </p:pic>
                  </p:oleObj>
                </mc:Fallback>
              </mc:AlternateContent>
            </a:graphicData>
          </a:graphic>
        </p:graphicFrame>
        <p:sp>
          <p:nvSpPr>
            <p:cNvPr id="285710" name="Text Box 14"/>
            <p:cNvSpPr txBox="1">
              <a:spLocks noChangeArrowheads="1"/>
            </p:cNvSpPr>
            <p:nvPr/>
          </p:nvSpPr>
          <p:spPr bwMode="auto">
            <a:xfrm>
              <a:off x="68" y="3548"/>
              <a:ext cx="239" cy="327"/>
            </a:xfrm>
            <a:prstGeom prst="rect">
              <a:avLst/>
            </a:prstGeom>
            <a:noFill/>
            <a:ln w="12700" cap="sq">
              <a:noFill/>
              <a:miter lim="800000"/>
              <a:headEnd type="none" w="sm" len="sm"/>
              <a:tailEnd type="none" w="sm" len="sm"/>
            </a:ln>
            <a:effectLst/>
          </p:spPr>
          <p:txBody>
            <a:bodyPr>
              <a:spAutoFit/>
            </a:bodyPr>
            <a:lstStyle/>
            <a:p>
              <a:pPr marR="0" defTabSz="914400">
                <a:buClrTx/>
                <a:buSzTx/>
                <a:buFontTx/>
                <a:buNone/>
                <a:defRPr/>
              </a:pPr>
              <a:r>
                <a:rPr kumimoji="0" lang="en-US" altLang="zh-CN" sz="2800" b="1" i="0" kern="1200" cap="none" spc="0" normalizeH="0" baseline="0" noProof="0">
                  <a:effectLst>
                    <a:outerShdw blurRad="38100" dist="38100" dir="2700000" algn="tl">
                      <a:srgbClr val="FFFFFF"/>
                    </a:outerShdw>
                  </a:effectLst>
                  <a:latin typeface="宋体" panose="02010600030101010101" pitchFamily="2" charset="-122"/>
                  <a:ea typeface="宋体" panose="02010600030101010101" pitchFamily="2" charset="-122"/>
                  <a:cs typeface="+mn-cs"/>
                </a:rPr>
                <a:t>⑷</a:t>
              </a:r>
              <a:endParaRPr kumimoji="0" lang="en-US" altLang="zh-CN" sz="2800" b="1" i="0" kern="1200" cap="none" spc="0" normalizeH="0" baseline="0" noProof="0">
                <a:effectLst>
                  <a:outerShdw blurRad="38100" dist="38100" dir="2700000" algn="tl">
                    <a:srgbClr val="FFFFFF"/>
                  </a:outerShdw>
                </a:effectLst>
                <a:latin typeface="宋体" panose="02010600030101010101" pitchFamily="2" charset="-122"/>
                <a:ea typeface="宋体" panose="02010600030101010101" pitchFamily="2" charset="-122"/>
                <a:cs typeface="+mn-cs"/>
              </a:endParaRPr>
            </a:p>
          </p:txBody>
        </p:sp>
      </p:grpSp>
      <p:grpSp>
        <p:nvGrpSpPr>
          <p:cNvPr id="5" name="Group 15"/>
          <p:cNvGrpSpPr/>
          <p:nvPr/>
        </p:nvGrpSpPr>
        <p:grpSpPr>
          <a:xfrm>
            <a:off x="107950" y="3471863"/>
            <a:ext cx="3051175" cy="796925"/>
            <a:chOff x="68" y="2187"/>
            <a:chExt cx="1922" cy="502"/>
          </a:xfrm>
        </p:grpSpPr>
        <p:graphicFrame>
          <p:nvGraphicFramePr>
            <p:cNvPr id="63503" name="Object 16"/>
            <p:cNvGraphicFramePr>
              <a:graphicFrameLocks noChangeAspect="1"/>
            </p:cNvGraphicFramePr>
            <p:nvPr/>
          </p:nvGraphicFramePr>
          <p:xfrm>
            <a:off x="1293" y="2187"/>
            <a:ext cx="335" cy="502"/>
          </p:xfrm>
          <a:graphic>
            <a:graphicData uri="http://schemas.openxmlformats.org/presentationml/2006/ole">
              <mc:AlternateContent xmlns:mc="http://schemas.openxmlformats.org/markup-compatibility/2006">
                <mc:Choice xmlns:v="urn:schemas-microsoft-com:vml" Requires="v">
                  <p:oleObj spid="_x0000_s3114" name="" r:id="rId11" imgW="3149600" imgH="4724400" progId="Photoshop.Image.5">
                    <p:embed/>
                  </p:oleObj>
                </mc:Choice>
                <mc:Fallback>
                  <p:oleObj name="" r:id="rId11" imgW="3149600" imgH="4724400" progId="Photoshop.Image.5">
                    <p:embed/>
                    <p:pic>
                      <p:nvPicPr>
                        <p:cNvPr id="0" name="图片 3113"/>
                        <p:cNvPicPr/>
                        <p:nvPr/>
                      </p:nvPicPr>
                      <p:blipFill>
                        <a:blip r:embed="rId7">
                          <a:clrChange>
                            <a:clrFrom>
                              <a:srgbClr val="FFFFFF"/>
                            </a:clrFrom>
                            <a:clrTo>
                              <a:srgbClr val="FFFFFF">
                                <a:alpha val="0"/>
                              </a:srgbClr>
                            </a:clrTo>
                          </a:clrChange>
                        </a:blip>
                        <a:stretch>
                          <a:fillRect/>
                        </a:stretch>
                      </p:blipFill>
                      <p:spPr>
                        <a:xfrm>
                          <a:off x="1293" y="2187"/>
                          <a:ext cx="335" cy="502"/>
                        </a:xfrm>
                        <a:prstGeom prst="rect">
                          <a:avLst/>
                        </a:prstGeom>
                        <a:noFill/>
                        <a:ln w="38100">
                          <a:noFill/>
                          <a:miter/>
                        </a:ln>
                      </p:spPr>
                    </p:pic>
                  </p:oleObj>
                </mc:Fallback>
              </mc:AlternateContent>
            </a:graphicData>
          </a:graphic>
        </p:graphicFrame>
        <p:graphicFrame>
          <p:nvGraphicFramePr>
            <p:cNvPr id="63504" name="Object 17"/>
            <p:cNvGraphicFramePr>
              <a:graphicFrameLocks noChangeAspect="1"/>
            </p:cNvGraphicFramePr>
            <p:nvPr/>
          </p:nvGraphicFramePr>
          <p:xfrm>
            <a:off x="902" y="2187"/>
            <a:ext cx="335" cy="502"/>
          </p:xfrm>
          <a:graphic>
            <a:graphicData uri="http://schemas.openxmlformats.org/presentationml/2006/ole">
              <mc:AlternateContent xmlns:mc="http://schemas.openxmlformats.org/markup-compatibility/2006">
                <mc:Choice xmlns:v="urn:schemas-microsoft-com:vml" Requires="v">
                  <p:oleObj spid="_x0000_s3122" name="" r:id="rId12" imgW="3149600" imgH="4724400" progId="Photoshop.Image.5">
                    <p:embed/>
                  </p:oleObj>
                </mc:Choice>
                <mc:Fallback>
                  <p:oleObj name="" r:id="rId12" imgW="3149600" imgH="4724400" progId="Photoshop.Image.5">
                    <p:embed/>
                    <p:pic>
                      <p:nvPicPr>
                        <p:cNvPr id="0" name="图片 3121"/>
                        <p:cNvPicPr/>
                        <p:nvPr/>
                      </p:nvPicPr>
                      <p:blipFill>
                        <a:blip r:embed="rId2">
                          <a:clrChange>
                            <a:clrFrom>
                              <a:srgbClr val="FFFFFF"/>
                            </a:clrFrom>
                            <a:clrTo>
                              <a:srgbClr val="FFFFFF">
                                <a:alpha val="0"/>
                              </a:srgbClr>
                            </a:clrTo>
                          </a:clrChange>
                        </a:blip>
                        <a:stretch>
                          <a:fillRect/>
                        </a:stretch>
                      </p:blipFill>
                      <p:spPr>
                        <a:xfrm>
                          <a:off x="902" y="2187"/>
                          <a:ext cx="335" cy="502"/>
                        </a:xfrm>
                        <a:prstGeom prst="rect">
                          <a:avLst/>
                        </a:prstGeom>
                        <a:noFill/>
                        <a:ln w="38100">
                          <a:noFill/>
                          <a:miter/>
                        </a:ln>
                      </p:spPr>
                    </p:pic>
                  </p:oleObj>
                </mc:Fallback>
              </mc:AlternateContent>
            </a:graphicData>
          </a:graphic>
        </p:graphicFrame>
        <p:graphicFrame>
          <p:nvGraphicFramePr>
            <p:cNvPr id="63505" name="Object 18"/>
            <p:cNvGraphicFramePr>
              <a:graphicFrameLocks noChangeAspect="1"/>
            </p:cNvGraphicFramePr>
            <p:nvPr/>
          </p:nvGraphicFramePr>
          <p:xfrm>
            <a:off x="522" y="2187"/>
            <a:ext cx="335" cy="502"/>
          </p:xfrm>
          <a:graphic>
            <a:graphicData uri="http://schemas.openxmlformats.org/presentationml/2006/ole">
              <mc:AlternateContent xmlns:mc="http://schemas.openxmlformats.org/markup-compatibility/2006">
                <mc:Choice xmlns:v="urn:schemas-microsoft-com:vml" Requires="v">
                  <p:oleObj spid="_x0000_s3118" name="" r:id="rId13" imgW="3149600" imgH="4724400" progId="Photoshop.Image.5">
                    <p:embed/>
                  </p:oleObj>
                </mc:Choice>
                <mc:Fallback>
                  <p:oleObj name="" r:id="rId13" imgW="3149600" imgH="4724400" progId="Photoshop.Image.5">
                    <p:embed/>
                    <p:pic>
                      <p:nvPicPr>
                        <p:cNvPr id="0" name="图片 3117"/>
                        <p:cNvPicPr/>
                        <p:nvPr/>
                      </p:nvPicPr>
                      <p:blipFill>
                        <a:blip r:embed="rId2">
                          <a:clrChange>
                            <a:clrFrom>
                              <a:srgbClr val="FFFFFF"/>
                            </a:clrFrom>
                            <a:clrTo>
                              <a:srgbClr val="FFFFFF">
                                <a:alpha val="0"/>
                              </a:srgbClr>
                            </a:clrTo>
                          </a:clrChange>
                        </a:blip>
                        <a:stretch>
                          <a:fillRect/>
                        </a:stretch>
                      </p:blipFill>
                      <p:spPr>
                        <a:xfrm>
                          <a:off x="522" y="2187"/>
                          <a:ext cx="335" cy="502"/>
                        </a:xfrm>
                        <a:prstGeom prst="rect">
                          <a:avLst/>
                        </a:prstGeom>
                        <a:noFill/>
                        <a:ln w="38100">
                          <a:noFill/>
                          <a:miter/>
                        </a:ln>
                      </p:spPr>
                    </p:pic>
                  </p:oleObj>
                </mc:Fallback>
              </mc:AlternateContent>
            </a:graphicData>
          </a:graphic>
        </p:graphicFrame>
        <p:graphicFrame>
          <p:nvGraphicFramePr>
            <p:cNvPr id="63506" name="Object 19"/>
            <p:cNvGraphicFramePr>
              <a:graphicFrameLocks noChangeAspect="1"/>
            </p:cNvGraphicFramePr>
            <p:nvPr/>
          </p:nvGraphicFramePr>
          <p:xfrm>
            <a:off x="1655" y="2187"/>
            <a:ext cx="335" cy="502"/>
          </p:xfrm>
          <a:graphic>
            <a:graphicData uri="http://schemas.openxmlformats.org/presentationml/2006/ole">
              <mc:AlternateContent xmlns:mc="http://schemas.openxmlformats.org/markup-compatibility/2006">
                <mc:Choice xmlns:v="urn:schemas-microsoft-com:vml" Requires="v">
                  <p:oleObj spid="_x0000_s3125" name="" r:id="rId14" imgW="3149600" imgH="4724400" progId="Photoshop.Image.5">
                    <p:embed/>
                  </p:oleObj>
                </mc:Choice>
                <mc:Fallback>
                  <p:oleObj name="" r:id="rId14" imgW="3149600" imgH="4724400" progId="Photoshop.Image.5">
                    <p:embed/>
                    <p:pic>
                      <p:nvPicPr>
                        <p:cNvPr id="0" name="图片 3124"/>
                        <p:cNvPicPr/>
                        <p:nvPr/>
                      </p:nvPicPr>
                      <p:blipFill>
                        <a:blip r:embed="rId2">
                          <a:clrChange>
                            <a:clrFrom>
                              <a:srgbClr val="FFFFFF"/>
                            </a:clrFrom>
                            <a:clrTo>
                              <a:srgbClr val="FFFFFF">
                                <a:alpha val="0"/>
                              </a:srgbClr>
                            </a:clrTo>
                          </a:clrChange>
                        </a:blip>
                        <a:stretch>
                          <a:fillRect/>
                        </a:stretch>
                      </p:blipFill>
                      <p:spPr>
                        <a:xfrm>
                          <a:off x="1655" y="2187"/>
                          <a:ext cx="335" cy="502"/>
                        </a:xfrm>
                        <a:prstGeom prst="rect">
                          <a:avLst/>
                        </a:prstGeom>
                        <a:noFill/>
                        <a:ln w="38100">
                          <a:noFill/>
                          <a:miter/>
                        </a:ln>
                      </p:spPr>
                    </p:pic>
                  </p:oleObj>
                </mc:Fallback>
              </mc:AlternateContent>
            </a:graphicData>
          </a:graphic>
        </p:graphicFrame>
        <p:sp>
          <p:nvSpPr>
            <p:cNvPr id="285716" name="Rectangle 20"/>
            <p:cNvSpPr>
              <a:spLocks noChangeArrowheads="1"/>
            </p:cNvSpPr>
            <p:nvPr/>
          </p:nvSpPr>
          <p:spPr bwMode="auto">
            <a:xfrm>
              <a:off x="68" y="2241"/>
              <a:ext cx="341" cy="327"/>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⑵</a:t>
              </a:r>
              <a:endPar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grpSp>
      <p:grpSp>
        <p:nvGrpSpPr>
          <p:cNvPr id="6" name="Group 21"/>
          <p:cNvGrpSpPr/>
          <p:nvPr/>
        </p:nvGrpSpPr>
        <p:grpSpPr>
          <a:xfrm>
            <a:off x="107950" y="4479925"/>
            <a:ext cx="3051175" cy="796925"/>
            <a:chOff x="68" y="2822"/>
            <a:chExt cx="1922" cy="502"/>
          </a:xfrm>
        </p:grpSpPr>
        <p:graphicFrame>
          <p:nvGraphicFramePr>
            <p:cNvPr id="63509" name="Object 22"/>
            <p:cNvGraphicFramePr>
              <a:graphicFrameLocks noChangeAspect="1"/>
            </p:cNvGraphicFramePr>
            <p:nvPr/>
          </p:nvGraphicFramePr>
          <p:xfrm>
            <a:off x="902" y="2822"/>
            <a:ext cx="335" cy="502"/>
          </p:xfrm>
          <a:graphic>
            <a:graphicData uri="http://schemas.openxmlformats.org/presentationml/2006/ole">
              <mc:AlternateContent xmlns:mc="http://schemas.openxmlformats.org/markup-compatibility/2006">
                <mc:Choice xmlns:v="urn:schemas-microsoft-com:vml" Requires="v">
                  <p:oleObj spid="_x0000_s3116" name="" r:id="rId15" imgW="3149600" imgH="4724400" progId="Photoshop.Image.5">
                    <p:embed/>
                  </p:oleObj>
                </mc:Choice>
                <mc:Fallback>
                  <p:oleObj name="" r:id="rId15" imgW="3149600" imgH="4724400" progId="Photoshop.Image.5">
                    <p:embed/>
                    <p:pic>
                      <p:nvPicPr>
                        <p:cNvPr id="0" name="图片 3115"/>
                        <p:cNvPicPr/>
                        <p:nvPr/>
                      </p:nvPicPr>
                      <p:blipFill>
                        <a:blip r:embed="rId7">
                          <a:clrChange>
                            <a:clrFrom>
                              <a:srgbClr val="FFFFFF"/>
                            </a:clrFrom>
                            <a:clrTo>
                              <a:srgbClr val="FFFFFF">
                                <a:alpha val="0"/>
                              </a:srgbClr>
                            </a:clrTo>
                          </a:clrChange>
                        </a:blip>
                        <a:stretch>
                          <a:fillRect/>
                        </a:stretch>
                      </p:blipFill>
                      <p:spPr>
                        <a:xfrm>
                          <a:off x="902" y="2822"/>
                          <a:ext cx="335" cy="502"/>
                        </a:xfrm>
                        <a:prstGeom prst="rect">
                          <a:avLst/>
                        </a:prstGeom>
                        <a:noFill/>
                        <a:ln w="38100">
                          <a:noFill/>
                          <a:miter/>
                        </a:ln>
                      </p:spPr>
                    </p:pic>
                  </p:oleObj>
                </mc:Fallback>
              </mc:AlternateContent>
            </a:graphicData>
          </a:graphic>
        </p:graphicFrame>
        <p:graphicFrame>
          <p:nvGraphicFramePr>
            <p:cNvPr id="63510" name="Object 23"/>
            <p:cNvGraphicFramePr>
              <a:graphicFrameLocks noChangeAspect="1"/>
            </p:cNvGraphicFramePr>
            <p:nvPr/>
          </p:nvGraphicFramePr>
          <p:xfrm>
            <a:off x="1293" y="2822"/>
            <a:ext cx="335" cy="502"/>
          </p:xfrm>
          <a:graphic>
            <a:graphicData uri="http://schemas.openxmlformats.org/presentationml/2006/ole">
              <mc:AlternateContent xmlns:mc="http://schemas.openxmlformats.org/markup-compatibility/2006">
                <mc:Choice xmlns:v="urn:schemas-microsoft-com:vml" Requires="v">
                  <p:oleObj spid="_x0000_s3119" name="" r:id="rId16" imgW="3149600" imgH="4724400" progId="Photoshop.Image.5">
                    <p:embed/>
                  </p:oleObj>
                </mc:Choice>
                <mc:Fallback>
                  <p:oleObj name="" r:id="rId16" imgW="3149600" imgH="4724400" progId="Photoshop.Image.5">
                    <p:embed/>
                    <p:pic>
                      <p:nvPicPr>
                        <p:cNvPr id="0" name="图片 3118"/>
                        <p:cNvPicPr/>
                        <p:nvPr/>
                      </p:nvPicPr>
                      <p:blipFill>
                        <a:blip r:embed="rId2">
                          <a:clrChange>
                            <a:clrFrom>
                              <a:srgbClr val="FFFFFF"/>
                            </a:clrFrom>
                            <a:clrTo>
                              <a:srgbClr val="FFFFFF">
                                <a:alpha val="0"/>
                              </a:srgbClr>
                            </a:clrTo>
                          </a:clrChange>
                        </a:blip>
                        <a:stretch>
                          <a:fillRect/>
                        </a:stretch>
                      </p:blipFill>
                      <p:spPr>
                        <a:xfrm>
                          <a:off x="1293" y="2822"/>
                          <a:ext cx="335" cy="502"/>
                        </a:xfrm>
                        <a:prstGeom prst="rect">
                          <a:avLst/>
                        </a:prstGeom>
                        <a:noFill/>
                        <a:ln w="38100">
                          <a:noFill/>
                          <a:miter/>
                        </a:ln>
                      </p:spPr>
                    </p:pic>
                  </p:oleObj>
                </mc:Fallback>
              </mc:AlternateContent>
            </a:graphicData>
          </a:graphic>
        </p:graphicFrame>
        <p:graphicFrame>
          <p:nvGraphicFramePr>
            <p:cNvPr id="63511" name="Object 24"/>
            <p:cNvGraphicFramePr>
              <a:graphicFrameLocks noChangeAspect="1"/>
            </p:cNvGraphicFramePr>
            <p:nvPr/>
          </p:nvGraphicFramePr>
          <p:xfrm>
            <a:off x="522" y="2822"/>
            <a:ext cx="335" cy="502"/>
          </p:xfrm>
          <a:graphic>
            <a:graphicData uri="http://schemas.openxmlformats.org/presentationml/2006/ole">
              <mc:AlternateContent xmlns:mc="http://schemas.openxmlformats.org/markup-compatibility/2006">
                <mc:Choice xmlns:v="urn:schemas-microsoft-com:vml" Requires="v">
                  <p:oleObj spid="_x0000_s3127" name="" r:id="rId17" imgW="3149600" imgH="4724400" progId="Photoshop.Image.5">
                    <p:embed/>
                  </p:oleObj>
                </mc:Choice>
                <mc:Fallback>
                  <p:oleObj name="" r:id="rId17" imgW="3149600" imgH="4724400" progId="Photoshop.Image.5">
                    <p:embed/>
                    <p:pic>
                      <p:nvPicPr>
                        <p:cNvPr id="0" name="图片 3126"/>
                        <p:cNvPicPr/>
                        <p:nvPr/>
                      </p:nvPicPr>
                      <p:blipFill>
                        <a:blip r:embed="rId2">
                          <a:clrChange>
                            <a:clrFrom>
                              <a:srgbClr val="FFFFFF"/>
                            </a:clrFrom>
                            <a:clrTo>
                              <a:srgbClr val="FFFFFF">
                                <a:alpha val="0"/>
                              </a:srgbClr>
                            </a:clrTo>
                          </a:clrChange>
                        </a:blip>
                        <a:stretch>
                          <a:fillRect/>
                        </a:stretch>
                      </p:blipFill>
                      <p:spPr>
                        <a:xfrm>
                          <a:off x="522" y="2822"/>
                          <a:ext cx="335" cy="502"/>
                        </a:xfrm>
                        <a:prstGeom prst="rect">
                          <a:avLst/>
                        </a:prstGeom>
                        <a:noFill/>
                        <a:ln w="38100">
                          <a:noFill/>
                          <a:miter/>
                        </a:ln>
                      </p:spPr>
                    </p:pic>
                  </p:oleObj>
                </mc:Fallback>
              </mc:AlternateContent>
            </a:graphicData>
          </a:graphic>
        </p:graphicFrame>
        <p:graphicFrame>
          <p:nvGraphicFramePr>
            <p:cNvPr id="63512" name="Object 25"/>
            <p:cNvGraphicFramePr>
              <a:graphicFrameLocks noChangeAspect="1"/>
            </p:cNvGraphicFramePr>
            <p:nvPr/>
          </p:nvGraphicFramePr>
          <p:xfrm>
            <a:off x="1655" y="2822"/>
            <a:ext cx="335" cy="502"/>
          </p:xfrm>
          <a:graphic>
            <a:graphicData uri="http://schemas.openxmlformats.org/presentationml/2006/ole">
              <mc:AlternateContent xmlns:mc="http://schemas.openxmlformats.org/markup-compatibility/2006">
                <mc:Choice xmlns:v="urn:schemas-microsoft-com:vml" Requires="v">
                  <p:oleObj spid="_x0000_s3113" name="" r:id="rId18" imgW="3149600" imgH="4724400" progId="Photoshop.Image.5">
                    <p:embed/>
                  </p:oleObj>
                </mc:Choice>
                <mc:Fallback>
                  <p:oleObj name="" r:id="rId18" imgW="3149600" imgH="4724400" progId="Photoshop.Image.5">
                    <p:embed/>
                    <p:pic>
                      <p:nvPicPr>
                        <p:cNvPr id="0" name="图片 3112"/>
                        <p:cNvPicPr/>
                        <p:nvPr/>
                      </p:nvPicPr>
                      <p:blipFill>
                        <a:blip r:embed="rId2">
                          <a:clrChange>
                            <a:clrFrom>
                              <a:srgbClr val="FFFFFF"/>
                            </a:clrFrom>
                            <a:clrTo>
                              <a:srgbClr val="FFFFFF">
                                <a:alpha val="0"/>
                              </a:srgbClr>
                            </a:clrTo>
                          </a:clrChange>
                        </a:blip>
                        <a:stretch>
                          <a:fillRect/>
                        </a:stretch>
                      </p:blipFill>
                      <p:spPr>
                        <a:xfrm>
                          <a:off x="1655" y="2822"/>
                          <a:ext cx="335" cy="502"/>
                        </a:xfrm>
                        <a:prstGeom prst="rect">
                          <a:avLst/>
                        </a:prstGeom>
                        <a:noFill/>
                        <a:ln w="38100">
                          <a:noFill/>
                          <a:miter/>
                        </a:ln>
                      </p:spPr>
                    </p:pic>
                  </p:oleObj>
                </mc:Fallback>
              </mc:AlternateContent>
            </a:graphicData>
          </a:graphic>
        </p:graphicFrame>
        <p:sp>
          <p:nvSpPr>
            <p:cNvPr id="285722" name="Rectangle 26"/>
            <p:cNvSpPr>
              <a:spLocks noChangeArrowheads="1"/>
            </p:cNvSpPr>
            <p:nvPr/>
          </p:nvSpPr>
          <p:spPr bwMode="auto">
            <a:xfrm>
              <a:off x="68" y="2858"/>
              <a:ext cx="341" cy="327"/>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⑶</a:t>
              </a:r>
              <a:endPar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grpSp>
      <p:sp>
        <p:nvSpPr>
          <p:cNvPr id="285723" name="Rectangle 27"/>
          <p:cNvSpPr>
            <a:spLocks noChangeArrowheads="1"/>
          </p:cNvSpPr>
          <p:nvPr/>
        </p:nvSpPr>
        <p:spPr bwMode="auto">
          <a:xfrm>
            <a:off x="671513" y="1757363"/>
            <a:ext cx="2597150" cy="519113"/>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丁    丙   乙   甲</a:t>
            </a:r>
            <a:endParaRPr kumimoji="0" lang="zh-CN" altLang="en-US"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285724" name="Line 28"/>
          <p:cNvSpPr/>
          <p:nvPr/>
        </p:nvSpPr>
        <p:spPr>
          <a:xfrm>
            <a:off x="107950" y="3336925"/>
            <a:ext cx="6264275" cy="0"/>
          </a:xfrm>
          <a:prstGeom prst="line">
            <a:avLst/>
          </a:prstGeom>
          <a:ln w="12700" cap="flat" cmpd="sng">
            <a:solidFill>
              <a:schemeClr val="tx1"/>
            </a:solidFill>
            <a:prstDash val="dash"/>
            <a:round/>
            <a:headEnd type="none" w="sm" len="sm"/>
            <a:tailEnd type="none" w="sm" len="sm"/>
          </a:ln>
        </p:spPr>
      </p:sp>
      <p:sp>
        <p:nvSpPr>
          <p:cNvPr id="285725" name="Line 29"/>
          <p:cNvSpPr/>
          <p:nvPr/>
        </p:nvSpPr>
        <p:spPr>
          <a:xfrm>
            <a:off x="107950" y="4344988"/>
            <a:ext cx="6264275" cy="0"/>
          </a:xfrm>
          <a:prstGeom prst="line">
            <a:avLst/>
          </a:prstGeom>
          <a:ln w="12700" cap="flat" cmpd="sng">
            <a:solidFill>
              <a:schemeClr val="tx1"/>
            </a:solidFill>
            <a:prstDash val="dash"/>
            <a:round/>
            <a:headEnd type="none" w="sm" len="sm"/>
            <a:tailEnd type="none" w="sm" len="sm"/>
          </a:ln>
        </p:spPr>
      </p:sp>
      <p:sp>
        <p:nvSpPr>
          <p:cNvPr id="285726" name="Line 30"/>
          <p:cNvSpPr/>
          <p:nvPr/>
        </p:nvSpPr>
        <p:spPr>
          <a:xfrm>
            <a:off x="107950" y="5424488"/>
            <a:ext cx="6264275" cy="0"/>
          </a:xfrm>
          <a:prstGeom prst="line">
            <a:avLst/>
          </a:prstGeom>
          <a:ln w="12700" cap="flat" cmpd="sng">
            <a:solidFill>
              <a:schemeClr val="tx1"/>
            </a:solidFill>
            <a:prstDash val="dash"/>
            <a:round/>
            <a:headEnd type="none" w="sm" len="sm"/>
            <a:tailEnd type="none" w="sm" len="sm"/>
          </a:ln>
        </p:spPr>
      </p:sp>
      <p:sp>
        <p:nvSpPr>
          <p:cNvPr id="285727" name="Line 31"/>
          <p:cNvSpPr/>
          <p:nvPr/>
        </p:nvSpPr>
        <p:spPr>
          <a:xfrm>
            <a:off x="107950" y="6432550"/>
            <a:ext cx="6264275" cy="0"/>
          </a:xfrm>
          <a:prstGeom prst="line">
            <a:avLst/>
          </a:prstGeom>
          <a:ln w="12700" cap="flat" cmpd="sng">
            <a:solidFill>
              <a:schemeClr val="tx1"/>
            </a:solidFill>
            <a:prstDash val="dash"/>
            <a:round/>
            <a:headEnd type="none" w="sm" len="sm"/>
            <a:tailEnd type="none" w="sm" len="sm"/>
          </a:ln>
        </p:spPr>
      </p:sp>
      <p:sp>
        <p:nvSpPr>
          <p:cNvPr id="285728" name="Rectangle 32"/>
          <p:cNvSpPr/>
          <p:nvPr/>
        </p:nvSpPr>
        <p:spPr>
          <a:xfrm>
            <a:off x="395288" y="881063"/>
            <a:ext cx="7920037" cy="822325"/>
          </a:xfrm>
          <a:prstGeom prst="rect">
            <a:avLst/>
          </a:prstGeom>
          <a:noFill/>
          <a:ln w="12700">
            <a:noFill/>
          </a:ln>
        </p:spPr>
        <p:txBody>
          <a:bodyPr anchor="ctr" anchorCtr="0">
            <a:spAutoFit/>
          </a:bodyPr>
          <a:p>
            <a:r>
              <a:rPr lang="zh-CN" altLang="en-US" sz="2400" b="1" i="0" dirty="0">
                <a:latin typeface="楷体_GB2312" pitchFamily="49" charset="-122"/>
                <a:ea typeface="楷体_GB2312" pitchFamily="49" charset="-122"/>
              </a:rPr>
              <a:t>问题</a:t>
            </a:r>
            <a:r>
              <a:rPr lang="en-US" altLang="zh-CN" sz="2400" b="1" i="0" dirty="0">
                <a:latin typeface="楷体_GB2312" pitchFamily="49" charset="-122"/>
                <a:ea typeface="楷体_GB2312" pitchFamily="49" charset="-122"/>
              </a:rPr>
              <a:t>:</a:t>
            </a:r>
            <a:r>
              <a:rPr lang="zh-CN" altLang="en-US" sz="2400" b="1" i="0" dirty="0">
                <a:latin typeface="楷体_GB2312" pitchFamily="49" charset="-122"/>
                <a:ea typeface="楷体_GB2312" pitchFamily="49" charset="-122"/>
              </a:rPr>
              <a:t>将</a:t>
            </a:r>
            <a:r>
              <a:rPr lang="en-US" altLang="zh-CN" sz="2400" b="1" i="0" dirty="0">
                <a:latin typeface="楷体_GB2312" pitchFamily="49" charset="-122"/>
                <a:ea typeface="楷体_GB2312" pitchFamily="49" charset="-122"/>
              </a:rPr>
              <a:t>4</a:t>
            </a:r>
            <a:r>
              <a:rPr lang="zh-CN" altLang="en-US" sz="2400" b="1" i="0" dirty="0">
                <a:latin typeface="楷体_GB2312" pitchFamily="49" charset="-122"/>
                <a:ea typeface="楷体_GB2312" pitchFamily="49" charset="-122"/>
              </a:rPr>
              <a:t>个抢答器的输出信号编为二进制代码，设计一个简单的电路实现此功能</a:t>
            </a:r>
            <a:r>
              <a:rPr lang="en-US" altLang="zh-CN" sz="2400" b="1" i="0" dirty="0">
                <a:latin typeface="Arial" panose="020B0604020202020204" pitchFamily="34" charset="0"/>
                <a:ea typeface="楷体_GB2312" pitchFamily="49" charset="-122"/>
              </a:rPr>
              <a:t>——</a:t>
            </a:r>
            <a:r>
              <a:rPr lang="zh-CN" altLang="en-US" sz="2400" b="1" i="0" dirty="0">
                <a:latin typeface="楷体_GB2312" pitchFamily="49" charset="-122"/>
                <a:ea typeface="楷体_GB2312" pitchFamily="49" charset="-122"/>
              </a:rPr>
              <a:t>这个过程就是编码。 </a:t>
            </a:r>
            <a:endParaRPr lang="zh-CN" altLang="en-US" sz="2400" b="1" i="0" dirty="0">
              <a:latin typeface="楷体_GB2312" pitchFamily="49" charset="-122"/>
              <a:ea typeface="楷体_GB2312" pitchFamily="49" charset="-122"/>
            </a:endParaRPr>
          </a:p>
        </p:txBody>
      </p:sp>
      <p:graphicFrame>
        <p:nvGraphicFramePr>
          <p:cNvPr id="285758" name="Group 62"/>
          <p:cNvGraphicFramePr>
            <a:graphicFrameLocks noGrp="1"/>
          </p:cNvGraphicFramePr>
          <p:nvPr/>
        </p:nvGraphicFramePr>
        <p:xfrm>
          <a:off x="3348038" y="1814513"/>
          <a:ext cx="2808288" cy="4930775"/>
        </p:xfrm>
        <a:graphic>
          <a:graphicData uri="http://schemas.openxmlformats.org/drawingml/2006/table">
            <a:tbl>
              <a:tblPr/>
              <a:tblGrid>
                <a:gridCol w="1871662"/>
                <a:gridCol w="936625"/>
              </a:tblGrid>
              <a:tr h="8731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05765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285740" name="Rectangle 44"/>
          <p:cNvSpPr>
            <a:spLocks noChangeArrowheads="1"/>
          </p:cNvSpPr>
          <p:nvPr/>
        </p:nvSpPr>
        <p:spPr bwMode="auto">
          <a:xfrm>
            <a:off x="6659563" y="1700213"/>
            <a:ext cx="1582738" cy="10064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F</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 =A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3</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1</a:t>
            </a:r>
            <a:endPar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F</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1</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 =A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3</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2</a:t>
            </a:r>
            <a:endPar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graphicFrame>
        <p:nvGraphicFramePr>
          <p:cNvPr id="285741" name="Object 45"/>
          <p:cNvGraphicFramePr>
            <a:graphicFrameLocks noGrp="1" noChangeAspect="1"/>
          </p:cNvGraphicFramePr>
          <p:nvPr>
            <p:ph sz="quarter" idx="3"/>
          </p:nvPr>
        </p:nvGraphicFramePr>
        <p:xfrm>
          <a:off x="6300788" y="2470150"/>
          <a:ext cx="2803525" cy="2543175"/>
        </p:xfrm>
        <a:graphic>
          <a:graphicData uri="http://schemas.openxmlformats.org/presentationml/2006/ole">
            <mc:AlternateContent xmlns:mc="http://schemas.openxmlformats.org/markup-compatibility/2006">
              <mc:Choice xmlns:v="urn:schemas-microsoft-com:vml" Requires="v">
                <p:oleObj spid="_x0000_s3129" name="" r:id="rId19" imgW="4660900" imgH="4229100" progId="Photoshop.Image.5">
                  <p:embed/>
                </p:oleObj>
              </mc:Choice>
              <mc:Fallback>
                <p:oleObj name="" r:id="rId19" imgW="4660900" imgH="4229100" progId="Photoshop.Image.5">
                  <p:embed/>
                  <p:pic>
                    <p:nvPicPr>
                      <p:cNvPr id="0" name="图片 3128"/>
                      <p:cNvPicPr/>
                      <p:nvPr/>
                    </p:nvPicPr>
                    <p:blipFill>
                      <a:blip r:embed="rId20">
                        <a:clrChange>
                          <a:clrFrom>
                            <a:srgbClr val="FFFFFF"/>
                          </a:clrFrom>
                          <a:clrTo>
                            <a:srgbClr val="FFFFFF">
                              <a:alpha val="0"/>
                            </a:srgbClr>
                          </a:clrTo>
                        </a:clrChange>
                      </a:blip>
                      <a:stretch>
                        <a:fillRect/>
                      </a:stretch>
                    </p:blipFill>
                    <p:spPr>
                      <a:xfrm>
                        <a:off x="6300788" y="2470150"/>
                        <a:ext cx="2803525" cy="2543175"/>
                      </a:xfrm>
                      <a:prstGeom prst="rect">
                        <a:avLst/>
                      </a:prstGeom>
                      <a:noFill/>
                      <a:ln w="38100">
                        <a:miter/>
                      </a:ln>
                    </p:spPr>
                  </p:pic>
                </p:oleObj>
              </mc:Fallback>
            </mc:AlternateContent>
          </a:graphicData>
        </a:graphic>
      </p:graphicFrame>
      <p:graphicFrame>
        <p:nvGraphicFramePr>
          <p:cNvPr id="285742" name="Object 46"/>
          <p:cNvGraphicFramePr>
            <a:graphicFrameLocks noChangeAspect="1"/>
          </p:cNvGraphicFramePr>
          <p:nvPr/>
        </p:nvGraphicFramePr>
        <p:xfrm>
          <a:off x="2700338" y="2444750"/>
          <a:ext cx="531812" cy="796925"/>
        </p:xfrm>
        <a:graphic>
          <a:graphicData uri="http://schemas.openxmlformats.org/presentationml/2006/ole">
            <mc:AlternateContent xmlns:mc="http://schemas.openxmlformats.org/markup-compatibility/2006">
              <mc:Choice xmlns:v="urn:schemas-microsoft-com:vml" Requires="v">
                <p:oleObj spid="_x0000_s3130" name="" r:id="rId21" imgW="3149600" imgH="4724400" progId="Photoshop.Image.5">
                  <p:embed/>
                </p:oleObj>
              </mc:Choice>
              <mc:Fallback>
                <p:oleObj name="" r:id="rId21" imgW="3149600" imgH="4724400" progId="Photoshop.Image.5">
                  <p:embed/>
                  <p:pic>
                    <p:nvPicPr>
                      <p:cNvPr id="0" name="图片 3129"/>
                      <p:cNvPicPr/>
                      <p:nvPr/>
                    </p:nvPicPr>
                    <p:blipFill>
                      <a:blip r:embed="rId7">
                        <a:clrChange>
                          <a:clrFrom>
                            <a:srgbClr val="FFFFFF"/>
                          </a:clrFrom>
                          <a:clrTo>
                            <a:srgbClr val="FFFFFF">
                              <a:alpha val="0"/>
                            </a:srgbClr>
                          </a:clrTo>
                        </a:clrChange>
                      </a:blip>
                      <a:stretch>
                        <a:fillRect/>
                      </a:stretch>
                    </p:blipFill>
                    <p:spPr>
                      <a:xfrm>
                        <a:off x="2700338" y="2444750"/>
                        <a:ext cx="531812" cy="796925"/>
                      </a:xfrm>
                      <a:prstGeom prst="rect">
                        <a:avLst/>
                      </a:prstGeom>
                      <a:noFill/>
                      <a:ln w="38100">
                        <a:noFill/>
                        <a:miter/>
                      </a:ln>
                    </p:spPr>
                  </p:pic>
                </p:oleObj>
              </mc:Fallback>
            </mc:AlternateContent>
          </a:graphicData>
        </a:graphic>
      </p:graphicFrame>
      <p:sp>
        <p:nvSpPr>
          <p:cNvPr id="285744" name="Rectangle 48"/>
          <p:cNvSpPr>
            <a:spLocks noChangeArrowheads="1"/>
          </p:cNvSpPr>
          <p:nvPr/>
        </p:nvSpPr>
        <p:spPr bwMode="auto">
          <a:xfrm>
            <a:off x="3419475" y="2181225"/>
            <a:ext cx="1943100"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3    </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2</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  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1</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  </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45" name="Rectangle 49"/>
          <p:cNvSpPr>
            <a:spLocks noChangeArrowheads="1"/>
          </p:cNvSpPr>
          <p:nvPr/>
        </p:nvSpPr>
        <p:spPr bwMode="auto">
          <a:xfrm>
            <a:off x="3421063" y="3009900"/>
            <a:ext cx="1943100"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0     0    0    1</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46" name="Rectangle 50"/>
          <p:cNvSpPr>
            <a:spLocks noChangeArrowheads="1"/>
          </p:cNvSpPr>
          <p:nvPr/>
        </p:nvSpPr>
        <p:spPr bwMode="auto">
          <a:xfrm>
            <a:off x="3419475" y="3946525"/>
            <a:ext cx="1800225"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0     0    1    0</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47" name="Rectangle 51"/>
          <p:cNvSpPr>
            <a:spLocks noChangeArrowheads="1"/>
          </p:cNvSpPr>
          <p:nvPr/>
        </p:nvSpPr>
        <p:spPr bwMode="auto">
          <a:xfrm>
            <a:off x="3421063" y="4954588"/>
            <a:ext cx="1727200"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0     1    0    0</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48" name="Rectangle 52"/>
          <p:cNvSpPr>
            <a:spLocks noChangeArrowheads="1"/>
          </p:cNvSpPr>
          <p:nvPr/>
        </p:nvSpPr>
        <p:spPr bwMode="auto">
          <a:xfrm>
            <a:off x="3421063" y="5818188"/>
            <a:ext cx="1798638"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1     0    0    0</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49" name="Rectangle 53"/>
          <p:cNvSpPr>
            <a:spLocks noChangeArrowheads="1"/>
          </p:cNvSpPr>
          <p:nvPr/>
        </p:nvSpPr>
        <p:spPr bwMode="auto">
          <a:xfrm>
            <a:off x="5292725" y="2181225"/>
            <a:ext cx="935038"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F</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1</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  </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F</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50" name="Rectangle 54"/>
          <p:cNvSpPr>
            <a:spLocks noChangeArrowheads="1"/>
          </p:cNvSpPr>
          <p:nvPr/>
        </p:nvSpPr>
        <p:spPr bwMode="auto">
          <a:xfrm>
            <a:off x="5292725" y="3009900"/>
            <a:ext cx="935038"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0    0</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51" name="Rectangle 55"/>
          <p:cNvSpPr>
            <a:spLocks noChangeArrowheads="1"/>
          </p:cNvSpPr>
          <p:nvPr/>
        </p:nvSpPr>
        <p:spPr bwMode="auto">
          <a:xfrm>
            <a:off x="5292725" y="3946525"/>
            <a:ext cx="863600"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0    1</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52" name="Rectangle 56"/>
          <p:cNvSpPr>
            <a:spLocks noChangeArrowheads="1"/>
          </p:cNvSpPr>
          <p:nvPr/>
        </p:nvSpPr>
        <p:spPr bwMode="auto">
          <a:xfrm>
            <a:off x="5292725" y="4954588"/>
            <a:ext cx="792163"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1    0</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53" name="Rectangle 57"/>
          <p:cNvSpPr>
            <a:spLocks noChangeArrowheads="1"/>
          </p:cNvSpPr>
          <p:nvPr/>
        </p:nvSpPr>
        <p:spPr bwMode="auto">
          <a:xfrm>
            <a:off x="5292725" y="5781675"/>
            <a:ext cx="792163"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1    1</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54" name="Rectangle 58"/>
          <p:cNvSpPr>
            <a:spLocks noChangeArrowheads="1"/>
          </p:cNvSpPr>
          <p:nvPr/>
        </p:nvSpPr>
        <p:spPr bwMode="auto">
          <a:xfrm>
            <a:off x="3636963" y="1828800"/>
            <a:ext cx="1150938" cy="45720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输   入</a:t>
            </a:r>
            <a:endParaRPr kumimoji="0"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285755" name="Rectangle 59"/>
          <p:cNvSpPr>
            <a:spLocks noChangeArrowheads="1"/>
          </p:cNvSpPr>
          <p:nvPr/>
        </p:nvSpPr>
        <p:spPr bwMode="auto">
          <a:xfrm>
            <a:off x="5219700" y="1803400"/>
            <a:ext cx="936625" cy="45720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输出</a:t>
            </a:r>
            <a:endParaRPr kumimoji="0"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285756" name="Rectangle 60"/>
          <p:cNvSpPr/>
          <p:nvPr/>
        </p:nvSpPr>
        <p:spPr>
          <a:xfrm>
            <a:off x="7164388" y="5297488"/>
            <a:ext cx="1509712" cy="373062"/>
          </a:xfrm>
          <a:prstGeom prst="rect">
            <a:avLst/>
          </a:prstGeom>
          <a:noFill/>
          <a:ln w="19050">
            <a:noFill/>
          </a:ln>
        </p:spPr>
        <p:txBody>
          <a:bodyPr wrap="none" lIns="90000" tIns="46800" rIns="90000" bIns="46800" anchor="ctr" anchorCtr="0">
            <a:spAutoFit/>
          </a:bodyPr>
          <a:p>
            <a:r>
              <a:rPr lang="en-US" altLang="zh-CN" sz="1800" b="1" i="0" dirty="0">
                <a:solidFill>
                  <a:srgbClr val="000000"/>
                </a:solidFill>
                <a:latin typeface="Arial" panose="020B0604020202020204" pitchFamily="34" charset="0"/>
                <a:ea typeface="楷体_GB2312" pitchFamily="49" charset="-122"/>
              </a:rPr>
              <a:t>4-2</a:t>
            </a:r>
            <a:r>
              <a:rPr lang="zh-CN" altLang="en-US" sz="1800" b="1" i="0" dirty="0">
                <a:solidFill>
                  <a:srgbClr val="000000"/>
                </a:solidFill>
                <a:latin typeface="Arial" panose="020B0604020202020204" pitchFamily="34" charset="0"/>
                <a:ea typeface="楷体_GB2312" pitchFamily="49" charset="-122"/>
              </a:rPr>
              <a:t>线编码器 </a:t>
            </a:r>
            <a:endParaRPr lang="zh-CN" altLang="en-US" sz="1800" b="1" i="0" dirty="0">
              <a:solidFill>
                <a:srgbClr val="000000"/>
              </a:solidFill>
              <a:latin typeface="Arial" panose="020B0604020202020204" pitchFamily="34" charset="0"/>
              <a:ea typeface="楷体_GB2312" pitchFamily="49" charset="-122"/>
            </a:endParaRPr>
          </a:p>
        </p:txBody>
      </p:sp>
      <p:sp>
        <p:nvSpPr>
          <p:cNvPr id="285757" name="Rectangle 61"/>
          <p:cNvSpPr>
            <a:spLocks noChangeArrowheads="1"/>
          </p:cNvSpPr>
          <p:nvPr/>
        </p:nvSpPr>
        <p:spPr bwMode="auto">
          <a:xfrm>
            <a:off x="0" y="422275"/>
            <a:ext cx="4297363" cy="521970"/>
          </a:xfrm>
          <a:prstGeom prst="rect">
            <a:avLst/>
          </a:prstGeom>
          <a:noFill/>
          <a:ln w="9525">
            <a:noFill/>
            <a:miter lim="800000"/>
          </a:ln>
          <a:effectLst/>
        </p:spPr>
        <p:txBody>
          <a:bodyPr>
            <a:spAutoFit/>
          </a:bodyPr>
          <a:lstStyle/>
          <a:p>
            <a:pPr marL="457200" marR="0" lvl="1"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5.3  </a:t>
            </a:r>
            <a:r>
              <a:rPr kumimoji="1" lang="zh-CN" altLang="en-US" sz="28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编 码 器</a:t>
            </a:r>
            <a:endParaRPr kumimoji="1" lang="zh-CN" altLang="en-US" sz="2400" b="1" i="0" u="none" strike="noStrike" kern="1200" cap="none" spc="0" normalizeH="0" baseline="0" noProof="0" dirty="0">
              <a:ln>
                <a:noFill/>
              </a:ln>
              <a:solidFill>
                <a:schemeClr val="accent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85728"/>
                                        </p:tgtEl>
                                        <p:attrNameLst>
                                          <p:attrName>style.visibility</p:attrName>
                                        </p:attrNameLst>
                                      </p:cBhvr>
                                      <p:to>
                                        <p:strVal val="visible"/>
                                      </p:to>
                                    </p:set>
                                    <p:animEffect transition="in" filter="wipe(down)">
                                      <p:cBhvr>
                                        <p:cTn id="7" dur="500"/>
                                        <p:tgtEl>
                                          <p:spTgt spid="2857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85723"/>
                                        </p:tgtEl>
                                        <p:attrNameLst>
                                          <p:attrName>style.visibility</p:attrName>
                                        </p:attrNameLst>
                                      </p:cBhvr>
                                      <p:to>
                                        <p:strVal val="visible"/>
                                      </p:to>
                                    </p:set>
                                    <p:animEffect transition="in" filter="wipe(down)">
                                      <p:cBhvr>
                                        <p:cTn id="12" dur="500"/>
                                        <p:tgtEl>
                                          <p:spTgt spid="2857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0"/>
                                          </p:stCondLst>
                                        </p:cTn>
                                        <p:tgtEl>
                                          <p:spTgt spid="285742"/>
                                        </p:tgtEl>
                                        <p:attrNameLst>
                                          <p:attrName>style.visibility</p:attrName>
                                        </p:attrNameLst>
                                      </p:cBhvr>
                                      <p:to>
                                        <p:strVal val="visible"/>
                                      </p:to>
                                    </p:set>
                                  </p:child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285724"/>
                                        </p:tgtEl>
                                        <p:attrNameLst>
                                          <p:attrName>style.visibility</p:attrName>
                                        </p:attrNameLst>
                                      </p:cBhvr>
                                      <p:to>
                                        <p:strVal val="visible"/>
                                      </p:to>
                                    </p:set>
                                    <p:animEffect transition="in" filter="blinds(horizontal)">
                                      <p:cBhvr>
                                        <p:cTn id="24" dur="500"/>
                                        <p:tgtEl>
                                          <p:spTgt spid="285724"/>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par>
                          <p:cTn id="29" fill="hold">
                            <p:stCondLst>
                              <p:cond delay="1500"/>
                            </p:stCondLst>
                            <p:childTnLst>
                              <p:par>
                                <p:cTn id="30" presetID="3" presetClass="entr" presetSubtype="10" fill="hold" nodeType="afterEffect">
                                  <p:stCondLst>
                                    <p:cond delay="0"/>
                                  </p:stCondLst>
                                  <p:childTnLst>
                                    <p:set>
                                      <p:cBhvr>
                                        <p:cTn id="31" dur="1" fill="hold">
                                          <p:stCondLst>
                                            <p:cond delay="0"/>
                                          </p:stCondLst>
                                        </p:cTn>
                                        <p:tgtEl>
                                          <p:spTgt spid="285725"/>
                                        </p:tgtEl>
                                        <p:attrNameLst>
                                          <p:attrName>style.visibility</p:attrName>
                                        </p:attrNameLst>
                                      </p:cBhvr>
                                      <p:to>
                                        <p:strVal val="visible"/>
                                      </p:to>
                                    </p:set>
                                    <p:animEffect transition="in" filter="blinds(horizontal)">
                                      <p:cBhvr>
                                        <p:cTn id="32" dur="500"/>
                                        <p:tgtEl>
                                          <p:spTgt spid="285725"/>
                                        </p:tgtEl>
                                      </p:cBhvr>
                                    </p:animEffect>
                                  </p:childTnLst>
                                </p:cTn>
                              </p:par>
                            </p:childTnLst>
                          </p:cTn>
                        </p:par>
                        <p:par>
                          <p:cTn id="33" fill="hold">
                            <p:stCondLst>
                              <p:cond delay="2000"/>
                            </p:stCondLst>
                            <p:childTnLst>
                              <p:par>
                                <p:cTn id="34" presetID="22" presetClass="entr" presetSubtype="8" fill="hold"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500"/>
                                        <p:tgtEl>
                                          <p:spTgt spid="6"/>
                                        </p:tgtEl>
                                      </p:cBhvr>
                                    </p:animEffect>
                                  </p:childTnLst>
                                </p:cTn>
                              </p:par>
                            </p:childTnLst>
                          </p:cTn>
                        </p:par>
                        <p:par>
                          <p:cTn id="37" fill="hold">
                            <p:stCondLst>
                              <p:cond delay="2500"/>
                            </p:stCondLst>
                            <p:childTnLst>
                              <p:par>
                                <p:cTn id="38" presetID="3" presetClass="entr" presetSubtype="10" fill="hold" nodeType="afterEffect">
                                  <p:stCondLst>
                                    <p:cond delay="0"/>
                                  </p:stCondLst>
                                  <p:childTnLst>
                                    <p:set>
                                      <p:cBhvr>
                                        <p:cTn id="39" dur="1" fill="hold">
                                          <p:stCondLst>
                                            <p:cond delay="0"/>
                                          </p:stCondLst>
                                        </p:cTn>
                                        <p:tgtEl>
                                          <p:spTgt spid="285726"/>
                                        </p:tgtEl>
                                        <p:attrNameLst>
                                          <p:attrName>style.visibility</p:attrName>
                                        </p:attrNameLst>
                                      </p:cBhvr>
                                      <p:to>
                                        <p:strVal val="visible"/>
                                      </p:to>
                                    </p:set>
                                    <p:animEffect transition="in" filter="blinds(horizontal)">
                                      <p:cBhvr>
                                        <p:cTn id="40" dur="500"/>
                                        <p:tgtEl>
                                          <p:spTgt spid="285726"/>
                                        </p:tgtEl>
                                      </p:cBhvr>
                                    </p:animEffect>
                                  </p:childTnLst>
                                </p:cTn>
                              </p:par>
                            </p:childTnLst>
                          </p:cTn>
                        </p:par>
                        <p:par>
                          <p:cTn id="41" fill="hold">
                            <p:stCondLst>
                              <p:cond delay="3000"/>
                            </p:stCondLst>
                            <p:childTnLst>
                              <p:par>
                                <p:cTn id="42" presetID="22" presetClass="entr" presetSubtype="8" fill="hold" nodeType="after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wipe(left)">
                                      <p:cBhvr>
                                        <p:cTn id="44" dur="500"/>
                                        <p:tgtEl>
                                          <p:spTgt spid="4"/>
                                        </p:tgtEl>
                                      </p:cBhvr>
                                    </p:animEffect>
                                  </p:childTnLst>
                                </p:cTn>
                              </p:par>
                            </p:childTnLst>
                          </p:cTn>
                        </p:par>
                        <p:par>
                          <p:cTn id="45" fill="hold">
                            <p:stCondLst>
                              <p:cond delay="3500"/>
                            </p:stCondLst>
                            <p:childTnLst>
                              <p:par>
                                <p:cTn id="46" presetID="3" presetClass="entr" presetSubtype="10" fill="hold" nodeType="afterEffect">
                                  <p:stCondLst>
                                    <p:cond delay="0"/>
                                  </p:stCondLst>
                                  <p:childTnLst>
                                    <p:set>
                                      <p:cBhvr>
                                        <p:cTn id="47" dur="1" fill="hold">
                                          <p:stCondLst>
                                            <p:cond delay="0"/>
                                          </p:stCondLst>
                                        </p:cTn>
                                        <p:tgtEl>
                                          <p:spTgt spid="285727"/>
                                        </p:tgtEl>
                                        <p:attrNameLst>
                                          <p:attrName>style.visibility</p:attrName>
                                        </p:attrNameLst>
                                      </p:cBhvr>
                                      <p:to>
                                        <p:strVal val="visible"/>
                                      </p:to>
                                    </p:set>
                                    <p:animEffect transition="in" filter="blinds(horizontal)">
                                      <p:cBhvr>
                                        <p:cTn id="48" dur="500"/>
                                        <p:tgtEl>
                                          <p:spTgt spid="28572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285758"/>
                                        </p:tgtEl>
                                        <p:attrNameLst>
                                          <p:attrName>style.visibility</p:attrName>
                                        </p:attrNameLst>
                                      </p:cBhvr>
                                      <p:to>
                                        <p:strVal val="visible"/>
                                      </p:to>
                                    </p:set>
                                    <p:animEffect transition="in" filter="wipe(down)">
                                      <p:cBhvr>
                                        <p:cTn id="53" dur="500"/>
                                        <p:tgtEl>
                                          <p:spTgt spid="28575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285744"/>
                                        </p:tgtEl>
                                        <p:attrNameLst>
                                          <p:attrName>style.visibility</p:attrName>
                                        </p:attrNameLst>
                                      </p:cBhvr>
                                      <p:to>
                                        <p:strVal val="visible"/>
                                      </p:to>
                                    </p:set>
                                    <p:animEffect transition="in" filter="wipe(down)">
                                      <p:cBhvr>
                                        <p:cTn id="58" dur="500"/>
                                        <p:tgtEl>
                                          <p:spTgt spid="28574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85754"/>
                                        </p:tgtEl>
                                        <p:attrNameLst>
                                          <p:attrName>style.visibility</p:attrName>
                                        </p:attrNameLst>
                                      </p:cBhvr>
                                      <p:to>
                                        <p:strVal val="visible"/>
                                      </p:to>
                                    </p:set>
                                    <p:animEffect transition="in" filter="wipe(left)">
                                      <p:cBhvr>
                                        <p:cTn id="63" dur="500"/>
                                        <p:tgtEl>
                                          <p:spTgt spid="28575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85745"/>
                                        </p:tgtEl>
                                        <p:attrNameLst>
                                          <p:attrName>style.visibility</p:attrName>
                                        </p:attrNameLst>
                                      </p:cBhvr>
                                      <p:to>
                                        <p:strVal val="visible"/>
                                      </p:to>
                                    </p:set>
                                    <p:animEffect transition="in" filter="wipe(left)">
                                      <p:cBhvr>
                                        <p:cTn id="68" dur="500"/>
                                        <p:tgtEl>
                                          <p:spTgt spid="285745"/>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285746"/>
                                        </p:tgtEl>
                                        <p:attrNameLst>
                                          <p:attrName>style.visibility</p:attrName>
                                        </p:attrNameLst>
                                      </p:cBhvr>
                                      <p:to>
                                        <p:strVal val="visible"/>
                                      </p:to>
                                    </p:set>
                                    <p:animEffect transition="in" filter="wipe(left)">
                                      <p:cBhvr>
                                        <p:cTn id="71" dur="500"/>
                                        <p:tgtEl>
                                          <p:spTgt spid="285746"/>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285747"/>
                                        </p:tgtEl>
                                        <p:attrNameLst>
                                          <p:attrName>style.visibility</p:attrName>
                                        </p:attrNameLst>
                                      </p:cBhvr>
                                      <p:to>
                                        <p:strVal val="visible"/>
                                      </p:to>
                                    </p:set>
                                    <p:animEffect transition="in" filter="wipe(left)">
                                      <p:cBhvr>
                                        <p:cTn id="74" dur="500"/>
                                        <p:tgtEl>
                                          <p:spTgt spid="285747"/>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285748"/>
                                        </p:tgtEl>
                                        <p:attrNameLst>
                                          <p:attrName>style.visibility</p:attrName>
                                        </p:attrNameLst>
                                      </p:cBhvr>
                                      <p:to>
                                        <p:strVal val="visible"/>
                                      </p:to>
                                    </p:set>
                                    <p:animEffect transition="in" filter="wipe(left)">
                                      <p:cBhvr>
                                        <p:cTn id="77" dur="500"/>
                                        <p:tgtEl>
                                          <p:spTgt spid="28574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85755"/>
                                        </p:tgtEl>
                                        <p:attrNameLst>
                                          <p:attrName>style.visibility</p:attrName>
                                        </p:attrNameLst>
                                      </p:cBhvr>
                                      <p:to>
                                        <p:strVal val="visible"/>
                                      </p:to>
                                    </p:set>
                                    <p:animEffect transition="in" filter="wipe(left)">
                                      <p:cBhvr>
                                        <p:cTn id="82" dur="500"/>
                                        <p:tgtEl>
                                          <p:spTgt spid="28575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285749"/>
                                        </p:tgtEl>
                                        <p:attrNameLst>
                                          <p:attrName>style.visibility</p:attrName>
                                        </p:attrNameLst>
                                      </p:cBhvr>
                                      <p:to>
                                        <p:strVal val="visible"/>
                                      </p:to>
                                    </p:set>
                                    <p:animEffect transition="in" filter="wipe(down)">
                                      <p:cBhvr>
                                        <p:cTn id="87" dur="500"/>
                                        <p:tgtEl>
                                          <p:spTgt spid="28574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85750"/>
                                        </p:tgtEl>
                                        <p:attrNameLst>
                                          <p:attrName>style.visibility</p:attrName>
                                        </p:attrNameLst>
                                      </p:cBhvr>
                                      <p:to>
                                        <p:strVal val="visible"/>
                                      </p:to>
                                    </p:set>
                                    <p:animEffect transition="in" filter="wipe(left)">
                                      <p:cBhvr>
                                        <p:cTn id="92" dur="500"/>
                                        <p:tgtEl>
                                          <p:spTgt spid="285750"/>
                                        </p:tgtEl>
                                      </p:cBhvr>
                                    </p:animEffect>
                                  </p:childTnLst>
                                </p:cTn>
                              </p:par>
                            </p:childTnLst>
                          </p:cTn>
                        </p:par>
                        <p:par>
                          <p:cTn id="93" fill="hold">
                            <p:stCondLst>
                              <p:cond delay="500"/>
                            </p:stCondLst>
                            <p:childTnLst>
                              <p:par>
                                <p:cTn id="94" presetID="22" presetClass="entr" presetSubtype="8" fill="hold" grpId="0" nodeType="afterEffect">
                                  <p:stCondLst>
                                    <p:cond delay="0"/>
                                  </p:stCondLst>
                                  <p:childTnLst>
                                    <p:set>
                                      <p:cBhvr>
                                        <p:cTn id="95" dur="1" fill="hold">
                                          <p:stCondLst>
                                            <p:cond delay="0"/>
                                          </p:stCondLst>
                                        </p:cTn>
                                        <p:tgtEl>
                                          <p:spTgt spid="285751"/>
                                        </p:tgtEl>
                                        <p:attrNameLst>
                                          <p:attrName>style.visibility</p:attrName>
                                        </p:attrNameLst>
                                      </p:cBhvr>
                                      <p:to>
                                        <p:strVal val="visible"/>
                                      </p:to>
                                    </p:set>
                                    <p:animEffect transition="in" filter="wipe(left)">
                                      <p:cBhvr>
                                        <p:cTn id="96" dur="500"/>
                                        <p:tgtEl>
                                          <p:spTgt spid="285751"/>
                                        </p:tgtEl>
                                      </p:cBhvr>
                                    </p:animEffect>
                                  </p:childTnLst>
                                </p:cTn>
                              </p:par>
                            </p:childTnLst>
                          </p:cTn>
                        </p:par>
                        <p:par>
                          <p:cTn id="97" fill="hold">
                            <p:stCondLst>
                              <p:cond delay="1000"/>
                            </p:stCondLst>
                            <p:childTnLst>
                              <p:par>
                                <p:cTn id="98" presetID="22" presetClass="entr" presetSubtype="8" fill="hold" grpId="0" nodeType="afterEffect">
                                  <p:stCondLst>
                                    <p:cond delay="0"/>
                                  </p:stCondLst>
                                  <p:childTnLst>
                                    <p:set>
                                      <p:cBhvr>
                                        <p:cTn id="99" dur="1" fill="hold">
                                          <p:stCondLst>
                                            <p:cond delay="0"/>
                                          </p:stCondLst>
                                        </p:cTn>
                                        <p:tgtEl>
                                          <p:spTgt spid="285752"/>
                                        </p:tgtEl>
                                        <p:attrNameLst>
                                          <p:attrName>style.visibility</p:attrName>
                                        </p:attrNameLst>
                                      </p:cBhvr>
                                      <p:to>
                                        <p:strVal val="visible"/>
                                      </p:to>
                                    </p:set>
                                    <p:animEffect transition="in" filter="wipe(left)">
                                      <p:cBhvr>
                                        <p:cTn id="100" dur="500"/>
                                        <p:tgtEl>
                                          <p:spTgt spid="285752"/>
                                        </p:tgtEl>
                                      </p:cBhvr>
                                    </p:animEffect>
                                  </p:childTnLst>
                                </p:cTn>
                              </p:par>
                            </p:childTnLst>
                          </p:cTn>
                        </p:par>
                        <p:par>
                          <p:cTn id="101" fill="hold">
                            <p:stCondLst>
                              <p:cond delay="1500"/>
                            </p:stCondLst>
                            <p:childTnLst>
                              <p:par>
                                <p:cTn id="102" presetID="22" presetClass="entr" presetSubtype="8" fill="hold" grpId="0" nodeType="afterEffect">
                                  <p:stCondLst>
                                    <p:cond delay="0"/>
                                  </p:stCondLst>
                                  <p:childTnLst>
                                    <p:set>
                                      <p:cBhvr>
                                        <p:cTn id="103" dur="1" fill="hold">
                                          <p:stCondLst>
                                            <p:cond delay="0"/>
                                          </p:stCondLst>
                                        </p:cTn>
                                        <p:tgtEl>
                                          <p:spTgt spid="285753"/>
                                        </p:tgtEl>
                                        <p:attrNameLst>
                                          <p:attrName>style.visibility</p:attrName>
                                        </p:attrNameLst>
                                      </p:cBhvr>
                                      <p:to>
                                        <p:strVal val="visible"/>
                                      </p:to>
                                    </p:set>
                                    <p:animEffect transition="in" filter="wipe(left)">
                                      <p:cBhvr>
                                        <p:cTn id="104" dur="500"/>
                                        <p:tgtEl>
                                          <p:spTgt spid="285753"/>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1" fill="hold" grpId="0" nodeType="clickEffect">
                                  <p:stCondLst>
                                    <p:cond delay="0"/>
                                  </p:stCondLst>
                                  <p:childTnLst>
                                    <p:set>
                                      <p:cBhvr>
                                        <p:cTn id="108" dur="1" fill="hold">
                                          <p:stCondLst>
                                            <p:cond delay="0"/>
                                          </p:stCondLst>
                                        </p:cTn>
                                        <p:tgtEl>
                                          <p:spTgt spid="285740"/>
                                        </p:tgtEl>
                                        <p:attrNameLst>
                                          <p:attrName>style.visibility</p:attrName>
                                        </p:attrNameLst>
                                      </p:cBhvr>
                                      <p:to>
                                        <p:strVal val="visible"/>
                                      </p:to>
                                    </p:set>
                                    <p:animEffect transition="in" filter="wipe(up)">
                                      <p:cBhvr>
                                        <p:cTn id="109" dur="500"/>
                                        <p:tgtEl>
                                          <p:spTgt spid="285740"/>
                                        </p:tgtEl>
                                      </p:cBhvr>
                                    </p:animEffect>
                                  </p:childTnLst>
                                </p:cTn>
                              </p:par>
                            </p:childTnLst>
                          </p:cTn>
                        </p:par>
                      </p:childTnLst>
                    </p:cTn>
                  </p:par>
                  <p:par>
                    <p:cTn id="110" fill="hold">
                      <p:stCondLst>
                        <p:cond delay="indefinite"/>
                      </p:stCondLst>
                      <p:childTnLst>
                        <p:par>
                          <p:cTn id="111" fill="hold">
                            <p:stCondLst>
                              <p:cond delay="0"/>
                            </p:stCondLst>
                            <p:childTnLst>
                              <p:par>
                                <p:cTn id="112" presetID="12" presetClass="entr" presetSubtype="4" fill="hold" nodeType="clickEffect">
                                  <p:stCondLst>
                                    <p:cond delay="0"/>
                                  </p:stCondLst>
                                  <p:childTnLst>
                                    <p:set>
                                      <p:cBhvr>
                                        <p:cTn id="113" dur="1" fill="hold">
                                          <p:stCondLst>
                                            <p:cond delay="0"/>
                                          </p:stCondLst>
                                        </p:cTn>
                                        <p:tgtEl>
                                          <p:spTgt spid="285741"/>
                                        </p:tgtEl>
                                        <p:attrNameLst>
                                          <p:attrName>style.visibility</p:attrName>
                                        </p:attrNameLst>
                                      </p:cBhvr>
                                      <p:to>
                                        <p:strVal val="visible"/>
                                      </p:to>
                                    </p:set>
                                    <p:animEffect transition="in" filter="slide(fromBottom)">
                                      <p:cBhvr>
                                        <p:cTn id="114" dur="500"/>
                                        <p:tgtEl>
                                          <p:spTgt spid="285741"/>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4" fill="hold" grpId="0" nodeType="clickEffect">
                                  <p:stCondLst>
                                    <p:cond delay="0"/>
                                  </p:stCondLst>
                                  <p:childTnLst>
                                    <p:set>
                                      <p:cBhvr>
                                        <p:cTn id="118" dur="1" fill="hold">
                                          <p:stCondLst>
                                            <p:cond delay="0"/>
                                          </p:stCondLst>
                                        </p:cTn>
                                        <p:tgtEl>
                                          <p:spTgt spid="285756"/>
                                        </p:tgtEl>
                                        <p:attrNameLst>
                                          <p:attrName>style.visibility</p:attrName>
                                        </p:attrNameLst>
                                      </p:cBhvr>
                                      <p:to>
                                        <p:strVal val="visible"/>
                                      </p:to>
                                    </p:set>
                                    <p:animEffect transition="in" filter="wipe(down)">
                                      <p:cBhvr>
                                        <p:cTn id="119" dur="500"/>
                                        <p:tgtEl>
                                          <p:spTgt spid="285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723" grpId="0"/>
      <p:bldP spid="285728" grpId="0"/>
      <p:bldP spid="285740" grpId="0"/>
      <p:bldP spid="285744" grpId="0"/>
      <p:bldP spid="285745" grpId="0"/>
      <p:bldP spid="285746" grpId="0"/>
      <p:bldP spid="285747" grpId="0"/>
      <p:bldP spid="285748" grpId="0"/>
      <p:bldP spid="285749" grpId="0"/>
      <p:bldP spid="285750" grpId="0"/>
      <p:bldP spid="285751" grpId="0"/>
      <p:bldP spid="285752" grpId="0"/>
      <p:bldP spid="285753" grpId="0"/>
      <p:bldP spid="285754" grpId="0"/>
      <p:bldP spid="285755" grpId="0"/>
      <p:bldP spid="28575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2" name="Rectangle 2"/>
          <p:cNvSpPr>
            <a:spLocks noChangeArrowheads="1"/>
          </p:cNvSpPr>
          <p:nvPr/>
        </p:nvSpPr>
        <p:spPr bwMode="auto">
          <a:xfrm>
            <a:off x="755650" y="908050"/>
            <a:ext cx="7848600" cy="45720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4( =2</a:t>
            </a:r>
            <a:r>
              <a:rPr kumimoji="0" lang="en-US" altLang="zh-CN" sz="2400" b="1" i="0" u="none" strike="noStrike" kern="1200" cap="none" spc="0" normalizeH="0" baseline="3000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2</a:t>
            </a: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种情况，需</a:t>
            </a:r>
            <a:r>
              <a:rPr kumimoji="0" lang="en-US" altLang="zh-CN" sz="2400" b="1" i="0" u="none" strike="noStrike" kern="1200" cap="none" spc="0" normalizeH="0" baseline="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2</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位二进制码就能将所有情况表示；</a:t>
            </a:r>
            <a:endPar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286723" name="Rectangle 3"/>
          <p:cNvSpPr>
            <a:spLocks noChangeArrowheads="1"/>
          </p:cNvSpPr>
          <p:nvPr/>
        </p:nvSpPr>
        <p:spPr bwMode="auto">
          <a:xfrm>
            <a:off x="1042988" y="3284538"/>
            <a:ext cx="6840538" cy="457200"/>
          </a:xfrm>
          <a:prstGeom prst="rect">
            <a:avLst/>
          </a:prstGeom>
          <a:gradFill rotWithShape="1">
            <a:gsLst>
              <a:gs pos="0">
                <a:srgbClr val="FFFF99">
                  <a:gamma/>
                  <a:shade val="72549"/>
                  <a:invGamma/>
                </a:srgbClr>
              </a:gs>
              <a:gs pos="50000">
                <a:srgbClr val="FFFF99"/>
              </a:gs>
              <a:gs pos="100000">
                <a:srgbClr val="FFFF99">
                  <a:gamma/>
                  <a:shade val="72549"/>
                  <a:invGamma/>
                </a:srgbClr>
              </a:gs>
            </a:gsLst>
            <a:lin ang="5400000" scaled="1"/>
          </a:grad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2</a:t>
            </a:r>
            <a:r>
              <a:rPr kumimoji="0" lang="en-US" altLang="zh-CN" sz="2400" b="1" i="0" u="none" strike="noStrike" kern="1200" cap="none" spc="0" normalizeH="0" baseline="3000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n</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种情况，只需要</a:t>
            </a:r>
            <a:r>
              <a:rPr kumimoji="0" lang="en-US" altLang="zh-CN" sz="2400" b="1" i="0" u="none" strike="noStrike" kern="1200" cap="none" spc="0" normalizeH="0" baseline="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n</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位二进制码就能完全表示！</a:t>
            </a:r>
            <a:endPar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286724" name="Text Box 4"/>
          <p:cNvSpPr txBox="1"/>
          <p:nvPr/>
        </p:nvSpPr>
        <p:spPr>
          <a:xfrm>
            <a:off x="6084888" y="5445125"/>
            <a:ext cx="1606550" cy="823913"/>
          </a:xfrm>
          <a:prstGeom prst="rect">
            <a:avLst/>
          </a:prstGeom>
          <a:noFill/>
          <a:ln w="12700">
            <a:noFill/>
          </a:ln>
        </p:spPr>
        <p:txBody>
          <a:bodyPr wrap="none" anchor="t" anchorCtr="0">
            <a:spAutoFit/>
          </a:bodyPr>
          <a:p>
            <a:pPr algn="ctr"/>
            <a:r>
              <a:rPr lang="en-US" altLang="zh-CN" sz="4800" i="0" dirty="0">
                <a:solidFill>
                  <a:srgbClr val="FF0000"/>
                </a:solidFill>
                <a:latin typeface="Arial" panose="020B0604020202020204" pitchFamily="34" charset="0"/>
                <a:ea typeface="宋体" panose="02010600030101010101" pitchFamily="2" charset="-122"/>
              </a:rPr>
              <a:t>2</a:t>
            </a:r>
            <a:r>
              <a:rPr lang="en-US" altLang="zh-CN" sz="4800" i="0" baseline="30000" dirty="0">
                <a:solidFill>
                  <a:srgbClr val="FF0000"/>
                </a:solidFill>
                <a:latin typeface="Arial" panose="020B0604020202020204" pitchFamily="34" charset="0"/>
                <a:ea typeface="宋体" panose="02010600030101010101" pitchFamily="2" charset="-122"/>
              </a:rPr>
              <a:t>n ≥m</a:t>
            </a:r>
            <a:endParaRPr lang="en-US" altLang="zh-CN" sz="4800" i="0" baseline="30000" dirty="0">
              <a:solidFill>
                <a:srgbClr val="FF0000"/>
              </a:solidFill>
              <a:latin typeface="Arial" panose="020B0604020202020204" pitchFamily="34" charset="0"/>
              <a:ea typeface="宋体" panose="02010600030101010101" pitchFamily="2" charset="-122"/>
            </a:endParaRPr>
          </a:p>
        </p:txBody>
      </p:sp>
      <p:sp>
        <p:nvSpPr>
          <p:cNvPr id="286725" name="Rectangle 5"/>
          <p:cNvSpPr>
            <a:spLocks noChangeArrowheads="1"/>
          </p:cNvSpPr>
          <p:nvPr/>
        </p:nvSpPr>
        <p:spPr bwMode="auto">
          <a:xfrm>
            <a:off x="684213" y="1557338"/>
            <a:ext cx="7848600" cy="45720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8 </a:t>
            </a: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 =2</a:t>
            </a:r>
            <a:r>
              <a:rPr kumimoji="0" lang="en-US" altLang="zh-CN" sz="2400" b="1" i="0" u="none" strike="noStrike" kern="1200" cap="none" spc="0" normalizeH="0" baseline="3000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3</a:t>
            </a: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种情况，需</a:t>
            </a:r>
            <a:r>
              <a:rPr kumimoji="0" lang="en-US" altLang="zh-CN" sz="2400" b="1" i="0" u="none" strike="noStrike" kern="1200" cap="none" spc="0" normalizeH="0" baseline="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3</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位二进制码就能将所有情况表示；</a:t>
            </a:r>
            <a:endPar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286726" name="Rectangle 6"/>
          <p:cNvSpPr>
            <a:spLocks noChangeArrowheads="1"/>
          </p:cNvSpPr>
          <p:nvPr/>
        </p:nvSpPr>
        <p:spPr bwMode="auto">
          <a:xfrm>
            <a:off x="684213" y="2276475"/>
            <a:ext cx="7848600" cy="45720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16 </a:t>
            </a: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 =2</a:t>
            </a:r>
            <a:r>
              <a:rPr kumimoji="0" lang="en-US" altLang="zh-CN" sz="2400" b="1" i="0" u="none" strike="noStrike" kern="1200" cap="none" spc="0" normalizeH="0" baseline="3000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4</a:t>
            </a: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种情况，需</a:t>
            </a:r>
            <a:r>
              <a:rPr kumimoji="0" lang="en-US" altLang="zh-CN" sz="2400" b="1" i="0" u="none" strike="noStrike" kern="1200" cap="none" spc="0" normalizeH="0" baseline="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4</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位二进制码就能将所有情况表示；</a:t>
            </a:r>
            <a:endPar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286727" name="AutoShape 7"/>
          <p:cNvSpPr/>
          <p:nvPr/>
        </p:nvSpPr>
        <p:spPr>
          <a:xfrm>
            <a:off x="2195513" y="4005263"/>
            <a:ext cx="4032250" cy="1295400"/>
          </a:xfrm>
          <a:prstGeom prst="cloudCallout">
            <a:avLst>
              <a:gd name="adj1" fmla="val -46102"/>
              <a:gd name="adj2" fmla="val 123407"/>
            </a:avLst>
          </a:prstGeom>
          <a:solidFill>
            <a:srgbClr val="FFFF00"/>
          </a:solidFill>
          <a:ln w="19050" cap="flat" cmpd="sng">
            <a:solidFill>
              <a:srgbClr val="000000"/>
            </a:solidFill>
            <a:prstDash val="solid"/>
            <a:round/>
            <a:headEnd type="none" w="med" len="med"/>
            <a:tailEnd type="none" w="med" len="med"/>
          </a:ln>
        </p:spPr>
        <p:txBody>
          <a:bodyPr lIns="90000" tIns="46800" rIns="90000" bIns="46800" anchor="ctr" anchorCtr="0"/>
          <a:p>
            <a:pPr algn="ctr"/>
            <a:r>
              <a:rPr lang="en-US" altLang="zh-CN" b="1" i="0" dirty="0">
                <a:solidFill>
                  <a:srgbClr val="FF0000"/>
                </a:solidFill>
                <a:latin typeface="Arial" panose="020B0604020202020204" pitchFamily="34" charset="0"/>
                <a:ea typeface="楷体_GB2312" pitchFamily="49" charset="-122"/>
              </a:rPr>
              <a:t>7</a:t>
            </a:r>
            <a:r>
              <a:rPr lang="zh-CN" altLang="en-US" b="1" i="0" dirty="0">
                <a:solidFill>
                  <a:srgbClr val="000000"/>
                </a:solidFill>
                <a:latin typeface="Arial" panose="020B0604020202020204" pitchFamily="34" charset="0"/>
                <a:ea typeface="楷体_GB2312" pitchFamily="49" charset="-122"/>
              </a:rPr>
              <a:t>种情况需几位二进制码表示？</a:t>
            </a:r>
            <a:r>
              <a:rPr lang="en-US" altLang="zh-CN" b="1" i="0" dirty="0">
                <a:solidFill>
                  <a:srgbClr val="FF0000"/>
                </a:solidFill>
                <a:latin typeface="Arial" panose="020B0604020202020204" pitchFamily="34" charset="0"/>
                <a:ea typeface="楷体_GB2312" pitchFamily="49" charset="-122"/>
              </a:rPr>
              <a:t>9</a:t>
            </a:r>
            <a:r>
              <a:rPr lang="zh-CN" altLang="en-US" b="1" i="0" dirty="0">
                <a:solidFill>
                  <a:srgbClr val="000000"/>
                </a:solidFill>
                <a:latin typeface="Arial" panose="020B0604020202020204" pitchFamily="34" charset="0"/>
                <a:ea typeface="楷体_GB2312" pitchFamily="49" charset="-122"/>
              </a:rPr>
              <a:t>种呢？</a:t>
            </a:r>
            <a:endParaRPr lang="zh-CN" altLang="en-US" b="1" i="0" dirty="0">
              <a:solidFill>
                <a:srgbClr val="000000"/>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22"/>
                                        </p:tgtEl>
                                        <p:attrNameLst>
                                          <p:attrName>style.visibility</p:attrName>
                                        </p:attrNameLst>
                                      </p:cBhvr>
                                      <p:to>
                                        <p:strVal val="visible"/>
                                      </p:to>
                                    </p:set>
                                    <p:animEffect transition="in" filter="wipe(left)">
                                      <p:cBhvr>
                                        <p:cTn id="7" dur="500"/>
                                        <p:tgtEl>
                                          <p:spTgt spid="2867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25"/>
                                        </p:tgtEl>
                                        <p:attrNameLst>
                                          <p:attrName>style.visibility</p:attrName>
                                        </p:attrNameLst>
                                      </p:cBhvr>
                                      <p:to>
                                        <p:strVal val="visible"/>
                                      </p:to>
                                    </p:set>
                                    <p:animEffect transition="in" filter="wipe(left)">
                                      <p:cBhvr>
                                        <p:cTn id="12" dur="500"/>
                                        <p:tgtEl>
                                          <p:spTgt spid="2867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726"/>
                                        </p:tgtEl>
                                        <p:attrNameLst>
                                          <p:attrName>style.visibility</p:attrName>
                                        </p:attrNameLst>
                                      </p:cBhvr>
                                      <p:to>
                                        <p:strVal val="visible"/>
                                      </p:to>
                                    </p:set>
                                    <p:animEffect transition="in" filter="wipe(left)">
                                      <p:cBhvr>
                                        <p:cTn id="17" dur="500"/>
                                        <p:tgtEl>
                                          <p:spTgt spid="2867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6723"/>
                                        </p:tgtEl>
                                        <p:attrNameLst>
                                          <p:attrName>style.visibility</p:attrName>
                                        </p:attrNameLst>
                                      </p:cBhvr>
                                      <p:to>
                                        <p:strVal val="visible"/>
                                      </p:to>
                                    </p:set>
                                    <p:animEffect transition="in" filter="wipe(left)">
                                      <p:cBhvr>
                                        <p:cTn id="22" dur="500"/>
                                        <p:tgtEl>
                                          <p:spTgt spid="286723"/>
                                        </p:tgtEl>
                                      </p:cBhvr>
                                    </p:animEffect>
                                  </p:childTnLst>
                                </p:cTn>
                              </p:par>
                            </p:childTnLst>
                          </p:cTn>
                        </p:par>
                      </p:childTnLst>
                    </p:cTn>
                  </p:par>
                  <p:par>
                    <p:cTn id="23" fill="hold">
                      <p:stCondLst>
                        <p:cond delay="indefinite"/>
                      </p:stCondLst>
                      <p:childTnLst>
                        <p:par>
                          <p:cTn id="24" fill="hold">
                            <p:stCondLst>
                              <p:cond delay="0"/>
                            </p:stCondLst>
                            <p:childTnLst>
                              <p:par>
                                <p:cTn id="25" presetID="41" presetClass="entr" presetSubtype="0" fill="hold" grpId="0" nodeType="clickEffect">
                                  <p:stCondLst>
                                    <p:cond delay="0"/>
                                  </p:stCondLst>
                                  <p:iterate type="lt">
                                    <p:tmPct val="10000"/>
                                  </p:iterate>
                                  <p:childTnLst>
                                    <p:set>
                                      <p:cBhvr>
                                        <p:cTn id="26" dur="1" fill="hold">
                                          <p:stCondLst>
                                            <p:cond delay="0"/>
                                          </p:stCondLst>
                                        </p:cTn>
                                        <p:tgtEl>
                                          <p:spTgt spid="286727"/>
                                        </p:tgtEl>
                                        <p:attrNameLst>
                                          <p:attrName>style.visibility</p:attrName>
                                        </p:attrNameLst>
                                      </p:cBhvr>
                                      <p:to>
                                        <p:strVal val="visible"/>
                                      </p:to>
                                    </p:set>
                                    <p:anim calcmode="lin" valueType="num">
                                      <p:cBhvr>
                                        <p:cTn id="27" dur="500" fill="hold"/>
                                        <p:tgtEl>
                                          <p:spTgt spid="286727"/>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286727"/>
                                        </p:tgtEl>
                                        <p:attrNameLst>
                                          <p:attrName>ppt_y</p:attrName>
                                        </p:attrNameLst>
                                      </p:cBhvr>
                                      <p:tavLst>
                                        <p:tav tm="0">
                                          <p:val>
                                            <p:strVal val="#ppt_y"/>
                                          </p:val>
                                        </p:tav>
                                        <p:tav tm="100000">
                                          <p:val>
                                            <p:strVal val="#ppt_y"/>
                                          </p:val>
                                        </p:tav>
                                      </p:tavLst>
                                    </p:anim>
                                    <p:anim calcmode="lin" valueType="num">
                                      <p:cBhvr>
                                        <p:cTn id="29" dur="500" fill="hold"/>
                                        <p:tgtEl>
                                          <p:spTgt spid="286727"/>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286727"/>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28672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86724"/>
                                        </p:tgtEl>
                                        <p:attrNameLst>
                                          <p:attrName>style.visibility</p:attrName>
                                        </p:attrNameLst>
                                      </p:cBhvr>
                                      <p:to>
                                        <p:strVal val="visible"/>
                                      </p:to>
                                    </p:set>
                                    <p:animEffect transition="in" filter="wipe(left)">
                                      <p:cBhvr>
                                        <p:cTn id="36" dur="500"/>
                                        <p:tgtEl>
                                          <p:spTgt spid="286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2" grpId="0"/>
      <p:bldP spid="286723" grpId="0" animBg="1"/>
      <p:bldP spid="286724" grpId="0"/>
      <p:bldP spid="286725" grpId="0"/>
      <p:bldP spid="286726" grpId="0"/>
      <p:bldP spid="28672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5537" name="Object 2"/>
          <p:cNvGraphicFramePr>
            <a:graphicFrameLocks noChangeAspect="1"/>
          </p:cNvGraphicFramePr>
          <p:nvPr/>
        </p:nvGraphicFramePr>
        <p:xfrm>
          <a:off x="833438" y="2432050"/>
          <a:ext cx="2655887" cy="1550988"/>
        </p:xfrm>
        <a:graphic>
          <a:graphicData uri="http://schemas.openxmlformats.org/presentationml/2006/ole">
            <mc:AlternateContent xmlns:mc="http://schemas.openxmlformats.org/markup-compatibility/2006">
              <mc:Choice xmlns:v="urn:schemas-microsoft-com:vml" Requires="v">
                <p:oleObj spid="_x0000_s3128" name="" r:id="rId1" imgW="1313180" imgH="729615" progId="Equation.3">
                  <p:embed/>
                </p:oleObj>
              </mc:Choice>
              <mc:Fallback>
                <p:oleObj name="" r:id="rId1" imgW="1313180" imgH="729615" progId="Equation.3">
                  <p:embed/>
                  <p:pic>
                    <p:nvPicPr>
                      <p:cNvPr id="0" name="图片 3127"/>
                      <p:cNvPicPr/>
                      <p:nvPr/>
                    </p:nvPicPr>
                    <p:blipFill>
                      <a:blip r:embed="rId2">
                        <a:clrChange>
                          <a:clrFrom>
                            <a:srgbClr val="000000"/>
                          </a:clrFrom>
                          <a:clrTo>
                            <a:srgbClr val="000000"/>
                          </a:clrTo>
                        </a:clrChange>
                      </a:blip>
                      <a:stretch>
                        <a:fillRect/>
                      </a:stretch>
                    </p:blipFill>
                    <p:spPr>
                      <a:xfrm>
                        <a:off x="833438" y="2432050"/>
                        <a:ext cx="2655887" cy="1550988"/>
                      </a:xfrm>
                      <a:prstGeom prst="rect">
                        <a:avLst/>
                      </a:prstGeom>
                      <a:noFill/>
                      <a:ln w="38100">
                        <a:noFill/>
                        <a:miter/>
                      </a:ln>
                    </p:spPr>
                  </p:pic>
                </p:oleObj>
              </mc:Fallback>
            </mc:AlternateContent>
          </a:graphicData>
        </a:graphic>
      </p:graphicFrame>
      <p:grpSp>
        <p:nvGrpSpPr>
          <p:cNvPr id="65538" name="Group 3"/>
          <p:cNvGrpSpPr/>
          <p:nvPr/>
        </p:nvGrpSpPr>
        <p:grpSpPr>
          <a:xfrm>
            <a:off x="4654550" y="1009650"/>
            <a:ext cx="3978275" cy="5226050"/>
            <a:chOff x="2932" y="636"/>
            <a:chExt cx="2506" cy="3292"/>
          </a:xfrm>
        </p:grpSpPr>
        <p:sp>
          <p:nvSpPr>
            <p:cNvPr id="65539" name="AutoShape 4"/>
            <p:cNvSpPr>
              <a:spLocks noChangeAspect="1" noTextEdit="1"/>
            </p:cNvSpPr>
            <p:nvPr/>
          </p:nvSpPr>
          <p:spPr>
            <a:xfrm>
              <a:off x="2932" y="643"/>
              <a:ext cx="2506" cy="3285"/>
            </a:xfrm>
            <a:prstGeom prst="rect">
              <a:avLst/>
            </a:prstGeom>
            <a:noFill/>
            <a:ln w="9525">
              <a:noFill/>
            </a:ln>
          </p:spPr>
          <p:txBody>
            <a:bodyPr anchor="t" anchorCtr="0"/>
            <a:p>
              <a:pPr algn="ctr"/>
              <a:endParaRPr lang="zh-CN" altLang="en-US">
                <a:latin typeface="Times New Roman" panose="02020603050405020304" pitchFamily="18" charset="0"/>
                <a:ea typeface="宋体" panose="02010600030101010101" pitchFamily="2" charset="-122"/>
              </a:endParaRPr>
            </a:p>
          </p:txBody>
        </p:sp>
        <p:sp>
          <p:nvSpPr>
            <p:cNvPr id="65540" name="Rectangle 5"/>
            <p:cNvSpPr/>
            <p:nvPr/>
          </p:nvSpPr>
          <p:spPr>
            <a:xfrm>
              <a:off x="3179" y="636"/>
              <a:ext cx="1920" cy="192"/>
            </a:xfrm>
            <a:prstGeom prst="rect">
              <a:avLst/>
            </a:prstGeom>
            <a:noFill/>
            <a:ln w="9525">
              <a:noFill/>
            </a:ln>
          </p:spPr>
          <p:txBody>
            <a:bodyPr wrap="none" lIns="0" tIns="0" rIns="0" bIns="0" anchor="t" anchorCtr="0">
              <a:spAutoFit/>
            </a:bodyPr>
            <a:p>
              <a:pPr algn="ctr"/>
              <a:r>
                <a:rPr lang="zh-CN" altLang="en-US" b="1" i="0" dirty="0">
                  <a:solidFill>
                    <a:srgbClr val="000000"/>
                  </a:solidFill>
                  <a:latin typeface="宋体" panose="02010600030101010101" pitchFamily="2" charset="-122"/>
                  <a:ea typeface="宋体" panose="02010600030101010101" pitchFamily="2" charset="-122"/>
                </a:rPr>
                <a:t>三位二进制编码器的真值表</a:t>
              </a:r>
              <a:endParaRPr lang="zh-CN" altLang="en-US" sz="2800" i="0" dirty="0">
                <a:latin typeface="Times New Roman" panose="02020603050405020304" pitchFamily="18" charset="0"/>
                <a:ea typeface="宋体" panose="02010600030101010101" pitchFamily="2" charset="-122"/>
              </a:endParaRPr>
            </a:p>
          </p:txBody>
        </p:sp>
        <p:sp>
          <p:nvSpPr>
            <p:cNvPr id="65541" name="Rectangle 6"/>
            <p:cNvSpPr/>
            <p:nvPr/>
          </p:nvSpPr>
          <p:spPr>
            <a:xfrm>
              <a:off x="5163" y="657"/>
              <a:ext cx="40" cy="192"/>
            </a:xfrm>
            <a:prstGeom prst="rect">
              <a:avLst/>
            </a:prstGeom>
            <a:noFill/>
            <a:ln w="9525">
              <a:noFill/>
            </a:ln>
          </p:spPr>
          <p:txBody>
            <a:bodyPr wrap="none" lIns="0" tIns="0" rIns="0" bIns="0" anchor="t" anchorCtr="0">
              <a:spAutoFit/>
            </a:bodyPr>
            <a:p>
              <a:pPr algn="ctr"/>
              <a:r>
                <a:rPr lang="en-US" altLang="zh-CN" b="1"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42" name="Rectangle 7"/>
            <p:cNvSpPr/>
            <p:nvPr/>
          </p:nvSpPr>
          <p:spPr>
            <a:xfrm>
              <a:off x="3727" y="878"/>
              <a:ext cx="256" cy="154"/>
            </a:xfrm>
            <a:prstGeom prst="rect">
              <a:avLst/>
            </a:prstGeom>
            <a:noFill/>
            <a:ln w="9525">
              <a:noFill/>
            </a:ln>
          </p:spPr>
          <p:txBody>
            <a:bodyPr wrap="none" lIns="0" tIns="0" rIns="0" bIns="0" anchor="t" anchorCtr="0">
              <a:spAutoFit/>
            </a:bodyPr>
            <a:p>
              <a:pPr algn="ctr"/>
              <a:r>
                <a:rPr lang="zh-CN" altLang="en-US" sz="1600" i="0" dirty="0">
                  <a:solidFill>
                    <a:srgbClr val="000000"/>
                  </a:solidFill>
                  <a:latin typeface="黑体" panose="02010609060101010101" pitchFamily="2" charset="-122"/>
                  <a:ea typeface="黑体" panose="02010609060101010101" pitchFamily="2" charset="-122"/>
                </a:rPr>
                <a:t>输入</a:t>
              </a:r>
              <a:endParaRPr lang="zh-CN" altLang="en-US" sz="2800" i="0" dirty="0">
                <a:latin typeface="Times New Roman" panose="02020603050405020304" pitchFamily="18" charset="0"/>
                <a:ea typeface="宋体" panose="02010600030101010101" pitchFamily="2" charset="-122"/>
              </a:endParaRPr>
            </a:p>
          </p:txBody>
        </p:sp>
        <p:sp>
          <p:nvSpPr>
            <p:cNvPr id="65543" name="Rectangle 8"/>
            <p:cNvSpPr/>
            <p:nvPr/>
          </p:nvSpPr>
          <p:spPr>
            <a:xfrm>
              <a:off x="4037" y="875"/>
              <a:ext cx="32"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44" name="Rectangle 9"/>
            <p:cNvSpPr/>
            <p:nvPr/>
          </p:nvSpPr>
          <p:spPr>
            <a:xfrm>
              <a:off x="4841" y="878"/>
              <a:ext cx="256" cy="154"/>
            </a:xfrm>
            <a:prstGeom prst="rect">
              <a:avLst/>
            </a:prstGeom>
            <a:noFill/>
            <a:ln w="9525">
              <a:noFill/>
            </a:ln>
          </p:spPr>
          <p:txBody>
            <a:bodyPr wrap="none" lIns="0" tIns="0" rIns="0" bIns="0" anchor="t" anchorCtr="0">
              <a:spAutoFit/>
            </a:bodyPr>
            <a:p>
              <a:pPr algn="ctr"/>
              <a:r>
                <a:rPr lang="zh-CN" altLang="en-US" sz="1600" i="0" dirty="0">
                  <a:solidFill>
                    <a:srgbClr val="000000"/>
                  </a:solidFill>
                  <a:latin typeface="黑体" panose="02010609060101010101" pitchFamily="2" charset="-122"/>
                  <a:ea typeface="黑体" panose="02010609060101010101" pitchFamily="2" charset="-122"/>
                </a:rPr>
                <a:t>输出</a:t>
              </a:r>
              <a:endParaRPr lang="zh-CN" altLang="en-US" sz="2800" i="0" dirty="0">
                <a:latin typeface="Times New Roman" panose="02020603050405020304" pitchFamily="18" charset="0"/>
                <a:ea typeface="宋体" panose="02010600030101010101" pitchFamily="2" charset="-122"/>
              </a:endParaRPr>
            </a:p>
          </p:txBody>
        </p:sp>
        <p:sp>
          <p:nvSpPr>
            <p:cNvPr id="65545" name="Rectangle 10"/>
            <p:cNvSpPr/>
            <p:nvPr/>
          </p:nvSpPr>
          <p:spPr>
            <a:xfrm>
              <a:off x="5151" y="875"/>
              <a:ext cx="32"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46" name="Rectangle 11"/>
            <p:cNvSpPr/>
            <p:nvPr/>
          </p:nvSpPr>
          <p:spPr>
            <a:xfrm>
              <a:off x="3066" y="849"/>
              <a:ext cx="9" cy="11"/>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47" name="Line 12"/>
            <p:cNvSpPr/>
            <p:nvPr/>
          </p:nvSpPr>
          <p:spPr>
            <a:xfrm>
              <a:off x="3066" y="849"/>
              <a:ext cx="1" cy="11"/>
            </a:xfrm>
            <a:prstGeom prst="line">
              <a:avLst/>
            </a:prstGeom>
            <a:ln w="0" cap="flat" cmpd="sng">
              <a:solidFill>
                <a:srgbClr val="FF0000"/>
              </a:solidFill>
              <a:prstDash val="solid"/>
              <a:round/>
              <a:headEnd type="none" w="med" len="med"/>
              <a:tailEnd type="none" w="med" len="med"/>
            </a:ln>
          </p:spPr>
        </p:sp>
        <p:sp>
          <p:nvSpPr>
            <p:cNvPr id="65548" name="Rectangle 13"/>
            <p:cNvSpPr/>
            <p:nvPr/>
          </p:nvSpPr>
          <p:spPr>
            <a:xfrm>
              <a:off x="3066" y="849"/>
              <a:ext cx="9"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49" name="Line 14"/>
            <p:cNvSpPr/>
            <p:nvPr/>
          </p:nvSpPr>
          <p:spPr>
            <a:xfrm>
              <a:off x="3066" y="849"/>
              <a:ext cx="9" cy="1"/>
            </a:xfrm>
            <a:prstGeom prst="line">
              <a:avLst/>
            </a:prstGeom>
            <a:ln w="0" cap="flat" cmpd="sng">
              <a:solidFill>
                <a:srgbClr val="FF0000"/>
              </a:solidFill>
              <a:prstDash val="solid"/>
              <a:round/>
              <a:headEnd type="none" w="med" len="med"/>
              <a:tailEnd type="none" w="med" len="med"/>
            </a:ln>
          </p:spPr>
        </p:sp>
        <p:sp>
          <p:nvSpPr>
            <p:cNvPr id="65550" name="Line 15"/>
            <p:cNvSpPr/>
            <p:nvPr/>
          </p:nvSpPr>
          <p:spPr>
            <a:xfrm>
              <a:off x="3066" y="849"/>
              <a:ext cx="1" cy="8"/>
            </a:xfrm>
            <a:prstGeom prst="line">
              <a:avLst/>
            </a:prstGeom>
            <a:ln w="0" cap="flat" cmpd="sng">
              <a:solidFill>
                <a:srgbClr val="FF0000"/>
              </a:solidFill>
              <a:prstDash val="solid"/>
              <a:round/>
              <a:headEnd type="none" w="med" len="med"/>
              <a:tailEnd type="none" w="med" len="med"/>
            </a:ln>
          </p:spPr>
        </p:sp>
        <p:sp>
          <p:nvSpPr>
            <p:cNvPr id="65551" name="Rectangle 16"/>
            <p:cNvSpPr/>
            <p:nvPr/>
          </p:nvSpPr>
          <p:spPr>
            <a:xfrm>
              <a:off x="3075" y="849"/>
              <a:ext cx="1611"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52" name="Line 17"/>
            <p:cNvSpPr/>
            <p:nvPr/>
          </p:nvSpPr>
          <p:spPr>
            <a:xfrm>
              <a:off x="3075" y="849"/>
              <a:ext cx="1611" cy="1"/>
            </a:xfrm>
            <a:prstGeom prst="line">
              <a:avLst/>
            </a:prstGeom>
            <a:ln w="0" cap="flat" cmpd="sng">
              <a:solidFill>
                <a:srgbClr val="FF0000"/>
              </a:solidFill>
              <a:prstDash val="solid"/>
              <a:round/>
              <a:headEnd type="none" w="med" len="med"/>
              <a:tailEnd type="none" w="med" len="med"/>
            </a:ln>
          </p:spPr>
        </p:sp>
        <p:sp>
          <p:nvSpPr>
            <p:cNvPr id="65553" name="Rectangle 18"/>
            <p:cNvSpPr/>
            <p:nvPr/>
          </p:nvSpPr>
          <p:spPr>
            <a:xfrm>
              <a:off x="4686" y="857"/>
              <a:ext cx="9" cy="3"/>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54" name="Line 19"/>
            <p:cNvSpPr/>
            <p:nvPr/>
          </p:nvSpPr>
          <p:spPr>
            <a:xfrm>
              <a:off x="4686" y="857"/>
              <a:ext cx="9" cy="1"/>
            </a:xfrm>
            <a:prstGeom prst="line">
              <a:avLst/>
            </a:prstGeom>
            <a:ln w="0" cap="flat" cmpd="sng">
              <a:solidFill>
                <a:srgbClr val="FF0000"/>
              </a:solidFill>
              <a:prstDash val="solid"/>
              <a:round/>
              <a:headEnd type="none" w="med" len="med"/>
              <a:tailEnd type="none" w="med" len="med"/>
            </a:ln>
          </p:spPr>
        </p:sp>
        <p:sp>
          <p:nvSpPr>
            <p:cNvPr id="65555" name="Rectangle 20"/>
            <p:cNvSpPr/>
            <p:nvPr/>
          </p:nvSpPr>
          <p:spPr>
            <a:xfrm>
              <a:off x="4686" y="849"/>
              <a:ext cx="9"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56" name="Line 21"/>
            <p:cNvSpPr/>
            <p:nvPr/>
          </p:nvSpPr>
          <p:spPr>
            <a:xfrm>
              <a:off x="4686" y="849"/>
              <a:ext cx="9" cy="1"/>
            </a:xfrm>
            <a:prstGeom prst="line">
              <a:avLst/>
            </a:prstGeom>
            <a:ln w="0" cap="flat" cmpd="sng">
              <a:solidFill>
                <a:srgbClr val="FF0000"/>
              </a:solidFill>
              <a:prstDash val="solid"/>
              <a:round/>
              <a:headEnd type="none" w="med" len="med"/>
              <a:tailEnd type="none" w="med" len="med"/>
            </a:ln>
          </p:spPr>
        </p:sp>
        <p:sp>
          <p:nvSpPr>
            <p:cNvPr id="65557" name="Line 22"/>
            <p:cNvSpPr/>
            <p:nvPr/>
          </p:nvSpPr>
          <p:spPr>
            <a:xfrm>
              <a:off x="4686" y="849"/>
              <a:ext cx="1" cy="8"/>
            </a:xfrm>
            <a:prstGeom prst="line">
              <a:avLst/>
            </a:prstGeom>
            <a:ln w="0" cap="flat" cmpd="sng">
              <a:solidFill>
                <a:srgbClr val="FF0000"/>
              </a:solidFill>
              <a:prstDash val="solid"/>
              <a:round/>
              <a:headEnd type="none" w="med" len="med"/>
              <a:tailEnd type="none" w="med" len="med"/>
            </a:ln>
          </p:spPr>
        </p:sp>
        <p:sp>
          <p:nvSpPr>
            <p:cNvPr id="65558" name="Rectangle 23"/>
            <p:cNvSpPr/>
            <p:nvPr/>
          </p:nvSpPr>
          <p:spPr>
            <a:xfrm>
              <a:off x="4695" y="849"/>
              <a:ext cx="597"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59" name="Line 24"/>
            <p:cNvSpPr/>
            <p:nvPr/>
          </p:nvSpPr>
          <p:spPr>
            <a:xfrm>
              <a:off x="4695" y="849"/>
              <a:ext cx="597" cy="1"/>
            </a:xfrm>
            <a:prstGeom prst="line">
              <a:avLst/>
            </a:prstGeom>
            <a:ln w="0" cap="flat" cmpd="sng">
              <a:solidFill>
                <a:srgbClr val="FF0000"/>
              </a:solidFill>
              <a:prstDash val="solid"/>
              <a:round/>
              <a:headEnd type="none" w="med" len="med"/>
              <a:tailEnd type="none" w="med" len="med"/>
            </a:ln>
          </p:spPr>
        </p:sp>
        <p:sp>
          <p:nvSpPr>
            <p:cNvPr id="65560" name="Rectangle 25"/>
            <p:cNvSpPr/>
            <p:nvPr/>
          </p:nvSpPr>
          <p:spPr>
            <a:xfrm>
              <a:off x="5292" y="849"/>
              <a:ext cx="8" cy="11"/>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61" name="Line 26"/>
            <p:cNvSpPr/>
            <p:nvPr/>
          </p:nvSpPr>
          <p:spPr>
            <a:xfrm>
              <a:off x="5292" y="849"/>
              <a:ext cx="1" cy="11"/>
            </a:xfrm>
            <a:prstGeom prst="line">
              <a:avLst/>
            </a:prstGeom>
            <a:ln w="0" cap="flat" cmpd="sng">
              <a:solidFill>
                <a:srgbClr val="FF0000"/>
              </a:solidFill>
              <a:prstDash val="solid"/>
              <a:round/>
              <a:headEnd type="none" w="med" len="med"/>
              <a:tailEnd type="none" w="med" len="med"/>
            </a:ln>
          </p:spPr>
        </p:sp>
        <p:sp>
          <p:nvSpPr>
            <p:cNvPr id="65562" name="Rectangle 27"/>
            <p:cNvSpPr/>
            <p:nvPr/>
          </p:nvSpPr>
          <p:spPr>
            <a:xfrm>
              <a:off x="5292" y="849"/>
              <a:ext cx="8"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63" name="Line 28"/>
            <p:cNvSpPr/>
            <p:nvPr/>
          </p:nvSpPr>
          <p:spPr>
            <a:xfrm>
              <a:off x="5292" y="849"/>
              <a:ext cx="8" cy="1"/>
            </a:xfrm>
            <a:prstGeom prst="line">
              <a:avLst/>
            </a:prstGeom>
            <a:ln w="0" cap="flat" cmpd="sng">
              <a:solidFill>
                <a:srgbClr val="FF0000"/>
              </a:solidFill>
              <a:prstDash val="solid"/>
              <a:round/>
              <a:headEnd type="none" w="med" len="med"/>
              <a:tailEnd type="none" w="med" len="med"/>
            </a:ln>
          </p:spPr>
        </p:sp>
        <p:sp>
          <p:nvSpPr>
            <p:cNvPr id="65564" name="Line 29"/>
            <p:cNvSpPr/>
            <p:nvPr/>
          </p:nvSpPr>
          <p:spPr>
            <a:xfrm>
              <a:off x="5292" y="849"/>
              <a:ext cx="1" cy="8"/>
            </a:xfrm>
            <a:prstGeom prst="line">
              <a:avLst/>
            </a:prstGeom>
            <a:ln w="0" cap="flat" cmpd="sng">
              <a:solidFill>
                <a:srgbClr val="FF0000"/>
              </a:solidFill>
              <a:prstDash val="solid"/>
              <a:round/>
              <a:headEnd type="none" w="med" len="med"/>
              <a:tailEnd type="none" w="med" len="med"/>
            </a:ln>
          </p:spPr>
        </p:sp>
        <p:sp>
          <p:nvSpPr>
            <p:cNvPr id="65565" name="Rectangle 30"/>
            <p:cNvSpPr/>
            <p:nvPr/>
          </p:nvSpPr>
          <p:spPr>
            <a:xfrm>
              <a:off x="3066" y="860"/>
              <a:ext cx="9" cy="283"/>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66" name="Line 31"/>
            <p:cNvSpPr/>
            <p:nvPr/>
          </p:nvSpPr>
          <p:spPr>
            <a:xfrm>
              <a:off x="3066" y="860"/>
              <a:ext cx="1" cy="283"/>
            </a:xfrm>
            <a:prstGeom prst="line">
              <a:avLst/>
            </a:prstGeom>
            <a:ln w="0" cap="flat" cmpd="sng">
              <a:solidFill>
                <a:srgbClr val="FF0000"/>
              </a:solidFill>
              <a:prstDash val="solid"/>
              <a:round/>
              <a:headEnd type="none" w="med" len="med"/>
              <a:tailEnd type="none" w="med" len="med"/>
            </a:ln>
          </p:spPr>
        </p:sp>
        <p:sp>
          <p:nvSpPr>
            <p:cNvPr id="65567" name="Rectangle 32"/>
            <p:cNvSpPr/>
            <p:nvPr/>
          </p:nvSpPr>
          <p:spPr>
            <a:xfrm>
              <a:off x="4686" y="860"/>
              <a:ext cx="9" cy="283"/>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68" name="Line 33"/>
            <p:cNvSpPr/>
            <p:nvPr/>
          </p:nvSpPr>
          <p:spPr>
            <a:xfrm>
              <a:off x="4686" y="860"/>
              <a:ext cx="1" cy="283"/>
            </a:xfrm>
            <a:prstGeom prst="line">
              <a:avLst/>
            </a:prstGeom>
            <a:ln w="0" cap="flat" cmpd="sng">
              <a:solidFill>
                <a:srgbClr val="FF0000"/>
              </a:solidFill>
              <a:prstDash val="solid"/>
              <a:round/>
              <a:headEnd type="none" w="med" len="med"/>
              <a:tailEnd type="none" w="med" len="med"/>
            </a:ln>
          </p:spPr>
        </p:sp>
        <p:sp>
          <p:nvSpPr>
            <p:cNvPr id="65569" name="Rectangle 34"/>
            <p:cNvSpPr/>
            <p:nvPr/>
          </p:nvSpPr>
          <p:spPr>
            <a:xfrm>
              <a:off x="5292" y="860"/>
              <a:ext cx="8" cy="283"/>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70" name="Line 35"/>
            <p:cNvSpPr/>
            <p:nvPr/>
          </p:nvSpPr>
          <p:spPr>
            <a:xfrm>
              <a:off x="5292" y="860"/>
              <a:ext cx="1" cy="283"/>
            </a:xfrm>
            <a:prstGeom prst="line">
              <a:avLst/>
            </a:prstGeom>
            <a:ln w="0" cap="flat" cmpd="sng">
              <a:solidFill>
                <a:srgbClr val="FF0000"/>
              </a:solidFill>
              <a:prstDash val="solid"/>
              <a:round/>
              <a:headEnd type="none" w="med" len="med"/>
              <a:tailEnd type="none" w="med" len="med"/>
            </a:ln>
          </p:spPr>
        </p:sp>
        <p:sp>
          <p:nvSpPr>
            <p:cNvPr id="65571" name="Rectangle 36"/>
            <p:cNvSpPr/>
            <p:nvPr/>
          </p:nvSpPr>
          <p:spPr>
            <a:xfrm>
              <a:off x="3195" y="129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572" name="Rectangle 37"/>
            <p:cNvSpPr/>
            <p:nvPr/>
          </p:nvSpPr>
          <p:spPr>
            <a:xfrm>
              <a:off x="3162" y="1210"/>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73" name="Rectangle 38"/>
            <p:cNvSpPr/>
            <p:nvPr/>
          </p:nvSpPr>
          <p:spPr>
            <a:xfrm>
              <a:off x="3257" y="1200"/>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74" name="Rectangle 39"/>
            <p:cNvSpPr/>
            <p:nvPr/>
          </p:nvSpPr>
          <p:spPr>
            <a:xfrm>
              <a:off x="3397" y="1303"/>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575" name="Rectangle 40"/>
            <p:cNvSpPr/>
            <p:nvPr/>
          </p:nvSpPr>
          <p:spPr>
            <a:xfrm>
              <a:off x="3368" y="1216"/>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76" name="Rectangle 41"/>
            <p:cNvSpPr/>
            <p:nvPr/>
          </p:nvSpPr>
          <p:spPr>
            <a:xfrm>
              <a:off x="3457" y="12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77" name="Rectangle 42"/>
            <p:cNvSpPr/>
            <p:nvPr/>
          </p:nvSpPr>
          <p:spPr>
            <a:xfrm>
              <a:off x="3602" y="1303"/>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65578" name="Rectangle 43"/>
            <p:cNvSpPr/>
            <p:nvPr/>
          </p:nvSpPr>
          <p:spPr>
            <a:xfrm>
              <a:off x="3567" y="1216"/>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79" name="Rectangle 44"/>
            <p:cNvSpPr/>
            <p:nvPr/>
          </p:nvSpPr>
          <p:spPr>
            <a:xfrm>
              <a:off x="3662" y="12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80" name="Rectangle 45"/>
            <p:cNvSpPr/>
            <p:nvPr/>
          </p:nvSpPr>
          <p:spPr>
            <a:xfrm>
              <a:off x="3803" y="129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65581" name="Rectangle 46"/>
            <p:cNvSpPr/>
            <p:nvPr/>
          </p:nvSpPr>
          <p:spPr>
            <a:xfrm>
              <a:off x="3770" y="1210"/>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82" name="Rectangle 47"/>
            <p:cNvSpPr/>
            <p:nvPr/>
          </p:nvSpPr>
          <p:spPr>
            <a:xfrm>
              <a:off x="3865" y="1200"/>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83" name="Rectangle 48"/>
            <p:cNvSpPr/>
            <p:nvPr/>
          </p:nvSpPr>
          <p:spPr>
            <a:xfrm>
              <a:off x="4008" y="1303"/>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65584" name="Rectangle 49"/>
            <p:cNvSpPr/>
            <p:nvPr/>
          </p:nvSpPr>
          <p:spPr>
            <a:xfrm>
              <a:off x="3973" y="1216"/>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85" name="Rectangle 50"/>
            <p:cNvSpPr/>
            <p:nvPr/>
          </p:nvSpPr>
          <p:spPr>
            <a:xfrm>
              <a:off x="4068" y="12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86" name="Rectangle 51"/>
            <p:cNvSpPr/>
            <p:nvPr/>
          </p:nvSpPr>
          <p:spPr>
            <a:xfrm>
              <a:off x="4209" y="129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5</a:t>
              </a:r>
              <a:endParaRPr lang="en-US" altLang="zh-CN" sz="2800" i="0" dirty="0">
                <a:latin typeface="Times New Roman" panose="02020603050405020304" pitchFamily="18" charset="0"/>
                <a:ea typeface="宋体" panose="02010600030101010101" pitchFamily="2" charset="-122"/>
              </a:endParaRPr>
            </a:p>
          </p:txBody>
        </p:sp>
        <p:sp>
          <p:nvSpPr>
            <p:cNvPr id="65587" name="Rectangle 52"/>
            <p:cNvSpPr/>
            <p:nvPr/>
          </p:nvSpPr>
          <p:spPr>
            <a:xfrm>
              <a:off x="4176" y="1210"/>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88" name="Rectangle 53"/>
            <p:cNvSpPr/>
            <p:nvPr/>
          </p:nvSpPr>
          <p:spPr>
            <a:xfrm>
              <a:off x="4271" y="1200"/>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89" name="Rectangle 54"/>
            <p:cNvSpPr/>
            <p:nvPr/>
          </p:nvSpPr>
          <p:spPr>
            <a:xfrm>
              <a:off x="4412" y="129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6</a:t>
              </a:r>
              <a:endParaRPr lang="en-US" altLang="zh-CN" sz="2800" i="0" dirty="0">
                <a:latin typeface="Times New Roman" panose="02020603050405020304" pitchFamily="18" charset="0"/>
                <a:ea typeface="宋体" panose="02010600030101010101" pitchFamily="2" charset="-122"/>
              </a:endParaRPr>
            </a:p>
          </p:txBody>
        </p:sp>
        <p:sp>
          <p:nvSpPr>
            <p:cNvPr id="65590" name="Rectangle 55"/>
            <p:cNvSpPr/>
            <p:nvPr/>
          </p:nvSpPr>
          <p:spPr>
            <a:xfrm>
              <a:off x="4379" y="1210"/>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91" name="Rectangle 56"/>
            <p:cNvSpPr/>
            <p:nvPr/>
          </p:nvSpPr>
          <p:spPr>
            <a:xfrm>
              <a:off x="4474" y="1200"/>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92" name="Rectangle 57"/>
            <p:cNvSpPr/>
            <p:nvPr/>
          </p:nvSpPr>
          <p:spPr>
            <a:xfrm>
              <a:off x="4612" y="129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7</a:t>
              </a:r>
              <a:endParaRPr lang="en-US" altLang="zh-CN" sz="2800" i="0" dirty="0">
                <a:latin typeface="Times New Roman" panose="02020603050405020304" pitchFamily="18" charset="0"/>
                <a:ea typeface="宋体" panose="02010600030101010101" pitchFamily="2" charset="-122"/>
              </a:endParaRPr>
            </a:p>
          </p:txBody>
        </p:sp>
        <p:sp>
          <p:nvSpPr>
            <p:cNvPr id="65593" name="Rectangle 58"/>
            <p:cNvSpPr/>
            <p:nvPr/>
          </p:nvSpPr>
          <p:spPr>
            <a:xfrm>
              <a:off x="4579" y="1210"/>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94" name="Rectangle 59"/>
            <p:cNvSpPr/>
            <p:nvPr/>
          </p:nvSpPr>
          <p:spPr>
            <a:xfrm>
              <a:off x="4674" y="115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95" name="Rectangle 60"/>
            <p:cNvSpPr/>
            <p:nvPr/>
          </p:nvSpPr>
          <p:spPr>
            <a:xfrm>
              <a:off x="4776" y="117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Y</a:t>
              </a:r>
              <a:endParaRPr lang="en-US" altLang="zh-CN" sz="2800" i="0" dirty="0">
                <a:latin typeface="Times New Roman" panose="02020603050405020304" pitchFamily="18" charset="0"/>
                <a:ea typeface="宋体" panose="02010600030101010101" pitchFamily="2" charset="-122"/>
              </a:endParaRPr>
            </a:p>
          </p:txBody>
        </p:sp>
        <p:sp>
          <p:nvSpPr>
            <p:cNvPr id="65596" name="Rectangle 61"/>
            <p:cNvSpPr/>
            <p:nvPr/>
          </p:nvSpPr>
          <p:spPr>
            <a:xfrm>
              <a:off x="4827" y="1234"/>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65597" name="Rectangle 62"/>
            <p:cNvSpPr/>
            <p:nvPr/>
          </p:nvSpPr>
          <p:spPr>
            <a:xfrm>
              <a:off x="4861" y="1234"/>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98" name="Rectangle 63"/>
            <p:cNvSpPr/>
            <p:nvPr/>
          </p:nvSpPr>
          <p:spPr>
            <a:xfrm>
              <a:off x="4979" y="117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Y</a:t>
              </a:r>
              <a:endParaRPr lang="en-US" altLang="zh-CN" sz="2800" i="0" dirty="0">
                <a:latin typeface="Times New Roman" panose="02020603050405020304" pitchFamily="18" charset="0"/>
                <a:ea typeface="宋体" panose="02010600030101010101" pitchFamily="2" charset="-122"/>
              </a:endParaRPr>
            </a:p>
          </p:txBody>
        </p:sp>
        <p:sp>
          <p:nvSpPr>
            <p:cNvPr id="65599" name="Rectangle 64"/>
            <p:cNvSpPr/>
            <p:nvPr/>
          </p:nvSpPr>
          <p:spPr>
            <a:xfrm>
              <a:off x="5030" y="1234"/>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600" name="Rectangle 65"/>
            <p:cNvSpPr/>
            <p:nvPr/>
          </p:nvSpPr>
          <p:spPr>
            <a:xfrm>
              <a:off x="5064" y="1234"/>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601" name="Rectangle 66"/>
            <p:cNvSpPr/>
            <p:nvPr/>
          </p:nvSpPr>
          <p:spPr>
            <a:xfrm>
              <a:off x="5182" y="117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Y</a:t>
              </a:r>
              <a:endParaRPr lang="en-US" altLang="zh-CN" sz="2800" i="0" dirty="0">
                <a:latin typeface="Times New Roman" panose="02020603050405020304" pitchFamily="18" charset="0"/>
                <a:ea typeface="宋体" panose="02010600030101010101" pitchFamily="2" charset="-122"/>
              </a:endParaRPr>
            </a:p>
          </p:txBody>
        </p:sp>
        <p:sp>
          <p:nvSpPr>
            <p:cNvPr id="65602" name="Rectangle 67"/>
            <p:cNvSpPr/>
            <p:nvPr/>
          </p:nvSpPr>
          <p:spPr>
            <a:xfrm>
              <a:off x="5233" y="1234"/>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603" name="Rectangle 68"/>
            <p:cNvSpPr/>
            <p:nvPr/>
          </p:nvSpPr>
          <p:spPr>
            <a:xfrm>
              <a:off x="5267" y="1234"/>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604" name="Rectangle 69"/>
            <p:cNvSpPr/>
            <p:nvPr/>
          </p:nvSpPr>
          <p:spPr>
            <a:xfrm>
              <a:off x="3066" y="1143"/>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05" name="Line 70"/>
            <p:cNvSpPr/>
            <p:nvPr/>
          </p:nvSpPr>
          <p:spPr>
            <a:xfrm>
              <a:off x="3066" y="1143"/>
              <a:ext cx="1" cy="11"/>
            </a:xfrm>
            <a:prstGeom prst="line">
              <a:avLst/>
            </a:prstGeom>
            <a:ln w="0" cap="flat" cmpd="sng">
              <a:solidFill>
                <a:srgbClr val="FF0000"/>
              </a:solidFill>
              <a:prstDash val="solid"/>
              <a:round/>
              <a:headEnd type="none" w="med" len="med"/>
              <a:tailEnd type="none" w="med" len="med"/>
            </a:ln>
          </p:spPr>
        </p:sp>
        <p:sp>
          <p:nvSpPr>
            <p:cNvPr id="65606" name="Rectangle 71"/>
            <p:cNvSpPr/>
            <p:nvPr/>
          </p:nvSpPr>
          <p:spPr>
            <a:xfrm>
              <a:off x="3075" y="1143"/>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07" name="Line 72"/>
            <p:cNvSpPr/>
            <p:nvPr/>
          </p:nvSpPr>
          <p:spPr>
            <a:xfrm>
              <a:off x="3075" y="1143"/>
              <a:ext cx="194" cy="1"/>
            </a:xfrm>
            <a:prstGeom prst="line">
              <a:avLst/>
            </a:prstGeom>
            <a:ln w="0" cap="flat" cmpd="sng">
              <a:solidFill>
                <a:srgbClr val="FF0000"/>
              </a:solidFill>
              <a:prstDash val="solid"/>
              <a:round/>
              <a:headEnd type="none" w="med" len="med"/>
              <a:tailEnd type="none" w="med" len="med"/>
            </a:ln>
          </p:spPr>
        </p:sp>
        <p:sp>
          <p:nvSpPr>
            <p:cNvPr id="65608" name="Rectangle 73"/>
            <p:cNvSpPr/>
            <p:nvPr/>
          </p:nvSpPr>
          <p:spPr>
            <a:xfrm>
              <a:off x="3269" y="1151"/>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09" name="Line 74"/>
            <p:cNvSpPr/>
            <p:nvPr/>
          </p:nvSpPr>
          <p:spPr>
            <a:xfrm>
              <a:off x="3269" y="1151"/>
              <a:ext cx="9" cy="1"/>
            </a:xfrm>
            <a:prstGeom prst="line">
              <a:avLst/>
            </a:prstGeom>
            <a:ln w="0" cap="flat" cmpd="sng">
              <a:solidFill>
                <a:srgbClr val="FF0000"/>
              </a:solidFill>
              <a:prstDash val="solid"/>
              <a:round/>
              <a:headEnd type="none" w="med" len="med"/>
              <a:tailEnd type="none" w="med" len="med"/>
            </a:ln>
          </p:spPr>
        </p:sp>
        <p:sp>
          <p:nvSpPr>
            <p:cNvPr id="65610" name="Rectangle 75"/>
            <p:cNvSpPr/>
            <p:nvPr/>
          </p:nvSpPr>
          <p:spPr>
            <a:xfrm>
              <a:off x="3269" y="1143"/>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11" name="Line 76"/>
            <p:cNvSpPr/>
            <p:nvPr/>
          </p:nvSpPr>
          <p:spPr>
            <a:xfrm>
              <a:off x="3269" y="1143"/>
              <a:ext cx="9" cy="1"/>
            </a:xfrm>
            <a:prstGeom prst="line">
              <a:avLst/>
            </a:prstGeom>
            <a:ln w="0" cap="flat" cmpd="sng">
              <a:solidFill>
                <a:srgbClr val="FF0000"/>
              </a:solidFill>
              <a:prstDash val="solid"/>
              <a:round/>
              <a:headEnd type="none" w="med" len="med"/>
              <a:tailEnd type="none" w="med" len="med"/>
            </a:ln>
          </p:spPr>
        </p:sp>
        <p:sp>
          <p:nvSpPr>
            <p:cNvPr id="65612" name="Line 77"/>
            <p:cNvSpPr/>
            <p:nvPr/>
          </p:nvSpPr>
          <p:spPr>
            <a:xfrm>
              <a:off x="3269" y="1143"/>
              <a:ext cx="1" cy="8"/>
            </a:xfrm>
            <a:prstGeom prst="line">
              <a:avLst/>
            </a:prstGeom>
            <a:ln w="0" cap="flat" cmpd="sng">
              <a:solidFill>
                <a:srgbClr val="FF0000"/>
              </a:solidFill>
              <a:prstDash val="solid"/>
              <a:round/>
              <a:headEnd type="none" w="med" len="med"/>
              <a:tailEnd type="none" w="med" len="med"/>
            </a:ln>
          </p:spPr>
        </p:sp>
        <p:sp>
          <p:nvSpPr>
            <p:cNvPr id="65613" name="Rectangle 78"/>
            <p:cNvSpPr/>
            <p:nvPr/>
          </p:nvSpPr>
          <p:spPr>
            <a:xfrm>
              <a:off x="3278" y="1143"/>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14" name="Line 79"/>
            <p:cNvSpPr/>
            <p:nvPr/>
          </p:nvSpPr>
          <p:spPr>
            <a:xfrm>
              <a:off x="3278" y="1143"/>
              <a:ext cx="194" cy="1"/>
            </a:xfrm>
            <a:prstGeom prst="line">
              <a:avLst/>
            </a:prstGeom>
            <a:ln w="0" cap="flat" cmpd="sng">
              <a:solidFill>
                <a:srgbClr val="FF0000"/>
              </a:solidFill>
              <a:prstDash val="solid"/>
              <a:round/>
              <a:headEnd type="none" w="med" len="med"/>
              <a:tailEnd type="none" w="med" len="med"/>
            </a:ln>
          </p:spPr>
        </p:sp>
        <p:sp>
          <p:nvSpPr>
            <p:cNvPr id="65615" name="Rectangle 80"/>
            <p:cNvSpPr/>
            <p:nvPr/>
          </p:nvSpPr>
          <p:spPr>
            <a:xfrm>
              <a:off x="3472" y="1151"/>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16" name="Line 81"/>
            <p:cNvSpPr/>
            <p:nvPr/>
          </p:nvSpPr>
          <p:spPr>
            <a:xfrm>
              <a:off x="3472" y="1151"/>
              <a:ext cx="9" cy="1"/>
            </a:xfrm>
            <a:prstGeom prst="line">
              <a:avLst/>
            </a:prstGeom>
            <a:ln w="0" cap="flat" cmpd="sng">
              <a:solidFill>
                <a:srgbClr val="FF0000"/>
              </a:solidFill>
              <a:prstDash val="solid"/>
              <a:round/>
              <a:headEnd type="none" w="med" len="med"/>
              <a:tailEnd type="none" w="med" len="med"/>
            </a:ln>
          </p:spPr>
        </p:sp>
        <p:sp>
          <p:nvSpPr>
            <p:cNvPr id="65617" name="Rectangle 82"/>
            <p:cNvSpPr/>
            <p:nvPr/>
          </p:nvSpPr>
          <p:spPr>
            <a:xfrm>
              <a:off x="3472" y="1143"/>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18" name="Line 83"/>
            <p:cNvSpPr/>
            <p:nvPr/>
          </p:nvSpPr>
          <p:spPr>
            <a:xfrm>
              <a:off x="3472" y="1143"/>
              <a:ext cx="9" cy="1"/>
            </a:xfrm>
            <a:prstGeom prst="line">
              <a:avLst/>
            </a:prstGeom>
            <a:ln w="0" cap="flat" cmpd="sng">
              <a:solidFill>
                <a:srgbClr val="FF0000"/>
              </a:solidFill>
              <a:prstDash val="solid"/>
              <a:round/>
              <a:headEnd type="none" w="med" len="med"/>
              <a:tailEnd type="none" w="med" len="med"/>
            </a:ln>
          </p:spPr>
        </p:sp>
        <p:sp>
          <p:nvSpPr>
            <p:cNvPr id="65619" name="Line 84"/>
            <p:cNvSpPr/>
            <p:nvPr/>
          </p:nvSpPr>
          <p:spPr>
            <a:xfrm>
              <a:off x="3472" y="1143"/>
              <a:ext cx="1" cy="8"/>
            </a:xfrm>
            <a:prstGeom prst="line">
              <a:avLst/>
            </a:prstGeom>
            <a:ln w="0" cap="flat" cmpd="sng">
              <a:solidFill>
                <a:srgbClr val="FF0000"/>
              </a:solidFill>
              <a:prstDash val="solid"/>
              <a:round/>
              <a:headEnd type="none" w="med" len="med"/>
              <a:tailEnd type="none" w="med" len="med"/>
            </a:ln>
          </p:spPr>
        </p:sp>
        <p:sp>
          <p:nvSpPr>
            <p:cNvPr id="65620" name="Rectangle 85"/>
            <p:cNvSpPr/>
            <p:nvPr/>
          </p:nvSpPr>
          <p:spPr>
            <a:xfrm>
              <a:off x="3481" y="1143"/>
              <a:ext cx="191"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21" name="Line 86"/>
            <p:cNvSpPr/>
            <p:nvPr/>
          </p:nvSpPr>
          <p:spPr>
            <a:xfrm>
              <a:off x="3481" y="1143"/>
              <a:ext cx="191" cy="1"/>
            </a:xfrm>
            <a:prstGeom prst="line">
              <a:avLst/>
            </a:prstGeom>
            <a:ln w="0" cap="flat" cmpd="sng">
              <a:solidFill>
                <a:srgbClr val="FF0000"/>
              </a:solidFill>
              <a:prstDash val="solid"/>
              <a:round/>
              <a:headEnd type="none" w="med" len="med"/>
              <a:tailEnd type="none" w="med" len="med"/>
            </a:ln>
          </p:spPr>
        </p:sp>
        <p:sp>
          <p:nvSpPr>
            <p:cNvPr id="65622" name="Rectangle 87"/>
            <p:cNvSpPr/>
            <p:nvPr/>
          </p:nvSpPr>
          <p:spPr>
            <a:xfrm>
              <a:off x="3672" y="1151"/>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23" name="Line 88"/>
            <p:cNvSpPr/>
            <p:nvPr/>
          </p:nvSpPr>
          <p:spPr>
            <a:xfrm>
              <a:off x="3672" y="1151"/>
              <a:ext cx="9" cy="1"/>
            </a:xfrm>
            <a:prstGeom prst="line">
              <a:avLst/>
            </a:prstGeom>
            <a:ln w="0" cap="flat" cmpd="sng">
              <a:solidFill>
                <a:srgbClr val="FF0000"/>
              </a:solidFill>
              <a:prstDash val="solid"/>
              <a:round/>
              <a:headEnd type="none" w="med" len="med"/>
              <a:tailEnd type="none" w="med" len="med"/>
            </a:ln>
          </p:spPr>
        </p:sp>
        <p:sp>
          <p:nvSpPr>
            <p:cNvPr id="65624" name="Rectangle 89"/>
            <p:cNvSpPr/>
            <p:nvPr/>
          </p:nvSpPr>
          <p:spPr>
            <a:xfrm>
              <a:off x="3672" y="1143"/>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25" name="Line 90"/>
            <p:cNvSpPr/>
            <p:nvPr/>
          </p:nvSpPr>
          <p:spPr>
            <a:xfrm>
              <a:off x="3672" y="1143"/>
              <a:ext cx="9" cy="1"/>
            </a:xfrm>
            <a:prstGeom prst="line">
              <a:avLst/>
            </a:prstGeom>
            <a:ln w="0" cap="flat" cmpd="sng">
              <a:solidFill>
                <a:srgbClr val="FF0000"/>
              </a:solidFill>
              <a:prstDash val="solid"/>
              <a:round/>
              <a:headEnd type="none" w="med" len="med"/>
              <a:tailEnd type="none" w="med" len="med"/>
            </a:ln>
          </p:spPr>
        </p:sp>
        <p:sp>
          <p:nvSpPr>
            <p:cNvPr id="65626" name="Line 91"/>
            <p:cNvSpPr/>
            <p:nvPr/>
          </p:nvSpPr>
          <p:spPr>
            <a:xfrm>
              <a:off x="3672" y="1143"/>
              <a:ext cx="1" cy="8"/>
            </a:xfrm>
            <a:prstGeom prst="line">
              <a:avLst/>
            </a:prstGeom>
            <a:ln w="0" cap="flat" cmpd="sng">
              <a:solidFill>
                <a:srgbClr val="FF0000"/>
              </a:solidFill>
              <a:prstDash val="solid"/>
              <a:round/>
              <a:headEnd type="none" w="med" len="med"/>
              <a:tailEnd type="none" w="med" len="med"/>
            </a:ln>
          </p:spPr>
        </p:sp>
        <p:sp>
          <p:nvSpPr>
            <p:cNvPr id="65627" name="Rectangle 92"/>
            <p:cNvSpPr/>
            <p:nvPr/>
          </p:nvSpPr>
          <p:spPr>
            <a:xfrm>
              <a:off x="3681" y="1143"/>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28" name="Line 93"/>
            <p:cNvSpPr/>
            <p:nvPr/>
          </p:nvSpPr>
          <p:spPr>
            <a:xfrm>
              <a:off x="3681" y="1143"/>
              <a:ext cx="194" cy="1"/>
            </a:xfrm>
            <a:prstGeom prst="line">
              <a:avLst/>
            </a:prstGeom>
            <a:ln w="0" cap="flat" cmpd="sng">
              <a:solidFill>
                <a:srgbClr val="FF0000"/>
              </a:solidFill>
              <a:prstDash val="solid"/>
              <a:round/>
              <a:headEnd type="none" w="med" len="med"/>
              <a:tailEnd type="none" w="med" len="med"/>
            </a:ln>
          </p:spPr>
        </p:sp>
        <p:sp>
          <p:nvSpPr>
            <p:cNvPr id="65629" name="Rectangle 94"/>
            <p:cNvSpPr/>
            <p:nvPr/>
          </p:nvSpPr>
          <p:spPr>
            <a:xfrm>
              <a:off x="3875" y="1151"/>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30" name="Line 95"/>
            <p:cNvSpPr/>
            <p:nvPr/>
          </p:nvSpPr>
          <p:spPr>
            <a:xfrm>
              <a:off x="3875" y="1151"/>
              <a:ext cx="8" cy="1"/>
            </a:xfrm>
            <a:prstGeom prst="line">
              <a:avLst/>
            </a:prstGeom>
            <a:ln w="0" cap="flat" cmpd="sng">
              <a:solidFill>
                <a:srgbClr val="FF0000"/>
              </a:solidFill>
              <a:prstDash val="solid"/>
              <a:round/>
              <a:headEnd type="none" w="med" len="med"/>
              <a:tailEnd type="none" w="med" len="med"/>
            </a:ln>
          </p:spPr>
        </p:sp>
        <p:sp>
          <p:nvSpPr>
            <p:cNvPr id="65631" name="Rectangle 96"/>
            <p:cNvSpPr/>
            <p:nvPr/>
          </p:nvSpPr>
          <p:spPr>
            <a:xfrm>
              <a:off x="3875" y="1143"/>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32" name="Line 97"/>
            <p:cNvSpPr/>
            <p:nvPr/>
          </p:nvSpPr>
          <p:spPr>
            <a:xfrm>
              <a:off x="3875" y="1143"/>
              <a:ext cx="8" cy="1"/>
            </a:xfrm>
            <a:prstGeom prst="line">
              <a:avLst/>
            </a:prstGeom>
            <a:ln w="0" cap="flat" cmpd="sng">
              <a:solidFill>
                <a:srgbClr val="FF0000"/>
              </a:solidFill>
              <a:prstDash val="solid"/>
              <a:round/>
              <a:headEnd type="none" w="med" len="med"/>
              <a:tailEnd type="none" w="med" len="med"/>
            </a:ln>
          </p:spPr>
        </p:sp>
        <p:sp>
          <p:nvSpPr>
            <p:cNvPr id="65633" name="Line 98"/>
            <p:cNvSpPr/>
            <p:nvPr/>
          </p:nvSpPr>
          <p:spPr>
            <a:xfrm>
              <a:off x="3875" y="1143"/>
              <a:ext cx="1" cy="8"/>
            </a:xfrm>
            <a:prstGeom prst="line">
              <a:avLst/>
            </a:prstGeom>
            <a:ln w="0" cap="flat" cmpd="sng">
              <a:solidFill>
                <a:srgbClr val="FF0000"/>
              </a:solidFill>
              <a:prstDash val="solid"/>
              <a:round/>
              <a:headEnd type="none" w="med" len="med"/>
              <a:tailEnd type="none" w="med" len="med"/>
            </a:ln>
          </p:spPr>
        </p:sp>
        <p:sp>
          <p:nvSpPr>
            <p:cNvPr id="65634" name="Rectangle 99"/>
            <p:cNvSpPr/>
            <p:nvPr/>
          </p:nvSpPr>
          <p:spPr>
            <a:xfrm>
              <a:off x="3883" y="1143"/>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35" name="Line 100"/>
            <p:cNvSpPr/>
            <p:nvPr/>
          </p:nvSpPr>
          <p:spPr>
            <a:xfrm>
              <a:off x="3883" y="1143"/>
              <a:ext cx="195" cy="1"/>
            </a:xfrm>
            <a:prstGeom prst="line">
              <a:avLst/>
            </a:prstGeom>
            <a:ln w="0" cap="flat" cmpd="sng">
              <a:solidFill>
                <a:srgbClr val="FF0000"/>
              </a:solidFill>
              <a:prstDash val="solid"/>
              <a:round/>
              <a:headEnd type="none" w="med" len="med"/>
              <a:tailEnd type="none" w="med" len="med"/>
            </a:ln>
          </p:spPr>
        </p:sp>
        <p:sp>
          <p:nvSpPr>
            <p:cNvPr id="65636" name="Rectangle 101"/>
            <p:cNvSpPr/>
            <p:nvPr/>
          </p:nvSpPr>
          <p:spPr>
            <a:xfrm>
              <a:off x="4078" y="1151"/>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37" name="Line 102"/>
            <p:cNvSpPr/>
            <p:nvPr/>
          </p:nvSpPr>
          <p:spPr>
            <a:xfrm>
              <a:off x="4078" y="1151"/>
              <a:ext cx="8" cy="1"/>
            </a:xfrm>
            <a:prstGeom prst="line">
              <a:avLst/>
            </a:prstGeom>
            <a:ln w="0" cap="flat" cmpd="sng">
              <a:solidFill>
                <a:srgbClr val="FF0000"/>
              </a:solidFill>
              <a:prstDash val="solid"/>
              <a:round/>
              <a:headEnd type="none" w="med" len="med"/>
              <a:tailEnd type="none" w="med" len="med"/>
            </a:ln>
          </p:spPr>
        </p:sp>
        <p:sp>
          <p:nvSpPr>
            <p:cNvPr id="65638" name="Rectangle 103"/>
            <p:cNvSpPr/>
            <p:nvPr/>
          </p:nvSpPr>
          <p:spPr>
            <a:xfrm>
              <a:off x="4078" y="1143"/>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39" name="Line 104"/>
            <p:cNvSpPr/>
            <p:nvPr/>
          </p:nvSpPr>
          <p:spPr>
            <a:xfrm>
              <a:off x="4078" y="1143"/>
              <a:ext cx="8" cy="1"/>
            </a:xfrm>
            <a:prstGeom prst="line">
              <a:avLst/>
            </a:prstGeom>
            <a:ln w="0" cap="flat" cmpd="sng">
              <a:solidFill>
                <a:srgbClr val="FF0000"/>
              </a:solidFill>
              <a:prstDash val="solid"/>
              <a:round/>
              <a:headEnd type="none" w="med" len="med"/>
              <a:tailEnd type="none" w="med" len="med"/>
            </a:ln>
          </p:spPr>
        </p:sp>
        <p:sp>
          <p:nvSpPr>
            <p:cNvPr id="65640" name="Line 105"/>
            <p:cNvSpPr/>
            <p:nvPr/>
          </p:nvSpPr>
          <p:spPr>
            <a:xfrm>
              <a:off x="4078" y="1143"/>
              <a:ext cx="1" cy="8"/>
            </a:xfrm>
            <a:prstGeom prst="line">
              <a:avLst/>
            </a:prstGeom>
            <a:ln w="0" cap="flat" cmpd="sng">
              <a:solidFill>
                <a:srgbClr val="FF0000"/>
              </a:solidFill>
              <a:prstDash val="solid"/>
              <a:round/>
              <a:headEnd type="none" w="med" len="med"/>
              <a:tailEnd type="none" w="med" len="med"/>
            </a:ln>
          </p:spPr>
        </p:sp>
        <p:sp>
          <p:nvSpPr>
            <p:cNvPr id="65641" name="Rectangle 106"/>
            <p:cNvSpPr/>
            <p:nvPr/>
          </p:nvSpPr>
          <p:spPr>
            <a:xfrm>
              <a:off x="4086" y="1143"/>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42" name="Line 107"/>
            <p:cNvSpPr/>
            <p:nvPr/>
          </p:nvSpPr>
          <p:spPr>
            <a:xfrm>
              <a:off x="4086" y="1143"/>
              <a:ext cx="195" cy="1"/>
            </a:xfrm>
            <a:prstGeom prst="line">
              <a:avLst/>
            </a:prstGeom>
            <a:ln w="0" cap="flat" cmpd="sng">
              <a:solidFill>
                <a:srgbClr val="FF0000"/>
              </a:solidFill>
              <a:prstDash val="solid"/>
              <a:round/>
              <a:headEnd type="none" w="med" len="med"/>
              <a:tailEnd type="none" w="med" len="med"/>
            </a:ln>
          </p:spPr>
        </p:sp>
        <p:sp>
          <p:nvSpPr>
            <p:cNvPr id="65643" name="Rectangle 108"/>
            <p:cNvSpPr/>
            <p:nvPr/>
          </p:nvSpPr>
          <p:spPr>
            <a:xfrm>
              <a:off x="4281" y="1151"/>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44" name="Line 109"/>
            <p:cNvSpPr/>
            <p:nvPr/>
          </p:nvSpPr>
          <p:spPr>
            <a:xfrm>
              <a:off x="4281" y="1151"/>
              <a:ext cx="8" cy="1"/>
            </a:xfrm>
            <a:prstGeom prst="line">
              <a:avLst/>
            </a:prstGeom>
            <a:ln w="0" cap="flat" cmpd="sng">
              <a:solidFill>
                <a:srgbClr val="FF0000"/>
              </a:solidFill>
              <a:prstDash val="solid"/>
              <a:round/>
              <a:headEnd type="none" w="med" len="med"/>
              <a:tailEnd type="none" w="med" len="med"/>
            </a:ln>
          </p:spPr>
        </p:sp>
        <p:sp>
          <p:nvSpPr>
            <p:cNvPr id="65645" name="Rectangle 110"/>
            <p:cNvSpPr/>
            <p:nvPr/>
          </p:nvSpPr>
          <p:spPr>
            <a:xfrm>
              <a:off x="4281" y="1143"/>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46" name="Line 111"/>
            <p:cNvSpPr/>
            <p:nvPr/>
          </p:nvSpPr>
          <p:spPr>
            <a:xfrm>
              <a:off x="4281" y="1143"/>
              <a:ext cx="8" cy="1"/>
            </a:xfrm>
            <a:prstGeom prst="line">
              <a:avLst/>
            </a:prstGeom>
            <a:ln w="0" cap="flat" cmpd="sng">
              <a:solidFill>
                <a:srgbClr val="FF0000"/>
              </a:solidFill>
              <a:prstDash val="solid"/>
              <a:round/>
              <a:headEnd type="none" w="med" len="med"/>
              <a:tailEnd type="none" w="med" len="med"/>
            </a:ln>
          </p:spPr>
        </p:sp>
        <p:sp>
          <p:nvSpPr>
            <p:cNvPr id="65647" name="Line 112"/>
            <p:cNvSpPr/>
            <p:nvPr/>
          </p:nvSpPr>
          <p:spPr>
            <a:xfrm>
              <a:off x="4281" y="1143"/>
              <a:ext cx="1" cy="8"/>
            </a:xfrm>
            <a:prstGeom prst="line">
              <a:avLst/>
            </a:prstGeom>
            <a:ln w="0" cap="flat" cmpd="sng">
              <a:solidFill>
                <a:srgbClr val="FF0000"/>
              </a:solidFill>
              <a:prstDash val="solid"/>
              <a:round/>
              <a:headEnd type="none" w="med" len="med"/>
              <a:tailEnd type="none" w="med" len="med"/>
            </a:ln>
          </p:spPr>
        </p:sp>
        <p:sp>
          <p:nvSpPr>
            <p:cNvPr id="65648" name="Rectangle 113"/>
            <p:cNvSpPr/>
            <p:nvPr/>
          </p:nvSpPr>
          <p:spPr>
            <a:xfrm>
              <a:off x="4289" y="1143"/>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49" name="Line 114"/>
            <p:cNvSpPr/>
            <p:nvPr/>
          </p:nvSpPr>
          <p:spPr>
            <a:xfrm>
              <a:off x="4289" y="1143"/>
              <a:ext cx="194" cy="1"/>
            </a:xfrm>
            <a:prstGeom prst="line">
              <a:avLst/>
            </a:prstGeom>
            <a:ln w="0" cap="flat" cmpd="sng">
              <a:solidFill>
                <a:srgbClr val="FF0000"/>
              </a:solidFill>
              <a:prstDash val="solid"/>
              <a:round/>
              <a:headEnd type="none" w="med" len="med"/>
              <a:tailEnd type="none" w="med" len="med"/>
            </a:ln>
          </p:spPr>
        </p:sp>
        <p:sp>
          <p:nvSpPr>
            <p:cNvPr id="65650" name="Rectangle 115"/>
            <p:cNvSpPr/>
            <p:nvPr/>
          </p:nvSpPr>
          <p:spPr>
            <a:xfrm>
              <a:off x="4483" y="1151"/>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51" name="Line 116"/>
            <p:cNvSpPr/>
            <p:nvPr/>
          </p:nvSpPr>
          <p:spPr>
            <a:xfrm>
              <a:off x="4483" y="1151"/>
              <a:ext cx="9" cy="1"/>
            </a:xfrm>
            <a:prstGeom prst="line">
              <a:avLst/>
            </a:prstGeom>
            <a:ln w="0" cap="flat" cmpd="sng">
              <a:solidFill>
                <a:srgbClr val="FF0000"/>
              </a:solidFill>
              <a:prstDash val="solid"/>
              <a:round/>
              <a:headEnd type="none" w="med" len="med"/>
              <a:tailEnd type="none" w="med" len="med"/>
            </a:ln>
          </p:spPr>
        </p:sp>
        <p:sp>
          <p:nvSpPr>
            <p:cNvPr id="65652" name="Rectangle 117"/>
            <p:cNvSpPr/>
            <p:nvPr/>
          </p:nvSpPr>
          <p:spPr>
            <a:xfrm>
              <a:off x="4483" y="1143"/>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53" name="Line 118"/>
            <p:cNvSpPr/>
            <p:nvPr/>
          </p:nvSpPr>
          <p:spPr>
            <a:xfrm>
              <a:off x="4483" y="1143"/>
              <a:ext cx="9" cy="1"/>
            </a:xfrm>
            <a:prstGeom prst="line">
              <a:avLst/>
            </a:prstGeom>
            <a:ln w="0" cap="flat" cmpd="sng">
              <a:solidFill>
                <a:srgbClr val="FF0000"/>
              </a:solidFill>
              <a:prstDash val="solid"/>
              <a:round/>
              <a:headEnd type="none" w="med" len="med"/>
              <a:tailEnd type="none" w="med" len="med"/>
            </a:ln>
          </p:spPr>
        </p:sp>
        <p:sp>
          <p:nvSpPr>
            <p:cNvPr id="65654" name="Line 119"/>
            <p:cNvSpPr/>
            <p:nvPr/>
          </p:nvSpPr>
          <p:spPr>
            <a:xfrm>
              <a:off x="4483" y="1143"/>
              <a:ext cx="1" cy="8"/>
            </a:xfrm>
            <a:prstGeom prst="line">
              <a:avLst/>
            </a:prstGeom>
            <a:ln w="0" cap="flat" cmpd="sng">
              <a:solidFill>
                <a:srgbClr val="FF0000"/>
              </a:solidFill>
              <a:prstDash val="solid"/>
              <a:round/>
              <a:headEnd type="none" w="med" len="med"/>
              <a:tailEnd type="none" w="med" len="med"/>
            </a:ln>
          </p:spPr>
        </p:sp>
        <p:sp>
          <p:nvSpPr>
            <p:cNvPr id="65655" name="Rectangle 120"/>
            <p:cNvSpPr/>
            <p:nvPr/>
          </p:nvSpPr>
          <p:spPr>
            <a:xfrm>
              <a:off x="4492" y="1143"/>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56" name="Line 121"/>
            <p:cNvSpPr/>
            <p:nvPr/>
          </p:nvSpPr>
          <p:spPr>
            <a:xfrm>
              <a:off x="4492" y="1143"/>
              <a:ext cx="194" cy="1"/>
            </a:xfrm>
            <a:prstGeom prst="line">
              <a:avLst/>
            </a:prstGeom>
            <a:ln w="0" cap="flat" cmpd="sng">
              <a:solidFill>
                <a:srgbClr val="FF0000"/>
              </a:solidFill>
              <a:prstDash val="solid"/>
              <a:round/>
              <a:headEnd type="none" w="med" len="med"/>
              <a:tailEnd type="none" w="med" len="med"/>
            </a:ln>
          </p:spPr>
        </p:sp>
        <p:sp>
          <p:nvSpPr>
            <p:cNvPr id="65657" name="Rectangle 122"/>
            <p:cNvSpPr/>
            <p:nvPr/>
          </p:nvSpPr>
          <p:spPr>
            <a:xfrm>
              <a:off x="4686" y="1143"/>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58" name="Line 123"/>
            <p:cNvSpPr/>
            <p:nvPr/>
          </p:nvSpPr>
          <p:spPr>
            <a:xfrm>
              <a:off x="4686" y="1143"/>
              <a:ext cx="1" cy="11"/>
            </a:xfrm>
            <a:prstGeom prst="line">
              <a:avLst/>
            </a:prstGeom>
            <a:ln w="0" cap="flat" cmpd="sng">
              <a:solidFill>
                <a:srgbClr val="FF0000"/>
              </a:solidFill>
              <a:prstDash val="solid"/>
              <a:round/>
              <a:headEnd type="none" w="med" len="med"/>
              <a:tailEnd type="none" w="med" len="med"/>
            </a:ln>
          </p:spPr>
        </p:sp>
        <p:sp>
          <p:nvSpPr>
            <p:cNvPr id="65659" name="Rectangle 124"/>
            <p:cNvSpPr/>
            <p:nvPr/>
          </p:nvSpPr>
          <p:spPr>
            <a:xfrm>
              <a:off x="4695" y="1143"/>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60" name="Line 125"/>
            <p:cNvSpPr/>
            <p:nvPr/>
          </p:nvSpPr>
          <p:spPr>
            <a:xfrm>
              <a:off x="4695" y="1143"/>
              <a:ext cx="194" cy="1"/>
            </a:xfrm>
            <a:prstGeom prst="line">
              <a:avLst/>
            </a:prstGeom>
            <a:ln w="0" cap="flat" cmpd="sng">
              <a:solidFill>
                <a:srgbClr val="FF0000"/>
              </a:solidFill>
              <a:prstDash val="solid"/>
              <a:round/>
              <a:headEnd type="none" w="med" len="med"/>
              <a:tailEnd type="none" w="med" len="med"/>
            </a:ln>
          </p:spPr>
        </p:sp>
        <p:sp>
          <p:nvSpPr>
            <p:cNvPr id="65661" name="Rectangle 126"/>
            <p:cNvSpPr/>
            <p:nvPr/>
          </p:nvSpPr>
          <p:spPr>
            <a:xfrm>
              <a:off x="4889" y="1151"/>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62" name="Line 127"/>
            <p:cNvSpPr/>
            <p:nvPr/>
          </p:nvSpPr>
          <p:spPr>
            <a:xfrm>
              <a:off x="4889" y="1151"/>
              <a:ext cx="9" cy="1"/>
            </a:xfrm>
            <a:prstGeom prst="line">
              <a:avLst/>
            </a:prstGeom>
            <a:ln w="0" cap="flat" cmpd="sng">
              <a:solidFill>
                <a:srgbClr val="FF0000"/>
              </a:solidFill>
              <a:prstDash val="solid"/>
              <a:round/>
              <a:headEnd type="none" w="med" len="med"/>
              <a:tailEnd type="none" w="med" len="med"/>
            </a:ln>
          </p:spPr>
        </p:sp>
        <p:sp>
          <p:nvSpPr>
            <p:cNvPr id="65663" name="Rectangle 128"/>
            <p:cNvSpPr/>
            <p:nvPr/>
          </p:nvSpPr>
          <p:spPr>
            <a:xfrm>
              <a:off x="4889" y="1143"/>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64" name="Line 129"/>
            <p:cNvSpPr/>
            <p:nvPr/>
          </p:nvSpPr>
          <p:spPr>
            <a:xfrm>
              <a:off x="4889" y="1143"/>
              <a:ext cx="9" cy="1"/>
            </a:xfrm>
            <a:prstGeom prst="line">
              <a:avLst/>
            </a:prstGeom>
            <a:ln w="0" cap="flat" cmpd="sng">
              <a:solidFill>
                <a:srgbClr val="FF0000"/>
              </a:solidFill>
              <a:prstDash val="solid"/>
              <a:round/>
              <a:headEnd type="none" w="med" len="med"/>
              <a:tailEnd type="none" w="med" len="med"/>
            </a:ln>
          </p:spPr>
        </p:sp>
        <p:sp>
          <p:nvSpPr>
            <p:cNvPr id="65665" name="Line 130"/>
            <p:cNvSpPr/>
            <p:nvPr/>
          </p:nvSpPr>
          <p:spPr>
            <a:xfrm>
              <a:off x="4889" y="1143"/>
              <a:ext cx="1" cy="8"/>
            </a:xfrm>
            <a:prstGeom prst="line">
              <a:avLst/>
            </a:prstGeom>
            <a:ln w="0" cap="flat" cmpd="sng">
              <a:solidFill>
                <a:srgbClr val="FF0000"/>
              </a:solidFill>
              <a:prstDash val="solid"/>
              <a:round/>
              <a:headEnd type="none" w="med" len="med"/>
              <a:tailEnd type="none" w="med" len="med"/>
            </a:ln>
          </p:spPr>
        </p:sp>
        <p:sp>
          <p:nvSpPr>
            <p:cNvPr id="65666" name="Rectangle 131"/>
            <p:cNvSpPr/>
            <p:nvPr/>
          </p:nvSpPr>
          <p:spPr>
            <a:xfrm>
              <a:off x="4898" y="1143"/>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67" name="Line 132"/>
            <p:cNvSpPr/>
            <p:nvPr/>
          </p:nvSpPr>
          <p:spPr>
            <a:xfrm>
              <a:off x="4898" y="1143"/>
              <a:ext cx="194" cy="1"/>
            </a:xfrm>
            <a:prstGeom prst="line">
              <a:avLst/>
            </a:prstGeom>
            <a:ln w="0" cap="flat" cmpd="sng">
              <a:solidFill>
                <a:srgbClr val="FF0000"/>
              </a:solidFill>
              <a:prstDash val="solid"/>
              <a:round/>
              <a:headEnd type="none" w="med" len="med"/>
              <a:tailEnd type="none" w="med" len="med"/>
            </a:ln>
          </p:spPr>
        </p:sp>
        <p:sp>
          <p:nvSpPr>
            <p:cNvPr id="65668" name="Rectangle 133"/>
            <p:cNvSpPr/>
            <p:nvPr/>
          </p:nvSpPr>
          <p:spPr>
            <a:xfrm>
              <a:off x="5092" y="1151"/>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69" name="Line 134"/>
            <p:cNvSpPr/>
            <p:nvPr/>
          </p:nvSpPr>
          <p:spPr>
            <a:xfrm>
              <a:off x="5092" y="1151"/>
              <a:ext cx="8" cy="1"/>
            </a:xfrm>
            <a:prstGeom prst="line">
              <a:avLst/>
            </a:prstGeom>
            <a:ln w="0" cap="flat" cmpd="sng">
              <a:solidFill>
                <a:srgbClr val="FF0000"/>
              </a:solidFill>
              <a:prstDash val="solid"/>
              <a:round/>
              <a:headEnd type="none" w="med" len="med"/>
              <a:tailEnd type="none" w="med" len="med"/>
            </a:ln>
          </p:spPr>
        </p:sp>
        <p:sp>
          <p:nvSpPr>
            <p:cNvPr id="65670" name="Rectangle 135"/>
            <p:cNvSpPr/>
            <p:nvPr/>
          </p:nvSpPr>
          <p:spPr>
            <a:xfrm>
              <a:off x="5092" y="1143"/>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71" name="Line 136"/>
            <p:cNvSpPr/>
            <p:nvPr/>
          </p:nvSpPr>
          <p:spPr>
            <a:xfrm>
              <a:off x="5092" y="1143"/>
              <a:ext cx="8" cy="1"/>
            </a:xfrm>
            <a:prstGeom prst="line">
              <a:avLst/>
            </a:prstGeom>
            <a:ln w="0" cap="flat" cmpd="sng">
              <a:solidFill>
                <a:srgbClr val="FF0000"/>
              </a:solidFill>
              <a:prstDash val="solid"/>
              <a:round/>
              <a:headEnd type="none" w="med" len="med"/>
              <a:tailEnd type="none" w="med" len="med"/>
            </a:ln>
          </p:spPr>
        </p:sp>
        <p:sp>
          <p:nvSpPr>
            <p:cNvPr id="65672" name="Line 137"/>
            <p:cNvSpPr/>
            <p:nvPr/>
          </p:nvSpPr>
          <p:spPr>
            <a:xfrm>
              <a:off x="5092" y="1143"/>
              <a:ext cx="1" cy="8"/>
            </a:xfrm>
            <a:prstGeom prst="line">
              <a:avLst/>
            </a:prstGeom>
            <a:ln w="0" cap="flat" cmpd="sng">
              <a:solidFill>
                <a:srgbClr val="FF0000"/>
              </a:solidFill>
              <a:prstDash val="solid"/>
              <a:round/>
              <a:headEnd type="none" w="med" len="med"/>
              <a:tailEnd type="none" w="med" len="med"/>
            </a:ln>
          </p:spPr>
        </p:sp>
        <p:sp>
          <p:nvSpPr>
            <p:cNvPr id="65673" name="Rectangle 138"/>
            <p:cNvSpPr/>
            <p:nvPr/>
          </p:nvSpPr>
          <p:spPr>
            <a:xfrm>
              <a:off x="5100" y="1143"/>
              <a:ext cx="192"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74" name="Line 139"/>
            <p:cNvSpPr/>
            <p:nvPr/>
          </p:nvSpPr>
          <p:spPr>
            <a:xfrm>
              <a:off x="5100" y="1143"/>
              <a:ext cx="192" cy="1"/>
            </a:xfrm>
            <a:prstGeom prst="line">
              <a:avLst/>
            </a:prstGeom>
            <a:ln w="0" cap="flat" cmpd="sng">
              <a:solidFill>
                <a:srgbClr val="FF0000"/>
              </a:solidFill>
              <a:prstDash val="solid"/>
              <a:round/>
              <a:headEnd type="none" w="med" len="med"/>
              <a:tailEnd type="none" w="med" len="med"/>
            </a:ln>
          </p:spPr>
        </p:sp>
        <p:sp>
          <p:nvSpPr>
            <p:cNvPr id="65675" name="Rectangle 140"/>
            <p:cNvSpPr/>
            <p:nvPr/>
          </p:nvSpPr>
          <p:spPr>
            <a:xfrm>
              <a:off x="5292" y="1143"/>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76" name="Line 141"/>
            <p:cNvSpPr/>
            <p:nvPr/>
          </p:nvSpPr>
          <p:spPr>
            <a:xfrm>
              <a:off x="5292" y="1143"/>
              <a:ext cx="1" cy="11"/>
            </a:xfrm>
            <a:prstGeom prst="line">
              <a:avLst/>
            </a:prstGeom>
            <a:ln w="0" cap="flat" cmpd="sng">
              <a:solidFill>
                <a:srgbClr val="FF0000"/>
              </a:solidFill>
              <a:prstDash val="solid"/>
              <a:round/>
              <a:headEnd type="none" w="med" len="med"/>
              <a:tailEnd type="none" w="med" len="med"/>
            </a:ln>
          </p:spPr>
        </p:sp>
        <p:sp>
          <p:nvSpPr>
            <p:cNvPr id="65677" name="Rectangle 142"/>
            <p:cNvSpPr/>
            <p:nvPr/>
          </p:nvSpPr>
          <p:spPr>
            <a:xfrm>
              <a:off x="3066" y="1154"/>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78" name="Line 143"/>
            <p:cNvSpPr/>
            <p:nvPr/>
          </p:nvSpPr>
          <p:spPr>
            <a:xfrm>
              <a:off x="3066" y="1154"/>
              <a:ext cx="1" cy="286"/>
            </a:xfrm>
            <a:prstGeom prst="line">
              <a:avLst/>
            </a:prstGeom>
            <a:ln w="0" cap="flat" cmpd="sng">
              <a:solidFill>
                <a:srgbClr val="FF0000"/>
              </a:solidFill>
              <a:prstDash val="solid"/>
              <a:round/>
              <a:headEnd type="none" w="med" len="med"/>
              <a:tailEnd type="none" w="med" len="med"/>
            </a:ln>
          </p:spPr>
        </p:sp>
        <p:sp>
          <p:nvSpPr>
            <p:cNvPr id="65679" name="Rectangle 144"/>
            <p:cNvSpPr/>
            <p:nvPr/>
          </p:nvSpPr>
          <p:spPr>
            <a:xfrm>
              <a:off x="3269" y="1154"/>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80" name="Line 145"/>
            <p:cNvSpPr/>
            <p:nvPr/>
          </p:nvSpPr>
          <p:spPr>
            <a:xfrm>
              <a:off x="3269" y="1154"/>
              <a:ext cx="1" cy="286"/>
            </a:xfrm>
            <a:prstGeom prst="line">
              <a:avLst/>
            </a:prstGeom>
            <a:ln w="0" cap="flat" cmpd="sng">
              <a:solidFill>
                <a:srgbClr val="FF0000"/>
              </a:solidFill>
              <a:prstDash val="solid"/>
              <a:round/>
              <a:headEnd type="none" w="med" len="med"/>
              <a:tailEnd type="none" w="med" len="med"/>
            </a:ln>
          </p:spPr>
        </p:sp>
        <p:sp>
          <p:nvSpPr>
            <p:cNvPr id="65681" name="Rectangle 146"/>
            <p:cNvSpPr/>
            <p:nvPr/>
          </p:nvSpPr>
          <p:spPr>
            <a:xfrm>
              <a:off x="3472" y="1154"/>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82" name="Line 147"/>
            <p:cNvSpPr/>
            <p:nvPr/>
          </p:nvSpPr>
          <p:spPr>
            <a:xfrm>
              <a:off x="3472" y="1154"/>
              <a:ext cx="1" cy="286"/>
            </a:xfrm>
            <a:prstGeom prst="line">
              <a:avLst/>
            </a:prstGeom>
            <a:ln w="0" cap="flat" cmpd="sng">
              <a:solidFill>
                <a:srgbClr val="FF0000"/>
              </a:solidFill>
              <a:prstDash val="solid"/>
              <a:round/>
              <a:headEnd type="none" w="med" len="med"/>
              <a:tailEnd type="none" w="med" len="med"/>
            </a:ln>
          </p:spPr>
        </p:sp>
        <p:sp>
          <p:nvSpPr>
            <p:cNvPr id="65683" name="Rectangle 148"/>
            <p:cNvSpPr/>
            <p:nvPr/>
          </p:nvSpPr>
          <p:spPr>
            <a:xfrm>
              <a:off x="3672" y="1154"/>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84" name="Line 149"/>
            <p:cNvSpPr/>
            <p:nvPr/>
          </p:nvSpPr>
          <p:spPr>
            <a:xfrm>
              <a:off x="3672" y="1154"/>
              <a:ext cx="1" cy="286"/>
            </a:xfrm>
            <a:prstGeom prst="line">
              <a:avLst/>
            </a:prstGeom>
            <a:ln w="0" cap="flat" cmpd="sng">
              <a:solidFill>
                <a:srgbClr val="FF0000"/>
              </a:solidFill>
              <a:prstDash val="solid"/>
              <a:round/>
              <a:headEnd type="none" w="med" len="med"/>
              <a:tailEnd type="none" w="med" len="med"/>
            </a:ln>
          </p:spPr>
        </p:sp>
        <p:sp>
          <p:nvSpPr>
            <p:cNvPr id="65685" name="Rectangle 150"/>
            <p:cNvSpPr/>
            <p:nvPr/>
          </p:nvSpPr>
          <p:spPr>
            <a:xfrm>
              <a:off x="3875" y="1154"/>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86" name="Line 151"/>
            <p:cNvSpPr/>
            <p:nvPr/>
          </p:nvSpPr>
          <p:spPr>
            <a:xfrm>
              <a:off x="3875" y="1154"/>
              <a:ext cx="1" cy="286"/>
            </a:xfrm>
            <a:prstGeom prst="line">
              <a:avLst/>
            </a:prstGeom>
            <a:ln w="0" cap="flat" cmpd="sng">
              <a:solidFill>
                <a:srgbClr val="FF0000"/>
              </a:solidFill>
              <a:prstDash val="solid"/>
              <a:round/>
              <a:headEnd type="none" w="med" len="med"/>
              <a:tailEnd type="none" w="med" len="med"/>
            </a:ln>
          </p:spPr>
        </p:sp>
        <p:sp>
          <p:nvSpPr>
            <p:cNvPr id="65687" name="Rectangle 152"/>
            <p:cNvSpPr/>
            <p:nvPr/>
          </p:nvSpPr>
          <p:spPr>
            <a:xfrm>
              <a:off x="4078" y="1154"/>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88" name="Line 153"/>
            <p:cNvSpPr/>
            <p:nvPr/>
          </p:nvSpPr>
          <p:spPr>
            <a:xfrm>
              <a:off x="4078" y="1154"/>
              <a:ext cx="1" cy="286"/>
            </a:xfrm>
            <a:prstGeom prst="line">
              <a:avLst/>
            </a:prstGeom>
            <a:ln w="0" cap="flat" cmpd="sng">
              <a:solidFill>
                <a:srgbClr val="FF0000"/>
              </a:solidFill>
              <a:prstDash val="solid"/>
              <a:round/>
              <a:headEnd type="none" w="med" len="med"/>
              <a:tailEnd type="none" w="med" len="med"/>
            </a:ln>
          </p:spPr>
        </p:sp>
        <p:sp>
          <p:nvSpPr>
            <p:cNvPr id="65689" name="Rectangle 154"/>
            <p:cNvSpPr/>
            <p:nvPr/>
          </p:nvSpPr>
          <p:spPr>
            <a:xfrm>
              <a:off x="4281" y="1154"/>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90" name="Line 155"/>
            <p:cNvSpPr/>
            <p:nvPr/>
          </p:nvSpPr>
          <p:spPr>
            <a:xfrm>
              <a:off x="4281" y="1154"/>
              <a:ext cx="1" cy="286"/>
            </a:xfrm>
            <a:prstGeom prst="line">
              <a:avLst/>
            </a:prstGeom>
            <a:ln w="0" cap="flat" cmpd="sng">
              <a:solidFill>
                <a:srgbClr val="FF0000"/>
              </a:solidFill>
              <a:prstDash val="solid"/>
              <a:round/>
              <a:headEnd type="none" w="med" len="med"/>
              <a:tailEnd type="none" w="med" len="med"/>
            </a:ln>
          </p:spPr>
        </p:sp>
        <p:sp>
          <p:nvSpPr>
            <p:cNvPr id="65691" name="Rectangle 156"/>
            <p:cNvSpPr/>
            <p:nvPr/>
          </p:nvSpPr>
          <p:spPr>
            <a:xfrm>
              <a:off x="4483" y="1154"/>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92" name="Line 157"/>
            <p:cNvSpPr/>
            <p:nvPr/>
          </p:nvSpPr>
          <p:spPr>
            <a:xfrm>
              <a:off x="4483" y="1154"/>
              <a:ext cx="1" cy="286"/>
            </a:xfrm>
            <a:prstGeom prst="line">
              <a:avLst/>
            </a:prstGeom>
            <a:ln w="0" cap="flat" cmpd="sng">
              <a:solidFill>
                <a:srgbClr val="FF0000"/>
              </a:solidFill>
              <a:prstDash val="solid"/>
              <a:round/>
              <a:headEnd type="none" w="med" len="med"/>
              <a:tailEnd type="none" w="med" len="med"/>
            </a:ln>
          </p:spPr>
        </p:sp>
        <p:sp>
          <p:nvSpPr>
            <p:cNvPr id="65693" name="Rectangle 158"/>
            <p:cNvSpPr/>
            <p:nvPr/>
          </p:nvSpPr>
          <p:spPr>
            <a:xfrm>
              <a:off x="4686" y="1154"/>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94" name="Line 159"/>
            <p:cNvSpPr/>
            <p:nvPr/>
          </p:nvSpPr>
          <p:spPr>
            <a:xfrm>
              <a:off x="4686" y="1154"/>
              <a:ext cx="1" cy="286"/>
            </a:xfrm>
            <a:prstGeom prst="line">
              <a:avLst/>
            </a:prstGeom>
            <a:ln w="0" cap="flat" cmpd="sng">
              <a:solidFill>
                <a:srgbClr val="FF0000"/>
              </a:solidFill>
              <a:prstDash val="solid"/>
              <a:round/>
              <a:headEnd type="none" w="med" len="med"/>
              <a:tailEnd type="none" w="med" len="med"/>
            </a:ln>
          </p:spPr>
        </p:sp>
        <p:sp>
          <p:nvSpPr>
            <p:cNvPr id="65695" name="Rectangle 160"/>
            <p:cNvSpPr/>
            <p:nvPr/>
          </p:nvSpPr>
          <p:spPr>
            <a:xfrm>
              <a:off x="4889" y="1154"/>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96" name="Line 161"/>
            <p:cNvSpPr/>
            <p:nvPr/>
          </p:nvSpPr>
          <p:spPr>
            <a:xfrm>
              <a:off x="4889" y="1154"/>
              <a:ext cx="1" cy="286"/>
            </a:xfrm>
            <a:prstGeom prst="line">
              <a:avLst/>
            </a:prstGeom>
            <a:ln w="0" cap="flat" cmpd="sng">
              <a:solidFill>
                <a:srgbClr val="FF0000"/>
              </a:solidFill>
              <a:prstDash val="solid"/>
              <a:round/>
              <a:headEnd type="none" w="med" len="med"/>
              <a:tailEnd type="none" w="med" len="med"/>
            </a:ln>
          </p:spPr>
        </p:sp>
        <p:sp>
          <p:nvSpPr>
            <p:cNvPr id="65697" name="Rectangle 162"/>
            <p:cNvSpPr/>
            <p:nvPr/>
          </p:nvSpPr>
          <p:spPr>
            <a:xfrm>
              <a:off x="5092" y="1154"/>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98" name="Line 163"/>
            <p:cNvSpPr/>
            <p:nvPr/>
          </p:nvSpPr>
          <p:spPr>
            <a:xfrm>
              <a:off x="5092" y="1154"/>
              <a:ext cx="1" cy="286"/>
            </a:xfrm>
            <a:prstGeom prst="line">
              <a:avLst/>
            </a:prstGeom>
            <a:ln w="0" cap="flat" cmpd="sng">
              <a:solidFill>
                <a:srgbClr val="FF0000"/>
              </a:solidFill>
              <a:prstDash val="solid"/>
              <a:round/>
              <a:headEnd type="none" w="med" len="med"/>
              <a:tailEnd type="none" w="med" len="med"/>
            </a:ln>
          </p:spPr>
        </p:sp>
        <p:sp>
          <p:nvSpPr>
            <p:cNvPr id="65699" name="Rectangle 164"/>
            <p:cNvSpPr/>
            <p:nvPr/>
          </p:nvSpPr>
          <p:spPr>
            <a:xfrm>
              <a:off x="5292" y="1154"/>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00" name="Line 165"/>
            <p:cNvSpPr/>
            <p:nvPr/>
          </p:nvSpPr>
          <p:spPr>
            <a:xfrm>
              <a:off x="5292" y="1154"/>
              <a:ext cx="1" cy="286"/>
            </a:xfrm>
            <a:prstGeom prst="line">
              <a:avLst/>
            </a:prstGeom>
            <a:ln w="0" cap="flat" cmpd="sng">
              <a:solidFill>
                <a:srgbClr val="FF0000"/>
              </a:solidFill>
              <a:prstDash val="solid"/>
              <a:round/>
              <a:headEnd type="none" w="med" len="med"/>
              <a:tailEnd type="none" w="med" len="med"/>
            </a:ln>
          </p:spPr>
        </p:sp>
        <p:sp>
          <p:nvSpPr>
            <p:cNvPr id="65701" name="Rectangle 166"/>
            <p:cNvSpPr/>
            <p:nvPr/>
          </p:nvSpPr>
          <p:spPr>
            <a:xfrm>
              <a:off x="3174"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702" name="Rectangle 167"/>
            <p:cNvSpPr/>
            <p:nvPr/>
          </p:nvSpPr>
          <p:spPr>
            <a:xfrm>
              <a:off x="3239"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03" name="Rectangle 168"/>
            <p:cNvSpPr/>
            <p:nvPr/>
          </p:nvSpPr>
          <p:spPr>
            <a:xfrm>
              <a:off x="3377"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04" name="Rectangle 169"/>
            <p:cNvSpPr/>
            <p:nvPr/>
          </p:nvSpPr>
          <p:spPr>
            <a:xfrm>
              <a:off x="3442"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05" name="Rectangle 170"/>
            <p:cNvSpPr/>
            <p:nvPr/>
          </p:nvSpPr>
          <p:spPr>
            <a:xfrm>
              <a:off x="3579"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06" name="Rectangle 171"/>
            <p:cNvSpPr/>
            <p:nvPr/>
          </p:nvSpPr>
          <p:spPr>
            <a:xfrm>
              <a:off x="3645"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07" name="Rectangle 172"/>
            <p:cNvSpPr/>
            <p:nvPr/>
          </p:nvSpPr>
          <p:spPr>
            <a:xfrm>
              <a:off x="3782"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08" name="Rectangle 173"/>
            <p:cNvSpPr/>
            <p:nvPr/>
          </p:nvSpPr>
          <p:spPr>
            <a:xfrm>
              <a:off x="3848"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09" name="Rectangle 174"/>
            <p:cNvSpPr/>
            <p:nvPr/>
          </p:nvSpPr>
          <p:spPr>
            <a:xfrm>
              <a:off x="3985"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10" name="Rectangle 175"/>
            <p:cNvSpPr/>
            <p:nvPr/>
          </p:nvSpPr>
          <p:spPr>
            <a:xfrm>
              <a:off x="4051"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11" name="Rectangle 176"/>
            <p:cNvSpPr/>
            <p:nvPr/>
          </p:nvSpPr>
          <p:spPr>
            <a:xfrm>
              <a:off x="4188"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12" name="Rectangle 177"/>
            <p:cNvSpPr/>
            <p:nvPr/>
          </p:nvSpPr>
          <p:spPr>
            <a:xfrm>
              <a:off x="4254"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13" name="Rectangle 178"/>
            <p:cNvSpPr/>
            <p:nvPr/>
          </p:nvSpPr>
          <p:spPr>
            <a:xfrm>
              <a:off x="4391"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14" name="Rectangle 179"/>
            <p:cNvSpPr/>
            <p:nvPr/>
          </p:nvSpPr>
          <p:spPr>
            <a:xfrm>
              <a:off x="4457"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15" name="Rectangle 180"/>
            <p:cNvSpPr/>
            <p:nvPr/>
          </p:nvSpPr>
          <p:spPr>
            <a:xfrm>
              <a:off x="4591"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16" name="Rectangle 181"/>
            <p:cNvSpPr/>
            <p:nvPr/>
          </p:nvSpPr>
          <p:spPr>
            <a:xfrm>
              <a:off x="4656"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17" name="Rectangle 182"/>
            <p:cNvSpPr/>
            <p:nvPr/>
          </p:nvSpPr>
          <p:spPr>
            <a:xfrm>
              <a:off x="4794"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18" name="Rectangle 183"/>
            <p:cNvSpPr/>
            <p:nvPr/>
          </p:nvSpPr>
          <p:spPr>
            <a:xfrm>
              <a:off x="4859"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19" name="Rectangle 184"/>
            <p:cNvSpPr/>
            <p:nvPr/>
          </p:nvSpPr>
          <p:spPr>
            <a:xfrm>
              <a:off x="4996"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20" name="Rectangle 185"/>
            <p:cNvSpPr/>
            <p:nvPr/>
          </p:nvSpPr>
          <p:spPr>
            <a:xfrm>
              <a:off x="5062"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21" name="Rectangle 186"/>
            <p:cNvSpPr/>
            <p:nvPr/>
          </p:nvSpPr>
          <p:spPr>
            <a:xfrm>
              <a:off x="5199"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22" name="Rectangle 187"/>
            <p:cNvSpPr/>
            <p:nvPr/>
          </p:nvSpPr>
          <p:spPr>
            <a:xfrm>
              <a:off x="5265"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23" name="Rectangle 188"/>
            <p:cNvSpPr/>
            <p:nvPr/>
          </p:nvSpPr>
          <p:spPr>
            <a:xfrm>
              <a:off x="3066" y="1440"/>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24" name="Line 189"/>
            <p:cNvSpPr/>
            <p:nvPr/>
          </p:nvSpPr>
          <p:spPr>
            <a:xfrm>
              <a:off x="3066" y="1440"/>
              <a:ext cx="1" cy="11"/>
            </a:xfrm>
            <a:prstGeom prst="line">
              <a:avLst/>
            </a:prstGeom>
            <a:ln w="0" cap="flat" cmpd="sng">
              <a:solidFill>
                <a:srgbClr val="FF0000"/>
              </a:solidFill>
              <a:prstDash val="solid"/>
              <a:round/>
              <a:headEnd type="none" w="med" len="med"/>
              <a:tailEnd type="none" w="med" len="med"/>
            </a:ln>
          </p:spPr>
        </p:sp>
        <p:sp>
          <p:nvSpPr>
            <p:cNvPr id="65725" name="Rectangle 190"/>
            <p:cNvSpPr/>
            <p:nvPr/>
          </p:nvSpPr>
          <p:spPr>
            <a:xfrm>
              <a:off x="3075" y="1440"/>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26" name="Line 191"/>
            <p:cNvSpPr/>
            <p:nvPr/>
          </p:nvSpPr>
          <p:spPr>
            <a:xfrm>
              <a:off x="3075" y="1440"/>
              <a:ext cx="194" cy="1"/>
            </a:xfrm>
            <a:prstGeom prst="line">
              <a:avLst/>
            </a:prstGeom>
            <a:ln w="0" cap="flat" cmpd="sng">
              <a:solidFill>
                <a:srgbClr val="FF0000"/>
              </a:solidFill>
              <a:prstDash val="solid"/>
              <a:round/>
              <a:headEnd type="none" w="med" len="med"/>
              <a:tailEnd type="none" w="med" len="med"/>
            </a:ln>
          </p:spPr>
        </p:sp>
        <p:sp>
          <p:nvSpPr>
            <p:cNvPr id="65727" name="Rectangle 192"/>
            <p:cNvSpPr/>
            <p:nvPr/>
          </p:nvSpPr>
          <p:spPr>
            <a:xfrm>
              <a:off x="3269" y="1440"/>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28" name="Line 193"/>
            <p:cNvSpPr/>
            <p:nvPr/>
          </p:nvSpPr>
          <p:spPr>
            <a:xfrm>
              <a:off x="3269" y="1440"/>
              <a:ext cx="1" cy="11"/>
            </a:xfrm>
            <a:prstGeom prst="line">
              <a:avLst/>
            </a:prstGeom>
            <a:ln w="0" cap="flat" cmpd="sng">
              <a:solidFill>
                <a:srgbClr val="FF0000"/>
              </a:solidFill>
              <a:prstDash val="solid"/>
              <a:round/>
              <a:headEnd type="none" w="med" len="med"/>
              <a:tailEnd type="none" w="med" len="med"/>
            </a:ln>
          </p:spPr>
        </p:sp>
        <p:sp>
          <p:nvSpPr>
            <p:cNvPr id="65729" name="Rectangle 194"/>
            <p:cNvSpPr/>
            <p:nvPr/>
          </p:nvSpPr>
          <p:spPr>
            <a:xfrm>
              <a:off x="3278" y="1440"/>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30" name="Line 195"/>
            <p:cNvSpPr/>
            <p:nvPr/>
          </p:nvSpPr>
          <p:spPr>
            <a:xfrm>
              <a:off x="3278" y="1440"/>
              <a:ext cx="194" cy="1"/>
            </a:xfrm>
            <a:prstGeom prst="line">
              <a:avLst/>
            </a:prstGeom>
            <a:ln w="0" cap="flat" cmpd="sng">
              <a:solidFill>
                <a:srgbClr val="FF0000"/>
              </a:solidFill>
              <a:prstDash val="solid"/>
              <a:round/>
              <a:headEnd type="none" w="med" len="med"/>
              <a:tailEnd type="none" w="med" len="med"/>
            </a:ln>
          </p:spPr>
        </p:sp>
        <p:sp>
          <p:nvSpPr>
            <p:cNvPr id="65731" name="Rectangle 196"/>
            <p:cNvSpPr/>
            <p:nvPr/>
          </p:nvSpPr>
          <p:spPr>
            <a:xfrm>
              <a:off x="3472" y="1440"/>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32" name="Line 197"/>
            <p:cNvSpPr/>
            <p:nvPr/>
          </p:nvSpPr>
          <p:spPr>
            <a:xfrm>
              <a:off x="3472" y="1440"/>
              <a:ext cx="1" cy="11"/>
            </a:xfrm>
            <a:prstGeom prst="line">
              <a:avLst/>
            </a:prstGeom>
            <a:ln w="0" cap="flat" cmpd="sng">
              <a:solidFill>
                <a:srgbClr val="FF0000"/>
              </a:solidFill>
              <a:prstDash val="solid"/>
              <a:round/>
              <a:headEnd type="none" w="med" len="med"/>
              <a:tailEnd type="none" w="med" len="med"/>
            </a:ln>
          </p:spPr>
        </p:sp>
        <p:sp>
          <p:nvSpPr>
            <p:cNvPr id="65733" name="Rectangle 198"/>
            <p:cNvSpPr/>
            <p:nvPr/>
          </p:nvSpPr>
          <p:spPr>
            <a:xfrm>
              <a:off x="3481" y="1440"/>
              <a:ext cx="191"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34" name="Line 199"/>
            <p:cNvSpPr/>
            <p:nvPr/>
          </p:nvSpPr>
          <p:spPr>
            <a:xfrm>
              <a:off x="3481" y="1440"/>
              <a:ext cx="191" cy="1"/>
            </a:xfrm>
            <a:prstGeom prst="line">
              <a:avLst/>
            </a:prstGeom>
            <a:ln w="0" cap="flat" cmpd="sng">
              <a:solidFill>
                <a:srgbClr val="FF0000"/>
              </a:solidFill>
              <a:prstDash val="solid"/>
              <a:round/>
              <a:headEnd type="none" w="med" len="med"/>
              <a:tailEnd type="none" w="med" len="med"/>
            </a:ln>
          </p:spPr>
        </p:sp>
        <p:sp>
          <p:nvSpPr>
            <p:cNvPr id="65735" name="Rectangle 200"/>
            <p:cNvSpPr/>
            <p:nvPr/>
          </p:nvSpPr>
          <p:spPr>
            <a:xfrm>
              <a:off x="3672" y="1440"/>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36" name="Line 201"/>
            <p:cNvSpPr/>
            <p:nvPr/>
          </p:nvSpPr>
          <p:spPr>
            <a:xfrm>
              <a:off x="3672" y="1440"/>
              <a:ext cx="1" cy="11"/>
            </a:xfrm>
            <a:prstGeom prst="line">
              <a:avLst/>
            </a:prstGeom>
            <a:ln w="0" cap="flat" cmpd="sng">
              <a:solidFill>
                <a:srgbClr val="FF0000"/>
              </a:solidFill>
              <a:prstDash val="solid"/>
              <a:round/>
              <a:headEnd type="none" w="med" len="med"/>
              <a:tailEnd type="none" w="med" len="med"/>
            </a:ln>
          </p:spPr>
        </p:sp>
        <p:sp>
          <p:nvSpPr>
            <p:cNvPr id="65737" name="Rectangle 202"/>
            <p:cNvSpPr/>
            <p:nvPr/>
          </p:nvSpPr>
          <p:spPr>
            <a:xfrm>
              <a:off x="3681" y="1440"/>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38" name="Line 203"/>
            <p:cNvSpPr/>
            <p:nvPr/>
          </p:nvSpPr>
          <p:spPr>
            <a:xfrm>
              <a:off x="3681" y="1440"/>
              <a:ext cx="194" cy="1"/>
            </a:xfrm>
            <a:prstGeom prst="line">
              <a:avLst/>
            </a:prstGeom>
            <a:ln w="0" cap="flat" cmpd="sng">
              <a:solidFill>
                <a:srgbClr val="FF0000"/>
              </a:solidFill>
              <a:prstDash val="solid"/>
              <a:round/>
              <a:headEnd type="none" w="med" len="med"/>
              <a:tailEnd type="none" w="med" len="med"/>
            </a:ln>
          </p:spPr>
        </p:sp>
        <p:sp>
          <p:nvSpPr>
            <p:cNvPr id="65739" name="Rectangle 204"/>
            <p:cNvSpPr/>
            <p:nvPr/>
          </p:nvSpPr>
          <p:spPr>
            <a:xfrm>
              <a:off x="3875" y="1440"/>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40" name="Line 205"/>
            <p:cNvSpPr/>
            <p:nvPr/>
          </p:nvSpPr>
          <p:spPr>
            <a:xfrm>
              <a:off x="3875" y="1440"/>
              <a:ext cx="1" cy="11"/>
            </a:xfrm>
            <a:prstGeom prst="line">
              <a:avLst/>
            </a:prstGeom>
            <a:ln w="0" cap="flat" cmpd="sng">
              <a:solidFill>
                <a:srgbClr val="FF0000"/>
              </a:solidFill>
              <a:prstDash val="solid"/>
              <a:round/>
              <a:headEnd type="none" w="med" len="med"/>
              <a:tailEnd type="none" w="med" len="med"/>
            </a:ln>
          </p:spPr>
        </p:sp>
        <p:sp>
          <p:nvSpPr>
            <p:cNvPr id="65741" name="Rectangle 206"/>
            <p:cNvSpPr/>
            <p:nvPr/>
          </p:nvSpPr>
          <p:spPr>
            <a:xfrm>
              <a:off x="3883" y="1440"/>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42" name="Line 207"/>
            <p:cNvSpPr/>
            <p:nvPr/>
          </p:nvSpPr>
          <p:spPr>
            <a:xfrm>
              <a:off x="3883" y="1440"/>
              <a:ext cx="195" cy="1"/>
            </a:xfrm>
            <a:prstGeom prst="line">
              <a:avLst/>
            </a:prstGeom>
            <a:ln w="0" cap="flat" cmpd="sng">
              <a:solidFill>
                <a:srgbClr val="FF0000"/>
              </a:solidFill>
              <a:prstDash val="solid"/>
              <a:round/>
              <a:headEnd type="none" w="med" len="med"/>
              <a:tailEnd type="none" w="med" len="med"/>
            </a:ln>
          </p:spPr>
        </p:sp>
        <p:sp>
          <p:nvSpPr>
            <p:cNvPr id="65743" name="Rectangle 208"/>
            <p:cNvSpPr/>
            <p:nvPr/>
          </p:nvSpPr>
          <p:spPr>
            <a:xfrm>
              <a:off x="4078" y="1440"/>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44" name="Line 209"/>
            <p:cNvSpPr/>
            <p:nvPr/>
          </p:nvSpPr>
          <p:spPr>
            <a:xfrm>
              <a:off x="4078" y="1440"/>
              <a:ext cx="1" cy="11"/>
            </a:xfrm>
            <a:prstGeom prst="line">
              <a:avLst/>
            </a:prstGeom>
            <a:ln w="0" cap="flat" cmpd="sng">
              <a:solidFill>
                <a:srgbClr val="FF0000"/>
              </a:solidFill>
              <a:prstDash val="solid"/>
              <a:round/>
              <a:headEnd type="none" w="med" len="med"/>
              <a:tailEnd type="none" w="med" len="med"/>
            </a:ln>
          </p:spPr>
        </p:sp>
        <p:sp>
          <p:nvSpPr>
            <p:cNvPr id="65745" name="Rectangle 210"/>
            <p:cNvSpPr/>
            <p:nvPr/>
          </p:nvSpPr>
          <p:spPr>
            <a:xfrm>
              <a:off x="4086" y="1440"/>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46" name="Line 211"/>
            <p:cNvSpPr/>
            <p:nvPr/>
          </p:nvSpPr>
          <p:spPr>
            <a:xfrm>
              <a:off x="4086" y="1440"/>
              <a:ext cx="195" cy="1"/>
            </a:xfrm>
            <a:prstGeom prst="line">
              <a:avLst/>
            </a:prstGeom>
            <a:ln w="0" cap="flat" cmpd="sng">
              <a:solidFill>
                <a:srgbClr val="FF0000"/>
              </a:solidFill>
              <a:prstDash val="solid"/>
              <a:round/>
              <a:headEnd type="none" w="med" len="med"/>
              <a:tailEnd type="none" w="med" len="med"/>
            </a:ln>
          </p:spPr>
        </p:sp>
        <p:sp>
          <p:nvSpPr>
            <p:cNvPr id="65747" name="Rectangle 212"/>
            <p:cNvSpPr/>
            <p:nvPr/>
          </p:nvSpPr>
          <p:spPr>
            <a:xfrm>
              <a:off x="4281" y="1440"/>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48" name="Line 213"/>
            <p:cNvSpPr/>
            <p:nvPr/>
          </p:nvSpPr>
          <p:spPr>
            <a:xfrm>
              <a:off x="4281" y="1440"/>
              <a:ext cx="1" cy="11"/>
            </a:xfrm>
            <a:prstGeom prst="line">
              <a:avLst/>
            </a:prstGeom>
            <a:ln w="0" cap="flat" cmpd="sng">
              <a:solidFill>
                <a:srgbClr val="FF0000"/>
              </a:solidFill>
              <a:prstDash val="solid"/>
              <a:round/>
              <a:headEnd type="none" w="med" len="med"/>
              <a:tailEnd type="none" w="med" len="med"/>
            </a:ln>
          </p:spPr>
        </p:sp>
        <p:sp>
          <p:nvSpPr>
            <p:cNvPr id="65749" name="Rectangle 214"/>
            <p:cNvSpPr/>
            <p:nvPr/>
          </p:nvSpPr>
          <p:spPr>
            <a:xfrm>
              <a:off x="4289" y="1440"/>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50" name="Line 215"/>
            <p:cNvSpPr/>
            <p:nvPr/>
          </p:nvSpPr>
          <p:spPr>
            <a:xfrm>
              <a:off x="4289" y="1440"/>
              <a:ext cx="194" cy="1"/>
            </a:xfrm>
            <a:prstGeom prst="line">
              <a:avLst/>
            </a:prstGeom>
            <a:ln w="0" cap="flat" cmpd="sng">
              <a:solidFill>
                <a:srgbClr val="FF0000"/>
              </a:solidFill>
              <a:prstDash val="solid"/>
              <a:round/>
              <a:headEnd type="none" w="med" len="med"/>
              <a:tailEnd type="none" w="med" len="med"/>
            </a:ln>
          </p:spPr>
        </p:sp>
        <p:sp>
          <p:nvSpPr>
            <p:cNvPr id="65751" name="Rectangle 216"/>
            <p:cNvSpPr/>
            <p:nvPr/>
          </p:nvSpPr>
          <p:spPr>
            <a:xfrm>
              <a:off x="4483" y="1440"/>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52" name="Line 217"/>
            <p:cNvSpPr/>
            <p:nvPr/>
          </p:nvSpPr>
          <p:spPr>
            <a:xfrm>
              <a:off x="4483" y="1440"/>
              <a:ext cx="1" cy="11"/>
            </a:xfrm>
            <a:prstGeom prst="line">
              <a:avLst/>
            </a:prstGeom>
            <a:ln w="0" cap="flat" cmpd="sng">
              <a:solidFill>
                <a:srgbClr val="FF0000"/>
              </a:solidFill>
              <a:prstDash val="solid"/>
              <a:round/>
              <a:headEnd type="none" w="med" len="med"/>
              <a:tailEnd type="none" w="med" len="med"/>
            </a:ln>
          </p:spPr>
        </p:sp>
        <p:sp>
          <p:nvSpPr>
            <p:cNvPr id="65753" name="Rectangle 218"/>
            <p:cNvSpPr/>
            <p:nvPr/>
          </p:nvSpPr>
          <p:spPr>
            <a:xfrm>
              <a:off x="4492" y="1440"/>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54" name="Line 219"/>
            <p:cNvSpPr/>
            <p:nvPr/>
          </p:nvSpPr>
          <p:spPr>
            <a:xfrm>
              <a:off x="4492" y="1440"/>
              <a:ext cx="194" cy="1"/>
            </a:xfrm>
            <a:prstGeom prst="line">
              <a:avLst/>
            </a:prstGeom>
            <a:ln w="0" cap="flat" cmpd="sng">
              <a:solidFill>
                <a:srgbClr val="FF0000"/>
              </a:solidFill>
              <a:prstDash val="solid"/>
              <a:round/>
              <a:headEnd type="none" w="med" len="med"/>
              <a:tailEnd type="none" w="med" len="med"/>
            </a:ln>
          </p:spPr>
        </p:sp>
        <p:sp>
          <p:nvSpPr>
            <p:cNvPr id="65755" name="Rectangle 220"/>
            <p:cNvSpPr/>
            <p:nvPr/>
          </p:nvSpPr>
          <p:spPr>
            <a:xfrm>
              <a:off x="4686" y="1440"/>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56" name="Line 221"/>
            <p:cNvSpPr/>
            <p:nvPr/>
          </p:nvSpPr>
          <p:spPr>
            <a:xfrm>
              <a:off x="4686" y="1440"/>
              <a:ext cx="1" cy="11"/>
            </a:xfrm>
            <a:prstGeom prst="line">
              <a:avLst/>
            </a:prstGeom>
            <a:ln w="0" cap="flat" cmpd="sng">
              <a:solidFill>
                <a:srgbClr val="FF0000"/>
              </a:solidFill>
              <a:prstDash val="solid"/>
              <a:round/>
              <a:headEnd type="none" w="med" len="med"/>
              <a:tailEnd type="none" w="med" len="med"/>
            </a:ln>
          </p:spPr>
        </p:sp>
        <p:sp>
          <p:nvSpPr>
            <p:cNvPr id="65757" name="Rectangle 222"/>
            <p:cNvSpPr/>
            <p:nvPr/>
          </p:nvSpPr>
          <p:spPr>
            <a:xfrm>
              <a:off x="4695" y="1440"/>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58" name="Line 223"/>
            <p:cNvSpPr/>
            <p:nvPr/>
          </p:nvSpPr>
          <p:spPr>
            <a:xfrm>
              <a:off x="4695" y="1440"/>
              <a:ext cx="194" cy="1"/>
            </a:xfrm>
            <a:prstGeom prst="line">
              <a:avLst/>
            </a:prstGeom>
            <a:ln w="0" cap="flat" cmpd="sng">
              <a:solidFill>
                <a:srgbClr val="FF0000"/>
              </a:solidFill>
              <a:prstDash val="solid"/>
              <a:round/>
              <a:headEnd type="none" w="med" len="med"/>
              <a:tailEnd type="none" w="med" len="med"/>
            </a:ln>
          </p:spPr>
        </p:sp>
        <p:sp>
          <p:nvSpPr>
            <p:cNvPr id="65759" name="Rectangle 224"/>
            <p:cNvSpPr/>
            <p:nvPr/>
          </p:nvSpPr>
          <p:spPr>
            <a:xfrm>
              <a:off x="4889" y="1440"/>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60" name="Line 225"/>
            <p:cNvSpPr/>
            <p:nvPr/>
          </p:nvSpPr>
          <p:spPr>
            <a:xfrm>
              <a:off x="4889" y="1440"/>
              <a:ext cx="1" cy="11"/>
            </a:xfrm>
            <a:prstGeom prst="line">
              <a:avLst/>
            </a:prstGeom>
            <a:ln w="0" cap="flat" cmpd="sng">
              <a:solidFill>
                <a:srgbClr val="FF0000"/>
              </a:solidFill>
              <a:prstDash val="solid"/>
              <a:round/>
              <a:headEnd type="none" w="med" len="med"/>
              <a:tailEnd type="none" w="med" len="med"/>
            </a:ln>
          </p:spPr>
        </p:sp>
        <p:sp>
          <p:nvSpPr>
            <p:cNvPr id="65761" name="Rectangle 226"/>
            <p:cNvSpPr/>
            <p:nvPr/>
          </p:nvSpPr>
          <p:spPr>
            <a:xfrm>
              <a:off x="4898" y="1440"/>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62" name="Line 227"/>
            <p:cNvSpPr/>
            <p:nvPr/>
          </p:nvSpPr>
          <p:spPr>
            <a:xfrm>
              <a:off x="4898" y="1440"/>
              <a:ext cx="194" cy="1"/>
            </a:xfrm>
            <a:prstGeom prst="line">
              <a:avLst/>
            </a:prstGeom>
            <a:ln w="0" cap="flat" cmpd="sng">
              <a:solidFill>
                <a:srgbClr val="FF0000"/>
              </a:solidFill>
              <a:prstDash val="solid"/>
              <a:round/>
              <a:headEnd type="none" w="med" len="med"/>
              <a:tailEnd type="none" w="med" len="med"/>
            </a:ln>
          </p:spPr>
        </p:sp>
        <p:sp>
          <p:nvSpPr>
            <p:cNvPr id="65763" name="Rectangle 228"/>
            <p:cNvSpPr/>
            <p:nvPr/>
          </p:nvSpPr>
          <p:spPr>
            <a:xfrm>
              <a:off x="5092" y="1440"/>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64" name="Line 229"/>
            <p:cNvSpPr/>
            <p:nvPr/>
          </p:nvSpPr>
          <p:spPr>
            <a:xfrm>
              <a:off x="5092" y="1440"/>
              <a:ext cx="1" cy="11"/>
            </a:xfrm>
            <a:prstGeom prst="line">
              <a:avLst/>
            </a:prstGeom>
            <a:ln w="0" cap="flat" cmpd="sng">
              <a:solidFill>
                <a:srgbClr val="FF0000"/>
              </a:solidFill>
              <a:prstDash val="solid"/>
              <a:round/>
              <a:headEnd type="none" w="med" len="med"/>
              <a:tailEnd type="none" w="med" len="med"/>
            </a:ln>
          </p:spPr>
        </p:sp>
        <p:sp>
          <p:nvSpPr>
            <p:cNvPr id="65765" name="Rectangle 230"/>
            <p:cNvSpPr/>
            <p:nvPr/>
          </p:nvSpPr>
          <p:spPr>
            <a:xfrm>
              <a:off x="5100" y="1440"/>
              <a:ext cx="192"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66" name="Line 231"/>
            <p:cNvSpPr/>
            <p:nvPr/>
          </p:nvSpPr>
          <p:spPr>
            <a:xfrm>
              <a:off x="5100" y="1440"/>
              <a:ext cx="192" cy="1"/>
            </a:xfrm>
            <a:prstGeom prst="line">
              <a:avLst/>
            </a:prstGeom>
            <a:ln w="0" cap="flat" cmpd="sng">
              <a:solidFill>
                <a:srgbClr val="FF0000"/>
              </a:solidFill>
              <a:prstDash val="solid"/>
              <a:round/>
              <a:headEnd type="none" w="med" len="med"/>
              <a:tailEnd type="none" w="med" len="med"/>
            </a:ln>
          </p:spPr>
        </p:sp>
        <p:sp>
          <p:nvSpPr>
            <p:cNvPr id="65767" name="Rectangle 232"/>
            <p:cNvSpPr/>
            <p:nvPr/>
          </p:nvSpPr>
          <p:spPr>
            <a:xfrm>
              <a:off x="5292" y="1440"/>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68" name="Line 233"/>
            <p:cNvSpPr/>
            <p:nvPr/>
          </p:nvSpPr>
          <p:spPr>
            <a:xfrm>
              <a:off x="5292" y="1440"/>
              <a:ext cx="1" cy="11"/>
            </a:xfrm>
            <a:prstGeom prst="line">
              <a:avLst/>
            </a:prstGeom>
            <a:ln w="0" cap="flat" cmpd="sng">
              <a:solidFill>
                <a:srgbClr val="FF0000"/>
              </a:solidFill>
              <a:prstDash val="solid"/>
              <a:round/>
              <a:headEnd type="none" w="med" len="med"/>
              <a:tailEnd type="none" w="med" len="med"/>
            </a:ln>
          </p:spPr>
        </p:sp>
        <p:sp>
          <p:nvSpPr>
            <p:cNvPr id="65769" name="Rectangle 234"/>
            <p:cNvSpPr/>
            <p:nvPr/>
          </p:nvSpPr>
          <p:spPr>
            <a:xfrm>
              <a:off x="3066" y="1451"/>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70" name="Line 235"/>
            <p:cNvSpPr/>
            <p:nvPr/>
          </p:nvSpPr>
          <p:spPr>
            <a:xfrm>
              <a:off x="3066" y="1451"/>
              <a:ext cx="1" cy="286"/>
            </a:xfrm>
            <a:prstGeom prst="line">
              <a:avLst/>
            </a:prstGeom>
            <a:ln w="0" cap="flat" cmpd="sng">
              <a:solidFill>
                <a:srgbClr val="FF0000"/>
              </a:solidFill>
              <a:prstDash val="solid"/>
              <a:round/>
              <a:headEnd type="none" w="med" len="med"/>
              <a:tailEnd type="none" w="med" len="med"/>
            </a:ln>
          </p:spPr>
        </p:sp>
        <p:sp>
          <p:nvSpPr>
            <p:cNvPr id="65771" name="Rectangle 236"/>
            <p:cNvSpPr/>
            <p:nvPr/>
          </p:nvSpPr>
          <p:spPr>
            <a:xfrm>
              <a:off x="3269" y="1451"/>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72" name="Line 237"/>
            <p:cNvSpPr/>
            <p:nvPr/>
          </p:nvSpPr>
          <p:spPr>
            <a:xfrm>
              <a:off x="3269" y="1451"/>
              <a:ext cx="1" cy="286"/>
            </a:xfrm>
            <a:prstGeom prst="line">
              <a:avLst/>
            </a:prstGeom>
            <a:ln w="0" cap="flat" cmpd="sng">
              <a:solidFill>
                <a:srgbClr val="FF0000"/>
              </a:solidFill>
              <a:prstDash val="solid"/>
              <a:round/>
              <a:headEnd type="none" w="med" len="med"/>
              <a:tailEnd type="none" w="med" len="med"/>
            </a:ln>
          </p:spPr>
        </p:sp>
        <p:sp>
          <p:nvSpPr>
            <p:cNvPr id="65773" name="Rectangle 238"/>
            <p:cNvSpPr/>
            <p:nvPr/>
          </p:nvSpPr>
          <p:spPr>
            <a:xfrm>
              <a:off x="3472" y="1451"/>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74" name="Line 239"/>
            <p:cNvSpPr/>
            <p:nvPr/>
          </p:nvSpPr>
          <p:spPr>
            <a:xfrm>
              <a:off x="3472" y="1451"/>
              <a:ext cx="1" cy="286"/>
            </a:xfrm>
            <a:prstGeom prst="line">
              <a:avLst/>
            </a:prstGeom>
            <a:ln w="0" cap="flat" cmpd="sng">
              <a:solidFill>
                <a:srgbClr val="FF0000"/>
              </a:solidFill>
              <a:prstDash val="solid"/>
              <a:round/>
              <a:headEnd type="none" w="med" len="med"/>
              <a:tailEnd type="none" w="med" len="med"/>
            </a:ln>
          </p:spPr>
        </p:sp>
        <p:sp>
          <p:nvSpPr>
            <p:cNvPr id="65775" name="Rectangle 240"/>
            <p:cNvSpPr/>
            <p:nvPr/>
          </p:nvSpPr>
          <p:spPr>
            <a:xfrm>
              <a:off x="3672" y="1451"/>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76" name="Line 241"/>
            <p:cNvSpPr/>
            <p:nvPr/>
          </p:nvSpPr>
          <p:spPr>
            <a:xfrm>
              <a:off x="3672" y="1451"/>
              <a:ext cx="1" cy="286"/>
            </a:xfrm>
            <a:prstGeom prst="line">
              <a:avLst/>
            </a:prstGeom>
            <a:ln w="0" cap="flat" cmpd="sng">
              <a:solidFill>
                <a:srgbClr val="FF0000"/>
              </a:solidFill>
              <a:prstDash val="solid"/>
              <a:round/>
              <a:headEnd type="none" w="med" len="med"/>
              <a:tailEnd type="none" w="med" len="med"/>
            </a:ln>
          </p:spPr>
        </p:sp>
        <p:sp>
          <p:nvSpPr>
            <p:cNvPr id="65777" name="Rectangle 242"/>
            <p:cNvSpPr/>
            <p:nvPr/>
          </p:nvSpPr>
          <p:spPr>
            <a:xfrm>
              <a:off x="3875" y="1451"/>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78" name="Line 243"/>
            <p:cNvSpPr/>
            <p:nvPr/>
          </p:nvSpPr>
          <p:spPr>
            <a:xfrm>
              <a:off x="3875" y="1451"/>
              <a:ext cx="1" cy="286"/>
            </a:xfrm>
            <a:prstGeom prst="line">
              <a:avLst/>
            </a:prstGeom>
            <a:ln w="0" cap="flat" cmpd="sng">
              <a:solidFill>
                <a:srgbClr val="FF0000"/>
              </a:solidFill>
              <a:prstDash val="solid"/>
              <a:round/>
              <a:headEnd type="none" w="med" len="med"/>
              <a:tailEnd type="none" w="med" len="med"/>
            </a:ln>
          </p:spPr>
        </p:sp>
        <p:sp>
          <p:nvSpPr>
            <p:cNvPr id="65779" name="Rectangle 244"/>
            <p:cNvSpPr/>
            <p:nvPr/>
          </p:nvSpPr>
          <p:spPr>
            <a:xfrm>
              <a:off x="4078" y="1451"/>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80" name="Line 245"/>
            <p:cNvSpPr/>
            <p:nvPr/>
          </p:nvSpPr>
          <p:spPr>
            <a:xfrm>
              <a:off x="4078" y="1451"/>
              <a:ext cx="1" cy="286"/>
            </a:xfrm>
            <a:prstGeom prst="line">
              <a:avLst/>
            </a:prstGeom>
            <a:ln w="0" cap="flat" cmpd="sng">
              <a:solidFill>
                <a:srgbClr val="FF0000"/>
              </a:solidFill>
              <a:prstDash val="solid"/>
              <a:round/>
              <a:headEnd type="none" w="med" len="med"/>
              <a:tailEnd type="none" w="med" len="med"/>
            </a:ln>
          </p:spPr>
        </p:sp>
        <p:sp>
          <p:nvSpPr>
            <p:cNvPr id="65781" name="Rectangle 246"/>
            <p:cNvSpPr/>
            <p:nvPr/>
          </p:nvSpPr>
          <p:spPr>
            <a:xfrm>
              <a:off x="4281" y="1451"/>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82" name="Line 247"/>
            <p:cNvSpPr/>
            <p:nvPr/>
          </p:nvSpPr>
          <p:spPr>
            <a:xfrm>
              <a:off x="4281" y="1451"/>
              <a:ext cx="1" cy="286"/>
            </a:xfrm>
            <a:prstGeom prst="line">
              <a:avLst/>
            </a:prstGeom>
            <a:ln w="0" cap="flat" cmpd="sng">
              <a:solidFill>
                <a:srgbClr val="FF0000"/>
              </a:solidFill>
              <a:prstDash val="solid"/>
              <a:round/>
              <a:headEnd type="none" w="med" len="med"/>
              <a:tailEnd type="none" w="med" len="med"/>
            </a:ln>
          </p:spPr>
        </p:sp>
        <p:sp>
          <p:nvSpPr>
            <p:cNvPr id="65783" name="Rectangle 248"/>
            <p:cNvSpPr/>
            <p:nvPr/>
          </p:nvSpPr>
          <p:spPr>
            <a:xfrm>
              <a:off x="4483" y="1451"/>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84" name="Line 249"/>
            <p:cNvSpPr/>
            <p:nvPr/>
          </p:nvSpPr>
          <p:spPr>
            <a:xfrm>
              <a:off x="4483" y="1451"/>
              <a:ext cx="1" cy="286"/>
            </a:xfrm>
            <a:prstGeom prst="line">
              <a:avLst/>
            </a:prstGeom>
            <a:ln w="0" cap="flat" cmpd="sng">
              <a:solidFill>
                <a:srgbClr val="FF0000"/>
              </a:solidFill>
              <a:prstDash val="solid"/>
              <a:round/>
              <a:headEnd type="none" w="med" len="med"/>
              <a:tailEnd type="none" w="med" len="med"/>
            </a:ln>
          </p:spPr>
        </p:sp>
        <p:sp>
          <p:nvSpPr>
            <p:cNvPr id="65785" name="Rectangle 250"/>
            <p:cNvSpPr/>
            <p:nvPr/>
          </p:nvSpPr>
          <p:spPr>
            <a:xfrm>
              <a:off x="4686" y="1451"/>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86" name="Line 251"/>
            <p:cNvSpPr/>
            <p:nvPr/>
          </p:nvSpPr>
          <p:spPr>
            <a:xfrm>
              <a:off x="4686" y="1451"/>
              <a:ext cx="1" cy="286"/>
            </a:xfrm>
            <a:prstGeom prst="line">
              <a:avLst/>
            </a:prstGeom>
            <a:ln w="0" cap="flat" cmpd="sng">
              <a:solidFill>
                <a:srgbClr val="FF0000"/>
              </a:solidFill>
              <a:prstDash val="solid"/>
              <a:round/>
              <a:headEnd type="none" w="med" len="med"/>
              <a:tailEnd type="none" w="med" len="med"/>
            </a:ln>
          </p:spPr>
        </p:sp>
        <p:sp>
          <p:nvSpPr>
            <p:cNvPr id="65787" name="Rectangle 252"/>
            <p:cNvSpPr/>
            <p:nvPr/>
          </p:nvSpPr>
          <p:spPr>
            <a:xfrm>
              <a:off x="4889" y="1451"/>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88" name="Line 253"/>
            <p:cNvSpPr/>
            <p:nvPr/>
          </p:nvSpPr>
          <p:spPr>
            <a:xfrm>
              <a:off x="4889" y="1451"/>
              <a:ext cx="1" cy="286"/>
            </a:xfrm>
            <a:prstGeom prst="line">
              <a:avLst/>
            </a:prstGeom>
            <a:ln w="0" cap="flat" cmpd="sng">
              <a:solidFill>
                <a:srgbClr val="FF0000"/>
              </a:solidFill>
              <a:prstDash val="solid"/>
              <a:round/>
              <a:headEnd type="none" w="med" len="med"/>
              <a:tailEnd type="none" w="med" len="med"/>
            </a:ln>
          </p:spPr>
        </p:sp>
        <p:sp>
          <p:nvSpPr>
            <p:cNvPr id="65789" name="Rectangle 254"/>
            <p:cNvSpPr/>
            <p:nvPr/>
          </p:nvSpPr>
          <p:spPr>
            <a:xfrm>
              <a:off x="5092" y="1451"/>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90" name="Line 255"/>
            <p:cNvSpPr/>
            <p:nvPr/>
          </p:nvSpPr>
          <p:spPr>
            <a:xfrm>
              <a:off x="5092" y="1451"/>
              <a:ext cx="1" cy="286"/>
            </a:xfrm>
            <a:prstGeom prst="line">
              <a:avLst/>
            </a:prstGeom>
            <a:ln w="0" cap="flat" cmpd="sng">
              <a:solidFill>
                <a:srgbClr val="FF0000"/>
              </a:solidFill>
              <a:prstDash val="solid"/>
              <a:round/>
              <a:headEnd type="none" w="med" len="med"/>
              <a:tailEnd type="none" w="med" len="med"/>
            </a:ln>
          </p:spPr>
        </p:sp>
        <p:sp>
          <p:nvSpPr>
            <p:cNvPr id="65791" name="Rectangle 256"/>
            <p:cNvSpPr/>
            <p:nvPr/>
          </p:nvSpPr>
          <p:spPr>
            <a:xfrm>
              <a:off x="5292" y="1451"/>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92" name="Line 257"/>
            <p:cNvSpPr/>
            <p:nvPr/>
          </p:nvSpPr>
          <p:spPr>
            <a:xfrm>
              <a:off x="5292" y="1451"/>
              <a:ext cx="1" cy="286"/>
            </a:xfrm>
            <a:prstGeom prst="line">
              <a:avLst/>
            </a:prstGeom>
            <a:ln w="0" cap="flat" cmpd="sng">
              <a:solidFill>
                <a:srgbClr val="FF0000"/>
              </a:solidFill>
              <a:prstDash val="solid"/>
              <a:round/>
              <a:headEnd type="none" w="med" len="med"/>
              <a:tailEnd type="none" w="med" len="med"/>
            </a:ln>
          </p:spPr>
        </p:sp>
        <p:sp>
          <p:nvSpPr>
            <p:cNvPr id="65793" name="Rectangle 258"/>
            <p:cNvSpPr/>
            <p:nvPr/>
          </p:nvSpPr>
          <p:spPr>
            <a:xfrm>
              <a:off x="3174" y="176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grpSp>
          <p:nvGrpSpPr>
            <p:cNvPr id="65794" name="Group 259"/>
            <p:cNvGrpSpPr/>
            <p:nvPr/>
          </p:nvGrpSpPr>
          <p:grpSpPr>
            <a:xfrm>
              <a:off x="3066" y="1737"/>
              <a:ext cx="2263" cy="774"/>
              <a:chOff x="563" y="1682"/>
              <a:chExt cx="2263" cy="774"/>
            </a:xfrm>
          </p:grpSpPr>
          <p:sp>
            <p:nvSpPr>
              <p:cNvPr id="65795" name="Rectangle 260"/>
              <p:cNvSpPr/>
              <p:nvPr/>
            </p:nvSpPr>
            <p:spPr>
              <a:xfrm>
                <a:off x="73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96" name="Rectangle 261"/>
              <p:cNvSpPr/>
              <p:nvPr/>
            </p:nvSpPr>
            <p:spPr>
              <a:xfrm>
                <a:off x="874"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797" name="Rectangle 262"/>
              <p:cNvSpPr/>
              <p:nvPr/>
            </p:nvSpPr>
            <p:spPr>
              <a:xfrm>
                <a:off x="939"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98" name="Rectangle 263"/>
              <p:cNvSpPr/>
              <p:nvPr/>
            </p:nvSpPr>
            <p:spPr>
              <a:xfrm>
                <a:off x="107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99" name="Rectangle 264"/>
              <p:cNvSpPr/>
              <p:nvPr/>
            </p:nvSpPr>
            <p:spPr>
              <a:xfrm>
                <a:off x="1142"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00" name="Rectangle 265"/>
              <p:cNvSpPr/>
              <p:nvPr/>
            </p:nvSpPr>
            <p:spPr>
              <a:xfrm>
                <a:off x="1279"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01" name="Rectangle 266"/>
              <p:cNvSpPr/>
              <p:nvPr/>
            </p:nvSpPr>
            <p:spPr>
              <a:xfrm>
                <a:off x="1345"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02" name="Rectangle 267"/>
              <p:cNvSpPr/>
              <p:nvPr/>
            </p:nvSpPr>
            <p:spPr>
              <a:xfrm>
                <a:off x="1482"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03" name="Rectangle 268"/>
              <p:cNvSpPr/>
              <p:nvPr/>
            </p:nvSpPr>
            <p:spPr>
              <a:xfrm>
                <a:off x="1548"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04" name="Rectangle 269"/>
              <p:cNvSpPr/>
              <p:nvPr/>
            </p:nvSpPr>
            <p:spPr>
              <a:xfrm>
                <a:off x="1685"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05" name="Rectangle 270"/>
              <p:cNvSpPr/>
              <p:nvPr/>
            </p:nvSpPr>
            <p:spPr>
              <a:xfrm>
                <a:off x="1751"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06" name="Rectangle 271"/>
              <p:cNvSpPr/>
              <p:nvPr/>
            </p:nvSpPr>
            <p:spPr>
              <a:xfrm>
                <a:off x="1888"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07" name="Rectangle 272"/>
              <p:cNvSpPr/>
              <p:nvPr/>
            </p:nvSpPr>
            <p:spPr>
              <a:xfrm>
                <a:off x="1954"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08" name="Rectangle 273"/>
              <p:cNvSpPr/>
              <p:nvPr/>
            </p:nvSpPr>
            <p:spPr>
              <a:xfrm>
                <a:off x="2088"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09" name="Rectangle 274"/>
              <p:cNvSpPr/>
              <p:nvPr/>
            </p:nvSpPr>
            <p:spPr>
              <a:xfrm>
                <a:off x="2153"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10" name="Rectangle 275"/>
              <p:cNvSpPr/>
              <p:nvPr/>
            </p:nvSpPr>
            <p:spPr>
              <a:xfrm>
                <a:off x="2291"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11" name="Rectangle 276"/>
              <p:cNvSpPr/>
              <p:nvPr/>
            </p:nvSpPr>
            <p:spPr>
              <a:xfrm>
                <a:off x="235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12" name="Rectangle 277"/>
              <p:cNvSpPr/>
              <p:nvPr/>
            </p:nvSpPr>
            <p:spPr>
              <a:xfrm>
                <a:off x="2493"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13" name="Rectangle 278"/>
              <p:cNvSpPr/>
              <p:nvPr/>
            </p:nvSpPr>
            <p:spPr>
              <a:xfrm>
                <a:off x="2559"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14" name="Rectangle 279"/>
              <p:cNvSpPr/>
              <p:nvPr/>
            </p:nvSpPr>
            <p:spPr>
              <a:xfrm>
                <a:off x="269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815" name="Rectangle 280"/>
              <p:cNvSpPr/>
              <p:nvPr/>
            </p:nvSpPr>
            <p:spPr>
              <a:xfrm>
                <a:off x="2762"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16" name="Rectangle 281"/>
              <p:cNvSpPr/>
              <p:nvPr/>
            </p:nvSpPr>
            <p:spPr>
              <a:xfrm>
                <a:off x="563"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17" name="Line 282"/>
              <p:cNvSpPr/>
              <p:nvPr/>
            </p:nvSpPr>
            <p:spPr>
              <a:xfrm>
                <a:off x="563" y="1682"/>
                <a:ext cx="1" cy="11"/>
              </a:xfrm>
              <a:prstGeom prst="line">
                <a:avLst/>
              </a:prstGeom>
              <a:ln w="0" cap="flat" cmpd="sng">
                <a:solidFill>
                  <a:srgbClr val="FF0000"/>
                </a:solidFill>
                <a:prstDash val="solid"/>
                <a:round/>
                <a:headEnd type="none" w="med" len="med"/>
                <a:tailEnd type="none" w="med" len="med"/>
              </a:ln>
            </p:spPr>
          </p:sp>
          <p:sp>
            <p:nvSpPr>
              <p:cNvPr id="65818" name="Rectangle 283"/>
              <p:cNvSpPr/>
              <p:nvPr/>
            </p:nvSpPr>
            <p:spPr>
              <a:xfrm>
                <a:off x="572"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19" name="Line 284"/>
              <p:cNvSpPr/>
              <p:nvPr/>
            </p:nvSpPr>
            <p:spPr>
              <a:xfrm>
                <a:off x="572" y="1682"/>
                <a:ext cx="194" cy="1"/>
              </a:xfrm>
              <a:prstGeom prst="line">
                <a:avLst/>
              </a:prstGeom>
              <a:ln w="0" cap="flat" cmpd="sng">
                <a:solidFill>
                  <a:srgbClr val="FF0000"/>
                </a:solidFill>
                <a:prstDash val="solid"/>
                <a:round/>
                <a:headEnd type="none" w="med" len="med"/>
                <a:tailEnd type="none" w="med" len="med"/>
              </a:ln>
            </p:spPr>
          </p:sp>
          <p:sp>
            <p:nvSpPr>
              <p:cNvPr id="65820" name="Rectangle 285"/>
              <p:cNvSpPr/>
              <p:nvPr/>
            </p:nvSpPr>
            <p:spPr>
              <a:xfrm>
                <a:off x="766"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21" name="Line 286"/>
              <p:cNvSpPr/>
              <p:nvPr/>
            </p:nvSpPr>
            <p:spPr>
              <a:xfrm>
                <a:off x="766" y="1682"/>
                <a:ext cx="1" cy="11"/>
              </a:xfrm>
              <a:prstGeom prst="line">
                <a:avLst/>
              </a:prstGeom>
              <a:ln w="0" cap="flat" cmpd="sng">
                <a:solidFill>
                  <a:srgbClr val="FF0000"/>
                </a:solidFill>
                <a:prstDash val="solid"/>
                <a:round/>
                <a:headEnd type="none" w="med" len="med"/>
                <a:tailEnd type="none" w="med" len="med"/>
              </a:ln>
            </p:spPr>
          </p:sp>
          <p:sp>
            <p:nvSpPr>
              <p:cNvPr id="65822" name="Rectangle 287"/>
              <p:cNvSpPr/>
              <p:nvPr/>
            </p:nvSpPr>
            <p:spPr>
              <a:xfrm>
                <a:off x="775"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23" name="Line 288"/>
              <p:cNvSpPr/>
              <p:nvPr/>
            </p:nvSpPr>
            <p:spPr>
              <a:xfrm>
                <a:off x="775" y="1682"/>
                <a:ext cx="194" cy="1"/>
              </a:xfrm>
              <a:prstGeom prst="line">
                <a:avLst/>
              </a:prstGeom>
              <a:ln w="0" cap="flat" cmpd="sng">
                <a:solidFill>
                  <a:srgbClr val="FF0000"/>
                </a:solidFill>
                <a:prstDash val="solid"/>
                <a:round/>
                <a:headEnd type="none" w="med" len="med"/>
                <a:tailEnd type="none" w="med" len="med"/>
              </a:ln>
            </p:spPr>
          </p:sp>
          <p:sp>
            <p:nvSpPr>
              <p:cNvPr id="65824" name="Rectangle 289"/>
              <p:cNvSpPr/>
              <p:nvPr/>
            </p:nvSpPr>
            <p:spPr>
              <a:xfrm>
                <a:off x="969"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25" name="Line 290"/>
              <p:cNvSpPr/>
              <p:nvPr/>
            </p:nvSpPr>
            <p:spPr>
              <a:xfrm>
                <a:off x="969" y="1682"/>
                <a:ext cx="1" cy="11"/>
              </a:xfrm>
              <a:prstGeom prst="line">
                <a:avLst/>
              </a:prstGeom>
              <a:ln w="0" cap="flat" cmpd="sng">
                <a:solidFill>
                  <a:srgbClr val="FF0000"/>
                </a:solidFill>
                <a:prstDash val="solid"/>
                <a:round/>
                <a:headEnd type="none" w="med" len="med"/>
                <a:tailEnd type="none" w="med" len="med"/>
              </a:ln>
            </p:spPr>
          </p:sp>
          <p:sp>
            <p:nvSpPr>
              <p:cNvPr id="65826" name="Rectangle 291"/>
              <p:cNvSpPr/>
              <p:nvPr/>
            </p:nvSpPr>
            <p:spPr>
              <a:xfrm>
                <a:off x="978" y="1682"/>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27" name="Line 292"/>
              <p:cNvSpPr/>
              <p:nvPr/>
            </p:nvSpPr>
            <p:spPr>
              <a:xfrm>
                <a:off x="978" y="1682"/>
                <a:ext cx="191" cy="1"/>
              </a:xfrm>
              <a:prstGeom prst="line">
                <a:avLst/>
              </a:prstGeom>
              <a:ln w="0" cap="flat" cmpd="sng">
                <a:solidFill>
                  <a:srgbClr val="FF0000"/>
                </a:solidFill>
                <a:prstDash val="solid"/>
                <a:round/>
                <a:headEnd type="none" w="med" len="med"/>
                <a:tailEnd type="none" w="med" len="med"/>
              </a:ln>
            </p:spPr>
          </p:sp>
          <p:sp>
            <p:nvSpPr>
              <p:cNvPr id="65828" name="Rectangle 293"/>
              <p:cNvSpPr/>
              <p:nvPr/>
            </p:nvSpPr>
            <p:spPr>
              <a:xfrm>
                <a:off x="1169"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29" name="Line 294"/>
              <p:cNvSpPr/>
              <p:nvPr/>
            </p:nvSpPr>
            <p:spPr>
              <a:xfrm>
                <a:off x="1169" y="1682"/>
                <a:ext cx="1" cy="11"/>
              </a:xfrm>
              <a:prstGeom prst="line">
                <a:avLst/>
              </a:prstGeom>
              <a:ln w="0" cap="flat" cmpd="sng">
                <a:solidFill>
                  <a:srgbClr val="FF0000"/>
                </a:solidFill>
                <a:prstDash val="solid"/>
                <a:round/>
                <a:headEnd type="none" w="med" len="med"/>
                <a:tailEnd type="none" w="med" len="med"/>
              </a:ln>
            </p:spPr>
          </p:sp>
          <p:sp>
            <p:nvSpPr>
              <p:cNvPr id="65830" name="Rectangle 295"/>
              <p:cNvSpPr/>
              <p:nvPr/>
            </p:nvSpPr>
            <p:spPr>
              <a:xfrm>
                <a:off x="1178"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31" name="Line 296"/>
              <p:cNvSpPr/>
              <p:nvPr/>
            </p:nvSpPr>
            <p:spPr>
              <a:xfrm>
                <a:off x="1178" y="1682"/>
                <a:ext cx="194" cy="1"/>
              </a:xfrm>
              <a:prstGeom prst="line">
                <a:avLst/>
              </a:prstGeom>
              <a:ln w="0" cap="flat" cmpd="sng">
                <a:solidFill>
                  <a:srgbClr val="FF0000"/>
                </a:solidFill>
                <a:prstDash val="solid"/>
                <a:round/>
                <a:headEnd type="none" w="med" len="med"/>
                <a:tailEnd type="none" w="med" len="med"/>
              </a:ln>
            </p:spPr>
          </p:sp>
          <p:sp>
            <p:nvSpPr>
              <p:cNvPr id="65832" name="Rectangle 297"/>
              <p:cNvSpPr/>
              <p:nvPr/>
            </p:nvSpPr>
            <p:spPr>
              <a:xfrm>
                <a:off x="1372"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33" name="Line 298"/>
              <p:cNvSpPr/>
              <p:nvPr/>
            </p:nvSpPr>
            <p:spPr>
              <a:xfrm>
                <a:off x="1372" y="1682"/>
                <a:ext cx="1" cy="11"/>
              </a:xfrm>
              <a:prstGeom prst="line">
                <a:avLst/>
              </a:prstGeom>
              <a:ln w="0" cap="flat" cmpd="sng">
                <a:solidFill>
                  <a:srgbClr val="FF0000"/>
                </a:solidFill>
                <a:prstDash val="solid"/>
                <a:round/>
                <a:headEnd type="none" w="med" len="med"/>
                <a:tailEnd type="none" w="med" len="med"/>
              </a:ln>
            </p:spPr>
          </p:sp>
          <p:sp>
            <p:nvSpPr>
              <p:cNvPr id="65834" name="Rectangle 299"/>
              <p:cNvSpPr/>
              <p:nvPr/>
            </p:nvSpPr>
            <p:spPr>
              <a:xfrm>
                <a:off x="1380" y="1682"/>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35" name="Line 300"/>
              <p:cNvSpPr/>
              <p:nvPr/>
            </p:nvSpPr>
            <p:spPr>
              <a:xfrm>
                <a:off x="1380" y="1682"/>
                <a:ext cx="195" cy="1"/>
              </a:xfrm>
              <a:prstGeom prst="line">
                <a:avLst/>
              </a:prstGeom>
              <a:ln w="0" cap="flat" cmpd="sng">
                <a:solidFill>
                  <a:srgbClr val="FF0000"/>
                </a:solidFill>
                <a:prstDash val="solid"/>
                <a:round/>
                <a:headEnd type="none" w="med" len="med"/>
                <a:tailEnd type="none" w="med" len="med"/>
              </a:ln>
            </p:spPr>
          </p:sp>
          <p:sp>
            <p:nvSpPr>
              <p:cNvPr id="65836" name="Rectangle 301"/>
              <p:cNvSpPr/>
              <p:nvPr/>
            </p:nvSpPr>
            <p:spPr>
              <a:xfrm>
                <a:off x="1575"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37" name="Line 302"/>
              <p:cNvSpPr/>
              <p:nvPr/>
            </p:nvSpPr>
            <p:spPr>
              <a:xfrm>
                <a:off x="1575" y="1682"/>
                <a:ext cx="1" cy="11"/>
              </a:xfrm>
              <a:prstGeom prst="line">
                <a:avLst/>
              </a:prstGeom>
              <a:ln w="0" cap="flat" cmpd="sng">
                <a:solidFill>
                  <a:srgbClr val="FF0000"/>
                </a:solidFill>
                <a:prstDash val="solid"/>
                <a:round/>
                <a:headEnd type="none" w="med" len="med"/>
                <a:tailEnd type="none" w="med" len="med"/>
              </a:ln>
            </p:spPr>
          </p:sp>
          <p:sp>
            <p:nvSpPr>
              <p:cNvPr id="65838" name="Rectangle 303"/>
              <p:cNvSpPr/>
              <p:nvPr/>
            </p:nvSpPr>
            <p:spPr>
              <a:xfrm>
                <a:off x="1583" y="1682"/>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39" name="Line 304"/>
              <p:cNvSpPr/>
              <p:nvPr/>
            </p:nvSpPr>
            <p:spPr>
              <a:xfrm>
                <a:off x="1583" y="1682"/>
                <a:ext cx="195" cy="1"/>
              </a:xfrm>
              <a:prstGeom prst="line">
                <a:avLst/>
              </a:prstGeom>
              <a:ln w="0" cap="flat" cmpd="sng">
                <a:solidFill>
                  <a:srgbClr val="FF0000"/>
                </a:solidFill>
                <a:prstDash val="solid"/>
                <a:round/>
                <a:headEnd type="none" w="med" len="med"/>
                <a:tailEnd type="none" w="med" len="med"/>
              </a:ln>
            </p:spPr>
          </p:sp>
          <p:sp>
            <p:nvSpPr>
              <p:cNvPr id="65840" name="Rectangle 305"/>
              <p:cNvSpPr/>
              <p:nvPr/>
            </p:nvSpPr>
            <p:spPr>
              <a:xfrm>
                <a:off x="1778"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41" name="Line 306"/>
              <p:cNvSpPr/>
              <p:nvPr/>
            </p:nvSpPr>
            <p:spPr>
              <a:xfrm>
                <a:off x="1778" y="1682"/>
                <a:ext cx="1" cy="11"/>
              </a:xfrm>
              <a:prstGeom prst="line">
                <a:avLst/>
              </a:prstGeom>
              <a:ln w="0" cap="flat" cmpd="sng">
                <a:solidFill>
                  <a:srgbClr val="FF0000"/>
                </a:solidFill>
                <a:prstDash val="solid"/>
                <a:round/>
                <a:headEnd type="none" w="med" len="med"/>
                <a:tailEnd type="none" w="med" len="med"/>
              </a:ln>
            </p:spPr>
          </p:sp>
          <p:sp>
            <p:nvSpPr>
              <p:cNvPr id="65842" name="Rectangle 307"/>
              <p:cNvSpPr/>
              <p:nvPr/>
            </p:nvSpPr>
            <p:spPr>
              <a:xfrm>
                <a:off x="1786"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43" name="Line 308"/>
              <p:cNvSpPr/>
              <p:nvPr/>
            </p:nvSpPr>
            <p:spPr>
              <a:xfrm>
                <a:off x="1786" y="1682"/>
                <a:ext cx="194" cy="1"/>
              </a:xfrm>
              <a:prstGeom prst="line">
                <a:avLst/>
              </a:prstGeom>
              <a:ln w="0" cap="flat" cmpd="sng">
                <a:solidFill>
                  <a:srgbClr val="FF0000"/>
                </a:solidFill>
                <a:prstDash val="solid"/>
                <a:round/>
                <a:headEnd type="none" w="med" len="med"/>
                <a:tailEnd type="none" w="med" len="med"/>
              </a:ln>
            </p:spPr>
          </p:sp>
          <p:sp>
            <p:nvSpPr>
              <p:cNvPr id="65844" name="Rectangle 309"/>
              <p:cNvSpPr/>
              <p:nvPr/>
            </p:nvSpPr>
            <p:spPr>
              <a:xfrm>
                <a:off x="1980"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45" name="Line 310"/>
              <p:cNvSpPr/>
              <p:nvPr/>
            </p:nvSpPr>
            <p:spPr>
              <a:xfrm>
                <a:off x="1980" y="1682"/>
                <a:ext cx="1" cy="11"/>
              </a:xfrm>
              <a:prstGeom prst="line">
                <a:avLst/>
              </a:prstGeom>
              <a:ln w="0" cap="flat" cmpd="sng">
                <a:solidFill>
                  <a:srgbClr val="FF0000"/>
                </a:solidFill>
                <a:prstDash val="solid"/>
                <a:round/>
                <a:headEnd type="none" w="med" len="med"/>
                <a:tailEnd type="none" w="med" len="med"/>
              </a:ln>
            </p:spPr>
          </p:sp>
          <p:sp>
            <p:nvSpPr>
              <p:cNvPr id="65846" name="Rectangle 311"/>
              <p:cNvSpPr/>
              <p:nvPr/>
            </p:nvSpPr>
            <p:spPr>
              <a:xfrm>
                <a:off x="1989"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47" name="Line 312"/>
              <p:cNvSpPr/>
              <p:nvPr/>
            </p:nvSpPr>
            <p:spPr>
              <a:xfrm>
                <a:off x="1989" y="1682"/>
                <a:ext cx="194" cy="1"/>
              </a:xfrm>
              <a:prstGeom prst="line">
                <a:avLst/>
              </a:prstGeom>
              <a:ln w="0" cap="flat" cmpd="sng">
                <a:solidFill>
                  <a:srgbClr val="FF0000"/>
                </a:solidFill>
                <a:prstDash val="solid"/>
                <a:round/>
                <a:headEnd type="none" w="med" len="med"/>
                <a:tailEnd type="none" w="med" len="med"/>
              </a:ln>
            </p:spPr>
          </p:sp>
          <p:sp>
            <p:nvSpPr>
              <p:cNvPr id="65848" name="Rectangle 313"/>
              <p:cNvSpPr/>
              <p:nvPr/>
            </p:nvSpPr>
            <p:spPr>
              <a:xfrm>
                <a:off x="2183"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49" name="Line 314"/>
              <p:cNvSpPr/>
              <p:nvPr/>
            </p:nvSpPr>
            <p:spPr>
              <a:xfrm>
                <a:off x="2183" y="1682"/>
                <a:ext cx="1" cy="11"/>
              </a:xfrm>
              <a:prstGeom prst="line">
                <a:avLst/>
              </a:prstGeom>
              <a:ln w="0" cap="flat" cmpd="sng">
                <a:solidFill>
                  <a:srgbClr val="FF0000"/>
                </a:solidFill>
                <a:prstDash val="solid"/>
                <a:round/>
                <a:headEnd type="none" w="med" len="med"/>
                <a:tailEnd type="none" w="med" len="med"/>
              </a:ln>
            </p:spPr>
          </p:sp>
          <p:sp>
            <p:nvSpPr>
              <p:cNvPr id="65850" name="Rectangle 315"/>
              <p:cNvSpPr/>
              <p:nvPr/>
            </p:nvSpPr>
            <p:spPr>
              <a:xfrm>
                <a:off x="2192"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51" name="Line 316"/>
              <p:cNvSpPr/>
              <p:nvPr/>
            </p:nvSpPr>
            <p:spPr>
              <a:xfrm>
                <a:off x="2192" y="1682"/>
                <a:ext cx="194" cy="1"/>
              </a:xfrm>
              <a:prstGeom prst="line">
                <a:avLst/>
              </a:prstGeom>
              <a:ln w="0" cap="flat" cmpd="sng">
                <a:solidFill>
                  <a:srgbClr val="FF0000"/>
                </a:solidFill>
                <a:prstDash val="solid"/>
                <a:round/>
                <a:headEnd type="none" w="med" len="med"/>
                <a:tailEnd type="none" w="med" len="med"/>
              </a:ln>
            </p:spPr>
          </p:sp>
          <p:sp>
            <p:nvSpPr>
              <p:cNvPr id="65852" name="Rectangle 317"/>
              <p:cNvSpPr/>
              <p:nvPr/>
            </p:nvSpPr>
            <p:spPr>
              <a:xfrm>
                <a:off x="2386"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53" name="Line 318"/>
              <p:cNvSpPr/>
              <p:nvPr/>
            </p:nvSpPr>
            <p:spPr>
              <a:xfrm>
                <a:off x="2386" y="1682"/>
                <a:ext cx="1" cy="11"/>
              </a:xfrm>
              <a:prstGeom prst="line">
                <a:avLst/>
              </a:prstGeom>
              <a:ln w="0" cap="flat" cmpd="sng">
                <a:solidFill>
                  <a:srgbClr val="FF0000"/>
                </a:solidFill>
                <a:prstDash val="solid"/>
                <a:round/>
                <a:headEnd type="none" w="med" len="med"/>
                <a:tailEnd type="none" w="med" len="med"/>
              </a:ln>
            </p:spPr>
          </p:sp>
          <p:sp>
            <p:nvSpPr>
              <p:cNvPr id="65854" name="Rectangle 319"/>
              <p:cNvSpPr/>
              <p:nvPr/>
            </p:nvSpPr>
            <p:spPr>
              <a:xfrm>
                <a:off x="2395"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55" name="Line 320"/>
              <p:cNvSpPr/>
              <p:nvPr/>
            </p:nvSpPr>
            <p:spPr>
              <a:xfrm>
                <a:off x="2395" y="1682"/>
                <a:ext cx="194" cy="1"/>
              </a:xfrm>
              <a:prstGeom prst="line">
                <a:avLst/>
              </a:prstGeom>
              <a:ln w="0" cap="flat" cmpd="sng">
                <a:solidFill>
                  <a:srgbClr val="FF0000"/>
                </a:solidFill>
                <a:prstDash val="solid"/>
                <a:round/>
                <a:headEnd type="none" w="med" len="med"/>
                <a:tailEnd type="none" w="med" len="med"/>
              </a:ln>
            </p:spPr>
          </p:sp>
          <p:sp>
            <p:nvSpPr>
              <p:cNvPr id="65856" name="Rectangle 321"/>
              <p:cNvSpPr/>
              <p:nvPr/>
            </p:nvSpPr>
            <p:spPr>
              <a:xfrm>
                <a:off x="2589"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57" name="Line 322"/>
              <p:cNvSpPr/>
              <p:nvPr/>
            </p:nvSpPr>
            <p:spPr>
              <a:xfrm>
                <a:off x="2589" y="1682"/>
                <a:ext cx="1" cy="11"/>
              </a:xfrm>
              <a:prstGeom prst="line">
                <a:avLst/>
              </a:prstGeom>
              <a:ln w="0" cap="flat" cmpd="sng">
                <a:solidFill>
                  <a:srgbClr val="FF0000"/>
                </a:solidFill>
                <a:prstDash val="solid"/>
                <a:round/>
                <a:headEnd type="none" w="med" len="med"/>
                <a:tailEnd type="none" w="med" len="med"/>
              </a:ln>
            </p:spPr>
          </p:sp>
          <p:sp>
            <p:nvSpPr>
              <p:cNvPr id="65858" name="Rectangle 323"/>
              <p:cNvSpPr/>
              <p:nvPr/>
            </p:nvSpPr>
            <p:spPr>
              <a:xfrm>
                <a:off x="2597" y="1682"/>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59" name="Line 324"/>
              <p:cNvSpPr/>
              <p:nvPr/>
            </p:nvSpPr>
            <p:spPr>
              <a:xfrm>
                <a:off x="2597" y="1682"/>
                <a:ext cx="192" cy="1"/>
              </a:xfrm>
              <a:prstGeom prst="line">
                <a:avLst/>
              </a:prstGeom>
              <a:ln w="0" cap="flat" cmpd="sng">
                <a:solidFill>
                  <a:srgbClr val="FF0000"/>
                </a:solidFill>
                <a:prstDash val="solid"/>
                <a:round/>
                <a:headEnd type="none" w="med" len="med"/>
                <a:tailEnd type="none" w="med" len="med"/>
              </a:ln>
            </p:spPr>
          </p:sp>
          <p:sp>
            <p:nvSpPr>
              <p:cNvPr id="65860" name="Rectangle 325"/>
              <p:cNvSpPr/>
              <p:nvPr/>
            </p:nvSpPr>
            <p:spPr>
              <a:xfrm>
                <a:off x="2789"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61" name="Line 326"/>
              <p:cNvSpPr/>
              <p:nvPr/>
            </p:nvSpPr>
            <p:spPr>
              <a:xfrm>
                <a:off x="2789" y="1682"/>
                <a:ext cx="1" cy="11"/>
              </a:xfrm>
              <a:prstGeom prst="line">
                <a:avLst/>
              </a:prstGeom>
              <a:ln w="0" cap="flat" cmpd="sng">
                <a:solidFill>
                  <a:srgbClr val="FF0000"/>
                </a:solidFill>
                <a:prstDash val="solid"/>
                <a:round/>
                <a:headEnd type="none" w="med" len="med"/>
                <a:tailEnd type="none" w="med" len="med"/>
              </a:ln>
            </p:spPr>
          </p:sp>
          <p:sp>
            <p:nvSpPr>
              <p:cNvPr id="65862" name="Rectangle 327"/>
              <p:cNvSpPr/>
              <p:nvPr/>
            </p:nvSpPr>
            <p:spPr>
              <a:xfrm>
                <a:off x="563"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63" name="Line 328"/>
              <p:cNvSpPr/>
              <p:nvPr/>
            </p:nvSpPr>
            <p:spPr>
              <a:xfrm>
                <a:off x="563" y="1693"/>
                <a:ext cx="1" cy="286"/>
              </a:xfrm>
              <a:prstGeom prst="line">
                <a:avLst/>
              </a:prstGeom>
              <a:ln w="0" cap="flat" cmpd="sng">
                <a:solidFill>
                  <a:srgbClr val="FF0000"/>
                </a:solidFill>
                <a:prstDash val="solid"/>
                <a:round/>
                <a:headEnd type="none" w="med" len="med"/>
                <a:tailEnd type="none" w="med" len="med"/>
              </a:ln>
            </p:spPr>
          </p:sp>
          <p:sp>
            <p:nvSpPr>
              <p:cNvPr id="65864" name="Rectangle 329"/>
              <p:cNvSpPr/>
              <p:nvPr/>
            </p:nvSpPr>
            <p:spPr>
              <a:xfrm>
                <a:off x="766"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65" name="Line 330"/>
              <p:cNvSpPr/>
              <p:nvPr/>
            </p:nvSpPr>
            <p:spPr>
              <a:xfrm>
                <a:off x="766" y="1693"/>
                <a:ext cx="1" cy="286"/>
              </a:xfrm>
              <a:prstGeom prst="line">
                <a:avLst/>
              </a:prstGeom>
              <a:ln w="0" cap="flat" cmpd="sng">
                <a:solidFill>
                  <a:srgbClr val="FF0000"/>
                </a:solidFill>
                <a:prstDash val="solid"/>
                <a:round/>
                <a:headEnd type="none" w="med" len="med"/>
                <a:tailEnd type="none" w="med" len="med"/>
              </a:ln>
            </p:spPr>
          </p:sp>
          <p:sp>
            <p:nvSpPr>
              <p:cNvPr id="65866" name="Rectangle 331"/>
              <p:cNvSpPr/>
              <p:nvPr/>
            </p:nvSpPr>
            <p:spPr>
              <a:xfrm>
                <a:off x="969"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67" name="Line 332"/>
              <p:cNvSpPr/>
              <p:nvPr/>
            </p:nvSpPr>
            <p:spPr>
              <a:xfrm>
                <a:off x="969" y="1693"/>
                <a:ext cx="1" cy="286"/>
              </a:xfrm>
              <a:prstGeom prst="line">
                <a:avLst/>
              </a:prstGeom>
              <a:ln w="0" cap="flat" cmpd="sng">
                <a:solidFill>
                  <a:srgbClr val="FF0000"/>
                </a:solidFill>
                <a:prstDash val="solid"/>
                <a:round/>
                <a:headEnd type="none" w="med" len="med"/>
                <a:tailEnd type="none" w="med" len="med"/>
              </a:ln>
            </p:spPr>
          </p:sp>
          <p:sp>
            <p:nvSpPr>
              <p:cNvPr id="65868" name="Rectangle 333"/>
              <p:cNvSpPr/>
              <p:nvPr/>
            </p:nvSpPr>
            <p:spPr>
              <a:xfrm>
                <a:off x="1169"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69" name="Line 334"/>
              <p:cNvSpPr/>
              <p:nvPr/>
            </p:nvSpPr>
            <p:spPr>
              <a:xfrm>
                <a:off x="1169" y="1693"/>
                <a:ext cx="1" cy="286"/>
              </a:xfrm>
              <a:prstGeom prst="line">
                <a:avLst/>
              </a:prstGeom>
              <a:ln w="0" cap="flat" cmpd="sng">
                <a:solidFill>
                  <a:srgbClr val="FF0000"/>
                </a:solidFill>
                <a:prstDash val="solid"/>
                <a:round/>
                <a:headEnd type="none" w="med" len="med"/>
                <a:tailEnd type="none" w="med" len="med"/>
              </a:ln>
            </p:spPr>
          </p:sp>
          <p:sp>
            <p:nvSpPr>
              <p:cNvPr id="65870" name="Rectangle 335"/>
              <p:cNvSpPr/>
              <p:nvPr/>
            </p:nvSpPr>
            <p:spPr>
              <a:xfrm>
                <a:off x="1372"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71" name="Line 336"/>
              <p:cNvSpPr/>
              <p:nvPr/>
            </p:nvSpPr>
            <p:spPr>
              <a:xfrm>
                <a:off x="1372" y="1693"/>
                <a:ext cx="1" cy="286"/>
              </a:xfrm>
              <a:prstGeom prst="line">
                <a:avLst/>
              </a:prstGeom>
              <a:ln w="0" cap="flat" cmpd="sng">
                <a:solidFill>
                  <a:srgbClr val="FF0000"/>
                </a:solidFill>
                <a:prstDash val="solid"/>
                <a:round/>
                <a:headEnd type="none" w="med" len="med"/>
                <a:tailEnd type="none" w="med" len="med"/>
              </a:ln>
            </p:spPr>
          </p:sp>
          <p:sp>
            <p:nvSpPr>
              <p:cNvPr id="65872" name="Rectangle 337"/>
              <p:cNvSpPr/>
              <p:nvPr/>
            </p:nvSpPr>
            <p:spPr>
              <a:xfrm>
                <a:off x="1575"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73" name="Line 338"/>
              <p:cNvSpPr/>
              <p:nvPr/>
            </p:nvSpPr>
            <p:spPr>
              <a:xfrm>
                <a:off x="1575" y="1693"/>
                <a:ext cx="1" cy="286"/>
              </a:xfrm>
              <a:prstGeom prst="line">
                <a:avLst/>
              </a:prstGeom>
              <a:ln w="0" cap="flat" cmpd="sng">
                <a:solidFill>
                  <a:srgbClr val="FF0000"/>
                </a:solidFill>
                <a:prstDash val="solid"/>
                <a:round/>
                <a:headEnd type="none" w="med" len="med"/>
                <a:tailEnd type="none" w="med" len="med"/>
              </a:ln>
            </p:spPr>
          </p:sp>
          <p:sp>
            <p:nvSpPr>
              <p:cNvPr id="65874" name="Rectangle 339"/>
              <p:cNvSpPr/>
              <p:nvPr/>
            </p:nvSpPr>
            <p:spPr>
              <a:xfrm>
                <a:off x="1778"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75" name="Line 340"/>
              <p:cNvSpPr/>
              <p:nvPr/>
            </p:nvSpPr>
            <p:spPr>
              <a:xfrm>
                <a:off x="1778" y="1693"/>
                <a:ext cx="1" cy="286"/>
              </a:xfrm>
              <a:prstGeom prst="line">
                <a:avLst/>
              </a:prstGeom>
              <a:ln w="0" cap="flat" cmpd="sng">
                <a:solidFill>
                  <a:srgbClr val="FF0000"/>
                </a:solidFill>
                <a:prstDash val="solid"/>
                <a:round/>
                <a:headEnd type="none" w="med" len="med"/>
                <a:tailEnd type="none" w="med" len="med"/>
              </a:ln>
            </p:spPr>
          </p:sp>
          <p:sp>
            <p:nvSpPr>
              <p:cNvPr id="65876" name="Rectangle 341"/>
              <p:cNvSpPr/>
              <p:nvPr/>
            </p:nvSpPr>
            <p:spPr>
              <a:xfrm>
                <a:off x="1980"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77" name="Line 342"/>
              <p:cNvSpPr/>
              <p:nvPr/>
            </p:nvSpPr>
            <p:spPr>
              <a:xfrm>
                <a:off x="1980" y="1693"/>
                <a:ext cx="1" cy="286"/>
              </a:xfrm>
              <a:prstGeom prst="line">
                <a:avLst/>
              </a:prstGeom>
              <a:ln w="0" cap="flat" cmpd="sng">
                <a:solidFill>
                  <a:srgbClr val="FF0000"/>
                </a:solidFill>
                <a:prstDash val="solid"/>
                <a:round/>
                <a:headEnd type="none" w="med" len="med"/>
                <a:tailEnd type="none" w="med" len="med"/>
              </a:ln>
            </p:spPr>
          </p:sp>
          <p:sp>
            <p:nvSpPr>
              <p:cNvPr id="65878" name="Rectangle 343"/>
              <p:cNvSpPr/>
              <p:nvPr/>
            </p:nvSpPr>
            <p:spPr>
              <a:xfrm>
                <a:off x="2183"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79" name="Line 344"/>
              <p:cNvSpPr/>
              <p:nvPr/>
            </p:nvSpPr>
            <p:spPr>
              <a:xfrm>
                <a:off x="2183" y="1693"/>
                <a:ext cx="1" cy="286"/>
              </a:xfrm>
              <a:prstGeom prst="line">
                <a:avLst/>
              </a:prstGeom>
              <a:ln w="0" cap="flat" cmpd="sng">
                <a:solidFill>
                  <a:srgbClr val="FF0000"/>
                </a:solidFill>
                <a:prstDash val="solid"/>
                <a:round/>
                <a:headEnd type="none" w="med" len="med"/>
                <a:tailEnd type="none" w="med" len="med"/>
              </a:ln>
            </p:spPr>
          </p:sp>
          <p:sp>
            <p:nvSpPr>
              <p:cNvPr id="65880" name="Rectangle 345"/>
              <p:cNvSpPr/>
              <p:nvPr/>
            </p:nvSpPr>
            <p:spPr>
              <a:xfrm>
                <a:off x="2386"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81" name="Line 346"/>
              <p:cNvSpPr/>
              <p:nvPr/>
            </p:nvSpPr>
            <p:spPr>
              <a:xfrm>
                <a:off x="2386" y="1693"/>
                <a:ext cx="1" cy="286"/>
              </a:xfrm>
              <a:prstGeom prst="line">
                <a:avLst/>
              </a:prstGeom>
              <a:ln w="0" cap="flat" cmpd="sng">
                <a:solidFill>
                  <a:srgbClr val="FF0000"/>
                </a:solidFill>
                <a:prstDash val="solid"/>
                <a:round/>
                <a:headEnd type="none" w="med" len="med"/>
                <a:tailEnd type="none" w="med" len="med"/>
              </a:ln>
            </p:spPr>
          </p:sp>
          <p:sp>
            <p:nvSpPr>
              <p:cNvPr id="65882" name="Rectangle 347"/>
              <p:cNvSpPr/>
              <p:nvPr/>
            </p:nvSpPr>
            <p:spPr>
              <a:xfrm>
                <a:off x="2589"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83" name="Line 348"/>
              <p:cNvSpPr/>
              <p:nvPr/>
            </p:nvSpPr>
            <p:spPr>
              <a:xfrm>
                <a:off x="2589" y="1693"/>
                <a:ext cx="1" cy="286"/>
              </a:xfrm>
              <a:prstGeom prst="line">
                <a:avLst/>
              </a:prstGeom>
              <a:ln w="0" cap="flat" cmpd="sng">
                <a:solidFill>
                  <a:srgbClr val="FF0000"/>
                </a:solidFill>
                <a:prstDash val="solid"/>
                <a:round/>
                <a:headEnd type="none" w="med" len="med"/>
                <a:tailEnd type="none" w="med" len="med"/>
              </a:ln>
            </p:spPr>
          </p:sp>
          <p:sp>
            <p:nvSpPr>
              <p:cNvPr id="65884" name="Rectangle 349"/>
              <p:cNvSpPr/>
              <p:nvPr/>
            </p:nvSpPr>
            <p:spPr>
              <a:xfrm>
                <a:off x="2789"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85" name="Line 350"/>
              <p:cNvSpPr/>
              <p:nvPr/>
            </p:nvSpPr>
            <p:spPr>
              <a:xfrm>
                <a:off x="2789" y="1693"/>
                <a:ext cx="1" cy="286"/>
              </a:xfrm>
              <a:prstGeom prst="line">
                <a:avLst/>
              </a:prstGeom>
              <a:ln w="0" cap="flat" cmpd="sng">
                <a:solidFill>
                  <a:srgbClr val="FF0000"/>
                </a:solidFill>
                <a:prstDash val="solid"/>
                <a:round/>
                <a:headEnd type="none" w="med" len="med"/>
                <a:tailEnd type="none" w="med" len="med"/>
              </a:ln>
            </p:spPr>
          </p:sp>
          <p:sp>
            <p:nvSpPr>
              <p:cNvPr id="65886" name="Rectangle 351"/>
              <p:cNvSpPr/>
              <p:nvPr/>
            </p:nvSpPr>
            <p:spPr>
              <a:xfrm>
                <a:off x="671"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87" name="Rectangle 352"/>
              <p:cNvSpPr/>
              <p:nvPr/>
            </p:nvSpPr>
            <p:spPr>
              <a:xfrm>
                <a:off x="73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88" name="Rectangle 353"/>
              <p:cNvSpPr/>
              <p:nvPr/>
            </p:nvSpPr>
            <p:spPr>
              <a:xfrm>
                <a:off x="874"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89" name="Rectangle 354"/>
              <p:cNvSpPr/>
              <p:nvPr/>
            </p:nvSpPr>
            <p:spPr>
              <a:xfrm>
                <a:off x="939"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90" name="Rectangle 355"/>
              <p:cNvSpPr/>
              <p:nvPr/>
            </p:nvSpPr>
            <p:spPr>
              <a:xfrm>
                <a:off x="107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891" name="Rectangle 356"/>
              <p:cNvSpPr/>
              <p:nvPr/>
            </p:nvSpPr>
            <p:spPr>
              <a:xfrm>
                <a:off x="1142"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92" name="Rectangle 357"/>
              <p:cNvSpPr/>
              <p:nvPr/>
            </p:nvSpPr>
            <p:spPr>
              <a:xfrm>
                <a:off x="1279"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93" name="Rectangle 358"/>
              <p:cNvSpPr/>
              <p:nvPr/>
            </p:nvSpPr>
            <p:spPr>
              <a:xfrm>
                <a:off x="1345"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94" name="Rectangle 359"/>
              <p:cNvSpPr/>
              <p:nvPr/>
            </p:nvSpPr>
            <p:spPr>
              <a:xfrm>
                <a:off x="1482"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95" name="Rectangle 360"/>
              <p:cNvSpPr/>
              <p:nvPr/>
            </p:nvSpPr>
            <p:spPr>
              <a:xfrm>
                <a:off x="1548"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96" name="Rectangle 361"/>
              <p:cNvSpPr/>
              <p:nvPr/>
            </p:nvSpPr>
            <p:spPr>
              <a:xfrm>
                <a:off x="1685"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97" name="Rectangle 362"/>
              <p:cNvSpPr/>
              <p:nvPr/>
            </p:nvSpPr>
            <p:spPr>
              <a:xfrm>
                <a:off x="1751"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98" name="Rectangle 363"/>
              <p:cNvSpPr/>
              <p:nvPr/>
            </p:nvSpPr>
            <p:spPr>
              <a:xfrm>
                <a:off x="1888"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99" name="Rectangle 364"/>
              <p:cNvSpPr/>
              <p:nvPr/>
            </p:nvSpPr>
            <p:spPr>
              <a:xfrm>
                <a:off x="1954"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00" name="Rectangle 365"/>
              <p:cNvSpPr/>
              <p:nvPr/>
            </p:nvSpPr>
            <p:spPr>
              <a:xfrm>
                <a:off x="2088"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01" name="Rectangle 366"/>
              <p:cNvSpPr/>
              <p:nvPr/>
            </p:nvSpPr>
            <p:spPr>
              <a:xfrm>
                <a:off x="2153"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02" name="Rectangle 367"/>
              <p:cNvSpPr/>
              <p:nvPr/>
            </p:nvSpPr>
            <p:spPr>
              <a:xfrm>
                <a:off x="2291"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03" name="Rectangle 368"/>
              <p:cNvSpPr/>
              <p:nvPr/>
            </p:nvSpPr>
            <p:spPr>
              <a:xfrm>
                <a:off x="235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04" name="Rectangle 369"/>
              <p:cNvSpPr/>
              <p:nvPr/>
            </p:nvSpPr>
            <p:spPr>
              <a:xfrm>
                <a:off x="2493"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905" name="Rectangle 370"/>
              <p:cNvSpPr/>
              <p:nvPr/>
            </p:nvSpPr>
            <p:spPr>
              <a:xfrm>
                <a:off x="2559"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06" name="Rectangle 371"/>
              <p:cNvSpPr/>
              <p:nvPr/>
            </p:nvSpPr>
            <p:spPr>
              <a:xfrm>
                <a:off x="269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07" name="Rectangle 372"/>
              <p:cNvSpPr/>
              <p:nvPr/>
            </p:nvSpPr>
            <p:spPr>
              <a:xfrm>
                <a:off x="2762"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08" name="Rectangle 373"/>
              <p:cNvSpPr/>
              <p:nvPr/>
            </p:nvSpPr>
            <p:spPr>
              <a:xfrm>
                <a:off x="563"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09" name="Line 374"/>
              <p:cNvSpPr/>
              <p:nvPr/>
            </p:nvSpPr>
            <p:spPr>
              <a:xfrm>
                <a:off x="563" y="1979"/>
                <a:ext cx="1" cy="11"/>
              </a:xfrm>
              <a:prstGeom prst="line">
                <a:avLst/>
              </a:prstGeom>
              <a:ln w="0" cap="flat" cmpd="sng">
                <a:solidFill>
                  <a:srgbClr val="FF0000"/>
                </a:solidFill>
                <a:prstDash val="solid"/>
                <a:round/>
                <a:headEnd type="none" w="med" len="med"/>
                <a:tailEnd type="none" w="med" len="med"/>
              </a:ln>
            </p:spPr>
          </p:sp>
          <p:sp>
            <p:nvSpPr>
              <p:cNvPr id="65910" name="Rectangle 375"/>
              <p:cNvSpPr/>
              <p:nvPr/>
            </p:nvSpPr>
            <p:spPr>
              <a:xfrm>
                <a:off x="572"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11" name="Line 376"/>
              <p:cNvSpPr/>
              <p:nvPr/>
            </p:nvSpPr>
            <p:spPr>
              <a:xfrm>
                <a:off x="572" y="1979"/>
                <a:ext cx="194" cy="1"/>
              </a:xfrm>
              <a:prstGeom prst="line">
                <a:avLst/>
              </a:prstGeom>
              <a:ln w="0" cap="flat" cmpd="sng">
                <a:solidFill>
                  <a:srgbClr val="FF0000"/>
                </a:solidFill>
                <a:prstDash val="solid"/>
                <a:round/>
                <a:headEnd type="none" w="med" len="med"/>
                <a:tailEnd type="none" w="med" len="med"/>
              </a:ln>
            </p:spPr>
          </p:sp>
          <p:sp>
            <p:nvSpPr>
              <p:cNvPr id="65912" name="Rectangle 377"/>
              <p:cNvSpPr/>
              <p:nvPr/>
            </p:nvSpPr>
            <p:spPr>
              <a:xfrm>
                <a:off x="766"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13" name="Line 378"/>
              <p:cNvSpPr/>
              <p:nvPr/>
            </p:nvSpPr>
            <p:spPr>
              <a:xfrm>
                <a:off x="766" y="1979"/>
                <a:ext cx="1" cy="11"/>
              </a:xfrm>
              <a:prstGeom prst="line">
                <a:avLst/>
              </a:prstGeom>
              <a:ln w="0" cap="flat" cmpd="sng">
                <a:solidFill>
                  <a:srgbClr val="FF0000"/>
                </a:solidFill>
                <a:prstDash val="solid"/>
                <a:round/>
                <a:headEnd type="none" w="med" len="med"/>
                <a:tailEnd type="none" w="med" len="med"/>
              </a:ln>
            </p:spPr>
          </p:sp>
          <p:sp>
            <p:nvSpPr>
              <p:cNvPr id="65914" name="Rectangle 379"/>
              <p:cNvSpPr/>
              <p:nvPr/>
            </p:nvSpPr>
            <p:spPr>
              <a:xfrm>
                <a:off x="775"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15" name="Line 380"/>
              <p:cNvSpPr/>
              <p:nvPr/>
            </p:nvSpPr>
            <p:spPr>
              <a:xfrm>
                <a:off x="775" y="1979"/>
                <a:ext cx="194" cy="1"/>
              </a:xfrm>
              <a:prstGeom prst="line">
                <a:avLst/>
              </a:prstGeom>
              <a:ln w="0" cap="flat" cmpd="sng">
                <a:solidFill>
                  <a:srgbClr val="FF0000"/>
                </a:solidFill>
                <a:prstDash val="solid"/>
                <a:round/>
                <a:headEnd type="none" w="med" len="med"/>
                <a:tailEnd type="none" w="med" len="med"/>
              </a:ln>
            </p:spPr>
          </p:sp>
          <p:sp>
            <p:nvSpPr>
              <p:cNvPr id="65916" name="Rectangle 381"/>
              <p:cNvSpPr/>
              <p:nvPr/>
            </p:nvSpPr>
            <p:spPr>
              <a:xfrm>
                <a:off x="969"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17" name="Line 382"/>
              <p:cNvSpPr/>
              <p:nvPr/>
            </p:nvSpPr>
            <p:spPr>
              <a:xfrm>
                <a:off x="969" y="1979"/>
                <a:ext cx="1" cy="11"/>
              </a:xfrm>
              <a:prstGeom prst="line">
                <a:avLst/>
              </a:prstGeom>
              <a:ln w="0" cap="flat" cmpd="sng">
                <a:solidFill>
                  <a:srgbClr val="FF0000"/>
                </a:solidFill>
                <a:prstDash val="solid"/>
                <a:round/>
                <a:headEnd type="none" w="med" len="med"/>
                <a:tailEnd type="none" w="med" len="med"/>
              </a:ln>
            </p:spPr>
          </p:sp>
          <p:sp>
            <p:nvSpPr>
              <p:cNvPr id="65918" name="Rectangle 383"/>
              <p:cNvSpPr/>
              <p:nvPr/>
            </p:nvSpPr>
            <p:spPr>
              <a:xfrm>
                <a:off x="978" y="1979"/>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19" name="Line 384"/>
              <p:cNvSpPr/>
              <p:nvPr/>
            </p:nvSpPr>
            <p:spPr>
              <a:xfrm>
                <a:off x="978" y="1979"/>
                <a:ext cx="191" cy="1"/>
              </a:xfrm>
              <a:prstGeom prst="line">
                <a:avLst/>
              </a:prstGeom>
              <a:ln w="0" cap="flat" cmpd="sng">
                <a:solidFill>
                  <a:srgbClr val="FF0000"/>
                </a:solidFill>
                <a:prstDash val="solid"/>
                <a:round/>
                <a:headEnd type="none" w="med" len="med"/>
                <a:tailEnd type="none" w="med" len="med"/>
              </a:ln>
            </p:spPr>
          </p:sp>
          <p:sp>
            <p:nvSpPr>
              <p:cNvPr id="65920" name="Rectangle 385"/>
              <p:cNvSpPr/>
              <p:nvPr/>
            </p:nvSpPr>
            <p:spPr>
              <a:xfrm>
                <a:off x="1169"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21" name="Line 386"/>
              <p:cNvSpPr/>
              <p:nvPr/>
            </p:nvSpPr>
            <p:spPr>
              <a:xfrm>
                <a:off x="1169" y="1979"/>
                <a:ext cx="1" cy="11"/>
              </a:xfrm>
              <a:prstGeom prst="line">
                <a:avLst/>
              </a:prstGeom>
              <a:ln w="0" cap="flat" cmpd="sng">
                <a:solidFill>
                  <a:srgbClr val="FF0000"/>
                </a:solidFill>
                <a:prstDash val="solid"/>
                <a:round/>
                <a:headEnd type="none" w="med" len="med"/>
                <a:tailEnd type="none" w="med" len="med"/>
              </a:ln>
            </p:spPr>
          </p:sp>
          <p:sp>
            <p:nvSpPr>
              <p:cNvPr id="65922" name="Rectangle 387"/>
              <p:cNvSpPr/>
              <p:nvPr/>
            </p:nvSpPr>
            <p:spPr>
              <a:xfrm>
                <a:off x="1178"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23" name="Line 388"/>
              <p:cNvSpPr/>
              <p:nvPr/>
            </p:nvSpPr>
            <p:spPr>
              <a:xfrm>
                <a:off x="1178" y="1979"/>
                <a:ext cx="194" cy="1"/>
              </a:xfrm>
              <a:prstGeom prst="line">
                <a:avLst/>
              </a:prstGeom>
              <a:ln w="0" cap="flat" cmpd="sng">
                <a:solidFill>
                  <a:srgbClr val="FF0000"/>
                </a:solidFill>
                <a:prstDash val="solid"/>
                <a:round/>
                <a:headEnd type="none" w="med" len="med"/>
                <a:tailEnd type="none" w="med" len="med"/>
              </a:ln>
            </p:spPr>
          </p:sp>
          <p:sp>
            <p:nvSpPr>
              <p:cNvPr id="65924" name="Rectangle 389"/>
              <p:cNvSpPr/>
              <p:nvPr/>
            </p:nvSpPr>
            <p:spPr>
              <a:xfrm>
                <a:off x="1372"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25" name="Line 390"/>
              <p:cNvSpPr/>
              <p:nvPr/>
            </p:nvSpPr>
            <p:spPr>
              <a:xfrm>
                <a:off x="1372" y="1979"/>
                <a:ext cx="1" cy="11"/>
              </a:xfrm>
              <a:prstGeom prst="line">
                <a:avLst/>
              </a:prstGeom>
              <a:ln w="0" cap="flat" cmpd="sng">
                <a:solidFill>
                  <a:srgbClr val="FF0000"/>
                </a:solidFill>
                <a:prstDash val="solid"/>
                <a:round/>
                <a:headEnd type="none" w="med" len="med"/>
                <a:tailEnd type="none" w="med" len="med"/>
              </a:ln>
            </p:spPr>
          </p:sp>
          <p:sp>
            <p:nvSpPr>
              <p:cNvPr id="65926" name="Rectangle 391"/>
              <p:cNvSpPr/>
              <p:nvPr/>
            </p:nvSpPr>
            <p:spPr>
              <a:xfrm>
                <a:off x="1380" y="1979"/>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27" name="Line 392"/>
              <p:cNvSpPr/>
              <p:nvPr/>
            </p:nvSpPr>
            <p:spPr>
              <a:xfrm>
                <a:off x="1380" y="1979"/>
                <a:ext cx="195" cy="1"/>
              </a:xfrm>
              <a:prstGeom prst="line">
                <a:avLst/>
              </a:prstGeom>
              <a:ln w="0" cap="flat" cmpd="sng">
                <a:solidFill>
                  <a:srgbClr val="FF0000"/>
                </a:solidFill>
                <a:prstDash val="solid"/>
                <a:round/>
                <a:headEnd type="none" w="med" len="med"/>
                <a:tailEnd type="none" w="med" len="med"/>
              </a:ln>
            </p:spPr>
          </p:sp>
          <p:sp>
            <p:nvSpPr>
              <p:cNvPr id="65928" name="Rectangle 393"/>
              <p:cNvSpPr/>
              <p:nvPr/>
            </p:nvSpPr>
            <p:spPr>
              <a:xfrm>
                <a:off x="1575"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29" name="Line 394"/>
              <p:cNvSpPr/>
              <p:nvPr/>
            </p:nvSpPr>
            <p:spPr>
              <a:xfrm>
                <a:off x="1575" y="1979"/>
                <a:ext cx="1" cy="11"/>
              </a:xfrm>
              <a:prstGeom prst="line">
                <a:avLst/>
              </a:prstGeom>
              <a:ln w="0" cap="flat" cmpd="sng">
                <a:solidFill>
                  <a:srgbClr val="FF0000"/>
                </a:solidFill>
                <a:prstDash val="solid"/>
                <a:round/>
                <a:headEnd type="none" w="med" len="med"/>
                <a:tailEnd type="none" w="med" len="med"/>
              </a:ln>
            </p:spPr>
          </p:sp>
          <p:sp>
            <p:nvSpPr>
              <p:cNvPr id="65930" name="Rectangle 395"/>
              <p:cNvSpPr/>
              <p:nvPr/>
            </p:nvSpPr>
            <p:spPr>
              <a:xfrm>
                <a:off x="1583" y="1979"/>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31" name="Line 396"/>
              <p:cNvSpPr/>
              <p:nvPr/>
            </p:nvSpPr>
            <p:spPr>
              <a:xfrm>
                <a:off x="1583" y="1979"/>
                <a:ext cx="195" cy="1"/>
              </a:xfrm>
              <a:prstGeom prst="line">
                <a:avLst/>
              </a:prstGeom>
              <a:ln w="0" cap="flat" cmpd="sng">
                <a:solidFill>
                  <a:srgbClr val="FF0000"/>
                </a:solidFill>
                <a:prstDash val="solid"/>
                <a:round/>
                <a:headEnd type="none" w="med" len="med"/>
                <a:tailEnd type="none" w="med" len="med"/>
              </a:ln>
            </p:spPr>
          </p:sp>
          <p:sp>
            <p:nvSpPr>
              <p:cNvPr id="65932" name="Rectangle 397"/>
              <p:cNvSpPr/>
              <p:nvPr/>
            </p:nvSpPr>
            <p:spPr>
              <a:xfrm>
                <a:off x="1778"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33" name="Line 398"/>
              <p:cNvSpPr/>
              <p:nvPr/>
            </p:nvSpPr>
            <p:spPr>
              <a:xfrm>
                <a:off x="1778" y="1979"/>
                <a:ext cx="1" cy="11"/>
              </a:xfrm>
              <a:prstGeom prst="line">
                <a:avLst/>
              </a:prstGeom>
              <a:ln w="0" cap="flat" cmpd="sng">
                <a:solidFill>
                  <a:srgbClr val="FF0000"/>
                </a:solidFill>
                <a:prstDash val="solid"/>
                <a:round/>
                <a:headEnd type="none" w="med" len="med"/>
                <a:tailEnd type="none" w="med" len="med"/>
              </a:ln>
            </p:spPr>
          </p:sp>
          <p:sp>
            <p:nvSpPr>
              <p:cNvPr id="65934" name="Rectangle 399"/>
              <p:cNvSpPr/>
              <p:nvPr/>
            </p:nvSpPr>
            <p:spPr>
              <a:xfrm>
                <a:off x="1786"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35" name="Line 400"/>
              <p:cNvSpPr/>
              <p:nvPr/>
            </p:nvSpPr>
            <p:spPr>
              <a:xfrm>
                <a:off x="1786" y="1979"/>
                <a:ext cx="194" cy="1"/>
              </a:xfrm>
              <a:prstGeom prst="line">
                <a:avLst/>
              </a:prstGeom>
              <a:ln w="0" cap="flat" cmpd="sng">
                <a:solidFill>
                  <a:srgbClr val="FF0000"/>
                </a:solidFill>
                <a:prstDash val="solid"/>
                <a:round/>
                <a:headEnd type="none" w="med" len="med"/>
                <a:tailEnd type="none" w="med" len="med"/>
              </a:ln>
            </p:spPr>
          </p:sp>
          <p:sp>
            <p:nvSpPr>
              <p:cNvPr id="65936" name="Rectangle 401"/>
              <p:cNvSpPr/>
              <p:nvPr/>
            </p:nvSpPr>
            <p:spPr>
              <a:xfrm>
                <a:off x="1980"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37" name="Line 402"/>
              <p:cNvSpPr/>
              <p:nvPr/>
            </p:nvSpPr>
            <p:spPr>
              <a:xfrm>
                <a:off x="1980" y="1979"/>
                <a:ext cx="1" cy="11"/>
              </a:xfrm>
              <a:prstGeom prst="line">
                <a:avLst/>
              </a:prstGeom>
              <a:ln w="0" cap="flat" cmpd="sng">
                <a:solidFill>
                  <a:srgbClr val="FF0000"/>
                </a:solidFill>
                <a:prstDash val="solid"/>
                <a:round/>
                <a:headEnd type="none" w="med" len="med"/>
                <a:tailEnd type="none" w="med" len="med"/>
              </a:ln>
            </p:spPr>
          </p:sp>
          <p:sp>
            <p:nvSpPr>
              <p:cNvPr id="65938" name="Rectangle 403"/>
              <p:cNvSpPr/>
              <p:nvPr/>
            </p:nvSpPr>
            <p:spPr>
              <a:xfrm>
                <a:off x="1989"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39" name="Line 404"/>
              <p:cNvSpPr/>
              <p:nvPr/>
            </p:nvSpPr>
            <p:spPr>
              <a:xfrm>
                <a:off x="1989" y="1979"/>
                <a:ext cx="194" cy="1"/>
              </a:xfrm>
              <a:prstGeom prst="line">
                <a:avLst/>
              </a:prstGeom>
              <a:ln w="0" cap="flat" cmpd="sng">
                <a:solidFill>
                  <a:srgbClr val="FF0000"/>
                </a:solidFill>
                <a:prstDash val="solid"/>
                <a:round/>
                <a:headEnd type="none" w="med" len="med"/>
                <a:tailEnd type="none" w="med" len="med"/>
              </a:ln>
            </p:spPr>
          </p:sp>
          <p:sp>
            <p:nvSpPr>
              <p:cNvPr id="65940" name="Rectangle 405"/>
              <p:cNvSpPr/>
              <p:nvPr/>
            </p:nvSpPr>
            <p:spPr>
              <a:xfrm>
                <a:off x="2183"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41" name="Line 406"/>
              <p:cNvSpPr/>
              <p:nvPr/>
            </p:nvSpPr>
            <p:spPr>
              <a:xfrm>
                <a:off x="2183" y="1979"/>
                <a:ext cx="1" cy="11"/>
              </a:xfrm>
              <a:prstGeom prst="line">
                <a:avLst/>
              </a:prstGeom>
              <a:ln w="0" cap="flat" cmpd="sng">
                <a:solidFill>
                  <a:srgbClr val="FF0000"/>
                </a:solidFill>
                <a:prstDash val="solid"/>
                <a:round/>
                <a:headEnd type="none" w="med" len="med"/>
                <a:tailEnd type="none" w="med" len="med"/>
              </a:ln>
            </p:spPr>
          </p:sp>
          <p:sp>
            <p:nvSpPr>
              <p:cNvPr id="65942" name="Rectangle 407"/>
              <p:cNvSpPr/>
              <p:nvPr/>
            </p:nvSpPr>
            <p:spPr>
              <a:xfrm>
                <a:off x="2192"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43" name="Line 408"/>
              <p:cNvSpPr/>
              <p:nvPr/>
            </p:nvSpPr>
            <p:spPr>
              <a:xfrm>
                <a:off x="2192" y="1979"/>
                <a:ext cx="194" cy="1"/>
              </a:xfrm>
              <a:prstGeom prst="line">
                <a:avLst/>
              </a:prstGeom>
              <a:ln w="0" cap="flat" cmpd="sng">
                <a:solidFill>
                  <a:srgbClr val="FF0000"/>
                </a:solidFill>
                <a:prstDash val="solid"/>
                <a:round/>
                <a:headEnd type="none" w="med" len="med"/>
                <a:tailEnd type="none" w="med" len="med"/>
              </a:ln>
            </p:spPr>
          </p:sp>
          <p:sp>
            <p:nvSpPr>
              <p:cNvPr id="65944" name="Rectangle 409"/>
              <p:cNvSpPr/>
              <p:nvPr/>
            </p:nvSpPr>
            <p:spPr>
              <a:xfrm>
                <a:off x="2386"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45" name="Line 410"/>
              <p:cNvSpPr/>
              <p:nvPr/>
            </p:nvSpPr>
            <p:spPr>
              <a:xfrm>
                <a:off x="2386" y="1979"/>
                <a:ext cx="1" cy="11"/>
              </a:xfrm>
              <a:prstGeom prst="line">
                <a:avLst/>
              </a:prstGeom>
              <a:ln w="0" cap="flat" cmpd="sng">
                <a:solidFill>
                  <a:srgbClr val="FF0000"/>
                </a:solidFill>
                <a:prstDash val="solid"/>
                <a:round/>
                <a:headEnd type="none" w="med" len="med"/>
                <a:tailEnd type="none" w="med" len="med"/>
              </a:ln>
            </p:spPr>
          </p:sp>
          <p:sp>
            <p:nvSpPr>
              <p:cNvPr id="65946" name="Rectangle 411"/>
              <p:cNvSpPr/>
              <p:nvPr/>
            </p:nvSpPr>
            <p:spPr>
              <a:xfrm>
                <a:off x="2395"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47" name="Line 412"/>
              <p:cNvSpPr/>
              <p:nvPr/>
            </p:nvSpPr>
            <p:spPr>
              <a:xfrm>
                <a:off x="2395" y="1979"/>
                <a:ext cx="194" cy="1"/>
              </a:xfrm>
              <a:prstGeom prst="line">
                <a:avLst/>
              </a:prstGeom>
              <a:ln w="0" cap="flat" cmpd="sng">
                <a:solidFill>
                  <a:srgbClr val="FF0000"/>
                </a:solidFill>
                <a:prstDash val="solid"/>
                <a:round/>
                <a:headEnd type="none" w="med" len="med"/>
                <a:tailEnd type="none" w="med" len="med"/>
              </a:ln>
            </p:spPr>
          </p:sp>
          <p:sp>
            <p:nvSpPr>
              <p:cNvPr id="65948" name="Rectangle 413"/>
              <p:cNvSpPr/>
              <p:nvPr/>
            </p:nvSpPr>
            <p:spPr>
              <a:xfrm>
                <a:off x="2589"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49" name="Line 414"/>
              <p:cNvSpPr/>
              <p:nvPr/>
            </p:nvSpPr>
            <p:spPr>
              <a:xfrm>
                <a:off x="2589" y="1979"/>
                <a:ext cx="1" cy="11"/>
              </a:xfrm>
              <a:prstGeom prst="line">
                <a:avLst/>
              </a:prstGeom>
              <a:ln w="0" cap="flat" cmpd="sng">
                <a:solidFill>
                  <a:srgbClr val="FF0000"/>
                </a:solidFill>
                <a:prstDash val="solid"/>
                <a:round/>
                <a:headEnd type="none" w="med" len="med"/>
                <a:tailEnd type="none" w="med" len="med"/>
              </a:ln>
            </p:spPr>
          </p:sp>
          <p:sp>
            <p:nvSpPr>
              <p:cNvPr id="65950" name="Rectangle 415"/>
              <p:cNvSpPr/>
              <p:nvPr/>
            </p:nvSpPr>
            <p:spPr>
              <a:xfrm>
                <a:off x="2597" y="1979"/>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51" name="Line 416"/>
              <p:cNvSpPr/>
              <p:nvPr/>
            </p:nvSpPr>
            <p:spPr>
              <a:xfrm>
                <a:off x="2597" y="1979"/>
                <a:ext cx="192" cy="1"/>
              </a:xfrm>
              <a:prstGeom prst="line">
                <a:avLst/>
              </a:prstGeom>
              <a:ln w="0" cap="flat" cmpd="sng">
                <a:solidFill>
                  <a:srgbClr val="FF0000"/>
                </a:solidFill>
                <a:prstDash val="solid"/>
                <a:round/>
                <a:headEnd type="none" w="med" len="med"/>
                <a:tailEnd type="none" w="med" len="med"/>
              </a:ln>
            </p:spPr>
          </p:sp>
          <p:sp>
            <p:nvSpPr>
              <p:cNvPr id="65952" name="Rectangle 417"/>
              <p:cNvSpPr/>
              <p:nvPr/>
            </p:nvSpPr>
            <p:spPr>
              <a:xfrm>
                <a:off x="2789"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53" name="Line 418"/>
              <p:cNvSpPr/>
              <p:nvPr/>
            </p:nvSpPr>
            <p:spPr>
              <a:xfrm>
                <a:off x="2789" y="1979"/>
                <a:ext cx="1" cy="11"/>
              </a:xfrm>
              <a:prstGeom prst="line">
                <a:avLst/>
              </a:prstGeom>
              <a:ln w="0" cap="flat" cmpd="sng">
                <a:solidFill>
                  <a:srgbClr val="FF0000"/>
                </a:solidFill>
                <a:prstDash val="solid"/>
                <a:round/>
                <a:headEnd type="none" w="med" len="med"/>
                <a:tailEnd type="none" w="med" len="med"/>
              </a:ln>
            </p:spPr>
          </p:sp>
          <p:sp>
            <p:nvSpPr>
              <p:cNvPr id="65954" name="Rectangle 419"/>
              <p:cNvSpPr/>
              <p:nvPr/>
            </p:nvSpPr>
            <p:spPr>
              <a:xfrm>
                <a:off x="563"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55" name="Line 420"/>
              <p:cNvSpPr/>
              <p:nvPr/>
            </p:nvSpPr>
            <p:spPr>
              <a:xfrm>
                <a:off x="563" y="1990"/>
                <a:ext cx="1" cy="283"/>
              </a:xfrm>
              <a:prstGeom prst="line">
                <a:avLst/>
              </a:prstGeom>
              <a:ln w="0" cap="flat" cmpd="sng">
                <a:solidFill>
                  <a:srgbClr val="FF0000"/>
                </a:solidFill>
                <a:prstDash val="solid"/>
                <a:round/>
                <a:headEnd type="none" w="med" len="med"/>
                <a:tailEnd type="none" w="med" len="med"/>
              </a:ln>
            </p:spPr>
          </p:sp>
          <p:sp>
            <p:nvSpPr>
              <p:cNvPr id="65956" name="Rectangle 421"/>
              <p:cNvSpPr/>
              <p:nvPr/>
            </p:nvSpPr>
            <p:spPr>
              <a:xfrm>
                <a:off x="766"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57" name="Line 422"/>
              <p:cNvSpPr/>
              <p:nvPr/>
            </p:nvSpPr>
            <p:spPr>
              <a:xfrm>
                <a:off x="766" y="1990"/>
                <a:ext cx="1" cy="283"/>
              </a:xfrm>
              <a:prstGeom prst="line">
                <a:avLst/>
              </a:prstGeom>
              <a:ln w="0" cap="flat" cmpd="sng">
                <a:solidFill>
                  <a:srgbClr val="FF0000"/>
                </a:solidFill>
                <a:prstDash val="solid"/>
                <a:round/>
                <a:headEnd type="none" w="med" len="med"/>
                <a:tailEnd type="none" w="med" len="med"/>
              </a:ln>
            </p:spPr>
          </p:sp>
          <p:sp>
            <p:nvSpPr>
              <p:cNvPr id="65958" name="Rectangle 423"/>
              <p:cNvSpPr/>
              <p:nvPr/>
            </p:nvSpPr>
            <p:spPr>
              <a:xfrm>
                <a:off x="969"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59" name="Line 424"/>
              <p:cNvSpPr/>
              <p:nvPr/>
            </p:nvSpPr>
            <p:spPr>
              <a:xfrm>
                <a:off x="969" y="1990"/>
                <a:ext cx="1" cy="283"/>
              </a:xfrm>
              <a:prstGeom prst="line">
                <a:avLst/>
              </a:prstGeom>
              <a:ln w="0" cap="flat" cmpd="sng">
                <a:solidFill>
                  <a:srgbClr val="FF0000"/>
                </a:solidFill>
                <a:prstDash val="solid"/>
                <a:round/>
                <a:headEnd type="none" w="med" len="med"/>
                <a:tailEnd type="none" w="med" len="med"/>
              </a:ln>
            </p:spPr>
          </p:sp>
          <p:sp>
            <p:nvSpPr>
              <p:cNvPr id="65960" name="Rectangle 425"/>
              <p:cNvSpPr/>
              <p:nvPr/>
            </p:nvSpPr>
            <p:spPr>
              <a:xfrm>
                <a:off x="1169"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61" name="Line 426"/>
              <p:cNvSpPr/>
              <p:nvPr/>
            </p:nvSpPr>
            <p:spPr>
              <a:xfrm>
                <a:off x="1169" y="1990"/>
                <a:ext cx="1" cy="283"/>
              </a:xfrm>
              <a:prstGeom prst="line">
                <a:avLst/>
              </a:prstGeom>
              <a:ln w="0" cap="flat" cmpd="sng">
                <a:solidFill>
                  <a:srgbClr val="FF0000"/>
                </a:solidFill>
                <a:prstDash val="solid"/>
                <a:round/>
                <a:headEnd type="none" w="med" len="med"/>
                <a:tailEnd type="none" w="med" len="med"/>
              </a:ln>
            </p:spPr>
          </p:sp>
          <p:sp>
            <p:nvSpPr>
              <p:cNvPr id="65962" name="Rectangle 427"/>
              <p:cNvSpPr/>
              <p:nvPr/>
            </p:nvSpPr>
            <p:spPr>
              <a:xfrm>
                <a:off x="1372"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63" name="Line 428"/>
              <p:cNvSpPr/>
              <p:nvPr/>
            </p:nvSpPr>
            <p:spPr>
              <a:xfrm>
                <a:off x="1372" y="1990"/>
                <a:ext cx="1" cy="283"/>
              </a:xfrm>
              <a:prstGeom prst="line">
                <a:avLst/>
              </a:prstGeom>
              <a:ln w="0" cap="flat" cmpd="sng">
                <a:solidFill>
                  <a:srgbClr val="FF0000"/>
                </a:solidFill>
                <a:prstDash val="solid"/>
                <a:round/>
                <a:headEnd type="none" w="med" len="med"/>
                <a:tailEnd type="none" w="med" len="med"/>
              </a:ln>
            </p:spPr>
          </p:sp>
          <p:sp>
            <p:nvSpPr>
              <p:cNvPr id="65964" name="Rectangle 429"/>
              <p:cNvSpPr/>
              <p:nvPr/>
            </p:nvSpPr>
            <p:spPr>
              <a:xfrm>
                <a:off x="1575"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65" name="Line 430"/>
              <p:cNvSpPr/>
              <p:nvPr/>
            </p:nvSpPr>
            <p:spPr>
              <a:xfrm>
                <a:off x="1575" y="1990"/>
                <a:ext cx="1" cy="283"/>
              </a:xfrm>
              <a:prstGeom prst="line">
                <a:avLst/>
              </a:prstGeom>
              <a:ln w="0" cap="flat" cmpd="sng">
                <a:solidFill>
                  <a:srgbClr val="FF0000"/>
                </a:solidFill>
                <a:prstDash val="solid"/>
                <a:round/>
                <a:headEnd type="none" w="med" len="med"/>
                <a:tailEnd type="none" w="med" len="med"/>
              </a:ln>
            </p:spPr>
          </p:sp>
          <p:sp>
            <p:nvSpPr>
              <p:cNvPr id="65966" name="Rectangle 431"/>
              <p:cNvSpPr/>
              <p:nvPr/>
            </p:nvSpPr>
            <p:spPr>
              <a:xfrm>
                <a:off x="1778"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67" name="Line 432"/>
              <p:cNvSpPr/>
              <p:nvPr/>
            </p:nvSpPr>
            <p:spPr>
              <a:xfrm>
                <a:off x="1778" y="1990"/>
                <a:ext cx="1" cy="283"/>
              </a:xfrm>
              <a:prstGeom prst="line">
                <a:avLst/>
              </a:prstGeom>
              <a:ln w="0" cap="flat" cmpd="sng">
                <a:solidFill>
                  <a:srgbClr val="FF0000"/>
                </a:solidFill>
                <a:prstDash val="solid"/>
                <a:round/>
                <a:headEnd type="none" w="med" len="med"/>
                <a:tailEnd type="none" w="med" len="med"/>
              </a:ln>
            </p:spPr>
          </p:sp>
          <p:sp>
            <p:nvSpPr>
              <p:cNvPr id="65968" name="Rectangle 433"/>
              <p:cNvSpPr/>
              <p:nvPr/>
            </p:nvSpPr>
            <p:spPr>
              <a:xfrm>
                <a:off x="1980"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69" name="Line 434"/>
              <p:cNvSpPr/>
              <p:nvPr/>
            </p:nvSpPr>
            <p:spPr>
              <a:xfrm>
                <a:off x="1980" y="1990"/>
                <a:ext cx="1" cy="283"/>
              </a:xfrm>
              <a:prstGeom prst="line">
                <a:avLst/>
              </a:prstGeom>
              <a:ln w="0" cap="flat" cmpd="sng">
                <a:solidFill>
                  <a:srgbClr val="FF0000"/>
                </a:solidFill>
                <a:prstDash val="solid"/>
                <a:round/>
                <a:headEnd type="none" w="med" len="med"/>
                <a:tailEnd type="none" w="med" len="med"/>
              </a:ln>
            </p:spPr>
          </p:sp>
          <p:sp>
            <p:nvSpPr>
              <p:cNvPr id="65970" name="Rectangle 435"/>
              <p:cNvSpPr/>
              <p:nvPr/>
            </p:nvSpPr>
            <p:spPr>
              <a:xfrm>
                <a:off x="2183"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71" name="Line 436"/>
              <p:cNvSpPr/>
              <p:nvPr/>
            </p:nvSpPr>
            <p:spPr>
              <a:xfrm>
                <a:off x="2183" y="1990"/>
                <a:ext cx="1" cy="283"/>
              </a:xfrm>
              <a:prstGeom prst="line">
                <a:avLst/>
              </a:prstGeom>
              <a:ln w="0" cap="flat" cmpd="sng">
                <a:solidFill>
                  <a:srgbClr val="FF0000"/>
                </a:solidFill>
                <a:prstDash val="solid"/>
                <a:round/>
                <a:headEnd type="none" w="med" len="med"/>
                <a:tailEnd type="none" w="med" len="med"/>
              </a:ln>
            </p:spPr>
          </p:sp>
          <p:sp>
            <p:nvSpPr>
              <p:cNvPr id="65972" name="Rectangle 437"/>
              <p:cNvSpPr/>
              <p:nvPr/>
            </p:nvSpPr>
            <p:spPr>
              <a:xfrm>
                <a:off x="2386"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73" name="Line 438"/>
              <p:cNvSpPr/>
              <p:nvPr/>
            </p:nvSpPr>
            <p:spPr>
              <a:xfrm>
                <a:off x="2386" y="1990"/>
                <a:ext cx="1" cy="283"/>
              </a:xfrm>
              <a:prstGeom prst="line">
                <a:avLst/>
              </a:prstGeom>
              <a:ln w="0" cap="flat" cmpd="sng">
                <a:solidFill>
                  <a:srgbClr val="FF0000"/>
                </a:solidFill>
                <a:prstDash val="solid"/>
                <a:round/>
                <a:headEnd type="none" w="med" len="med"/>
                <a:tailEnd type="none" w="med" len="med"/>
              </a:ln>
            </p:spPr>
          </p:sp>
          <p:sp>
            <p:nvSpPr>
              <p:cNvPr id="65974" name="Rectangle 439"/>
              <p:cNvSpPr/>
              <p:nvPr/>
            </p:nvSpPr>
            <p:spPr>
              <a:xfrm>
                <a:off x="2589"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75" name="Line 440"/>
              <p:cNvSpPr/>
              <p:nvPr/>
            </p:nvSpPr>
            <p:spPr>
              <a:xfrm>
                <a:off x="2589" y="1990"/>
                <a:ext cx="1" cy="283"/>
              </a:xfrm>
              <a:prstGeom prst="line">
                <a:avLst/>
              </a:prstGeom>
              <a:ln w="0" cap="flat" cmpd="sng">
                <a:solidFill>
                  <a:srgbClr val="FF0000"/>
                </a:solidFill>
                <a:prstDash val="solid"/>
                <a:round/>
                <a:headEnd type="none" w="med" len="med"/>
                <a:tailEnd type="none" w="med" len="med"/>
              </a:ln>
            </p:spPr>
          </p:sp>
          <p:sp>
            <p:nvSpPr>
              <p:cNvPr id="65976" name="Rectangle 441"/>
              <p:cNvSpPr/>
              <p:nvPr/>
            </p:nvSpPr>
            <p:spPr>
              <a:xfrm>
                <a:off x="2789"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77" name="Line 442"/>
              <p:cNvSpPr/>
              <p:nvPr/>
            </p:nvSpPr>
            <p:spPr>
              <a:xfrm>
                <a:off x="2789" y="1990"/>
                <a:ext cx="1" cy="283"/>
              </a:xfrm>
              <a:prstGeom prst="line">
                <a:avLst/>
              </a:prstGeom>
              <a:ln w="0" cap="flat" cmpd="sng">
                <a:solidFill>
                  <a:srgbClr val="FF0000"/>
                </a:solidFill>
                <a:prstDash val="solid"/>
                <a:round/>
                <a:headEnd type="none" w="med" len="med"/>
                <a:tailEnd type="none" w="med" len="med"/>
              </a:ln>
            </p:spPr>
          </p:sp>
          <p:sp>
            <p:nvSpPr>
              <p:cNvPr id="65978" name="Rectangle 443"/>
              <p:cNvSpPr/>
              <p:nvPr/>
            </p:nvSpPr>
            <p:spPr>
              <a:xfrm>
                <a:off x="671"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79" name="Rectangle 444"/>
              <p:cNvSpPr/>
              <p:nvPr/>
            </p:nvSpPr>
            <p:spPr>
              <a:xfrm>
                <a:off x="73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80" name="Rectangle 445"/>
              <p:cNvSpPr/>
              <p:nvPr/>
            </p:nvSpPr>
            <p:spPr>
              <a:xfrm>
                <a:off x="874"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81" name="Rectangle 446"/>
              <p:cNvSpPr/>
              <p:nvPr/>
            </p:nvSpPr>
            <p:spPr>
              <a:xfrm>
                <a:off x="939"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82" name="Rectangle 447"/>
              <p:cNvSpPr/>
              <p:nvPr/>
            </p:nvSpPr>
            <p:spPr>
              <a:xfrm>
                <a:off x="107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83" name="Rectangle 448"/>
              <p:cNvSpPr/>
              <p:nvPr/>
            </p:nvSpPr>
            <p:spPr>
              <a:xfrm>
                <a:off x="1142"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84" name="Rectangle 449"/>
              <p:cNvSpPr/>
              <p:nvPr/>
            </p:nvSpPr>
            <p:spPr>
              <a:xfrm>
                <a:off x="1279"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985" name="Rectangle 450"/>
              <p:cNvSpPr/>
              <p:nvPr/>
            </p:nvSpPr>
            <p:spPr>
              <a:xfrm>
                <a:off x="1345"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86" name="Rectangle 451"/>
              <p:cNvSpPr/>
              <p:nvPr/>
            </p:nvSpPr>
            <p:spPr>
              <a:xfrm>
                <a:off x="1482"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87" name="Rectangle 452"/>
              <p:cNvSpPr/>
              <p:nvPr/>
            </p:nvSpPr>
            <p:spPr>
              <a:xfrm>
                <a:off x="1548"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88" name="Rectangle 453"/>
              <p:cNvSpPr/>
              <p:nvPr/>
            </p:nvSpPr>
            <p:spPr>
              <a:xfrm>
                <a:off x="1685"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89" name="Rectangle 454"/>
              <p:cNvSpPr/>
              <p:nvPr/>
            </p:nvSpPr>
            <p:spPr>
              <a:xfrm>
                <a:off x="1751"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90" name="Rectangle 455"/>
              <p:cNvSpPr/>
              <p:nvPr/>
            </p:nvSpPr>
            <p:spPr>
              <a:xfrm>
                <a:off x="1888"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91" name="Rectangle 456"/>
              <p:cNvSpPr/>
              <p:nvPr/>
            </p:nvSpPr>
            <p:spPr>
              <a:xfrm>
                <a:off x="1954"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92" name="Rectangle 457"/>
              <p:cNvSpPr/>
              <p:nvPr/>
            </p:nvSpPr>
            <p:spPr>
              <a:xfrm>
                <a:off x="2088"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93" name="Rectangle 458"/>
              <p:cNvSpPr/>
              <p:nvPr/>
            </p:nvSpPr>
            <p:spPr>
              <a:xfrm>
                <a:off x="2153"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94" name="Rectangle 459"/>
              <p:cNvSpPr/>
              <p:nvPr/>
            </p:nvSpPr>
            <p:spPr>
              <a:xfrm>
                <a:off x="2291"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grpSp>
        <p:grpSp>
          <p:nvGrpSpPr>
            <p:cNvPr id="65995" name="Group 460"/>
            <p:cNvGrpSpPr/>
            <p:nvPr/>
          </p:nvGrpSpPr>
          <p:grpSpPr>
            <a:xfrm>
              <a:off x="3066" y="2328"/>
              <a:ext cx="2263" cy="777"/>
              <a:chOff x="563" y="2273"/>
              <a:chExt cx="2263" cy="777"/>
            </a:xfrm>
          </p:grpSpPr>
          <p:sp>
            <p:nvSpPr>
              <p:cNvPr id="65996" name="Rectangle 461"/>
              <p:cNvSpPr/>
              <p:nvPr/>
            </p:nvSpPr>
            <p:spPr>
              <a:xfrm>
                <a:off x="235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97" name="Rectangle 462"/>
              <p:cNvSpPr/>
              <p:nvPr/>
            </p:nvSpPr>
            <p:spPr>
              <a:xfrm>
                <a:off x="2493"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998" name="Rectangle 463"/>
              <p:cNvSpPr/>
              <p:nvPr/>
            </p:nvSpPr>
            <p:spPr>
              <a:xfrm>
                <a:off x="2559"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99" name="Rectangle 464"/>
              <p:cNvSpPr/>
              <p:nvPr/>
            </p:nvSpPr>
            <p:spPr>
              <a:xfrm>
                <a:off x="269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000" name="Rectangle 465"/>
              <p:cNvSpPr/>
              <p:nvPr/>
            </p:nvSpPr>
            <p:spPr>
              <a:xfrm>
                <a:off x="2762"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01" name="Rectangle 466"/>
              <p:cNvSpPr/>
              <p:nvPr/>
            </p:nvSpPr>
            <p:spPr>
              <a:xfrm>
                <a:off x="563"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02" name="Line 467"/>
              <p:cNvSpPr/>
              <p:nvPr/>
            </p:nvSpPr>
            <p:spPr>
              <a:xfrm>
                <a:off x="563" y="2273"/>
                <a:ext cx="1" cy="12"/>
              </a:xfrm>
              <a:prstGeom prst="line">
                <a:avLst/>
              </a:prstGeom>
              <a:ln w="0" cap="flat" cmpd="sng">
                <a:solidFill>
                  <a:srgbClr val="FF0000"/>
                </a:solidFill>
                <a:prstDash val="solid"/>
                <a:round/>
                <a:headEnd type="none" w="med" len="med"/>
                <a:tailEnd type="none" w="med" len="med"/>
              </a:ln>
            </p:spPr>
          </p:sp>
          <p:sp>
            <p:nvSpPr>
              <p:cNvPr id="66003" name="Rectangle 468"/>
              <p:cNvSpPr/>
              <p:nvPr/>
            </p:nvSpPr>
            <p:spPr>
              <a:xfrm>
                <a:off x="572"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04" name="Line 469"/>
              <p:cNvSpPr/>
              <p:nvPr/>
            </p:nvSpPr>
            <p:spPr>
              <a:xfrm>
                <a:off x="572" y="2273"/>
                <a:ext cx="194" cy="1"/>
              </a:xfrm>
              <a:prstGeom prst="line">
                <a:avLst/>
              </a:prstGeom>
              <a:ln w="0" cap="flat" cmpd="sng">
                <a:solidFill>
                  <a:srgbClr val="FF0000"/>
                </a:solidFill>
                <a:prstDash val="solid"/>
                <a:round/>
                <a:headEnd type="none" w="med" len="med"/>
                <a:tailEnd type="none" w="med" len="med"/>
              </a:ln>
            </p:spPr>
          </p:sp>
          <p:sp>
            <p:nvSpPr>
              <p:cNvPr id="66005" name="Rectangle 470"/>
              <p:cNvSpPr/>
              <p:nvPr/>
            </p:nvSpPr>
            <p:spPr>
              <a:xfrm>
                <a:off x="766"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06" name="Line 471"/>
              <p:cNvSpPr/>
              <p:nvPr/>
            </p:nvSpPr>
            <p:spPr>
              <a:xfrm>
                <a:off x="766" y="2273"/>
                <a:ext cx="1" cy="12"/>
              </a:xfrm>
              <a:prstGeom prst="line">
                <a:avLst/>
              </a:prstGeom>
              <a:ln w="0" cap="flat" cmpd="sng">
                <a:solidFill>
                  <a:srgbClr val="FF0000"/>
                </a:solidFill>
                <a:prstDash val="solid"/>
                <a:round/>
                <a:headEnd type="none" w="med" len="med"/>
                <a:tailEnd type="none" w="med" len="med"/>
              </a:ln>
            </p:spPr>
          </p:sp>
          <p:sp>
            <p:nvSpPr>
              <p:cNvPr id="66007" name="Rectangle 472"/>
              <p:cNvSpPr/>
              <p:nvPr/>
            </p:nvSpPr>
            <p:spPr>
              <a:xfrm>
                <a:off x="775"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08" name="Line 473"/>
              <p:cNvSpPr/>
              <p:nvPr/>
            </p:nvSpPr>
            <p:spPr>
              <a:xfrm>
                <a:off x="775" y="2273"/>
                <a:ext cx="194" cy="1"/>
              </a:xfrm>
              <a:prstGeom prst="line">
                <a:avLst/>
              </a:prstGeom>
              <a:ln w="0" cap="flat" cmpd="sng">
                <a:solidFill>
                  <a:srgbClr val="FF0000"/>
                </a:solidFill>
                <a:prstDash val="solid"/>
                <a:round/>
                <a:headEnd type="none" w="med" len="med"/>
                <a:tailEnd type="none" w="med" len="med"/>
              </a:ln>
            </p:spPr>
          </p:sp>
          <p:sp>
            <p:nvSpPr>
              <p:cNvPr id="66009" name="Rectangle 474"/>
              <p:cNvSpPr/>
              <p:nvPr/>
            </p:nvSpPr>
            <p:spPr>
              <a:xfrm>
                <a:off x="969"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10" name="Line 475"/>
              <p:cNvSpPr/>
              <p:nvPr/>
            </p:nvSpPr>
            <p:spPr>
              <a:xfrm>
                <a:off x="969" y="2273"/>
                <a:ext cx="1" cy="12"/>
              </a:xfrm>
              <a:prstGeom prst="line">
                <a:avLst/>
              </a:prstGeom>
              <a:ln w="0" cap="flat" cmpd="sng">
                <a:solidFill>
                  <a:srgbClr val="FF0000"/>
                </a:solidFill>
                <a:prstDash val="solid"/>
                <a:round/>
                <a:headEnd type="none" w="med" len="med"/>
                <a:tailEnd type="none" w="med" len="med"/>
              </a:ln>
            </p:spPr>
          </p:sp>
          <p:sp>
            <p:nvSpPr>
              <p:cNvPr id="66011" name="Rectangle 476"/>
              <p:cNvSpPr/>
              <p:nvPr/>
            </p:nvSpPr>
            <p:spPr>
              <a:xfrm>
                <a:off x="978" y="2273"/>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12" name="Line 477"/>
              <p:cNvSpPr/>
              <p:nvPr/>
            </p:nvSpPr>
            <p:spPr>
              <a:xfrm>
                <a:off x="978" y="2273"/>
                <a:ext cx="191" cy="1"/>
              </a:xfrm>
              <a:prstGeom prst="line">
                <a:avLst/>
              </a:prstGeom>
              <a:ln w="0" cap="flat" cmpd="sng">
                <a:solidFill>
                  <a:srgbClr val="FF0000"/>
                </a:solidFill>
                <a:prstDash val="solid"/>
                <a:round/>
                <a:headEnd type="none" w="med" len="med"/>
                <a:tailEnd type="none" w="med" len="med"/>
              </a:ln>
            </p:spPr>
          </p:sp>
          <p:sp>
            <p:nvSpPr>
              <p:cNvPr id="66013" name="Rectangle 478"/>
              <p:cNvSpPr/>
              <p:nvPr/>
            </p:nvSpPr>
            <p:spPr>
              <a:xfrm>
                <a:off x="1169"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14" name="Line 479"/>
              <p:cNvSpPr/>
              <p:nvPr/>
            </p:nvSpPr>
            <p:spPr>
              <a:xfrm>
                <a:off x="1169" y="2273"/>
                <a:ext cx="1" cy="12"/>
              </a:xfrm>
              <a:prstGeom prst="line">
                <a:avLst/>
              </a:prstGeom>
              <a:ln w="0" cap="flat" cmpd="sng">
                <a:solidFill>
                  <a:srgbClr val="FF0000"/>
                </a:solidFill>
                <a:prstDash val="solid"/>
                <a:round/>
                <a:headEnd type="none" w="med" len="med"/>
                <a:tailEnd type="none" w="med" len="med"/>
              </a:ln>
            </p:spPr>
          </p:sp>
          <p:sp>
            <p:nvSpPr>
              <p:cNvPr id="66015" name="Rectangle 480"/>
              <p:cNvSpPr/>
              <p:nvPr/>
            </p:nvSpPr>
            <p:spPr>
              <a:xfrm>
                <a:off x="1178"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16" name="Line 481"/>
              <p:cNvSpPr/>
              <p:nvPr/>
            </p:nvSpPr>
            <p:spPr>
              <a:xfrm>
                <a:off x="1178" y="2273"/>
                <a:ext cx="194" cy="1"/>
              </a:xfrm>
              <a:prstGeom prst="line">
                <a:avLst/>
              </a:prstGeom>
              <a:ln w="0" cap="flat" cmpd="sng">
                <a:solidFill>
                  <a:srgbClr val="FF0000"/>
                </a:solidFill>
                <a:prstDash val="solid"/>
                <a:round/>
                <a:headEnd type="none" w="med" len="med"/>
                <a:tailEnd type="none" w="med" len="med"/>
              </a:ln>
            </p:spPr>
          </p:sp>
          <p:sp>
            <p:nvSpPr>
              <p:cNvPr id="66017" name="Rectangle 482"/>
              <p:cNvSpPr/>
              <p:nvPr/>
            </p:nvSpPr>
            <p:spPr>
              <a:xfrm>
                <a:off x="1372"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18" name="Line 483"/>
              <p:cNvSpPr/>
              <p:nvPr/>
            </p:nvSpPr>
            <p:spPr>
              <a:xfrm>
                <a:off x="1372" y="2273"/>
                <a:ext cx="1" cy="12"/>
              </a:xfrm>
              <a:prstGeom prst="line">
                <a:avLst/>
              </a:prstGeom>
              <a:ln w="0" cap="flat" cmpd="sng">
                <a:solidFill>
                  <a:srgbClr val="FF0000"/>
                </a:solidFill>
                <a:prstDash val="solid"/>
                <a:round/>
                <a:headEnd type="none" w="med" len="med"/>
                <a:tailEnd type="none" w="med" len="med"/>
              </a:ln>
            </p:spPr>
          </p:sp>
          <p:sp>
            <p:nvSpPr>
              <p:cNvPr id="66019" name="Rectangle 484"/>
              <p:cNvSpPr/>
              <p:nvPr/>
            </p:nvSpPr>
            <p:spPr>
              <a:xfrm>
                <a:off x="1380" y="2273"/>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20" name="Line 485"/>
              <p:cNvSpPr/>
              <p:nvPr/>
            </p:nvSpPr>
            <p:spPr>
              <a:xfrm>
                <a:off x="1380" y="2273"/>
                <a:ext cx="195" cy="1"/>
              </a:xfrm>
              <a:prstGeom prst="line">
                <a:avLst/>
              </a:prstGeom>
              <a:ln w="0" cap="flat" cmpd="sng">
                <a:solidFill>
                  <a:srgbClr val="FF0000"/>
                </a:solidFill>
                <a:prstDash val="solid"/>
                <a:round/>
                <a:headEnd type="none" w="med" len="med"/>
                <a:tailEnd type="none" w="med" len="med"/>
              </a:ln>
            </p:spPr>
          </p:sp>
          <p:sp>
            <p:nvSpPr>
              <p:cNvPr id="66021" name="Rectangle 486"/>
              <p:cNvSpPr/>
              <p:nvPr/>
            </p:nvSpPr>
            <p:spPr>
              <a:xfrm>
                <a:off x="1575"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22" name="Line 487"/>
              <p:cNvSpPr/>
              <p:nvPr/>
            </p:nvSpPr>
            <p:spPr>
              <a:xfrm>
                <a:off x="1575" y="2273"/>
                <a:ext cx="1" cy="12"/>
              </a:xfrm>
              <a:prstGeom prst="line">
                <a:avLst/>
              </a:prstGeom>
              <a:ln w="0" cap="flat" cmpd="sng">
                <a:solidFill>
                  <a:srgbClr val="FF0000"/>
                </a:solidFill>
                <a:prstDash val="solid"/>
                <a:round/>
                <a:headEnd type="none" w="med" len="med"/>
                <a:tailEnd type="none" w="med" len="med"/>
              </a:ln>
            </p:spPr>
          </p:sp>
          <p:sp>
            <p:nvSpPr>
              <p:cNvPr id="66023" name="Rectangle 488"/>
              <p:cNvSpPr/>
              <p:nvPr/>
            </p:nvSpPr>
            <p:spPr>
              <a:xfrm>
                <a:off x="1583" y="2273"/>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24" name="Line 489"/>
              <p:cNvSpPr/>
              <p:nvPr/>
            </p:nvSpPr>
            <p:spPr>
              <a:xfrm>
                <a:off x="1583" y="2273"/>
                <a:ext cx="195" cy="1"/>
              </a:xfrm>
              <a:prstGeom prst="line">
                <a:avLst/>
              </a:prstGeom>
              <a:ln w="0" cap="flat" cmpd="sng">
                <a:solidFill>
                  <a:srgbClr val="FF0000"/>
                </a:solidFill>
                <a:prstDash val="solid"/>
                <a:round/>
                <a:headEnd type="none" w="med" len="med"/>
                <a:tailEnd type="none" w="med" len="med"/>
              </a:ln>
            </p:spPr>
          </p:sp>
          <p:sp>
            <p:nvSpPr>
              <p:cNvPr id="66025" name="Rectangle 490"/>
              <p:cNvSpPr/>
              <p:nvPr/>
            </p:nvSpPr>
            <p:spPr>
              <a:xfrm>
                <a:off x="1778"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26" name="Line 491"/>
              <p:cNvSpPr/>
              <p:nvPr/>
            </p:nvSpPr>
            <p:spPr>
              <a:xfrm>
                <a:off x="1778" y="2273"/>
                <a:ext cx="1" cy="12"/>
              </a:xfrm>
              <a:prstGeom prst="line">
                <a:avLst/>
              </a:prstGeom>
              <a:ln w="0" cap="flat" cmpd="sng">
                <a:solidFill>
                  <a:srgbClr val="FF0000"/>
                </a:solidFill>
                <a:prstDash val="solid"/>
                <a:round/>
                <a:headEnd type="none" w="med" len="med"/>
                <a:tailEnd type="none" w="med" len="med"/>
              </a:ln>
            </p:spPr>
          </p:sp>
          <p:sp>
            <p:nvSpPr>
              <p:cNvPr id="66027" name="Rectangle 492"/>
              <p:cNvSpPr/>
              <p:nvPr/>
            </p:nvSpPr>
            <p:spPr>
              <a:xfrm>
                <a:off x="1786"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28" name="Line 493"/>
              <p:cNvSpPr/>
              <p:nvPr/>
            </p:nvSpPr>
            <p:spPr>
              <a:xfrm>
                <a:off x="1786" y="2273"/>
                <a:ext cx="194" cy="1"/>
              </a:xfrm>
              <a:prstGeom prst="line">
                <a:avLst/>
              </a:prstGeom>
              <a:ln w="0" cap="flat" cmpd="sng">
                <a:solidFill>
                  <a:srgbClr val="FF0000"/>
                </a:solidFill>
                <a:prstDash val="solid"/>
                <a:round/>
                <a:headEnd type="none" w="med" len="med"/>
                <a:tailEnd type="none" w="med" len="med"/>
              </a:ln>
            </p:spPr>
          </p:sp>
          <p:sp>
            <p:nvSpPr>
              <p:cNvPr id="66029" name="Rectangle 494"/>
              <p:cNvSpPr/>
              <p:nvPr/>
            </p:nvSpPr>
            <p:spPr>
              <a:xfrm>
                <a:off x="1980"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30" name="Line 495"/>
              <p:cNvSpPr/>
              <p:nvPr/>
            </p:nvSpPr>
            <p:spPr>
              <a:xfrm>
                <a:off x="1980" y="2273"/>
                <a:ext cx="1" cy="12"/>
              </a:xfrm>
              <a:prstGeom prst="line">
                <a:avLst/>
              </a:prstGeom>
              <a:ln w="0" cap="flat" cmpd="sng">
                <a:solidFill>
                  <a:srgbClr val="FF0000"/>
                </a:solidFill>
                <a:prstDash val="solid"/>
                <a:round/>
                <a:headEnd type="none" w="med" len="med"/>
                <a:tailEnd type="none" w="med" len="med"/>
              </a:ln>
            </p:spPr>
          </p:sp>
          <p:sp>
            <p:nvSpPr>
              <p:cNvPr id="66031" name="Rectangle 496"/>
              <p:cNvSpPr/>
              <p:nvPr/>
            </p:nvSpPr>
            <p:spPr>
              <a:xfrm>
                <a:off x="1989"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32" name="Line 497"/>
              <p:cNvSpPr/>
              <p:nvPr/>
            </p:nvSpPr>
            <p:spPr>
              <a:xfrm>
                <a:off x="1989" y="2273"/>
                <a:ext cx="194" cy="1"/>
              </a:xfrm>
              <a:prstGeom prst="line">
                <a:avLst/>
              </a:prstGeom>
              <a:ln w="0" cap="flat" cmpd="sng">
                <a:solidFill>
                  <a:srgbClr val="FF0000"/>
                </a:solidFill>
                <a:prstDash val="solid"/>
                <a:round/>
                <a:headEnd type="none" w="med" len="med"/>
                <a:tailEnd type="none" w="med" len="med"/>
              </a:ln>
            </p:spPr>
          </p:sp>
          <p:sp>
            <p:nvSpPr>
              <p:cNvPr id="66033" name="Rectangle 498"/>
              <p:cNvSpPr/>
              <p:nvPr/>
            </p:nvSpPr>
            <p:spPr>
              <a:xfrm>
                <a:off x="2183"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34" name="Line 499"/>
              <p:cNvSpPr/>
              <p:nvPr/>
            </p:nvSpPr>
            <p:spPr>
              <a:xfrm>
                <a:off x="2183" y="2273"/>
                <a:ext cx="1" cy="12"/>
              </a:xfrm>
              <a:prstGeom prst="line">
                <a:avLst/>
              </a:prstGeom>
              <a:ln w="0" cap="flat" cmpd="sng">
                <a:solidFill>
                  <a:srgbClr val="FF0000"/>
                </a:solidFill>
                <a:prstDash val="solid"/>
                <a:round/>
                <a:headEnd type="none" w="med" len="med"/>
                <a:tailEnd type="none" w="med" len="med"/>
              </a:ln>
            </p:spPr>
          </p:sp>
          <p:sp>
            <p:nvSpPr>
              <p:cNvPr id="66035" name="Rectangle 500"/>
              <p:cNvSpPr/>
              <p:nvPr/>
            </p:nvSpPr>
            <p:spPr>
              <a:xfrm>
                <a:off x="2192"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36" name="Line 501"/>
              <p:cNvSpPr/>
              <p:nvPr/>
            </p:nvSpPr>
            <p:spPr>
              <a:xfrm>
                <a:off x="2192" y="2273"/>
                <a:ext cx="194" cy="1"/>
              </a:xfrm>
              <a:prstGeom prst="line">
                <a:avLst/>
              </a:prstGeom>
              <a:ln w="0" cap="flat" cmpd="sng">
                <a:solidFill>
                  <a:srgbClr val="FF0000"/>
                </a:solidFill>
                <a:prstDash val="solid"/>
                <a:round/>
                <a:headEnd type="none" w="med" len="med"/>
                <a:tailEnd type="none" w="med" len="med"/>
              </a:ln>
            </p:spPr>
          </p:sp>
          <p:sp>
            <p:nvSpPr>
              <p:cNvPr id="66037" name="Rectangle 502"/>
              <p:cNvSpPr/>
              <p:nvPr/>
            </p:nvSpPr>
            <p:spPr>
              <a:xfrm>
                <a:off x="2386"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38" name="Line 503"/>
              <p:cNvSpPr/>
              <p:nvPr/>
            </p:nvSpPr>
            <p:spPr>
              <a:xfrm>
                <a:off x="2386" y="2273"/>
                <a:ext cx="1" cy="12"/>
              </a:xfrm>
              <a:prstGeom prst="line">
                <a:avLst/>
              </a:prstGeom>
              <a:ln w="0" cap="flat" cmpd="sng">
                <a:solidFill>
                  <a:srgbClr val="FF0000"/>
                </a:solidFill>
                <a:prstDash val="solid"/>
                <a:round/>
                <a:headEnd type="none" w="med" len="med"/>
                <a:tailEnd type="none" w="med" len="med"/>
              </a:ln>
            </p:spPr>
          </p:sp>
          <p:sp>
            <p:nvSpPr>
              <p:cNvPr id="66039" name="Rectangle 504"/>
              <p:cNvSpPr/>
              <p:nvPr/>
            </p:nvSpPr>
            <p:spPr>
              <a:xfrm>
                <a:off x="2395"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40" name="Line 505"/>
              <p:cNvSpPr/>
              <p:nvPr/>
            </p:nvSpPr>
            <p:spPr>
              <a:xfrm>
                <a:off x="2395" y="2273"/>
                <a:ext cx="194" cy="1"/>
              </a:xfrm>
              <a:prstGeom prst="line">
                <a:avLst/>
              </a:prstGeom>
              <a:ln w="0" cap="flat" cmpd="sng">
                <a:solidFill>
                  <a:srgbClr val="FF0000"/>
                </a:solidFill>
                <a:prstDash val="solid"/>
                <a:round/>
                <a:headEnd type="none" w="med" len="med"/>
                <a:tailEnd type="none" w="med" len="med"/>
              </a:ln>
            </p:spPr>
          </p:sp>
          <p:sp>
            <p:nvSpPr>
              <p:cNvPr id="66041" name="Rectangle 506"/>
              <p:cNvSpPr/>
              <p:nvPr/>
            </p:nvSpPr>
            <p:spPr>
              <a:xfrm>
                <a:off x="2589"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42" name="Line 507"/>
              <p:cNvSpPr/>
              <p:nvPr/>
            </p:nvSpPr>
            <p:spPr>
              <a:xfrm>
                <a:off x="2589" y="2273"/>
                <a:ext cx="1" cy="12"/>
              </a:xfrm>
              <a:prstGeom prst="line">
                <a:avLst/>
              </a:prstGeom>
              <a:ln w="0" cap="flat" cmpd="sng">
                <a:solidFill>
                  <a:srgbClr val="FF0000"/>
                </a:solidFill>
                <a:prstDash val="solid"/>
                <a:round/>
                <a:headEnd type="none" w="med" len="med"/>
                <a:tailEnd type="none" w="med" len="med"/>
              </a:ln>
            </p:spPr>
          </p:sp>
          <p:sp>
            <p:nvSpPr>
              <p:cNvPr id="66043" name="Rectangle 508"/>
              <p:cNvSpPr/>
              <p:nvPr/>
            </p:nvSpPr>
            <p:spPr>
              <a:xfrm>
                <a:off x="2597" y="2273"/>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44" name="Line 509"/>
              <p:cNvSpPr/>
              <p:nvPr/>
            </p:nvSpPr>
            <p:spPr>
              <a:xfrm>
                <a:off x="2597" y="2273"/>
                <a:ext cx="192" cy="1"/>
              </a:xfrm>
              <a:prstGeom prst="line">
                <a:avLst/>
              </a:prstGeom>
              <a:ln w="0" cap="flat" cmpd="sng">
                <a:solidFill>
                  <a:srgbClr val="FF0000"/>
                </a:solidFill>
                <a:prstDash val="solid"/>
                <a:round/>
                <a:headEnd type="none" w="med" len="med"/>
                <a:tailEnd type="none" w="med" len="med"/>
              </a:ln>
            </p:spPr>
          </p:sp>
          <p:sp>
            <p:nvSpPr>
              <p:cNvPr id="66045" name="Rectangle 510"/>
              <p:cNvSpPr/>
              <p:nvPr/>
            </p:nvSpPr>
            <p:spPr>
              <a:xfrm>
                <a:off x="2789"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46" name="Line 511"/>
              <p:cNvSpPr/>
              <p:nvPr/>
            </p:nvSpPr>
            <p:spPr>
              <a:xfrm>
                <a:off x="2789" y="2273"/>
                <a:ext cx="1" cy="12"/>
              </a:xfrm>
              <a:prstGeom prst="line">
                <a:avLst/>
              </a:prstGeom>
              <a:ln w="0" cap="flat" cmpd="sng">
                <a:solidFill>
                  <a:srgbClr val="FF0000"/>
                </a:solidFill>
                <a:prstDash val="solid"/>
                <a:round/>
                <a:headEnd type="none" w="med" len="med"/>
                <a:tailEnd type="none" w="med" len="med"/>
              </a:ln>
            </p:spPr>
          </p:sp>
          <p:sp>
            <p:nvSpPr>
              <p:cNvPr id="66047" name="Rectangle 512"/>
              <p:cNvSpPr/>
              <p:nvPr/>
            </p:nvSpPr>
            <p:spPr>
              <a:xfrm>
                <a:off x="563"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48" name="Line 513"/>
              <p:cNvSpPr/>
              <p:nvPr/>
            </p:nvSpPr>
            <p:spPr>
              <a:xfrm>
                <a:off x="563" y="2285"/>
                <a:ext cx="1" cy="285"/>
              </a:xfrm>
              <a:prstGeom prst="line">
                <a:avLst/>
              </a:prstGeom>
              <a:ln w="0" cap="flat" cmpd="sng">
                <a:solidFill>
                  <a:srgbClr val="FF0000"/>
                </a:solidFill>
                <a:prstDash val="solid"/>
                <a:round/>
                <a:headEnd type="none" w="med" len="med"/>
                <a:tailEnd type="none" w="med" len="med"/>
              </a:ln>
            </p:spPr>
          </p:sp>
          <p:sp>
            <p:nvSpPr>
              <p:cNvPr id="66049" name="Rectangle 514"/>
              <p:cNvSpPr/>
              <p:nvPr/>
            </p:nvSpPr>
            <p:spPr>
              <a:xfrm>
                <a:off x="766"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50" name="Line 515"/>
              <p:cNvSpPr/>
              <p:nvPr/>
            </p:nvSpPr>
            <p:spPr>
              <a:xfrm>
                <a:off x="766" y="2285"/>
                <a:ext cx="1" cy="285"/>
              </a:xfrm>
              <a:prstGeom prst="line">
                <a:avLst/>
              </a:prstGeom>
              <a:ln w="0" cap="flat" cmpd="sng">
                <a:solidFill>
                  <a:srgbClr val="FF0000"/>
                </a:solidFill>
                <a:prstDash val="solid"/>
                <a:round/>
                <a:headEnd type="none" w="med" len="med"/>
                <a:tailEnd type="none" w="med" len="med"/>
              </a:ln>
            </p:spPr>
          </p:sp>
          <p:sp>
            <p:nvSpPr>
              <p:cNvPr id="66051" name="Rectangle 516"/>
              <p:cNvSpPr/>
              <p:nvPr/>
            </p:nvSpPr>
            <p:spPr>
              <a:xfrm>
                <a:off x="969"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52" name="Line 517"/>
              <p:cNvSpPr/>
              <p:nvPr/>
            </p:nvSpPr>
            <p:spPr>
              <a:xfrm>
                <a:off x="969" y="2285"/>
                <a:ext cx="1" cy="285"/>
              </a:xfrm>
              <a:prstGeom prst="line">
                <a:avLst/>
              </a:prstGeom>
              <a:ln w="0" cap="flat" cmpd="sng">
                <a:solidFill>
                  <a:srgbClr val="FF0000"/>
                </a:solidFill>
                <a:prstDash val="solid"/>
                <a:round/>
                <a:headEnd type="none" w="med" len="med"/>
                <a:tailEnd type="none" w="med" len="med"/>
              </a:ln>
            </p:spPr>
          </p:sp>
          <p:sp>
            <p:nvSpPr>
              <p:cNvPr id="66053" name="Rectangle 518"/>
              <p:cNvSpPr/>
              <p:nvPr/>
            </p:nvSpPr>
            <p:spPr>
              <a:xfrm>
                <a:off x="1169"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54" name="Line 519"/>
              <p:cNvSpPr/>
              <p:nvPr/>
            </p:nvSpPr>
            <p:spPr>
              <a:xfrm>
                <a:off x="1169" y="2285"/>
                <a:ext cx="1" cy="285"/>
              </a:xfrm>
              <a:prstGeom prst="line">
                <a:avLst/>
              </a:prstGeom>
              <a:ln w="0" cap="flat" cmpd="sng">
                <a:solidFill>
                  <a:srgbClr val="FF0000"/>
                </a:solidFill>
                <a:prstDash val="solid"/>
                <a:round/>
                <a:headEnd type="none" w="med" len="med"/>
                <a:tailEnd type="none" w="med" len="med"/>
              </a:ln>
            </p:spPr>
          </p:sp>
          <p:sp>
            <p:nvSpPr>
              <p:cNvPr id="66055" name="Rectangle 520"/>
              <p:cNvSpPr/>
              <p:nvPr/>
            </p:nvSpPr>
            <p:spPr>
              <a:xfrm>
                <a:off x="1372"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56" name="Line 521"/>
              <p:cNvSpPr/>
              <p:nvPr/>
            </p:nvSpPr>
            <p:spPr>
              <a:xfrm>
                <a:off x="1372" y="2285"/>
                <a:ext cx="1" cy="285"/>
              </a:xfrm>
              <a:prstGeom prst="line">
                <a:avLst/>
              </a:prstGeom>
              <a:ln w="0" cap="flat" cmpd="sng">
                <a:solidFill>
                  <a:srgbClr val="FF0000"/>
                </a:solidFill>
                <a:prstDash val="solid"/>
                <a:round/>
                <a:headEnd type="none" w="med" len="med"/>
                <a:tailEnd type="none" w="med" len="med"/>
              </a:ln>
            </p:spPr>
          </p:sp>
          <p:sp>
            <p:nvSpPr>
              <p:cNvPr id="66057" name="Rectangle 522"/>
              <p:cNvSpPr/>
              <p:nvPr/>
            </p:nvSpPr>
            <p:spPr>
              <a:xfrm>
                <a:off x="1575"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58" name="Line 523"/>
              <p:cNvSpPr/>
              <p:nvPr/>
            </p:nvSpPr>
            <p:spPr>
              <a:xfrm>
                <a:off x="1575" y="2285"/>
                <a:ext cx="1" cy="285"/>
              </a:xfrm>
              <a:prstGeom prst="line">
                <a:avLst/>
              </a:prstGeom>
              <a:ln w="0" cap="flat" cmpd="sng">
                <a:solidFill>
                  <a:srgbClr val="FF0000"/>
                </a:solidFill>
                <a:prstDash val="solid"/>
                <a:round/>
                <a:headEnd type="none" w="med" len="med"/>
                <a:tailEnd type="none" w="med" len="med"/>
              </a:ln>
            </p:spPr>
          </p:sp>
          <p:sp>
            <p:nvSpPr>
              <p:cNvPr id="66059" name="Rectangle 524"/>
              <p:cNvSpPr/>
              <p:nvPr/>
            </p:nvSpPr>
            <p:spPr>
              <a:xfrm>
                <a:off x="1778"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60" name="Line 525"/>
              <p:cNvSpPr/>
              <p:nvPr/>
            </p:nvSpPr>
            <p:spPr>
              <a:xfrm>
                <a:off x="1778" y="2285"/>
                <a:ext cx="1" cy="285"/>
              </a:xfrm>
              <a:prstGeom prst="line">
                <a:avLst/>
              </a:prstGeom>
              <a:ln w="0" cap="flat" cmpd="sng">
                <a:solidFill>
                  <a:srgbClr val="FF0000"/>
                </a:solidFill>
                <a:prstDash val="solid"/>
                <a:round/>
                <a:headEnd type="none" w="med" len="med"/>
                <a:tailEnd type="none" w="med" len="med"/>
              </a:ln>
            </p:spPr>
          </p:sp>
          <p:sp>
            <p:nvSpPr>
              <p:cNvPr id="66061" name="Rectangle 526"/>
              <p:cNvSpPr/>
              <p:nvPr/>
            </p:nvSpPr>
            <p:spPr>
              <a:xfrm>
                <a:off x="1980"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62" name="Line 527"/>
              <p:cNvSpPr/>
              <p:nvPr/>
            </p:nvSpPr>
            <p:spPr>
              <a:xfrm>
                <a:off x="1980" y="2285"/>
                <a:ext cx="1" cy="285"/>
              </a:xfrm>
              <a:prstGeom prst="line">
                <a:avLst/>
              </a:prstGeom>
              <a:ln w="0" cap="flat" cmpd="sng">
                <a:solidFill>
                  <a:srgbClr val="FF0000"/>
                </a:solidFill>
                <a:prstDash val="solid"/>
                <a:round/>
                <a:headEnd type="none" w="med" len="med"/>
                <a:tailEnd type="none" w="med" len="med"/>
              </a:ln>
            </p:spPr>
          </p:sp>
          <p:sp>
            <p:nvSpPr>
              <p:cNvPr id="66063" name="Rectangle 528"/>
              <p:cNvSpPr/>
              <p:nvPr/>
            </p:nvSpPr>
            <p:spPr>
              <a:xfrm>
                <a:off x="2183"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64" name="Line 529"/>
              <p:cNvSpPr/>
              <p:nvPr/>
            </p:nvSpPr>
            <p:spPr>
              <a:xfrm>
                <a:off x="2183" y="2285"/>
                <a:ext cx="1" cy="285"/>
              </a:xfrm>
              <a:prstGeom prst="line">
                <a:avLst/>
              </a:prstGeom>
              <a:ln w="0" cap="flat" cmpd="sng">
                <a:solidFill>
                  <a:srgbClr val="FF0000"/>
                </a:solidFill>
                <a:prstDash val="solid"/>
                <a:round/>
                <a:headEnd type="none" w="med" len="med"/>
                <a:tailEnd type="none" w="med" len="med"/>
              </a:ln>
            </p:spPr>
          </p:sp>
          <p:sp>
            <p:nvSpPr>
              <p:cNvPr id="66065" name="Rectangle 530"/>
              <p:cNvSpPr/>
              <p:nvPr/>
            </p:nvSpPr>
            <p:spPr>
              <a:xfrm>
                <a:off x="2386"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66" name="Line 531"/>
              <p:cNvSpPr/>
              <p:nvPr/>
            </p:nvSpPr>
            <p:spPr>
              <a:xfrm>
                <a:off x="2386" y="2285"/>
                <a:ext cx="1" cy="285"/>
              </a:xfrm>
              <a:prstGeom prst="line">
                <a:avLst/>
              </a:prstGeom>
              <a:ln w="0" cap="flat" cmpd="sng">
                <a:solidFill>
                  <a:srgbClr val="FF0000"/>
                </a:solidFill>
                <a:prstDash val="solid"/>
                <a:round/>
                <a:headEnd type="none" w="med" len="med"/>
                <a:tailEnd type="none" w="med" len="med"/>
              </a:ln>
            </p:spPr>
          </p:sp>
          <p:sp>
            <p:nvSpPr>
              <p:cNvPr id="66067" name="Rectangle 532"/>
              <p:cNvSpPr/>
              <p:nvPr/>
            </p:nvSpPr>
            <p:spPr>
              <a:xfrm>
                <a:off x="2589"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68" name="Line 533"/>
              <p:cNvSpPr/>
              <p:nvPr/>
            </p:nvSpPr>
            <p:spPr>
              <a:xfrm>
                <a:off x="2589" y="2285"/>
                <a:ext cx="1" cy="285"/>
              </a:xfrm>
              <a:prstGeom prst="line">
                <a:avLst/>
              </a:prstGeom>
              <a:ln w="0" cap="flat" cmpd="sng">
                <a:solidFill>
                  <a:srgbClr val="FF0000"/>
                </a:solidFill>
                <a:prstDash val="solid"/>
                <a:round/>
                <a:headEnd type="none" w="med" len="med"/>
                <a:tailEnd type="none" w="med" len="med"/>
              </a:ln>
            </p:spPr>
          </p:sp>
          <p:sp>
            <p:nvSpPr>
              <p:cNvPr id="66069" name="Rectangle 534"/>
              <p:cNvSpPr/>
              <p:nvPr/>
            </p:nvSpPr>
            <p:spPr>
              <a:xfrm>
                <a:off x="2789"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70" name="Line 535"/>
              <p:cNvSpPr/>
              <p:nvPr/>
            </p:nvSpPr>
            <p:spPr>
              <a:xfrm>
                <a:off x="2789" y="2285"/>
                <a:ext cx="1" cy="285"/>
              </a:xfrm>
              <a:prstGeom prst="line">
                <a:avLst/>
              </a:prstGeom>
              <a:ln w="0" cap="flat" cmpd="sng">
                <a:solidFill>
                  <a:srgbClr val="FF0000"/>
                </a:solidFill>
                <a:prstDash val="solid"/>
                <a:round/>
                <a:headEnd type="none" w="med" len="med"/>
                <a:tailEnd type="none" w="med" len="med"/>
              </a:ln>
            </p:spPr>
          </p:sp>
          <p:sp>
            <p:nvSpPr>
              <p:cNvPr id="66071" name="Rectangle 536"/>
              <p:cNvSpPr/>
              <p:nvPr/>
            </p:nvSpPr>
            <p:spPr>
              <a:xfrm>
                <a:off x="671"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72" name="Rectangle 537"/>
              <p:cNvSpPr/>
              <p:nvPr/>
            </p:nvSpPr>
            <p:spPr>
              <a:xfrm>
                <a:off x="73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73" name="Rectangle 538"/>
              <p:cNvSpPr/>
              <p:nvPr/>
            </p:nvSpPr>
            <p:spPr>
              <a:xfrm>
                <a:off x="874"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74" name="Rectangle 539"/>
              <p:cNvSpPr/>
              <p:nvPr/>
            </p:nvSpPr>
            <p:spPr>
              <a:xfrm>
                <a:off x="939"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75" name="Rectangle 540"/>
              <p:cNvSpPr/>
              <p:nvPr/>
            </p:nvSpPr>
            <p:spPr>
              <a:xfrm>
                <a:off x="107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76" name="Rectangle 541"/>
              <p:cNvSpPr/>
              <p:nvPr/>
            </p:nvSpPr>
            <p:spPr>
              <a:xfrm>
                <a:off x="1142"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77" name="Rectangle 542"/>
              <p:cNvSpPr/>
              <p:nvPr/>
            </p:nvSpPr>
            <p:spPr>
              <a:xfrm>
                <a:off x="1279"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78" name="Rectangle 543"/>
              <p:cNvSpPr/>
              <p:nvPr/>
            </p:nvSpPr>
            <p:spPr>
              <a:xfrm>
                <a:off x="1345"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79" name="Rectangle 544"/>
              <p:cNvSpPr/>
              <p:nvPr/>
            </p:nvSpPr>
            <p:spPr>
              <a:xfrm>
                <a:off x="1482"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080" name="Rectangle 545"/>
              <p:cNvSpPr/>
              <p:nvPr/>
            </p:nvSpPr>
            <p:spPr>
              <a:xfrm>
                <a:off x="1548"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81" name="Rectangle 546"/>
              <p:cNvSpPr/>
              <p:nvPr/>
            </p:nvSpPr>
            <p:spPr>
              <a:xfrm>
                <a:off x="1685"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82" name="Rectangle 547"/>
              <p:cNvSpPr/>
              <p:nvPr/>
            </p:nvSpPr>
            <p:spPr>
              <a:xfrm>
                <a:off x="1751"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83" name="Rectangle 548"/>
              <p:cNvSpPr/>
              <p:nvPr/>
            </p:nvSpPr>
            <p:spPr>
              <a:xfrm>
                <a:off x="1888"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84" name="Rectangle 549"/>
              <p:cNvSpPr/>
              <p:nvPr/>
            </p:nvSpPr>
            <p:spPr>
              <a:xfrm>
                <a:off x="1954"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85" name="Rectangle 550"/>
              <p:cNvSpPr/>
              <p:nvPr/>
            </p:nvSpPr>
            <p:spPr>
              <a:xfrm>
                <a:off x="2088"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86" name="Rectangle 551"/>
              <p:cNvSpPr/>
              <p:nvPr/>
            </p:nvSpPr>
            <p:spPr>
              <a:xfrm>
                <a:off x="2153"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87" name="Rectangle 552"/>
              <p:cNvSpPr/>
              <p:nvPr/>
            </p:nvSpPr>
            <p:spPr>
              <a:xfrm>
                <a:off x="2291"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088" name="Rectangle 553"/>
              <p:cNvSpPr/>
              <p:nvPr/>
            </p:nvSpPr>
            <p:spPr>
              <a:xfrm>
                <a:off x="235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89" name="Rectangle 554"/>
              <p:cNvSpPr/>
              <p:nvPr/>
            </p:nvSpPr>
            <p:spPr>
              <a:xfrm>
                <a:off x="2493"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90" name="Rectangle 555"/>
              <p:cNvSpPr/>
              <p:nvPr/>
            </p:nvSpPr>
            <p:spPr>
              <a:xfrm>
                <a:off x="2559"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91" name="Rectangle 556"/>
              <p:cNvSpPr/>
              <p:nvPr/>
            </p:nvSpPr>
            <p:spPr>
              <a:xfrm>
                <a:off x="269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92" name="Rectangle 557"/>
              <p:cNvSpPr/>
              <p:nvPr/>
            </p:nvSpPr>
            <p:spPr>
              <a:xfrm>
                <a:off x="2762"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93" name="Rectangle 558"/>
              <p:cNvSpPr/>
              <p:nvPr/>
            </p:nvSpPr>
            <p:spPr>
              <a:xfrm>
                <a:off x="563"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94" name="Line 559"/>
              <p:cNvSpPr/>
              <p:nvPr/>
            </p:nvSpPr>
            <p:spPr>
              <a:xfrm>
                <a:off x="563" y="2570"/>
                <a:ext cx="1" cy="12"/>
              </a:xfrm>
              <a:prstGeom prst="line">
                <a:avLst/>
              </a:prstGeom>
              <a:ln w="0" cap="flat" cmpd="sng">
                <a:solidFill>
                  <a:srgbClr val="FF0000"/>
                </a:solidFill>
                <a:prstDash val="solid"/>
                <a:round/>
                <a:headEnd type="none" w="med" len="med"/>
                <a:tailEnd type="none" w="med" len="med"/>
              </a:ln>
            </p:spPr>
          </p:sp>
          <p:sp>
            <p:nvSpPr>
              <p:cNvPr id="66095" name="Rectangle 560"/>
              <p:cNvSpPr/>
              <p:nvPr/>
            </p:nvSpPr>
            <p:spPr>
              <a:xfrm>
                <a:off x="572"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96" name="Line 561"/>
              <p:cNvSpPr/>
              <p:nvPr/>
            </p:nvSpPr>
            <p:spPr>
              <a:xfrm>
                <a:off x="572" y="2570"/>
                <a:ext cx="194" cy="1"/>
              </a:xfrm>
              <a:prstGeom prst="line">
                <a:avLst/>
              </a:prstGeom>
              <a:ln w="0" cap="flat" cmpd="sng">
                <a:solidFill>
                  <a:srgbClr val="FF0000"/>
                </a:solidFill>
                <a:prstDash val="solid"/>
                <a:round/>
                <a:headEnd type="none" w="med" len="med"/>
                <a:tailEnd type="none" w="med" len="med"/>
              </a:ln>
            </p:spPr>
          </p:sp>
          <p:sp>
            <p:nvSpPr>
              <p:cNvPr id="66097" name="Rectangle 562"/>
              <p:cNvSpPr/>
              <p:nvPr/>
            </p:nvSpPr>
            <p:spPr>
              <a:xfrm>
                <a:off x="766"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98" name="Line 563"/>
              <p:cNvSpPr/>
              <p:nvPr/>
            </p:nvSpPr>
            <p:spPr>
              <a:xfrm>
                <a:off x="766" y="2570"/>
                <a:ext cx="1" cy="12"/>
              </a:xfrm>
              <a:prstGeom prst="line">
                <a:avLst/>
              </a:prstGeom>
              <a:ln w="0" cap="flat" cmpd="sng">
                <a:solidFill>
                  <a:srgbClr val="FF0000"/>
                </a:solidFill>
                <a:prstDash val="solid"/>
                <a:round/>
                <a:headEnd type="none" w="med" len="med"/>
                <a:tailEnd type="none" w="med" len="med"/>
              </a:ln>
            </p:spPr>
          </p:sp>
          <p:sp>
            <p:nvSpPr>
              <p:cNvPr id="66099" name="Rectangle 564"/>
              <p:cNvSpPr/>
              <p:nvPr/>
            </p:nvSpPr>
            <p:spPr>
              <a:xfrm>
                <a:off x="775"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00" name="Line 565"/>
              <p:cNvSpPr/>
              <p:nvPr/>
            </p:nvSpPr>
            <p:spPr>
              <a:xfrm>
                <a:off x="775" y="2570"/>
                <a:ext cx="194" cy="1"/>
              </a:xfrm>
              <a:prstGeom prst="line">
                <a:avLst/>
              </a:prstGeom>
              <a:ln w="0" cap="flat" cmpd="sng">
                <a:solidFill>
                  <a:srgbClr val="FF0000"/>
                </a:solidFill>
                <a:prstDash val="solid"/>
                <a:round/>
                <a:headEnd type="none" w="med" len="med"/>
                <a:tailEnd type="none" w="med" len="med"/>
              </a:ln>
            </p:spPr>
          </p:sp>
          <p:sp>
            <p:nvSpPr>
              <p:cNvPr id="66101" name="Rectangle 566"/>
              <p:cNvSpPr/>
              <p:nvPr/>
            </p:nvSpPr>
            <p:spPr>
              <a:xfrm>
                <a:off x="969"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02" name="Line 567"/>
              <p:cNvSpPr/>
              <p:nvPr/>
            </p:nvSpPr>
            <p:spPr>
              <a:xfrm>
                <a:off x="969" y="2570"/>
                <a:ext cx="1" cy="12"/>
              </a:xfrm>
              <a:prstGeom prst="line">
                <a:avLst/>
              </a:prstGeom>
              <a:ln w="0" cap="flat" cmpd="sng">
                <a:solidFill>
                  <a:srgbClr val="FF0000"/>
                </a:solidFill>
                <a:prstDash val="solid"/>
                <a:round/>
                <a:headEnd type="none" w="med" len="med"/>
                <a:tailEnd type="none" w="med" len="med"/>
              </a:ln>
            </p:spPr>
          </p:sp>
          <p:sp>
            <p:nvSpPr>
              <p:cNvPr id="66103" name="Rectangle 568"/>
              <p:cNvSpPr/>
              <p:nvPr/>
            </p:nvSpPr>
            <p:spPr>
              <a:xfrm>
                <a:off x="978" y="2570"/>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04" name="Line 569"/>
              <p:cNvSpPr/>
              <p:nvPr/>
            </p:nvSpPr>
            <p:spPr>
              <a:xfrm>
                <a:off x="978" y="2570"/>
                <a:ext cx="191" cy="1"/>
              </a:xfrm>
              <a:prstGeom prst="line">
                <a:avLst/>
              </a:prstGeom>
              <a:ln w="0" cap="flat" cmpd="sng">
                <a:solidFill>
                  <a:srgbClr val="FF0000"/>
                </a:solidFill>
                <a:prstDash val="solid"/>
                <a:round/>
                <a:headEnd type="none" w="med" len="med"/>
                <a:tailEnd type="none" w="med" len="med"/>
              </a:ln>
            </p:spPr>
          </p:sp>
          <p:sp>
            <p:nvSpPr>
              <p:cNvPr id="66105" name="Rectangle 570"/>
              <p:cNvSpPr/>
              <p:nvPr/>
            </p:nvSpPr>
            <p:spPr>
              <a:xfrm>
                <a:off x="1169"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06" name="Line 571"/>
              <p:cNvSpPr/>
              <p:nvPr/>
            </p:nvSpPr>
            <p:spPr>
              <a:xfrm>
                <a:off x="1169" y="2570"/>
                <a:ext cx="1" cy="12"/>
              </a:xfrm>
              <a:prstGeom prst="line">
                <a:avLst/>
              </a:prstGeom>
              <a:ln w="0" cap="flat" cmpd="sng">
                <a:solidFill>
                  <a:srgbClr val="FF0000"/>
                </a:solidFill>
                <a:prstDash val="solid"/>
                <a:round/>
                <a:headEnd type="none" w="med" len="med"/>
                <a:tailEnd type="none" w="med" len="med"/>
              </a:ln>
            </p:spPr>
          </p:sp>
          <p:sp>
            <p:nvSpPr>
              <p:cNvPr id="66107" name="Rectangle 572"/>
              <p:cNvSpPr/>
              <p:nvPr/>
            </p:nvSpPr>
            <p:spPr>
              <a:xfrm>
                <a:off x="1178"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08" name="Line 573"/>
              <p:cNvSpPr/>
              <p:nvPr/>
            </p:nvSpPr>
            <p:spPr>
              <a:xfrm>
                <a:off x="1178" y="2570"/>
                <a:ext cx="194" cy="1"/>
              </a:xfrm>
              <a:prstGeom prst="line">
                <a:avLst/>
              </a:prstGeom>
              <a:ln w="0" cap="flat" cmpd="sng">
                <a:solidFill>
                  <a:srgbClr val="FF0000"/>
                </a:solidFill>
                <a:prstDash val="solid"/>
                <a:round/>
                <a:headEnd type="none" w="med" len="med"/>
                <a:tailEnd type="none" w="med" len="med"/>
              </a:ln>
            </p:spPr>
          </p:sp>
          <p:sp>
            <p:nvSpPr>
              <p:cNvPr id="66109" name="Rectangle 574"/>
              <p:cNvSpPr/>
              <p:nvPr/>
            </p:nvSpPr>
            <p:spPr>
              <a:xfrm>
                <a:off x="1372"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10" name="Line 575"/>
              <p:cNvSpPr/>
              <p:nvPr/>
            </p:nvSpPr>
            <p:spPr>
              <a:xfrm>
                <a:off x="1372" y="2570"/>
                <a:ext cx="1" cy="12"/>
              </a:xfrm>
              <a:prstGeom prst="line">
                <a:avLst/>
              </a:prstGeom>
              <a:ln w="0" cap="flat" cmpd="sng">
                <a:solidFill>
                  <a:srgbClr val="FF0000"/>
                </a:solidFill>
                <a:prstDash val="solid"/>
                <a:round/>
                <a:headEnd type="none" w="med" len="med"/>
                <a:tailEnd type="none" w="med" len="med"/>
              </a:ln>
            </p:spPr>
          </p:sp>
          <p:sp>
            <p:nvSpPr>
              <p:cNvPr id="66111" name="Rectangle 576"/>
              <p:cNvSpPr/>
              <p:nvPr/>
            </p:nvSpPr>
            <p:spPr>
              <a:xfrm>
                <a:off x="1380" y="2570"/>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12" name="Line 577"/>
              <p:cNvSpPr/>
              <p:nvPr/>
            </p:nvSpPr>
            <p:spPr>
              <a:xfrm>
                <a:off x="1380" y="2570"/>
                <a:ext cx="195" cy="1"/>
              </a:xfrm>
              <a:prstGeom prst="line">
                <a:avLst/>
              </a:prstGeom>
              <a:ln w="0" cap="flat" cmpd="sng">
                <a:solidFill>
                  <a:srgbClr val="FF0000"/>
                </a:solidFill>
                <a:prstDash val="solid"/>
                <a:round/>
                <a:headEnd type="none" w="med" len="med"/>
                <a:tailEnd type="none" w="med" len="med"/>
              </a:ln>
            </p:spPr>
          </p:sp>
          <p:sp>
            <p:nvSpPr>
              <p:cNvPr id="66113" name="Rectangle 578"/>
              <p:cNvSpPr/>
              <p:nvPr/>
            </p:nvSpPr>
            <p:spPr>
              <a:xfrm>
                <a:off x="1575"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14" name="Line 579"/>
              <p:cNvSpPr/>
              <p:nvPr/>
            </p:nvSpPr>
            <p:spPr>
              <a:xfrm>
                <a:off x="1575" y="2570"/>
                <a:ext cx="1" cy="12"/>
              </a:xfrm>
              <a:prstGeom prst="line">
                <a:avLst/>
              </a:prstGeom>
              <a:ln w="0" cap="flat" cmpd="sng">
                <a:solidFill>
                  <a:srgbClr val="FF0000"/>
                </a:solidFill>
                <a:prstDash val="solid"/>
                <a:round/>
                <a:headEnd type="none" w="med" len="med"/>
                <a:tailEnd type="none" w="med" len="med"/>
              </a:ln>
            </p:spPr>
          </p:sp>
          <p:sp>
            <p:nvSpPr>
              <p:cNvPr id="66115" name="Rectangle 580"/>
              <p:cNvSpPr/>
              <p:nvPr/>
            </p:nvSpPr>
            <p:spPr>
              <a:xfrm>
                <a:off x="1583" y="2570"/>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16" name="Line 581"/>
              <p:cNvSpPr/>
              <p:nvPr/>
            </p:nvSpPr>
            <p:spPr>
              <a:xfrm>
                <a:off x="1583" y="2570"/>
                <a:ext cx="195" cy="1"/>
              </a:xfrm>
              <a:prstGeom prst="line">
                <a:avLst/>
              </a:prstGeom>
              <a:ln w="0" cap="flat" cmpd="sng">
                <a:solidFill>
                  <a:srgbClr val="FF0000"/>
                </a:solidFill>
                <a:prstDash val="solid"/>
                <a:round/>
                <a:headEnd type="none" w="med" len="med"/>
                <a:tailEnd type="none" w="med" len="med"/>
              </a:ln>
            </p:spPr>
          </p:sp>
          <p:sp>
            <p:nvSpPr>
              <p:cNvPr id="66117" name="Rectangle 582"/>
              <p:cNvSpPr/>
              <p:nvPr/>
            </p:nvSpPr>
            <p:spPr>
              <a:xfrm>
                <a:off x="1778"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18" name="Line 583"/>
              <p:cNvSpPr/>
              <p:nvPr/>
            </p:nvSpPr>
            <p:spPr>
              <a:xfrm>
                <a:off x="1778" y="2570"/>
                <a:ext cx="1" cy="12"/>
              </a:xfrm>
              <a:prstGeom prst="line">
                <a:avLst/>
              </a:prstGeom>
              <a:ln w="0" cap="flat" cmpd="sng">
                <a:solidFill>
                  <a:srgbClr val="FF0000"/>
                </a:solidFill>
                <a:prstDash val="solid"/>
                <a:round/>
                <a:headEnd type="none" w="med" len="med"/>
                <a:tailEnd type="none" w="med" len="med"/>
              </a:ln>
            </p:spPr>
          </p:sp>
          <p:sp>
            <p:nvSpPr>
              <p:cNvPr id="66119" name="Rectangle 584"/>
              <p:cNvSpPr/>
              <p:nvPr/>
            </p:nvSpPr>
            <p:spPr>
              <a:xfrm>
                <a:off x="1786"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20" name="Line 585"/>
              <p:cNvSpPr/>
              <p:nvPr/>
            </p:nvSpPr>
            <p:spPr>
              <a:xfrm>
                <a:off x="1786" y="2570"/>
                <a:ext cx="194" cy="1"/>
              </a:xfrm>
              <a:prstGeom prst="line">
                <a:avLst/>
              </a:prstGeom>
              <a:ln w="0" cap="flat" cmpd="sng">
                <a:solidFill>
                  <a:srgbClr val="FF0000"/>
                </a:solidFill>
                <a:prstDash val="solid"/>
                <a:round/>
                <a:headEnd type="none" w="med" len="med"/>
                <a:tailEnd type="none" w="med" len="med"/>
              </a:ln>
            </p:spPr>
          </p:sp>
          <p:sp>
            <p:nvSpPr>
              <p:cNvPr id="66121" name="Rectangle 586"/>
              <p:cNvSpPr/>
              <p:nvPr/>
            </p:nvSpPr>
            <p:spPr>
              <a:xfrm>
                <a:off x="1980"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22" name="Line 587"/>
              <p:cNvSpPr/>
              <p:nvPr/>
            </p:nvSpPr>
            <p:spPr>
              <a:xfrm>
                <a:off x="1980" y="2570"/>
                <a:ext cx="1" cy="12"/>
              </a:xfrm>
              <a:prstGeom prst="line">
                <a:avLst/>
              </a:prstGeom>
              <a:ln w="0" cap="flat" cmpd="sng">
                <a:solidFill>
                  <a:srgbClr val="FF0000"/>
                </a:solidFill>
                <a:prstDash val="solid"/>
                <a:round/>
                <a:headEnd type="none" w="med" len="med"/>
                <a:tailEnd type="none" w="med" len="med"/>
              </a:ln>
            </p:spPr>
          </p:sp>
          <p:sp>
            <p:nvSpPr>
              <p:cNvPr id="66123" name="Rectangle 588"/>
              <p:cNvSpPr/>
              <p:nvPr/>
            </p:nvSpPr>
            <p:spPr>
              <a:xfrm>
                <a:off x="1989"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24" name="Line 589"/>
              <p:cNvSpPr/>
              <p:nvPr/>
            </p:nvSpPr>
            <p:spPr>
              <a:xfrm>
                <a:off x="1989" y="2570"/>
                <a:ext cx="194" cy="1"/>
              </a:xfrm>
              <a:prstGeom prst="line">
                <a:avLst/>
              </a:prstGeom>
              <a:ln w="0" cap="flat" cmpd="sng">
                <a:solidFill>
                  <a:srgbClr val="FF0000"/>
                </a:solidFill>
                <a:prstDash val="solid"/>
                <a:round/>
                <a:headEnd type="none" w="med" len="med"/>
                <a:tailEnd type="none" w="med" len="med"/>
              </a:ln>
            </p:spPr>
          </p:sp>
          <p:sp>
            <p:nvSpPr>
              <p:cNvPr id="66125" name="Rectangle 590"/>
              <p:cNvSpPr/>
              <p:nvPr/>
            </p:nvSpPr>
            <p:spPr>
              <a:xfrm>
                <a:off x="2183"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26" name="Line 591"/>
              <p:cNvSpPr/>
              <p:nvPr/>
            </p:nvSpPr>
            <p:spPr>
              <a:xfrm>
                <a:off x="2183" y="2570"/>
                <a:ext cx="1" cy="12"/>
              </a:xfrm>
              <a:prstGeom prst="line">
                <a:avLst/>
              </a:prstGeom>
              <a:ln w="0" cap="flat" cmpd="sng">
                <a:solidFill>
                  <a:srgbClr val="FF0000"/>
                </a:solidFill>
                <a:prstDash val="solid"/>
                <a:round/>
                <a:headEnd type="none" w="med" len="med"/>
                <a:tailEnd type="none" w="med" len="med"/>
              </a:ln>
            </p:spPr>
          </p:sp>
          <p:sp>
            <p:nvSpPr>
              <p:cNvPr id="66127" name="Rectangle 592"/>
              <p:cNvSpPr/>
              <p:nvPr/>
            </p:nvSpPr>
            <p:spPr>
              <a:xfrm>
                <a:off x="2192"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28" name="Line 593"/>
              <p:cNvSpPr/>
              <p:nvPr/>
            </p:nvSpPr>
            <p:spPr>
              <a:xfrm>
                <a:off x="2192" y="2570"/>
                <a:ext cx="194" cy="1"/>
              </a:xfrm>
              <a:prstGeom prst="line">
                <a:avLst/>
              </a:prstGeom>
              <a:ln w="0" cap="flat" cmpd="sng">
                <a:solidFill>
                  <a:srgbClr val="FF0000"/>
                </a:solidFill>
                <a:prstDash val="solid"/>
                <a:round/>
                <a:headEnd type="none" w="med" len="med"/>
                <a:tailEnd type="none" w="med" len="med"/>
              </a:ln>
            </p:spPr>
          </p:sp>
          <p:sp>
            <p:nvSpPr>
              <p:cNvPr id="66129" name="Rectangle 594"/>
              <p:cNvSpPr/>
              <p:nvPr/>
            </p:nvSpPr>
            <p:spPr>
              <a:xfrm>
                <a:off x="2386"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30" name="Line 595"/>
              <p:cNvSpPr/>
              <p:nvPr/>
            </p:nvSpPr>
            <p:spPr>
              <a:xfrm>
                <a:off x="2386" y="2570"/>
                <a:ext cx="1" cy="12"/>
              </a:xfrm>
              <a:prstGeom prst="line">
                <a:avLst/>
              </a:prstGeom>
              <a:ln w="0" cap="flat" cmpd="sng">
                <a:solidFill>
                  <a:srgbClr val="FF0000"/>
                </a:solidFill>
                <a:prstDash val="solid"/>
                <a:round/>
                <a:headEnd type="none" w="med" len="med"/>
                <a:tailEnd type="none" w="med" len="med"/>
              </a:ln>
            </p:spPr>
          </p:sp>
          <p:sp>
            <p:nvSpPr>
              <p:cNvPr id="66131" name="Rectangle 596"/>
              <p:cNvSpPr/>
              <p:nvPr/>
            </p:nvSpPr>
            <p:spPr>
              <a:xfrm>
                <a:off x="2395"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32" name="Line 597"/>
              <p:cNvSpPr/>
              <p:nvPr/>
            </p:nvSpPr>
            <p:spPr>
              <a:xfrm>
                <a:off x="2395" y="2570"/>
                <a:ext cx="194" cy="1"/>
              </a:xfrm>
              <a:prstGeom prst="line">
                <a:avLst/>
              </a:prstGeom>
              <a:ln w="0" cap="flat" cmpd="sng">
                <a:solidFill>
                  <a:srgbClr val="FF0000"/>
                </a:solidFill>
                <a:prstDash val="solid"/>
                <a:round/>
                <a:headEnd type="none" w="med" len="med"/>
                <a:tailEnd type="none" w="med" len="med"/>
              </a:ln>
            </p:spPr>
          </p:sp>
          <p:sp>
            <p:nvSpPr>
              <p:cNvPr id="66133" name="Rectangle 598"/>
              <p:cNvSpPr/>
              <p:nvPr/>
            </p:nvSpPr>
            <p:spPr>
              <a:xfrm>
                <a:off x="2589"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34" name="Line 599"/>
              <p:cNvSpPr/>
              <p:nvPr/>
            </p:nvSpPr>
            <p:spPr>
              <a:xfrm>
                <a:off x="2589" y="2570"/>
                <a:ext cx="1" cy="12"/>
              </a:xfrm>
              <a:prstGeom prst="line">
                <a:avLst/>
              </a:prstGeom>
              <a:ln w="0" cap="flat" cmpd="sng">
                <a:solidFill>
                  <a:srgbClr val="FF0000"/>
                </a:solidFill>
                <a:prstDash val="solid"/>
                <a:round/>
                <a:headEnd type="none" w="med" len="med"/>
                <a:tailEnd type="none" w="med" len="med"/>
              </a:ln>
            </p:spPr>
          </p:sp>
          <p:sp>
            <p:nvSpPr>
              <p:cNvPr id="66135" name="Rectangle 600"/>
              <p:cNvSpPr/>
              <p:nvPr/>
            </p:nvSpPr>
            <p:spPr>
              <a:xfrm>
                <a:off x="2597" y="2570"/>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36" name="Line 601"/>
              <p:cNvSpPr/>
              <p:nvPr/>
            </p:nvSpPr>
            <p:spPr>
              <a:xfrm>
                <a:off x="2597" y="2570"/>
                <a:ext cx="192" cy="1"/>
              </a:xfrm>
              <a:prstGeom prst="line">
                <a:avLst/>
              </a:prstGeom>
              <a:ln w="0" cap="flat" cmpd="sng">
                <a:solidFill>
                  <a:srgbClr val="FF0000"/>
                </a:solidFill>
                <a:prstDash val="solid"/>
                <a:round/>
                <a:headEnd type="none" w="med" len="med"/>
                <a:tailEnd type="none" w="med" len="med"/>
              </a:ln>
            </p:spPr>
          </p:sp>
          <p:sp>
            <p:nvSpPr>
              <p:cNvPr id="66137" name="Rectangle 602"/>
              <p:cNvSpPr/>
              <p:nvPr/>
            </p:nvSpPr>
            <p:spPr>
              <a:xfrm>
                <a:off x="2789"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38" name="Line 603"/>
              <p:cNvSpPr/>
              <p:nvPr/>
            </p:nvSpPr>
            <p:spPr>
              <a:xfrm>
                <a:off x="2789" y="2570"/>
                <a:ext cx="1" cy="12"/>
              </a:xfrm>
              <a:prstGeom prst="line">
                <a:avLst/>
              </a:prstGeom>
              <a:ln w="0" cap="flat" cmpd="sng">
                <a:solidFill>
                  <a:srgbClr val="FF0000"/>
                </a:solidFill>
                <a:prstDash val="solid"/>
                <a:round/>
                <a:headEnd type="none" w="med" len="med"/>
                <a:tailEnd type="none" w="med" len="med"/>
              </a:ln>
            </p:spPr>
          </p:sp>
          <p:sp>
            <p:nvSpPr>
              <p:cNvPr id="66139" name="Rectangle 604"/>
              <p:cNvSpPr/>
              <p:nvPr/>
            </p:nvSpPr>
            <p:spPr>
              <a:xfrm>
                <a:off x="563"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40" name="Line 605"/>
              <p:cNvSpPr/>
              <p:nvPr/>
            </p:nvSpPr>
            <p:spPr>
              <a:xfrm>
                <a:off x="563" y="2582"/>
                <a:ext cx="1" cy="285"/>
              </a:xfrm>
              <a:prstGeom prst="line">
                <a:avLst/>
              </a:prstGeom>
              <a:ln w="0" cap="flat" cmpd="sng">
                <a:solidFill>
                  <a:srgbClr val="FF0000"/>
                </a:solidFill>
                <a:prstDash val="solid"/>
                <a:round/>
                <a:headEnd type="none" w="med" len="med"/>
                <a:tailEnd type="none" w="med" len="med"/>
              </a:ln>
            </p:spPr>
          </p:sp>
          <p:sp>
            <p:nvSpPr>
              <p:cNvPr id="66141" name="Rectangle 606"/>
              <p:cNvSpPr/>
              <p:nvPr/>
            </p:nvSpPr>
            <p:spPr>
              <a:xfrm>
                <a:off x="766"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42" name="Line 607"/>
              <p:cNvSpPr/>
              <p:nvPr/>
            </p:nvSpPr>
            <p:spPr>
              <a:xfrm>
                <a:off x="766" y="2582"/>
                <a:ext cx="1" cy="285"/>
              </a:xfrm>
              <a:prstGeom prst="line">
                <a:avLst/>
              </a:prstGeom>
              <a:ln w="0" cap="flat" cmpd="sng">
                <a:solidFill>
                  <a:srgbClr val="FF0000"/>
                </a:solidFill>
                <a:prstDash val="solid"/>
                <a:round/>
                <a:headEnd type="none" w="med" len="med"/>
                <a:tailEnd type="none" w="med" len="med"/>
              </a:ln>
            </p:spPr>
          </p:sp>
          <p:sp>
            <p:nvSpPr>
              <p:cNvPr id="66143" name="Rectangle 608"/>
              <p:cNvSpPr/>
              <p:nvPr/>
            </p:nvSpPr>
            <p:spPr>
              <a:xfrm>
                <a:off x="969"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44" name="Line 609"/>
              <p:cNvSpPr/>
              <p:nvPr/>
            </p:nvSpPr>
            <p:spPr>
              <a:xfrm>
                <a:off x="969" y="2582"/>
                <a:ext cx="1" cy="285"/>
              </a:xfrm>
              <a:prstGeom prst="line">
                <a:avLst/>
              </a:prstGeom>
              <a:ln w="0" cap="flat" cmpd="sng">
                <a:solidFill>
                  <a:srgbClr val="FF0000"/>
                </a:solidFill>
                <a:prstDash val="solid"/>
                <a:round/>
                <a:headEnd type="none" w="med" len="med"/>
                <a:tailEnd type="none" w="med" len="med"/>
              </a:ln>
            </p:spPr>
          </p:sp>
          <p:sp>
            <p:nvSpPr>
              <p:cNvPr id="66145" name="Rectangle 610"/>
              <p:cNvSpPr/>
              <p:nvPr/>
            </p:nvSpPr>
            <p:spPr>
              <a:xfrm>
                <a:off x="1169"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46" name="Line 611"/>
              <p:cNvSpPr/>
              <p:nvPr/>
            </p:nvSpPr>
            <p:spPr>
              <a:xfrm>
                <a:off x="1169" y="2582"/>
                <a:ext cx="1" cy="285"/>
              </a:xfrm>
              <a:prstGeom prst="line">
                <a:avLst/>
              </a:prstGeom>
              <a:ln w="0" cap="flat" cmpd="sng">
                <a:solidFill>
                  <a:srgbClr val="FF0000"/>
                </a:solidFill>
                <a:prstDash val="solid"/>
                <a:round/>
                <a:headEnd type="none" w="med" len="med"/>
                <a:tailEnd type="none" w="med" len="med"/>
              </a:ln>
            </p:spPr>
          </p:sp>
          <p:sp>
            <p:nvSpPr>
              <p:cNvPr id="66147" name="Rectangle 612"/>
              <p:cNvSpPr/>
              <p:nvPr/>
            </p:nvSpPr>
            <p:spPr>
              <a:xfrm>
                <a:off x="1372"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48" name="Line 613"/>
              <p:cNvSpPr/>
              <p:nvPr/>
            </p:nvSpPr>
            <p:spPr>
              <a:xfrm>
                <a:off x="1372" y="2582"/>
                <a:ext cx="1" cy="285"/>
              </a:xfrm>
              <a:prstGeom prst="line">
                <a:avLst/>
              </a:prstGeom>
              <a:ln w="0" cap="flat" cmpd="sng">
                <a:solidFill>
                  <a:srgbClr val="FF0000"/>
                </a:solidFill>
                <a:prstDash val="solid"/>
                <a:round/>
                <a:headEnd type="none" w="med" len="med"/>
                <a:tailEnd type="none" w="med" len="med"/>
              </a:ln>
            </p:spPr>
          </p:sp>
          <p:sp>
            <p:nvSpPr>
              <p:cNvPr id="66149" name="Rectangle 614"/>
              <p:cNvSpPr/>
              <p:nvPr/>
            </p:nvSpPr>
            <p:spPr>
              <a:xfrm>
                <a:off x="1575"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50" name="Line 615"/>
              <p:cNvSpPr/>
              <p:nvPr/>
            </p:nvSpPr>
            <p:spPr>
              <a:xfrm>
                <a:off x="1575" y="2582"/>
                <a:ext cx="1" cy="285"/>
              </a:xfrm>
              <a:prstGeom prst="line">
                <a:avLst/>
              </a:prstGeom>
              <a:ln w="0" cap="flat" cmpd="sng">
                <a:solidFill>
                  <a:srgbClr val="FF0000"/>
                </a:solidFill>
                <a:prstDash val="solid"/>
                <a:round/>
                <a:headEnd type="none" w="med" len="med"/>
                <a:tailEnd type="none" w="med" len="med"/>
              </a:ln>
            </p:spPr>
          </p:sp>
          <p:sp>
            <p:nvSpPr>
              <p:cNvPr id="66151" name="Rectangle 616"/>
              <p:cNvSpPr/>
              <p:nvPr/>
            </p:nvSpPr>
            <p:spPr>
              <a:xfrm>
                <a:off x="1778"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52" name="Line 617"/>
              <p:cNvSpPr/>
              <p:nvPr/>
            </p:nvSpPr>
            <p:spPr>
              <a:xfrm>
                <a:off x="1778" y="2582"/>
                <a:ext cx="1" cy="285"/>
              </a:xfrm>
              <a:prstGeom prst="line">
                <a:avLst/>
              </a:prstGeom>
              <a:ln w="0" cap="flat" cmpd="sng">
                <a:solidFill>
                  <a:srgbClr val="FF0000"/>
                </a:solidFill>
                <a:prstDash val="solid"/>
                <a:round/>
                <a:headEnd type="none" w="med" len="med"/>
                <a:tailEnd type="none" w="med" len="med"/>
              </a:ln>
            </p:spPr>
          </p:sp>
          <p:sp>
            <p:nvSpPr>
              <p:cNvPr id="66153" name="Rectangle 618"/>
              <p:cNvSpPr/>
              <p:nvPr/>
            </p:nvSpPr>
            <p:spPr>
              <a:xfrm>
                <a:off x="1980"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54" name="Line 619"/>
              <p:cNvSpPr/>
              <p:nvPr/>
            </p:nvSpPr>
            <p:spPr>
              <a:xfrm>
                <a:off x="1980" y="2582"/>
                <a:ext cx="1" cy="285"/>
              </a:xfrm>
              <a:prstGeom prst="line">
                <a:avLst/>
              </a:prstGeom>
              <a:ln w="0" cap="flat" cmpd="sng">
                <a:solidFill>
                  <a:srgbClr val="FF0000"/>
                </a:solidFill>
                <a:prstDash val="solid"/>
                <a:round/>
                <a:headEnd type="none" w="med" len="med"/>
                <a:tailEnd type="none" w="med" len="med"/>
              </a:ln>
            </p:spPr>
          </p:sp>
          <p:sp>
            <p:nvSpPr>
              <p:cNvPr id="66155" name="Rectangle 620"/>
              <p:cNvSpPr/>
              <p:nvPr/>
            </p:nvSpPr>
            <p:spPr>
              <a:xfrm>
                <a:off x="2183"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56" name="Line 621"/>
              <p:cNvSpPr/>
              <p:nvPr/>
            </p:nvSpPr>
            <p:spPr>
              <a:xfrm>
                <a:off x="2183" y="2582"/>
                <a:ext cx="1" cy="285"/>
              </a:xfrm>
              <a:prstGeom prst="line">
                <a:avLst/>
              </a:prstGeom>
              <a:ln w="0" cap="flat" cmpd="sng">
                <a:solidFill>
                  <a:srgbClr val="FF0000"/>
                </a:solidFill>
                <a:prstDash val="solid"/>
                <a:round/>
                <a:headEnd type="none" w="med" len="med"/>
                <a:tailEnd type="none" w="med" len="med"/>
              </a:ln>
            </p:spPr>
          </p:sp>
          <p:sp>
            <p:nvSpPr>
              <p:cNvPr id="66157" name="Rectangle 622"/>
              <p:cNvSpPr/>
              <p:nvPr/>
            </p:nvSpPr>
            <p:spPr>
              <a:xfrm>
                <a:off x="2386"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58" name="Line 623"/>
              <p:cNvSpPr/>
              <p:nvPr/>
            </p:nvSpPr>
            <p:spPr>
              <a:xfrm>
                <a:off x="2386" y="2582"/>
                <a:ext cx="1" cy="285"/>
              </a:xfrm>
              <a:prstGeom prst="line">
                <a:avLst/>
              </a:prstGeom>
              <a:ln w="0" cap="flat" cmpd="sng">
                <a:solidFill>
                  <a:srgbClr val="FF0000"/>
                </a:solidFill>
                <a:prstDash val="solid"/>
                <a:round/>
                <a:headEnd type="none" w="med" len="med"/>
                <a:tailEnd type="none" w="med" len="med"/>
              </a:ln>
            </p:spPr>
          </p:sp>
          <p:sp>
            <p:nvSpPr>
              <p:cNvPr id="66159" name="Rectangle 624"/>
              <p:cNvSpPr/>
              <p:nvPr/>
            </p:nvSpPr>
            <p:spPr>
              <a:xfrm>
                <a:off x="2589"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60" name="Line 625"/>
              <p:cNvSpPr/>
              <p:nvPr/>
            </p:nvSpPr>
            <p:spPr>
              <a:xfrm>
                <a:off x="2589" y="2582"/>
                <a:ext cx="1" cy="285"/>
              </a:xfrm>
              <a:prstGeom prst="line">
                <a:avLst/>
              </a:prstGeom>
              <a:ln w="0" cap="flat" cmpd="sng">
                <a:solidFill>
                  <a:srgbClr val="FF0000"/>
                </a:solidFill>
                <a:prstDash val="solid"/>
                <a:round/>
                <a:headEnd type="none" w="med" len="med"/>
                <a:tailEnd type="none" w="med" len="med"/>
              </a:ln>
            </p:spPr>
          </p:sp>
          <p:sp>
            <p:nvSpPr>
              <p:cNvPr id="66161" name="Rectangle 626"/>
              <p:cNvSpPr/>
              <p:nvPr/>
            </p:nvSpPr>
            <p:spPr>
              <a:xfrm>
                <a:off x="2789"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62" name="Line 627"/>
              <p:cNvSpPr/>
              <p:nvPr/>
            </p:nvSpPr>
            <p:spPr>
              <a:xfrm>
                <a:off x="2789" y="2582"/>
                <a:ext cx="1" cy="285"/>
              </a:xfrm>
              <a:prstGeom prst="line">
                <a:avLst/>
              </a:prstGeom>
              <a:ln w="0" cap="flat" cmpd="sng">
                <a:solidFill>
                  <a:srgbClr val="FF0000"/>
                </a:solidFill>
                <a:prstDash val="solid"/>
                <a:round/>
                <a:headEnd type="none" w="med" len="med"/>
                <a:tailEnd type="none" w="med" len="med"/>
              </a:ln>
            </p:spPr>
          </p:sp>
          <p:sp>
            <p:nvSpPr>
              <p:cNvPr id="66163" name="Rectangle 628"/>
              <p:cNvSpPr/>
              <p:nvPr/>
            </p:nvSpPr>
            <p:spPr>
              <a:xfrm>
                <a:off x="671"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64" name="Rectangle 629"/>
              <p:cNvSpPr/>
              <p:nvPr/>
            </p:nvSpPr>
            <p:spPr>
              <a:xfrm>
                <a:off x="73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65" name="Rectangle 630"/>
              <p:cNvSpPr/>
              <p:nvPr/>
            </p:nvSpPr>
            <p:spPr>
              <a:xfrm>
                <a:off x="874"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66" name="Rectangle 631"/>
              <p:cNvSpPr/>
              <p:nvPr/>
            </p:nvSpPr>
            <p:spPr>
              <a:xfrm>
                <a:off x="939"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67" name="Rectangle 632"/>
              <p:cNvSpPr/>
              <p:nvPr/>
            </p:nvSpPr>
            <p:spPr>
              <a:xfrm>
                <a:off x="107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68" name="Rectangle 633"/>
              <p:cNvSpPr/>
              <p:nvPr/>
            </p:nvSpPr>
            <p:spPr>
              <a:xfrm>
                <a:off x="1142"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69" name="Rectangle 634"/>
              <p:cNvSpPr/>
              <p:nvPr/>
            </p:nvSpPr>
            <p:spPr>
              <a:xfrm>
                <a:off x="1279"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70" name="Rectangle 635"/>
              <p:cNvSpPr/>
              <p:nvPr/>
            </p:nvSpPr>
            <p:spPr>
              <a:xfrm>
                <a:off x="1345"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71" name="Rectangle 636"/>
              <p:cNvSpPr/>
              <p:nvPr/>
            </p:nvSpPr>
            <p:spPr>
              <a:xfrm>
                <a:off x="1482"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72" name="Rectangle 637"/>
              <p:cNvSpPr/>
              <p:nvPr/>
            </p:nvSpPr>
            <p:spPr>
              <a:xfrm>
                <a:off x="1548"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73" name="Rectangle 638"/>
              <p:cNvSpPr/>
              <p:nvPr/>
            </p:nvSpPr>
            <p:spPr>
              <a:xfrm>
                <a:off x="1685"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174" name="Rectangle 639"/>
              <p:cNvSpPr/>
              <p:nvPr/>
            </p:nvSpPr>
            <p:spPr>
              <a:xfrm>
                <a:off x="1751"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75" name="Rectangle 640"/>
              <p:cNvSpPr/>
              <p:nvPr/>
            </p:nvSpPr>
            <p:spPr>
              <a:xfrm>
                <a:off x="1888"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76" name="Rectangle 641"/>
              <p:cNvSpPr/>
              <p:nvPr/>
            </p:nvSpPr>
            <p:spPr>
              <a:xfrm>
                <a:off x="1954"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77" name="Rectangle 642"/>
              <p:cNvSpPr/>
              <p:nvPr/>
            </p:nvSpPr>
            <p:spPr>
              <a:xfrm>
                <a:off x="2088"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78" name="Rectangle 643"/>
              <p:cNvSpPr/>
              <p:nvPr/>
            </p:nvSpPr>
            <p:spPr>
              <a:xfrm>
                <a:off x="2153"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79" name="Rectangle 644"/>
              <p:cNvSpPr/>
              <p:nvPr/>
            </p:nvSpPr>
            <p:spPr>
              <a:xfrm>
                <a:off x="2291"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180" name="Rectangle 645"/>
              <p:cNvSpPr/>
              <p:nvPr/>
            </p:nvSpPr>
            <p:spPr>
              <a:xfrm>
                <a:off x="235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81" name="Rectangle 646"/>
              <p:cNvSpPr/>
              <p:nvPr/>
            </p:nvSpPr>
            <p:spPr>
              <a:xfrm>
                <a:off x="2493"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82" name="Rectangle 647"/>
              <p:cNvSpPr/>
              <p:nvPr/>
            </p:nvSpPr>
            <p:spPr>
              <a:xfrm>
                <a:off x="2559"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83" name="Rectangle 648"/>
              <p:cNvSpPr/>
              <p:nvPr/>
            </p:nvSpPr>
            <p:spPr>
              <a:xfrm>
                <a:off x="269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184" name="Rectangle 649"/>
              <p:cNvSpPr/>
              <p:nvPr/>
            </p:nvSpPr>
            <p:spPr>
              <a:xfrm>
                <a:off x="2762"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85" name="Rectangle 650"/>
              <p:cNvSpPr/>
              <p:nvPr/>
            </p:nvSpPr>
            <p:spPr>
              <a:xfrm>
                <a:off x="563"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86" name="Line 651"/>
              <p:cNvSpPr/>
              <p:nvPr/>
            </p:nvSpPr>
            <p:spPr>
              <a:xfrm>
                <a:off x="563" y="2867"/>
                <a:ext cx="1" cy="12"/>
              </a:xfrm>
              <a:prstGeom prst="line">
                <a:avLst/>
              </a:prstGeom>
              <a:ln w="0" cap="flat" cmpd="sng">
                <a:solidFill>
                  <a:srgbClr val="FF0000"/>
                </a:solidFill>
                <a:prstDash val="solid"/>
                <a:round/>
                <a:headEnd type="none" w="med" len="med"/>
                <a:tailEnd type="none" w="med" len="med"/>
              </a:ln>
            </p:spPr>
          </p:sp>
          <p:sp>
            <p:nvSpPr>
              <p:cNvPr id="66187" name="Rectangle 652"/>
              <p:cNvSpPr/>
              <p:nvPr/>
            </p:nvSpPr>
            <p:spPr>
              <a:xfrm>
                <a:off x="572"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88" name="Line 653"/>
              <p:cNvSpPr/>
              <p:nvPr/>
            </p:nvSpPr>
            <p:spPr>
              <a:xfrm>
                <a:off x="572" y="2867"/>
                <a:ext cx="194" cy="1"/>
              </a:xfrm>
              <a:prstGeom prst="line">
                <a:avLst/>
              </a:prstGeom>
              <a:ln w="0" cap="flat" cmpd="sng">
                <a:solidFill>
                  <a:srgbClr val="FF0000"/>
                </a:solidFill>
                <a:prstDash val="solid"/>
                <a:round/>
                <a:headEnd type="none" w="med" len="med"/>
                <a:tailEnd type="none" w="med" len="med"/>
              </a:ln>
            </p:spPr>
          </p:sp>
          <p:sp>
            <p:nvSpPr>
              <p:cNvPr id="66189" name="Rectangle 654"/>
              <p:cNvSpPr/>
              <p:nvPr/>
            </p:nvSpPr>
            <p:spPr>
              <a:xfrm>
                <a:off x="766"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90" name="Line 655"/>
              <p:cNvSpPr/>
              <p:nvPr/>
            </p:nvSpPr>
            <p:spPr>
              <a:xfrm>
                <a:off x="766" y="2867"/>
                <a:ext cx="1" cy="12"/>
              </a:xfrm>
              <a:prstGeom prst="line">
                <a:avLst/>
              </a:prstGeom>
              <a:ln w="0" cap="flat" cmpd="sng">
                <a:solidFill>
                  <a:srgbClr val="FF0000"/>
                </a:solidFill>
                <a:prstDash val="solid"/>
                <a:round/>
                <a:headEnd type="none" w="med" len="med"/>
                <a:tailEnd type="none" w="med" len="med"/>
              </a:ln>
            </p:spPr>
          </p:sp>
          <p:sp>
            <p:nvSpPr>
              <p:cNvPr id="66191" name="Rectangle 656"/>
              <p:cNvSpPr/>
              <p:nvPr/>
            </p:nvSpPr>
            <p:spPr>
              <a:xfrm>
                <a:off x="775"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92" name="Line 657"/>
              <p:cNvSpPr/>
              <p:nvPr/>
            </p:nvSpPr>
            <p:spPr>
              <a:xfrm>
                <a:off x="775" y="2867"/>
                <a:ext cx="194" cy="1"/>
              </a:xfrm>
              <a:prstGeom prst="line">
                <a:avLst/>
              </a:prstGeom>
              <a:ln w="0" cap="flat" cmpd="sng">
                <a:solidFill>
                  <a:srgbClr val="FF0000"/>
                </a:solidFill>
                <a:prstDash val="solid"/>
                <a:round/>
                <a:headEnd type="none" w="med" len="med"/>
                <a:tailEnd type="none" w="med" len="med"/>
              </a:ln>
            </p:spPr>
          </p:sp>
          <p:sp>
            <p:nvSpPr>
              <p:cNvPr id="66193" name="Rectangle 658"/>
              <p:cNvSpPr/>
              <p:nvPr/>
            </p:nvSpPr>
            <p:spPr>
              <a:xfrm>
                <a:off x="969"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94" name="Line 659"/>
              <p:cNvSpPr/>
              <p:nvPr/>
            </p:nvSpPr>
            <p:spPr>
              <a:xfrm>
                <a:off x="969" y="2867"/>
                <a:ext cx="1" cy="12"/>
              </a:xfrm>
              <a:prstGeom prst="line">
                <a:avLst/>
              </a:prstGeom>
              <a:ln w="0" cap="flat" cmpd="sng">
                <a:solidFill>
                  <a:srgbClr val="FF0000"/>
                </a:solidFill>
                <a:prstDash val="solid"/>
                <a:round/>
                <a:headEnd type="none" w="med" len="med"/>
                <a:tailEnd type="none" w="med" len="med"/>
              </a:ln>
            </p:spPr>
          </p:sp>
          <p:sp>
            <p:nvSpPr>
              <p:cNvPr id="66195" name="Rectangle 660"/>
              <p:cNvSpPr/>
              <p:nvPr/>
            </p:nvSpPr>
            <p:spPr>
              <a:xfrm>
                <a:off x="978" y="2867"/>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66196" name="Group 661"/>
            <p:cNvGrpSpPr/>
            <p:nvPr/>
          </p:nvGrpSpPr>
          <p:grpSpPr>
            <a:xfrm>
              <a:off x="3066" y="2922"/>
              <a:ext cx="2263" cy="775"/>
              <a:chOff x="563" y="2867"/>
              <a:chExt cx="2263" cy="775"/>
            </a:xfrm>
          </p:grpSpPr>
          <p:sp>
            <p:nvSpPr>
              <p:cNvPr id="66197" name="Line 662"/>
              <p:cNvSpPr/>
              <p:nvPr/>
            </p:nvSpPr>
            <p:spPr>
              <a:xfrm>
                <a:off x="978" y="2867"/>
                <a:ext cx="191" cy="1"/>
              </a:xfrm>
              <a:prstGeom prst="line">
                <a:avLst/>
              </a:prstGeom>
              <a:ln w="0" cap="flat" cmpd="sng">
                <a:solidFill>
                  <a:srgbClr val="FF0000"/>
                </a:solidFill>
                <a:prstDash val="solid"/>
                <a:round/>
                <a:headEnd type="none" w="med" len="med"/>
                <a:tailEnd type="none" w="med" len="med"/>
              </a:ln>
            </p:spPr>
          </p:sp>
          <p:sp>
            <p:nvSpPr>
              <p:cNvPr id="66198" name="Rectangle 663"/>
              <p:cNvSpPr/>
              <p:nvPr/>
            </p:nvSpPr>
            <p:spPr>
              <a:xfrm>
                <a:off x="1169"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99" name="Line 664"/>
              <p:cNvSpPr/>
              <p:nvPr/>
            </p:nvSpPr>
            <p:spPr>
              <a:xfrm>
                <a:off x="1169" y="2867"/>
                <a:ext cx="1" cy="12"/>
              </a:xfrm>
              <a:prstGeom prst="line">
                <a:avLst/>
              </a:prstGeom>
              <a:ln w="0" cap="flat" cmpd="sng">
                <a:solidFill>
                  <a:srgbClr val="FF0000"/>
                </a:solidFill>
                <a:prstDash val="solid"/>
                <a:round/>
                <a:headEnd type="none" w="med" len="med"/>
                <a:tailEnd type="none" w="med" len="med"/>
              </a:ln>
            </p:spPr>
          </p:sp>
          <p:sp>
            <p:nvSpPr>
              <p:cNvPr id="66200" name="Rectangle 665"/>
              <p:cNvSpPr/>
              <p:nvPr/>
            </p:nvSpPr>
            <p:spPr>
              <a:xfrm>
                <a:off x="1178"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01" name="Line 666"/>
              <p:cNvSpPr/>
              <p:nvPr/>
            </p:nvSpPr>
            <p:spPr>
              <a:xfrm>
                <a:off x="1178" y="2867"/>
                <a:ext cx="194" cy="1"/>
              </a:xfrm>
              <a:prstGeom prst="line">
                <a:avLst/>
              </a:prstGeom>
              <a:ln w="0" cap="flat" cmpd="sng">
                <a:solidFill>
                  <a:srgbClr val="FF0000"/>
                </a:solidFill>
                <a:prstDash val="solid"/>
                <a:round/>
                <a:headEnd type="none" w="med" len="med"/>
                <a:tailEnd type="none" w="med" len="med"/>
              </a:ln>
            </p:spPr>
          </p:sp>
          <p:sp>
            <p:nvSpPr>
              <p:cNvPr id="66202" name="Rectangle 667"/>
              <p:cNvSpPr/>
              <p:nvPr/>
            </p:nvSpPr>
            <p:spPr>
              <a:xfrm>
                <a:off x="1372"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03" name="Line 668"/>
              <p:cNvSpPr/>
              <p:nvPr/>
            </p:nvSpPr>
            <p:spPr>
              <a:xfrm>
                <a:off x="1372" y="2867"/>
                <a:ext cx="1" cy="12"/>
              </a:xfrm>
              <a:prstGeom prst="line">
                <a:avLst/>
              </a:prstGeom>
              <a:ln w="0" cap="flat" cmpd="sng">
                <a:solidFill>
                  <a:srgbClr val="FF0000"/>
                </a:solidFill>
                <a:prstDash val="solid"/>
                <a:round/>
                <a:headEnd type="none" w="med" len="med"/>
                <a:tailEnd type="none" w="med" len="med"/>
              </a:ln>
            </p:spPr>
          </p:sp>
          <p:sp>
            <p:nvSpPr>
              <p:cNvPr id="66204" name="Rectangle 669"/>
              <p:cNvSpPr/>
              <p:nvPr/>
            </p:nvSpPr>
            <p:spPr>
              <a:xfrm>
                <a:off x="1380" y="2867"/>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05" name="Line 670"/>
              <p:cNvSpPr/>
              <p:nvPr/>
            </p:nvSpPr>
            <p:spPr>
              <a:xfrm>
                <a:off x="1380" y="2867"/>
                <a:ext cx="195" cy="1"/>
              </a:xfrm>
              <a:prstGeom prst="line">
                <a:avLst/>
              </a:prstGeom>
              <a:ln w="0" cap="flat" cmpd="sng">
                <a:solidFill>
                  <a:srgbClr val="FF0000"/>
                </a:solidFill>
                <a:prstDash val="solid"/>
                <a:round/>
                <a:headEnd type="none" w="med" len="med"/>
                <a:tailEnd type="none" w="med" len="med"/>
              </a:ln>
            </p:spPr>
          </p:sp>
          <p:sp>
            <p:nvSpPr>
              <p:cNvPr id="66206" name="Rectangle 671"/>
              <p:cNvSpPr/>
              <p:nvPr/>
            </p:nvSpPr>
            <p:spPr>
              <a:xfrm>
                <a:off x="1575"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07" name="Line 672"/>
              <p:cNvSpPr/>
              <p:nvPr/>
            </p:nvSpPr>
            <p:spPr>
              <a:xfrm>
                <a:off x="1575" y="2867"/>
                <a:ext cx="1" cy="12"/>
              </a:xfrm>
              <a:prstGeom prst="line">
                <a:avLst/>
              </a:prstGeom>
              <a:ln w="0" cap="flat" cmpd="sng">
                <a:solidFill>
                  <a:srgbClr val="FF0000"/>
                </a:solidFill>
                <a:prstDash val="solid"/>
                <a:round/>
                <a:headEnd type="none" w="med" len="med"/>
                <a:tailEnd type="none" w="med" len="med"/>
              </a:ln>
            </p:spPr>
          </p:sp>
          <p:sp>
            <p:nvSpPr>
              <p:cNvPr id="66208" name="Rectangle 673"/>
              <p:cNvSpPr/>
              <p:nvPr/>
            </p:nvSpPr>
            <p:spPr>
              <a:xfrm>
                <a:off x="1583" y="2867"/>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09" name="Line 674"/>
              <p:cNvSpPr/>
              <p:nvPr/>
            </p:nvSpPr>
            <p:spPr>
              <a:xfrm>
                <a:off x="1583" y="2867"/>
                <a:ext cx="195" cy="1"/>
              </a:xfrm>
              <a:prstGeom prst="line">
                <a:avLst/>
              </a:prstGeom>
              <a:ln w="0" cap="flat" cmpd="sng">
                <a:solidFill>
                  <a:srgbClr val="FF0000"/>
                </a:solidFill>
                <a:prstDash val="solid"/>
                <a:round/>
                <a:headEnd type="none" w="med" len="med"/>
                <a:tailEnd type="none" w="med" len="med"/>
              </a:ln>
            </p:spPr>
          </p:sp>
          <p:sp>
            <p:nvSpPr>
              <p:cNvPr id="66210" name="Rectangle 675"/>
              <p:cNvSpPr/>
              <p:nvPr/>
            </p:nvSpPr>
            <p:spPr>
              <a:xfrm>
                <a:off x="1778"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11" name="Line 676"/>
              <p:cNvSpPr/>
              <p:nvPr/>
            </p:nvSpPr>
            <p:spPr>
              <a:xfrm>
                <a:off x="1778" y="2867"/>
                <a:ext cx="1" cy="12"/>
              </a:xfrm>
              <a:prstGeom prst="line">
                <a:avLst/>
              </a:prstGeom>
              <a:ln w="0" cap="flat" cmpd="sng">
                <a:solidFill>
                  <a:srgbClr val="FF0000"/>
                </a:solidFill>
                <a:prstDash val="solid"/>
                <a:round/>
                <a:headEnd type="none" w="med" len="med"/>
                <a:tailEnd type="none" w="med" len="med"/>
              </a:ln>
            </p:spPr>
          </p:sp>
          <p:sp>
            <p:nvSpPr>
              <p:cNvPr id="66212" name="Rectangle 677"/>
              <p:cNvSpPr/>
              <p:nvPr/>
            </p:nvSpPr>
            <p:spPr>
              <a:xfrm>
                <a:off x="1786"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13" name="Line 678"/>
              <p:cNvSpPr/>
              <p:nvPr/>
            </p:nvSpPr>
            <p:spPr>
              <a:xfrm>
                <a:off x="1786" y="2867"/>
                <a:ext cx="194" cy="1"/>
              </a:xfrm>
              <a:prstGeom prst="line">
                <a:avLst/>
              </a:prstGeom>
              <a:ln w="0" cap="flat" cmpd="sng">
                <a:solidFill>
                  <a:srgbClr val="FF0000"/>
                </a:solidFill>
                <a:prstDash val="solid"/>
                <a:round/>
                <a:headEnd type="none" w="med" len="med"/>
                <a:tailEnd type="none" w="med" len="med"/>
              </a:ln>
            </p:spPr>
          </p:sp>
          <p:sp>
            <p:nvSpPr>
              <p:cNvPr id="66214" name="Rectangle 679"/>
              <p:cNvSpPr/>
              <p:nvPr/>
            </p:nvSpPr>
            <p:spPr>
              <a:xfrm>
                <a:off x="1980"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15" name="Line 680"/>
              <p:cNvSpPr/>
              <p:nvPr/>
            </p:nvSpPr>
            <p:spPr>
              <a:xfrm>
                <a:off x="1980" y="2867"/>
                <a:ext cx="1" cy="12"/>
              </a:xfrm>
              <a:prstGeom prst="line">
                <a:avLst/>
              </a:prstGeom>
              <a:ln w="0" cap="flat" cmpd="sng">
                <a:solidFill>
                  <a:srgbClr val="FF0000"/>
                </a:solidFill>
                <a:prstDash val="solid"/>
                <a:round/>
                <a:headEnd type="none" w="med" len="med"/>
                <a:tailEnd type="none" w="med" len="med"/>
              </a:ln>
            </p:spPr>
          </p:sp>
          <p:sp>
            <p:nvSpPr>
              <p:cNvPr id="66216" name="Rectangle 681"/>
              <p:cNvSpPr/>
              <p:nvPr/>
            </p:nvSpPr>
            <p:spPr>
              <a:xfrm>
                <a:off x="1989"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17" name="Line 682"/>
              <p:cNvSpPr/>
              <p:nvPr/>
            </p:nvSpPr>
            <p:spPr>
              <a:xfrm>
                <a:off x="1989" y="2867"/>
                <a:ext cx="194" cy="1"/>
              </a:xfrm>
              <a:prstGeom prst="line">
                <a:avLst/>
              </a:prstGeom>
              <a:ln w="0" cap="flat" cmpd="sng">
                <a:solidFill>
                  <a:srgbClr val="FF0000"/>
                </a:solidFill>
                <a:prstDash val="solid"/>
                <a:round/>
                <a:headEnd type="none" w="med" len="med"/>
                <a:tailEnd type="none" w="med" len="med"/>
              </a:ln>
            </p:spPr>
          </p:sp>
          <p:sp>
            <p:nvSpPr>
              <p:cNvPr id="66218" name="Rectangle 683"/>
              <p:cNvSpPr/>
              <p:nvPr/>
            </p:nvSpPr>
            <p:spPr>
              <a:xfrm>
                <a:off x="2183"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19" name="Line 684"/>
              <p:cNvSpPr/>
              <p:nvPr/>
            </p:nvSpPr>
            <p:spPr>
              <a:xfrm>
                <a:off x="2183" y="2867"/>
                <a:ext cx="1" cy="12"/>
              </a:xfrm>
              <a:prstGeom prst="line">
                <a:avLst/>
              </a:prstGeom>
              <a:ln w="0" cap="flat" cmpd="sng">
                <a:solidFill>
                  <a:srgbClr val="FF0000"/>
                </a:solidFill>
                <a:prstDash val="solid"/>
                <a:round/>
                <a:headEnd type="none" w="med" len="med"/>
                <a:tailEnd type="none" w="med" len="med"/>
              </a:ln>
            </p:spPr>
          </p:sp>
          <p:sp>
            <p:nvSpPr>
              <p:cNvPr id="66220" name="Rectangle 685"/>
              <p:cNvSpPr/>
              <p:nvPr/>
            </p:nvSpPr>
            <p:spPr>
              <a:xfrm>
                <a:off x="2192"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21" name="Line 686"/>
              <p:cNvSpPr/>
              <p:nvPr/>
            </p:nvSpPr>
            <p:spPr>
              <a:xfrm>
                <a:off x="2192" y="2867"/>
                <a:ext cx="194" cy="1"/>
              </a:xfrm>
              <a:prstGeom prst="line">
                <a:avLst/>
              </a:prstGeom>
              <a:ln w="0" cap="flat" cmpd="sng">
                <a:solidFill>
                  <a:srgbClr val="FF0000"/>
                </a:solidFill>
                <a:prstDash val="solid"/>
                <a:round/>
                <a:headEnd type="none" w="med" len="med"/>
                <a:tailEnd type="none" w="med" len="med"/>
              </a:ln>
            </p:spPr>
          </p:sp>
          <p:sp>
            <p:nvSpPr>
              <p:cNvPr id="66222" name="Rectangle 687"/>
              <p:cNvSpPr/>
              <p:nvPr/>
            </p:nvSpPr>
            <p:spPr>
              <a:xfrm>
                <a:off x="2386"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23" name="Line 688"/>
              <p:cNvSpPr/>
              <p:nvPr/>
            </p:nvSpPr>
            <p:spPr>
              <a:xfrm>
                <a:off x="2386" y="2867"/>
                <a:ext cx="1" cy="12"/>
              </a:xfrm>
              <a:prstGeom prst="line">
                <a:avLst/>
              </a:prstGeom>
              <a:ln w="0" cap="flat" cmpd="sng">
                <a:solidFill>
                  <a:srgbClr val="FF0000"/>
                </a:solidFill>
                <a:prstDash val="solid"/>
                <a:round/>
                <a:headEnd type="none" w="med" len="med"/>
                <a:tailEnd type="none" w="med" len="med"/>
              </a:ln>
            </p:spPr>
          </p:sp>
          <p:sp>
            <p:nvSpPr>
              <p:cNvPr id="66224" name="Rectangle 689"/>
              <p:cNvSpPr/>
              <p:nvPr/>
            </p:nvSpPr>
            <p:spPr>
              <a:xfrm>
                <a:off x="2395"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25" name="Line 690"/>
              <p:cNvSpPr/>
              <p:nvPr/>
            </p:nvSpPr>
            <p:spPr>
              <a:xfrm>
                <a:off x="2395" y="2867"/>
                <a:ext cx="194" cy="1"/>
              </a:xfrm>
              <a:prstGeom prst="line">
                <a:avLst/>
              </a:prstGeom>
              <a:ln w="0" cap="flat" cmpd="sng">
                <a:solidFill>
                  <a:srgbClr val="FF0000"/>
                </a:solidFill>
                <a:prstDash val="solid"/>
                <a:round/>
                <a:headEnd type="none" w="med" len="med"/>
                <a:tailEnd type="none" w="med" len="med"/>
              </a:ln>
            </p:spPr>
          </p:sp>
          <p:sp>
            <p:nvSpPr>
              <p:cNvPr id="66226" name="Rectangle 691"/>
              <p:cNvSpPr/>
              <p:nvPr/>
            </p:nvSpPr>
            <p:spPr>
              <a:xfrm>
                <a:off x="2589"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27" name="Line 692"/>
              <p:cNvSpPr/>
              <p:nvPr/>
            </p:nvSpPr>
            <p:spPr>
              <a:xfrm>
                <a:off x="2589" y="2867"/>
                <a:ext cx="1" cy="12"/>
              </a:xfrm>
              <a:prstGeom prst="line">
                <a:avLst/>
              </a:prstGeom>
              <a:ln w="0" cap="flat" cmpd="sng">
                <a:solidFill>
                  <a:srgbClr val="FF0000"/>
                </a:solidFill>
                <a:prstDash val="solid"/>
                <a:round/>
                <a:headEnd type="none" w="med" len="med"/>
                <a:tailEnd type="none" w="med" len="med"/>
              </a:ln>
            </p:spPr>
          </p:sp>
          <p:sp>
            <p:nvSpPr>
              <p:cNvPr id="66228" name="Rectangle 693"/>
              <p:cNvSpPr/>
              <p:nvPr/>
            </p:nvSpPr>
            <p:spPr>
              <a:xfrm>
                <a:off x="2597" y="2867"/>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29" name="Line 694"/>
              <p:cNvSpPr/>
              <p:nvPr/>
            </p:nvSpPr>
            <p:spPr>
              <a:xfrm>
                <a:off x="2597" y="2867"/>
                <a:ext cx="192" cy="1"/>
              </a:xfrm>
              <a:prstGeom prst="line">
                <a:avLst/>
              </a:prstGeom>
              <a:ln w="0" cap="flat" cmpd="sng">
                <a:solidFill>
                  <a:srgbClr val="FF0000"/>
                </a:solidFill>
                <a:prstDash val="solid"/>
                <a:round/>
                <a:headEnd type="none" w="med" len="med"/>
                <a:tailEnd type="none" w="med" len="med"/>
              </a:ln>
            </p:spPr>
          </p:sp>
          <p:sp>
            <p:nvSpPr>
              <p:cNvPr id="66230" name="Rectangle 695"/>
              <p:cNvSpPr/>
              <p:nvPr/>
            </p:nvSpPr>
            <p:spPr>
              <a:xfrm>
                <a:off x="2789"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31" name="Line 696"/>
              <p:cNvSpPr/>
              <p:nvPr/>
            </p:nvSpPr>
            <p:spPr>
              <a:xfrm>
                <a:off x="2789" y="2867"/>
                <a:ext cx="1" cy="12"/>
              </a:xfrm>
              <a:prstGeom prst="line">
                <a:avLst/>
              </a:prstGeom>
              <a:ln w="0" cap="flat" cmpd="sng">
                <a:solidFill>
                  <a:srgbClr val="FF0000"/>
                </a:solidFill>
                <a:prstDash val="solid"/>
                <a:round/>
                <a:headEnd type="none" w="med" len="med"/>
                <a:tailEnd type="none" w="med" len="med"/>
              </a:ln>
            </p:spPr>
          </p:sp>
          <p:sp>
            <p:nvSpPr>
              <p:cNvPr id="66232" name="Rectangle 697"/>
              <p:cNvSpPr/>
              <p:nvPr/>
            </p:nvSpPr>
            <p:spPr>
              <a:xfrm>
                <a:off x="563"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33" name="Line 698"/>
              <p:cNvSpPr/>
              <p:nvPr/>
            </p:nvSpPr>
            <p:spPr>
              <a:xfrm>
                <a:off x="563" y="2879"/>
                <a:ext cx="1" cy="285"/>
              </a:xfrm>
              <a:prstGeom prst="line">
                <a:avLst/>
              </a:prstGeom>
              <a:ln w="0" cap="flat" cmpd="sng">
                <a:solidFill>
                  <a:srgbClr val="FF0000"/>
                </a:solidFill>
                <a:prstDash val="solid"/>
                <a:round/>
                <a:headEnd type="none" w="med" len="med"/>
                <a:tailEnd type="none" w="med" len="med"/>
              </a:ln>
            </p:spPr>
          </p:sp>
          <p:sp>
            <p:nvSpPr>
              <p:cNvPr id="66234" name="Rectangle 699"/>
              <p:cNvSpPr/>
              <p:nvPr/>
            </p:nvSpPr>
            <p:spPr>
              <a:xfrm>
                <a:off x="766"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35" name="Line 700"/>
              <p:cNvSpPr/>
              <p:nvPr/>
            </p:nvSpPr>
            <p:spPr>
              <a:xfrm>
                <a:off x="766" y="2879"/>
                <a:ext cx="1" cy="285"/>
              </a:xfrm>
              <a:prstGeom prst="line">
                <a:avLst/>
              </a:prstGeom>
              <a:ln w="0" cap="flat" cmpd="sng">
                <a:solidFill>
                  <a:srgbClr val="FF0000"/>
                </a:solidFill>
                <a:prstDash val="solid"/>
                <a:round/>
                <a:headEnd type="none" w="med" len="med"/>
                <a:tailEnd type="none" w="med" len="med"/>
              </a:ln>
            </p:spPr>
          </p:sp>
          <p:sp>
            <p:nvSpPr>
              <p:cNvPr id="66236" name="Rectangle 701"/>
              <p:cNvSpPr/>
              <p:nvPr/>
            </p:nvSpPr>
            <p:spPr>
              <a:xfrm>
                <a:off x="969"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37" name="Line 702"/>
              <p:cNvSpPr/>
              <p:nvPr/>
            </p:nvSpPr>
            <p:spPr>
              <a:xfrm>
                <a:off x="969" y="2879"/>
                <a:ext cx="1" cy="285"/>
              </a:xfrm>
              <a:prstGeom prst="line">
                <a:avLst/>
              </a:prstGeom>
              <a:ln w="0" cap="flat" cmpd="sng">
                <a:solidFill>
                  <a:srgbClr val="FF0000"/>
                </a:solidFill>
                <a:prstDash val="solid"/>
                <a:round/>
                <a:headEnd type="none" w="med" len="med"/>
                <a:tailEnd type="none" w="med" len="med"/>
              </a:ln>
            </p:spPr>
          </p:sp>
          <p:sp>
            <p:nvSpPr>
              <p:cNvPr id="66238" name="Rectangle 703"/>
              <p:cNvSpPr/>
              <p:nvPr/>
            </p:nvSpPr>
            <p:spPr>
              <a:xfrm>
                <a:off x="1169"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39" name="Line 704"/>
              <p:cNvSpPr/>
              <p:nvPr/>
            </p:nvSpPr>
            <p:spPr>
              <a:xfrm>
                <a:off x="1169" y="2879"/>
                <a:ext cx="1" cy="285"/>
              </a:xfrm>
              <a:prstGeom prst="line">
                <a:avLst/>
              </a:prstGeom>
              <a:ln w="0" cap="flat" cmpd="sng">
                <a:solidFill>
                  <a:srgbClr val="FF0000"/>
                </a:solidFill>
                <a:prstDash val="solid"/>
                <a:round/>
                <a:headEnd type="none" w="med" len="med"/>
                <a:tailEnd type="none" w="med" len="med"/>
              </a:ln>
            </p:spPr>
          </p:sp>
          <p:sp>
            <p:nvSpPr>
              <p:cNvPr id="66240" name="Rectangle 705"/>
              <p:cNvSpPr/>
              <p:nvPr/>
            </p:nvSpPr>
            <p:spPr>
              <a:xfrm>
                <a:off x="1372"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41" name="Line 706"/>
              <p:cNvSpPr/>
              <p:nvPr/>
            </p:nvSpPr>
            <p:spPr>
              <a:xfrm>
                <a:off x="1372" y="2879"/>
                <a:ext cx="1" cy="285"/>
              </a:xfrm>
              <a:prstGeom prst="line">
                <a:avLst/>
              </a:prstGeom>
              <a:ln w="0" cap="flat" cmpd="sng">
                <a:solidFill>
                  <a:srgbClr val="FF0000"/>
                </a:solidFill>
                <a:prstDash val="solid"/>
                <a:round/>
                <a:headEnd type="none" w="med" len="med"/>
                <a:tailEnd type="none" w="med" len="med"/>
              </a:ln>
            </p:spPr>
          </p:sp>
          <p:sp>
            <p:nvSpPr>
              <p:cNvPr id="66242" name="Rectangle 707"/>
              <p:cNvSpPr/>
              <p:nvPr/>
            </p:nvSpPr>
            <p:spPr>
              <a:xfrm>
                <a:off x="1575"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43" name="Line 708"/>
              <p:cNvSpPr/>
              <p:nvPr/>
            </p:nvSpPr>
            <p:spPr>
              <a:xfrm>
                <a:off x="1575" y="2879"/>
                <a:ext cx="1" cy="285"/>
              </a:xfrm>
              <a:prstGeom prst="line">
                <a:avLst/>
              </a:prstGeom>
              <a:ln w="0" cap="flat" cmpd="sng">
                <a:solidFill>
                  <a:srgbClr val="FF0000"/>
                </a:solidFill>
                <a:prstDash val="solid"/>
                <a:round/>
                <a:headEnd type="none" w="med" len="med"/>
                <a:tailEnd type="none" w="med" len="med"/>
              </a:ln>
            </p:spPr>
          </p:sp>
          <p:sp>
            <p:nvSpPr>
              <p:cNvPr id="66244" name="Rectangle 709"/>
              <p:cNvSpPr/>
              <p:nvPr/>
            </p:nvSpPr>
            <p:spPr>
              <a:xfrm>
                <a:off x="1778"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45" name="Line 710"/>
              <p:cNvSpPr/>
              <p:nvPr/>
            </p:nvSpPr>
            <p:spPr>
              <a:xfrm>
                <a:off x="1778" y="2879"/>
                <a:ext cx="1" cy="285"/>
              </a:xfrm>
              <a:prstGeom prst="line">
                <a:avLst/>
              </a:prstGeom>
              <a:ln w="0" cap="flat" cmpd="sng">
                <a:solidFill>
                  <a:srgbClr val="FF0000"/>
                </a:solidFill>
                <a:prstDash val="solid"/>
                <a:round/>
                <a:headEnd type="none" w="med" len="med"/>
                <a:tailEnd type="none" w="med" len="med"/>
              </a:ln>
            </p:spPr>
          </p:sp>
          <p:sp>
            <p:nvSpPr>
              <p:cNvPr id="66246" name="Rectangle 711"/>
              <p:cNvSpPr/>
              <p:nvPr/>
            </p:nvSpPr>
            <p:spPr>
              <a:xfrm>
                <a:off x="1980"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47" name="Line 712"/>
              <p:cNvSpPr/>
              <p:nvPr/>
            </p:nvSpPr>
            <p:spPr>
              <a:xfrm>
                <a:off x="1980" y="2879"/>
                <a:ext cx="1" cy="285"/>
              </a:xfrm>
              <a:prstGeom prst="line">
                <a:avLst/>
              </a:prstGeom>
              <a:ln w="0" cap="flat" cmpd="sng">
                <a:solidFill>
                  <a:srgbClr val="FF0000"/>
                </a:solidFill>
                <a:prstDash val="solid"/>
                <a:round/>
                <a:headEnd type="none" w="med" len="med"/>
                <a:tailEnd type="none" w="med" len="med"/>
              </a:ln>
            </p:spPr>
          </p:sp>
          <p:sp>
            <p:nvSpPr>
              <p:cNvPr id="66248" name="Rectangle 713"/>
              <p:cNvSpPr/>
              <p:nvPr/>
            </p:nvSpPr>
            <p:spPr>
              <a:xfrm>
                <a:off x="2183"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49" name="Line 714"/>
              <p:cNvSpPr/>
              <p:nvPr/>
            </p:nvSpPr>
            <p:spPr>
              <a:xfrm>
                <a:off x="2183" y="2879"/>
                <a:ext cx="1" cy="285"/>
              </a:xfrm>
              <a:prstGeom prst="line">
                <a:avLst/>
              </a:prstGeom>
              <a:ln w="0" cap="flat" cmpd="sng">
                <a:solidFill>
                  <a:srgbClr val="FF0000"/>
                </a:solidFill>
                <a:prstDash val="solid"/>
                <a:round/>
                <a:headEnd type="none" w="med" len="med"/>
                <a:tailEnd type="none" w="med" len="med"/>
              </a:ln>
            </p:spPr>
          </p:sp>
          <p:sp>
            <p:nvSpPr>
              <p:cNvPr id="66250" name="Rectangle 715"/>
              <p:cNvSpPr/>
              <p:nvPr/>
            </p:nvSpPr>
            <p:spPr>
              <a:xfrm>
                <a:off x="2386"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51" name="Line 716"/>
              <p:cNvSpPr/>
              <p:nvPr/>
            </p:nvSpPr>
            <p:spPr>
              <a:xfrm>
                <a:off x="2386" y="2879"/>
                <a:ext cx="1" cy="285"/>
              </a:xfrm>
              <a:prstGeom prst="line">
                <a:avLst/>
              </a:prstGeom>
              <a:ln w="0" cap="flat" cmpd="sng">
                <a:solidFill>
                  <a:srgbClr val="FF0000"/>
                </a:solidFill>
                <a:prstDash val="solid"/>
                <a:round/>
                <a:headEnd type="none" w="med" len="med"/>
                <a:tailEnd type="none" w="med" len="med"/>
              </a:ln>
            </p:spPr>
          </p:sp>
          <p:sp>
            <p:nvSpPr>
              <p:cNvPr id="66252" name="Rectangle 717"/>
              <p:cNvSpPr/>
              <p:nvPr/>
            </p:nvSpPr>
            <p:spPr>
              <a:xfrm>
                <a:off x="2589"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53" name="Line 718"/>
              <p:cNvSpPr/>
              <p:nvPr/>
            </p:nvSpPr>
            <p:spPr>
              <a:xfrm>
                <a:off x="2589" y="2879"/>
                <a:ext cx="1" cy="285"/>
              </a:xfrm>
              <a:prstGeom prst="line">
                <a:avLst/>
              </a:prstGeom>
              <a:ln w="0" cap="flat" cmpd="sng">
                <a:solidFill>
                  <a:srgbClr val="FF0000"/>
                </a:solidFill>
                <a:prstDash val="solid"/>
                <a:round/>
                <a:headEnd type="none" w="med" len="med"/>
                <a:tailEnd type="none" w="med" len="med"/>
              </a:ln>
            </p:spPr>
          </p:sp>
          <p:sp>
            <p:nvSpPr>
              <p:cNvPr id="66254" name="Rectangle 719"/>
              <p:cNvSpPr/>
              <p:nvPr/>
            </p:nvSpPr>
            <p:spPr>
              <a:xfrm>
                <a:off x="2789"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55" name="Line 720"/>
              <p:cNvSpPr/>
              <p:nvPr/>
            </p:nvSpPr>
            <p:spPr>
              <a:xfrm>
                <a:off x="2789" y="2879"/>
                <a:ext cx="1" cy="285"/>
              </a:xfrm>
              <a:prstGeom prst="line">
                <a:avLst/>
              </a:prstGeom>
              <a:ln w="0" cap="flat" cmpd="sng">
                <a:solidFill>
                  <a:srgbClr val="FF0000"/>
                </a:solidFill>
                <a:prstDash val="solid"/>
                <a:round/>
                <a:headEnd type="none" w="med" len="med"/>
                <a:tailEnd type="none" w="med" len="med"/>
              </a:ln>
            </p:spPr>
          </p:sp>
          <p:sp>
            <p:nvSpPr>
              <p:cNvPr id="66256" name="Rectangle 721"/>
              <p:cNvSpPr/>
              <p:nvPr/>
            </p:nvSpPr>
            <p:spPr>
              <a:xfrm>
                <a:off x="671"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57" name="Rectangle 722"/>
              <p:cNvSpPr/>
              <p:nvPr/>
            </p:nvSpPr>
            <p:spPr>
              <a:xfrm>
                <a:off x="73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58" name="Rectangle 723"/>
              <p:cNvSpPr/>
              <p:nvPr/>
            </p:nvSpPr>
            <p:spPr>
              <a:xfrm>
                <a:off x="874"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59" name="Rectangle 724"/>
              <p:cNvSpPr/>
              <p:nvPr/>
            </p:nvSpPr>
            <p:spPr>
              <a:xfrm>
                <a:off x="939"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60" name="Rectangle 725"/>
              <p:cNvSpPr/>
              <p:nvPr/>
            </p:nvSpPr>
            <p:spPr>
              <a:xfrm>
                <a:off x="107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61" name="Rectangle 726"/>
              <p:cNvSpPr/>
              <p:nvPr/>
            </p:nvSpPr>
            <p:spPr>
              <a:xfrm>
                <a:off x="1142"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62" name="Rectangle 727"/>
              <p:cNvSpPr/>
              <p:nvPr/>
            </p:nvSpPr>
            <p:spPr>
              <a:xfrm>
                <a:off x="1279"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63" name="Rectangle 728"/>
              <p:cNvSpPr/>
              <p:nvPr/>
            </p:nvSpPr>
            <p:spPr>
              <a:xfrm>
                <a:off x="1345"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64" name="Rectangle 729"/>
              <p:cNvSpPr/>
              <p:nvPr/>
            </p:nvSpPr>
            <p:spPr>
              <a:xfrm>
                <a:off x="1482"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65" name="Rectangle 730"/>
              <p:cNvSpPr/>
              <p:nvPr/>
            </p:nvSpPr>
            <p:spPr>
              <a:xfrm>
                <a:off x="1548"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66" name="Rectangle 731"/>
              <p:cNvSpPr/>
              <p:nvPr/>
            </p:nvSpPr>
            <p:spPr>
              <a:xfrm>
                <a:off x="1685"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67" name="Rectangle 732"/>
              <p:cNvSpPr/>
              <p:nvPr/>
            </p:nvSpPr>
            <p:spPr>
              <a:xfrm>
                <a:off x="1751"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68" name="Rectangle 733"/>
              <p:cNvSpPr/>
              <p:nvPr/>
            </p:nvSpPr>
            <p:spPr>
              <a:xfrm>
                <a:off x="1888"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269" name="Rectangle 734"/>
              <p:cNvSpPr/>
              <p:nvPr/>
            </p:nvSpPr>
            <p:spPr>
              <a:xfrm>
                <a:off x="1954"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70" name="Rectangle 735"/>
              <p:cNvSpPr/>
              <p:nvPr/>
            </p:nvSpPr>
            <p:spPr>
              <a:xfrm>
                <a:off x="2088"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71" name="Rectangle 736"/>
              <p:cNvSpPr/>
              <p:nvPr/>
            </p:nvSpPr>
            <p:spPr>
              <a:xfrm>
                <a:off x="2153"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72" name="Rectangle 737"/>
              <p:cNvSpPr/>
              <p:nvPr/>
            </p:nvSpPr>
            <p:spPr>
              <a:xfrm>
                <a:off x="2291"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273" name="Rectangle 738"/>
              <p:cNvSpPr/>
              <p:nvPr/>
            </p:nvSpPr>
            <p:spPr>
              <a:xfrm>
                <a:off x="235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74" name="Rectangle 739"/>
              <p:cNvSpPr/>
              <p:nvPr/>
            </p:nvSpPr>
            <p:spPr>
              <a:xfrm>
                <a:off x="2493"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275" name="Rectangle 740"/>
              <p:cNvSpPr/>
              <p:nvPr/>
            </p:nvSpPr>
            <p:spPr>
              <a:xfrm>
                <a:off x="2559"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76" name="Rectangle 741"/>
              <p:cNvSpPr/>
              <p:nvPr/>
            </p:nvSpPr>
            <p:spPr>
              <a:xfrm>
                <a:off x="269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77" name="Rectangle 742"/>
              <p:cNvSpPr/>
              <p:nvPr/>
            </p:nvSpPr>
            <p:spPr>
              <a:xfrm>
                <a:off x="2762"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78" name="Rectangle 743"/>
              <p:cNvSpPr/>
              <p:nvPr/>
            </p:nvSpPr>
            <p:spPr>
              <a:xfrm>
                <a:off x="563"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79" name="Line 744"/>
              <p:cNvSpPr/>
              <p:nvPr/>
            </p:nvSpPr>
            <p:spPr>
              <a:xfrm>
                <a:off x="563" y="3164"/>
                <a:ext cx="1" cy="12"/>
              </a:xfrm>
              <a:prstGeom prst="line">
                <a:avLst/>
              </a:prstGeom>
              <a:ln w="0" cap="flat" cmpd="sng">
                <a:solidFill>
                  <a:srgbClr val="FF0000"/>
                </a:solidFill>
                <a:prstDash val="solid"/>
                <a:round/>
                <a:headEnd type="none" w="med" len="med"/>
                <a:tailEnd type="none" w="med" len="med"/>
              </a:ln>
            </p:spPr>
          </p:sp>
          <p:sp>
            <p:nvSpPr>
              <p:cNvPr id="66280" name="Rectangle 745"/>
              <p:cNvSpPr/>
              <p:nvPr/>
            </p:nvSpPr>
            <p:spPr>
              <a:xfrm>
                <a:off x="572"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81" name="Line 746"/>
              <p:cNvSpPr/>
              <p:nvPr/>
            </p:nvSpPr>
            <p:spPr>
              <a:xfrm>
                <a:off x="572" y="3164"/>
                <a:ext cx="194" cy="1"/>
              </a:xfrm>
              <a:prstGeom prst="line">
                <a:avLst/>
              </a:prstGeom>
              <a:ln w="0" cap="flat" cmpd="sng">
                <a:solidFill>
                  <a:srgbClr val="FF0000"/>
                </a:solidFill>
                <a:prstDash val="solid"/>
                <a:round/>
                <a:headEnd type="none" w="med" len="med"/>
                <a:tailEnd type="none" w="med" len="med"/>
              </a:ln>
            </p:spPr>
          </p:sp>
          <p:sp>
            <p:nvSpPr>
              <p:cNvPr id="66282" name="Rectangle 747"/>
              <p:cNvSpPr/>
              <p:nvPr/>
            </p:nvSpPr>
            <p:spPr>
              <a:xfrm>
                <a:off x="766"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83" name="Line 748"/>
              <p:cNvSpPr/>
              <p:nvPr/>
            </p:nvSpPr>
            <p:spPr>
              <a:xfrm>
                <a:off x="766" y="3164"/>
                <a:ext cx="1" cy="12"/>
              </a:xfrm>
              <a:prstGeom prst="line">
                <a:avLst/>
              </a:prstGeom>
              <a:ln w="0" cap="flat" cmpd="sng">
                <a:solidFill>
                  <a:srgbClr val="FF0000"/>
                </a:solidFill>
                <a:prstDash val="solid"/>
                <a:round/>
                <a:headEnd type="none" w="med" len="med"/>
                <a:tailEnd type="none" w="med" len="med"/>
              </a:ln>
            </p:spPr>
          </p:sp>
          <p:sp>
            <p:nvSpPr>
              <p:cNvPr id="66284" name="Rectangle 749"/>
              <p:cNvSpPr/>
              <p:nvPr/>
            </p:nvSpPr>
            <p:spPr>
              <a:xfrm>
                <a:off x="775"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85" name="Line 750"/>
              <p:cNvSpPr/>
              <p:nvPr/>
            </p:nvSpPr>
            <p:spPr>
              <a:xfrm>
                <a:off x="775" y="3164"/>
                <a:ext cx="194" cy="1"/>
              </a:xfrm>
              <a:prstGeom prst="line">
                <a:avLst/>
              </a:prstGeom>
              <a:ln w="0" cap="flat" cmpd="sng">
                <a:solidFill>
                  <a:srgbClr val="FF0000"/>
                </a:solidFill>
                <a:prstDash val="solid"/>
                <a:round/>
                <a:headEnd type="none" w="med" len="med"/>
                <a:tailEnd type="none" w="med" len="med"/>
              </a:ln>
            </p:spPr>
          </p:sp>
          <p:sp>
            <p:nvSpPr>
              <p:cNvPr id="66286" name="Rectangle 751"/>
              <p:cNvSpPr/>
              <p:nvPr/>
            </p:nvSpPr>
            <p:spPr>
              <a:xfrm>
                <a:off x="969"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87" name="Line 752"/>
              <p:cNvSpPr/>
              <p:nvPr/>
            </p:nvSpPr>
            <p:spPr>
              <a:xfrm>
                <a:off x="969" y="3164"/>
                <a:ext cx="1" cy="12"/>
              </a:xfrm>
              <a:prstGeom prst="line">
                <a:avLst/>
              </a:prstGeom>
              <a:ln w="0" cap="flat" cmpd="sng">
                <a:solidFill>
                  <a:srgbClr val="FF0000"/>
                </a:solidFill>
                <a:prstDash val="solid"/>
                <a:round/>
                <a:headEnd type="none" w="med" len="med"/>
                <a:tailEnd type="none" w="med" len="med"/>
              </a:ln>
            </p:spPr>
          </p:sp>
          <p:sp>
            <p:nvSpPr>
              <p:cNvPr id="66288" name="Rectangle 753"/>
              <p:cNvSpPr/>
              <p:nvPr/>
            </p:nvSpPr>
            <p:spPr>
              <a:xfrm>
                <a:off x="978" y="3164"/>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89" name="Line 754"/>
              <p:cNvSpPr/>
              <p:nvPr/>
            </p:nvSpPr>
            <p:spPr>
              <a:xfrm>
                <a:off x="978" y="3164"/>
                <a:ext cx="191" cy="1"/>
              </a:xfrm>
              <a:prstGeom prst="line">
                <a:avLst/>
              </a:prstGeom>
              <a:ln w="0" cap="flat" cmpd="sng">
                <a:solidFill>
                  <a:srgbClr val="FF0000"/>
                </a:solidFill>
                <a:prstDash val="solid"/>
                <a:round/>
                <a:headEnd type="none" w="med" len="med"/>
                <a:tailEnd type="none" w="med" len="med"/>
              </a:ln>
            </p:spPr>
          </p:sp>
          <p:sp>
            <p:nvSpPr>
              <p:cNvPr id="66290" name="Rectangle 755"/>
              <p:cNvSpPr/>
              <p:nvPr/>
            </p:nvSpPr>
            <p:spPr>
              <a:xfrm>
                <a:off x="1169"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91" name="Line 756"/>
              <p:cNvSpPr/>
              <p:nvPr/>
            </p:nvSpPr>
            <p:spPr>
              <a:xfrm>
                <a:off x="1169" y="3164"/>
                <a:ext cx="1" cy="12"/>
              </a:xfrm>
              <a:prstGeom prst="line">
                <a:avLst/>
              </a:prstGeom>
              <a:ln w="0" cap="flat" cmpd="sng">
                <a:solidFill>
                  <a:srgbClr val="FF0000"/>
                </a:solidFill>
                <a:prstDash val="solid"/>
                <a:round/>
                <a:headEnd type="none" w="med" len="med"/>
                <a:tailEnd type="none" w="med" len="med"/>
              </a:ln>
            </p:spPr>
          </p:sp>
          <p:sp>
            <p:nvSpPr>
              <p:cNvPr id="66292" name="Rectangle 757"/>
              <p:cNvSpPr/>
              <p:nvPr/>
            </p:nvSpPr>
            <p:spPr>
              <a:xfrm>
                <a:off x="1178"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93" name="Line 758"/>
              <p:cNvSpPr/>
              <p:nvPr/>
            </p:nvSpPr>
            <p:spPr>
              <a:xfrm>
                <a:off x="1178" y="3164"/>
                <a:ext cx="194" cy="1"/>
              </a:xfrm>
              <a:prstGeom prst="line">
                <a:avLst/>
              </a:prstGeom>
              <a:ln w="0" cap="flat" cmpd="sng">
                <a:solidFill>
                  <a:srgbClr val="FF0000"/>
                </a:solidFill>
                <a:prstDash val="solid"/>
                <a:round/>
                <a:headEnd type="none" w="med" len="med"/>
                <a:tailEnd type="none" w="med" len="med"/>
              </a:ln>
            </p:spPr>
          </p:sp>
          <p:sp>
            <p:nvSpPr>
              <p:cNvPr id="66294" name="Rectangle 759"/>
              <p:cNvSpPr/>
              <p:nvPr/>
            </p:nvSpPr>
            <p:spPr>
              <a:xfrm>
                <a:off x="1372"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95" name="Line 760"/>
              <p:cNvSpPr/>
              <p:nvPr/>
            </p:nvSpPr>
            <p:spPr>
              <a:xfrm>
                <a:off x="1372" y="3164"/>
                <a:ext cx="1" cy="12"/>
              </a:xfrm>
              <a:prstGeom prst="line">
                <a:avLst/>
              </a:prstGeom>
              <a:ln w="0" cap="flat" cmpd="sng">
                <a:solidFill>
                  <a:srgbClr val="FF0000"/>
                </a:solidFill>
                <a:prstDash val="solid"/>
                <a:round/>
                <a:headEnd type="none" w="med" len="med"/>
                <a:tailEnd type="none" w="med" len="med"/>
              </a:ln>
            </p:spPr>
          </p:sp>
          <p:sp>
            <p:nvSpPr>
              <p:cNvPr id="66296" name="Rectangle 761"/>
              <p:cNvSpPr/>
              <p:nvPr/>
            </p:nvSpPr>
            <p:spPr>
              <a:xfrm>
                <a:off x="1380" y="3164"/>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97" name="Line 762"/>
              <p:cNvSpPr/>
              <p:nvPr/>
            </p:nvSpPr>
            <p:spPr>
              <a:xfrm>
                <a:off x="1380" y="3164"/>
                <a:ext cx="195" cy="1"/>
              </a:xfrm>
              <a:prstGeom prst="line">
                <a:avLst/>
              </a:prstGeom>
              <a:ln w="0" cap="flat" cmpd="sng">
                <a:solidFill>
                  <a:srgbClr val="FF0000"/>
                </a:solidFill>
                <a:prstDash val="solid"/>
                <a:round/>
                <a:headEnd type="none" w="med" len="med"/>
                <a:tailEnd type="none" w="med" len="med"/>
              </a:ln>
            </p:spPr>
          </p:sp>
          <p:sp>
            <p:nvSpPr>
              <p:cNvPr id="66298" name="Rectangle 763"/>
              <p:cNvSpPr/>
              <p:nvPr/>
            </p:nvSpPr>
            <p:spPr>
              <a:xfrm>
                <a:off x="1575"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99" name="Line 764"/>
              <p:cNvSpPr/>
              <p:nvPr/>
            </p:nvSpPr>
            <p:spPr>
              <a:xfrm>
                <a:off x="1575" y="3164"/>
                <a:ext cx="1" cy="12"/>
              </a:xfrm>
              <a:prstGeom prst="line">
                <a:avLst/>
              </a:prstGeom>
              <a:ln w="0" cap="flat" cmpd="sng">
                <a:solidFill>
                  <a:srgbClr val="FF0000"/>
                </a:solidFill>
                <a:prstDash val="solid"/>
                <a:round/>
                <a:headEnd type="none" w="med" len="med"/>
                <a:tailEnd type="none" w="med" len="med"/>
              </a:ln>
            </p:spPr>
          </p:sp>
          <p:sp>
            <p:nvSpPr>
              <p:cNvPr id="66300" name="Rectangle 765"/>
              <p:cNvSpPr/>
              <p:nvPr/>
            </p:nvSpPr>
            <p:spPr>
              <a:xfrm>
                <a:off x="1583" y="3164"/>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01" name="Line 766"/>
              <p:cNvSpPr/>
              <p:nvPr/>
            </p:nvSpPr>
            <p:spPr>
              <a:xfrm>
                <a:off x="1583" y="3164"/>
                <a:ext cx="195" cy="1"/>
              </a:xfrm>
              <a:prstGeom prst="line">
                <a:avLst/>
              </a:prstGeom>
              <a:ln w="0" cap="flat" cmpd="sng">
                <a:solidFill>
                  <a:srgbClr val="FF0000"/>
                </a:solidFill>
                <a:prstDash val="solid"/>
                <a:round/>
                <a:headEnd type="none" w="med" len="med"/>
                <a:tailEnd type="none" w="med" len="med"/>
              </a:ln>
            </p:spPr>
          </p:sp>
          <p:sp>
            <p:nvSpPr>
              <p:cNvPr id="66302" name="Rectangle 767"/>
              <p:cNvSpPr/>
              <p:nvPr/>
            </p:nvSpPr>
            <p:spPr>
              <a:xfrm>
                <a:off x="1778"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03" name="Line 768"/>
              <p:cNvSpPr/>
              <p:nvPr/>
            </p:nvSpPr>
            <p:spPr>
              <a:xfrm>
                <a:off x="1778" y="3164"/>
                <a:ext cx="1" cy="12"/>
              </a:xfrm>
              <a:prstGeom prst="line">
                <a:avLst/>
              </a:prstGeom>
              <a:ln w="0" cap="flat" cmpd="sng">
                <a:solidFill>
                  <a:srgbClr val="FF0000"/>
                </a:solidFill>
                <a:prstDash val="solid"/>
                <a:round/>
                <a:headEnd type="none" w="med" len="med"/>
                <a:tailEnd type="none" w="med" len="med"/>
              </a:ln>
            </p:spPr>
          </p:sp>
          <p:sp>
            <p:nvSpPr>
              <p:cNvPr id="66304" name="Rectangle 769"/>
              <p:cNvSpPr/>
              <p:nvPr/>
            </p:nvSpPr>
            <p:spPr>
              <a:xfrm>
                <a:off x="1786"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05" name="Line 770"/>
              <p:cNvSpPr/>
              <p:nvPr/>
            </p:nvSpPr>
            <p:spPr>
              <a:xfrm>
                <a:off x="1786" y="3164"/>
                <a:ext cx="194" cy="1"/>
              </a:xfrm>
              <a:prstGeom prst="line">
                <a:avLst/>
              </a:prstGeom>
              <a:ln w="0" cap="flat" cmpd="sng">
                <a:solidFill>
                  <a:srgbClr val="FF0000"/>
                </a:solidFill>
                <a:prstDash val="solid"/>
                <a:round/>
                <a:headEnd type="none" w="med" len="med"/>
                <a:tailEnd type="none" w="med" len="med"/>
              </a:ln>
            </p:spPr>
          </p:sp>
          <p:sp>
            <p:nvSpPr>
              <p:cNvPr id="66306" name="Rectangle 771"/>
              <p:cNvSpPr/>
              <p:nvPr/>
            </p:nvSpPr>
            <p:spPr>
              <a:xfrm>
                <a:off x="1980"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07" name="Line 772"/>
              <p:cNvSpPr/>
              <p:nvPr/>
            </p:nvSpPr>
            <p:spPr>
              <a:xfrm>
                <a:off x="1980" y="3164"/>
                <a:ext cx="1" cy="12"/>
              </a:xfrm>
              <a:prstGeom prst="line">
                <a:avLst/>
              </a:prstGeom>
              <a:ln w="0" cap="flat" cmpd="sng">
                <a:solidFill>
                  <a:srgbClr val="FF0000"/>
                </a:solidFill>
                <a:prstDash val="solid"/>
                <a:round/>
                <a:headEnd type="none" w="med" len="med"/>
                <a:tailEnd type="none" w="med" len="med"/>
              </a:ln>
            </p:spPr>
          </p:sp>
          <p:sp>
            <p:nvSpPr>
              <p:cNvPr id="66308" name="Rectangle 773"/>
              <p:cNvSpPr/>
              <p:nvPr/>
            </p:nvSpPr>
            <p:spPr>
              <a:xfrm>
                <a:off x="1989"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09" name="Line 774"/>
              <p:cNvSpPr/>
              <p:nvPr/>
            </p:nvSpPr>
            <p:spPr>
              <a:xfrm>
                <a:off x="1989" y="3164"/>
                <a:ext cx="194" cy="1"/>
              </a:xfrm>
              <a:prstGeom prst="line">
                <a:avLst/>
              </a:prstGeom>
              <a:ln w="0" cap="flat" cmpd="sng">
                <a:solidFill>
                  <a:srgbClr val="FF0000"/>
                </a:solidFill>
                <a:prstDash val="solid"/>
                <a:round/>
                <a:headEnd type="none" w="med" len="med"/>
                <a:tailEnd type="none" w="med" len="med"/>
              </a:ln>
            </p:spPr>
          </p:sp>
          <p:sp>
            <p:nvSpPr>
              <p:cNvPr id="66310" name="Rectangle 775"/>
              <p:cNvSpPr/>
              <p:nvPr/>
            </p:nvSpPr>
            <p:spPr>
              <a:xfrm>
                <a:off x="2183"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11" name="Line 776"/>
              <p:cNvSpPr/>
              <p:nvPr/>
            </p:nvSpPr>
            <p:spPr>
              <a:xfrm>
                <a:off x="2183" y="3164"/>
                <a:ext cx="1" cy="12"/>
              </a:xfrm>
              <a:prstGeom prst="line">
                <a:avLst/>
              </a:prstGeom>
              <a:ln w="0" cap="flat" cmpd="sng">
                <a:solidFill>
                  <a:srgbClr val="FF0000"/>
                </a:solidFill>
                <a:prstDash val="solid"/>
                <a:round/>
                <a:headEnd type="none" w="med" len="med"/>
                <a:tailEnd type="none" w="med" len="med"/>
              </a:ln>
            </p:spPr>
          </p:sp>
          <p:sp>
            <p:nvSpPr>
              <p:cNvPr id="66312" name="Rectangle 777"/>
              <p:cNvSpPr/>
              <p:nvPr/>
            </p:nvSpPr>
            <p:spPr>
              <a:xfrm>
                <a:off x="2192"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13" name="Line 778"/>
              <p:cNvSpPr/>
              <p:nvPr/>
            </p:nvSpPr>
            <p:spPr>
              <a:xfrm>
                <a:off x="2192" y="3164"/>
                <a:ext cx="194" cy="1"/>
              </a:xfrm>
              <a:prstGeom prst="line">
                <a:avLst/>
              </a:prstGeom>
              <a:ln w="0" cap="flat" cmpd="sng">
                <a:solidFill>
                  <a:srgbClr val="FF0000"/>
                </a:solidFill>
                <a:prstDash val="solid"/>
                <a:round/>
                <a:headEnd type="none" w="med" len="med"/>
                <a:tailEnd type="none" w="med" len="med"/>
              </a:ln>
            </p:spPr>
          </p:sp>
          <p:sp>
            <p:nvSpPr>
              <p:cNvPr id="66314" name="Rectangle 779"/>
              <p:cNvSpPr/>
              <p:nvPr/>
            </p:nvSpPr>
            <p:spPr>
              <a:xfrm>
                <a:off x="2386"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15" name="Line 780"/>
              <p:cNvSpPr/>
              <p:nvPr/>
            </p:nvSpPr>
            <p:spPr>
              <a:xfrm>
                <a:off x="2386" y="3164"/>
                <a:ext cx="1" cy="12"/>
              </a:xfrm>
              <a:prstGeom prst="line">
                <a:avLst/>
              </a:prstGeom>
              <a:ln w="0" cap="flat" cmpd="sng">
                <a:solidFill>
                  <a:srgbClr val="FF0000"/>
                </a:solidFill>
                <a:prstDash val="solid"/>
                <a:round/>
                <a:headEnd type="none" w="med" len="med"/>
                <a:tailEnd type="none" w="med" len="med"/>
              </a:ln>
            </p:spPr>
          </p:sp>
          <p:sp>
            <p:nvSpPr>
              <p:cNvPr id="66316" name="Rectangle 781"/>
              <p:cNvSpPr/>
              <p:nvPr/>
            </p:nvSpPr>
            <p:spPr>
              <a:xfrm>
                <a:off x="2395"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17" name="Line 782"/>
              <p:cNvSpPr/>
              <p:nvPr/>
            </p:nvSpPr>
            <p:spPr>
              <a:xfrm>
                <a:off x="2395" y="3164"/>
                <a:ext cx="194" cy="1"/>
              </a:xfrm>
              <a:prstGeom prst="line">
                <a:avLst/>
              </a:prstGeom>
              <a:ln w="0" cap="flat" cmpd="sng">
                <a:solidFill>
                  <a:srgbClr val="FF0000"/>
                </a:solidFill>
                <a:prstDash val="solid"/>
                <a:round/>
                <a:headEnd type="none" w="med" len="med"/>
                <a:tailEnd type="none" w="med" len="med"/>
              </a:ln>
            </p:spPr>
          </p:sp>
          <p:sp>
            <p:nvSpPr>
              <p:cNvPr id="66318" name="Rectangle 783"/>
              <p:cNvSpPr/>
              <p:nvPr/>
            </p:nvSpPr>
            <p:spPr>
              <a:xfrm>
                <a:off x="2589"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19" name="Line 784"/>
              <p:cNvSpPr/>
              <p:nvPr/>
            </p:nvSpPr>
            <p:spPr>
              <a:xfrm>
                <a:off x="2589" y="3164"/>
                <a:ext cx="1" cy="12"/>
              </a:xfrm>
              <a:prstGeom prst="line">
                <a:avLst/>
              </a:prstGeom>
              <a:ln w="0" cap="flat" cmpd="sng">
                <a:solidFill>
                  <a:srgbClr val="FF0000"/>
                </a:solidFill>
                <a:prstDash val="solid"/>
                <a:round/>
                <a:headEnd type="none" w="med" len="med"/>
                <a:tailEnd type="none" w="med" len="med"/>
              </a:ln>
            </p:spPr>
          </p:sp>
          <p:sp>
            <p:nvSpPr>
              <p:cNvPr id="66320" name="Rectangle 785"/>
              <p:cNvSpPr/>
              <p:nvPr/>
            </p:nvSpPr>
            <p:spPr>
              <a:xfrm>
                <a:off x="2597" y="3164"/>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21" name="Line 786"/>
              <p:cNvSpPr/>
              <p:nvPr/>
            </p:nvSpPr>
            <p:spPr>
              <a:xfrm>
                <a:off x="2597" y="3164"/>
                <a:ext cx="192" cy="1"/>
              </a:xfrm>
              <a:prstGeom prst="line">
                <a:avLst/>
              </a:prstGeom>
              <a:ln w="0" cap="flat" cmpd="sng">
                <a:solidFill>
                  <a:srgbClr val="FF0000"/>
                </a:solidFill>
                <a:prstDash val="solid"/>
                <a:round/>
                <a:headEnd type="none" w="med" len="med"/>
                <a:tailEnd type="none" w="med" len="med"/>
              </a:ln>
            </p:spPr>
          </p:sp>
          <p:sp>
            <p:nvSpPr>
              <p:cNvPr id="66322" name="Rectangle 787"/>
              <p:cNvSpPr/>
              <p:nvPr/>
            </p:nvSpPr>
            <p:spPr>
              <a:xfrm>
                <a:off x="2789"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23" name="Line 788"/>
              <p:cNvSpPr/>
              <p:nvPr/>
            </p:nvSpPr>
            <p:spPr>
              <a:xfrm>
                <a:off x="2789" y="3164"/>
                <a:ext cx="1" cy="12"/>
              </a:xfrm>
              <a:prstGeom prst="line">
                <a:avLst/>
              </a:prstGeom>
              <a:ln w="0" cap="flat" cmpd="sng">
                <a:solidFill>
                  <a:srgbClr val="FF0000"/>
                </a:solidFill>
                <a:prstDash val="solid"/>
                <a:round/>
                <a:headEnd type="none" w="med" len="med"/>
                <a:tailEnd type="none" w="med" len="med"/>
              </a:ln>
            </p:spPr>
          </p:sp>
          <p:sp>
            <p:nvSpPr>
              <p:cNvPr id="66324" name="Rectangle 789"/>
              <p:cNvSpPr/>
              <p:nvPr/>
            </p:nvSpPr>
            <p:spPr>
              <a:xfrm>
                <a:off x="563"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25" name="Line 790"/>
              <p:cNvSpPr/>
              <p:nvPr/>
            </p:nvSpPr>
            <p:spPr>
              <a:xfrm>
                <a:off x="563" y="3176"/>
                <a:ext cx="1" cy="283"/>
              </a:xfrm>
              <a:prstGeom prst="line">
                <a:avLst/>
              </a:prstGeom>
              <a:ln w="0" cap="flat" cmpd="sng">
                <a:solidFill>
                  <a:srgbClr val="FF0000"/>
                </a:solidFill>
                <a:prstDash val="solid"/>
                <a:round/>
                <a:headEnd type="none" w="med" len="med"/>
                <a:tailEnd type="none" w="med" len="med"/>
              </a:ln>
            </p:spPr>
          </p:sp>
          <p:sp>
            <p:nvSpPr>
              <p:cNvPr id="66326" name="Rectangle 791"/>
              <p:cNvSpPr/>
              <p:nvPr/>
            </p:nvSpPr>
            <p:spPr>
              <a:xfrm>
                <a:off x="766"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27" name="Line 792"/>
              <p:cNvSpPr/>
              <p:nvPr/>
            </p:nvSpPr>
            <p:spPr>
              <a:xfrm>
                <a:off x="766" y="3176"/>
                <a:ext cx="1" cy="283"/>
              </a:xfrm>
              <a:prstGeom prst="line">
                <a:avLst/>
              </a:prstGeom>
              <a:ln w="0" cap="flat" cmpd="sng">
                <a:solidFill>
                  <a:srgbClr val="FF0000"/>
                </a:solidFill>
                <a:prstDash val="solid"/>
                <a:round/>
                <a:headEnd type="none" w="med" len="med"/>
                <a:tailEnd type="none" w="med" len="med"/>
              </a:ln>
            </p:spPr>
          </p:sp>
          <p:sp>
            <p:nvSpPr>
              <p:cNvPr id="66328" name="Rectangle 793"/>
              <p:cNvSpPr/>
              <p:nvPr/>
            </p:nvSpPr>
            <p:spPr>
              <a:xfrm>
                <a:off x="969"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29" name="Line 794"/>
              <p:cNvSpPr/>
              <p:nvPr/>
            </p:nvSpPr>
            <p:spPr>
              <a:xfrm>
                <a:off x="969" y="3176"/>
                <a:ext cx="1" cy="283"/>
              </a:xfrm>
              <a:prstGeom prst="line">
                <a:avLst/>
              </a:prstGeom>
              <a:ln w="0" cap="flat" cmpd="sng">
                <a:solidFill>
                  <a:srgbClr val="FF0000"/>
                </a:solidFill>
                <a:prstDash val="solid"/>
                <a:round/>
                <a:headEnd type="none" w="med" len="med"/>
                <a:tailEnd type="none" w="med" len="med"/>
              </a:ln>
            </p:spPr>
          </p:sp>
          <p:sp>
            <p:nvSpPr>
              <p:cNvPr id="66330" name="Rectangle 795"/>
              <p:cNvSpPr/>
              <p:nvPr/>
            </p:nvSpPr>
            <p:spPr>
              <a:xfrm>
                <a:off x="1169"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31" name="Line 796"/>
              <p:cNvSpPr/>
              <p:nvPr/>
            </p:nvSpPr>
            <p:spPr>
              <a:xfrm>
                <a:off x="1169" y="3176"/>
                <a:ext cx="1" cy="283"/>
              </a:xfrm>
              <a:prstGeom prst="line">
                <a:avLst/>
              </a:prstGeom>
              <a:ln w="0" cap="flat" cmpd="sng">
                <a:solidFill>
                  <a:srgbClr val="FF0000"/>
                </a:solidFill>
                <a:prstDash val="solid"/>
                <a:round/>
                <a:headEnd type="none" w="med" len="med"/>
                <a:tailEnd type="none" w="med" len="med"/>
              </a:ln>
            </p:spPr>
          </p:sp>
          <p:sp>
            <p:nvSpPr>
              <p:cNvPr id="66332" name="Rectangle 797"/>
              <p:cNvSpPr/>
              <p:nvPr/>
            </p:nvSpPr>
            <p:spPr>
              <a:xfrm>
                <a:off x="1372"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33" name="Line 798"/>
              <p:cNvSpPr/>
              <p:nvPr/>
            </p:nvSpPr>
            <p:spPr>
              <a:xfrm>
                <a:off x="1372" y="3176"/>
                <a:ext cx="1" cy="283"/>
              </a:xfrm>
              <a:prstGeom prst="line">
                <a:avLst/>
              </a:prstGeom>
              <a:ln w="0" cap="flat" cmpd="sng">
                <a:solidFill>
                  <a:srgbClr val="FF0000"/>
                </a:solidFill>
                <a:prstDash val="solid"/>
                <a:round/>
                <a:headEnd type="none" w="med" len="med"/>
                <a:tailEnd type="none" w="med" len="med"/>
              </a:ln>
            </p:spPr>
          </p:sp>
          <p:sp>
            <p:nvSpPr>
              <p:cNvPr id="66334" name="Rectangle 799"/>
              <p:cNvSpPr/>
              <p:nvPr/>
            </p:nvSpPr>
            <p:spPr>
              <a:xfrm>
                <a:off x="1575"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35" name="Line 800"/>
              <p:cNvSpPr/>
              <p:nvPr/>
            </p:nvSpPr>
            <p:spPr>
              <a:xfrm>
                <a:off x="1575" y="3176"/>
                <a:ext cx="1" cy="283"/>
              </a:xfrm>
              <a:prstGeom prst="line">
                <a:avLst/>
              </a:prstGeom>
              <a:ln w="0" cap="flat" cmpd="sng">
                <a:solidFill>
                  <a:srgbClr val="FF0000"/>
                </a:solidFill>
                <a:prstDash val="solid"/>
                <a:round/>
                <a:headEnd type="none" w="med" len="med"/>
                <a:tailEnd type="none" w="med" len="med"/>
              </a:ln>
            </p:spPr>
          </p:sp>
          <p:sp>
            <p:nvSpPr>
              <p:cNvPr id="66336" name="Rectangle 801"/>
              <p:cNvSpPr/>
              <p:nvPr/>
            </p:nvSpPr>
            <p:spPr>
              <a:xfrm>
                <a:off x="1778"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37" name="Line 802"/>
              <p:cNvSpPr/>
              <p:nvPr/>
            </p:nvSpPr>
            <p:spPr>
              <a:xfrm>
                <a:off x="1778" y="3176"/>
                <a:ext cx="1" cy="283"/>
              </a:xfrm>
              <a:prstGeom prst="line">
                <a:avLst/>
              </a:prstGeom>
              <a:ln w="0" cap="flat" cmpd="sng">
                <a:solidFill>
                  <a:srgbClr val="FF0000"/>
                </a:solidFill>
                <a:prstDash val="solid"/>
                <a:round/>
                <a:headEnd type="none" w="med" len="med"/>
                <a:tailEnd type="none" w="med" len="med"/>
              </a:ln>
            </p:spPr>
          </p:sp>
          <p:sp>
            <p:nvSpPr>
              <p:cNvPr id="66338" name="Rectangle 803"/>
              <p:cNvSpPr/>
              <p:nvPr/>
            </p:nvSpPr>
            <p:spPr>
              <a:xfrm>
                <a:off x="1980"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39" name="Line 804"/>
              <p:cNvSpPr/>
              <p:nvPr/>
            </p:nvSpPr>
            <p:spPr>
              <a:xfrm>
                <a:off x="1980" y="3176"/>
                <a:ext cx="1" cy="283"/>
              </a:xfrm>
              <a:prstGeom prst="line">
                <a:avLst/>
              </a:prstGeom>
              <a:ln w="0" cap="flat" cmpd="sng">
                <a:solidFill>
                  <a:srgbClr val="FF0000"/>
                </a:solidFill>
                <a:prstDash val="solid"/>
                <a:round/>
                <a:headEnd type="none" w="med" len="med"/>
                <a:tailEnd type="none" w="med" len="med"/>
              </a:ln>
            </p:spPr>
          </p:sp>
          <p:sp>
            <p:nvSpPr>
              <p:cNvPr id="66340" name="Rectangle 805"/>
              <p:cNvSpPr/>
              <p:nvPr/>
            </p:nvSpPr>
            <p:spPr>
              <a:xfrm>
                <a:off x="2183"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41" name="Line 806"/>
              <p:cNvSpPr/>
              <p:nvPr/>
            </p:nvSpPr>
            <p:spPr>
              <a:xfrm>
                <a:off x="2183" y="3176"/>
                <a:ext cx="1" cy="283"/>
              </a:xfrm>
              <a:prstGeom prst="line">
                <a:avLst/>
              </a:prstGeom>
              <a:ln w="0" cap="flat" cmpd="sng">
                <a:solidFill>
                  <a:srgbClr val="FF0000"/>
                </a:solidFill>
                <a:prstDash val="solid"/>
                <a:round/>
                <a:headEnd type="none" w="med" len="med"/>
                <a:tailEnd type="none" w="med" len="med"/>
              </a:ln>
            </p:spPr>
          </p:sp>
          <p:sp>
            <p:nvSpPr>
              <p:cNvPr id="66342" name="Rectangle 807"/>
              <p:cNvSpPr/>
              <p:nvPr/>
            </p:nvSpPr>
            <p:spPr>
              <a:xfrm>
                <a:off x="2386"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43" name="Line 808"/>
              <p:cNvSpPr/>
              <p:nvPr/>
            </p:nvSpPr>
            <p:spPr>
              <a:xfrm>
                <a:off x="2386" y="3176"/>
                <a:ext cx="1" cy="283"/>
              </a:xfrm>
              <a:prstGeom prst="line">
                <a:avLst/>
              </a:prstGeom>
              <a:ln w="0" cap="flat" cmpd="sng">
                <a:solidFill>
                  <a:srgbClr val="FF0000"/>
                </a:solidFill>
                <a:prstDash val="solid"/>
                <a:round/>
                <a:headEnd type="none" w="med" len="med"/>
                <a:tailEnd type="none" w="med" len="med"/>
              </a:ln>
            </p:spPr>
          </p:sp>
          <p:sp>
            <p:nvSpPr>
              <p:cNvPr id="66344" name="Rectangle 809"/>
              <p:cNvSpPr/>
              <p:nvPr/>
            </p:nvSpPr>
            <p:spPr>
              <a:xfrm>
                <a:off x="2589"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45" name="Line 810"/>
              <p:cNvSpPr/>
              <p:nvPr/>
            </p:nvSpPr>
            <p:spPr>
              <a:xfrm>
                <a:off x="2589" y="3176"/>
                <a:ext cx="1" cy="283"/>
              </a:xfrm>
              <a:prstGeom prst="line">
                <a:avLst/>
              </a:prstGeom>
              <a:ln w="0" cap="flat" cmpd="sng">
                <a:solidFill>
                  <a:srgbClr val="FF0000"/>
                </a:solidFill>
                <a:prstDash val="solid"/>
                <a:round/>
                <a:headEnd type="none" w="med" len="med"/>
                <a:tailEnd type="none" w="med" len="med"/>
              </a:ln>
            </p:spPr>
          </p:sp>
          <p:sp>
            <p:nvSpPr>
              <p:cNvPr id="66346" name="Rectangle 811"/>
              <p:cNvSpPr/>
              <p:nvPr/>
            </p:nvSpPr>
            <p:spPr>
              <a:xfrm>
                <a:off x="2789"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47" name="Line 812"/>
              <p:cNvSpPr/>
              <p:nvPr/>
            </p:nvSpPr>
            <p:spPr>
              <a:xfrm>
                <a:off x="2789" y="3176"/>
                <a:ext cx="1" cy="283"/>
              </a:xfrm>
              <a:prstGeom prst="line">
                <a:avLst/>
              </a:prstGeom>
              <a:ln w="0" cap="flat" cmpd="sng">
                <a:solidFill>
                  <a:srgbClr val="FF0000"/>
                </a:solidFill>
                <a:prstDash val="solid"/>
                <a:round/>
                <a:headEnd type="none" w="med" len="med"/>
                <a:tailEnd type="none" w="med" len="med"/>
              </a:ln>
            </p:spPr>
          </p:sp>
          <p:sp>
            <p:nvSpPr>
              <p:cNvPr id="66348" name="Rectangle 813"/>
              <p:cNvSpPr/>
              <p:nvPr/>
            </p:nvSpPr>
            <p:spPr>
              <a:xfrm>
                <a:off x="671"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349" name="Rectangle 814"/>
              <p:cNvSpPr/>
              <p:nvPr/>
            </p:nvSpPr>
            <p:spPr>
              <a:xfrm>
                <a:off x="73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50" name="Rectangle 815"/>
              <p:cNvSpPr/>
              <p:nvPr/>
            </p:nvSpPr>
            <p:spPr>
              <a:xfrm>
                <a:off x="874"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351" name="Rectangle 816"/>
              <p:cNvSpPr/>
              <p:nvPr/>
            </p:nvSpPr>
            <p:spPr>
              <a:xfrm>
                <a:off x="939"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52" name="Rectangle 817"/>
              <p:cNvSpPr/>
              <p:nvPr/>
            </p:nvSpPr>
            <p:spPr>
              <a:xfrm>
                <a:off x="107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353" name="Rectangle 818"/>
              <p:cNvSpPr/>
              <p:nvPr/>
            </p:nvSpPr>
            <p:spPr>
              <a:xfrm>
                <a:off x="1142"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54" name="Rectangle 819"/>
              <p:cNvSpPr/>
              <p:nvPr/>
            </p:nvSpPr>
            <p:spPr>
              <a:xfrm>
                <a:off x="1279"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355" name="Rectangle 820"/>
              <p:cNvSpPr/>
              <p:nvPr/>
            </p:nvSpPr>
            <p:spPr>
              <a:xfrm>
                <a:off x="1345"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56" name="Rectangle 821"/>
              <p:cNvSpPr/>
              <p:nvPr/>
            </p:nvSpPr>
            <p:spPr>
              <a:xfrm>
                <a:off x="1482"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357" name="Rectangle 822"/>
              <p:cNvSpPr/>
              <p:nvPr/>
            </p:nvSpPr>
            <p:spPr>
              <a:xfrm>
                <a:off x="1548"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58" name="Rectangle 823"/>
              <p:cNvSpPr/>
              <p:nvPr/>
            </p:nvSpPr>
            <p:spPr>
              <a:xfrm>
                <a:off x="1685"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359" name="Rectangle 824"/>
              <p:cNvSpPr/>
              <p:nvPr/>
            </p:nvSpPr>
            <p:spPr>
              <a:xfrm>
                <a:off x="1751"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60" name="Rectangle 825"/>
              <p:cNvSpPr/>
              <p:nvPr/>
            </p:nvSpPr>
            <p:spPr>
              <a:xfrm>
                <a:off x="1888"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361" name="Rectangle 826"/>
              <p:cNvSpPr/>
              <p:nvPr/>
            </p:nvSpPr>
            <p:spPr>
              <a:xfrm>
                <a:off x="1954"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62" name="Rectangle 827"/>
              <p:cNvSpPr/>
              <p:nvPr/>
            </p:nvSpPr>
            <p:spPr>
              <a:xfrm>
                <a:off x="2088"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363" name="Rectangle 828"/>
              <p:cNvSpPr/>
              <p:nvPr/>
            </p:nvSpPr>
            <p:spPr>
              <a:xfrm>
                <a:off x="2153"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64" name="Rectangle 829"/>
              <p:cNvSpPr/>
              <p:nvPr/>
            </p:nvSpPr>
            <p:spPr>
              <a:xfrm>
                <a:off x="2291"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365" name="Rectangle 830"/>
              <p:cNvSpPr/>
              <p:nvPr/>
            </p:nvSpPr>
            <p:spPr>
              <a:xfrm>
                <a:off x="235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66" name="Rectangle 831"/>
              <p:cNvSpPr/>
              <p:nvPr/>
            </p:nvSpPr>
            <p:spPr>
              <a:xfrm>
                <a:off x="2493"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367" name="Rectangle 832"/>
              <p:cNvSpPr/>
              <p:nvPr/>
            </p:nvSpPr>
            <p:spPr>
              <a:xfrm>
                <a:off x="2559"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68" name="Rectangle 833"/>
              <p:cNvSpPr/>
              <p:nvPr/>
            </p:nvSpPr>
            <p:spPr>
              <a:xfrm>
                <a:off x="269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369" name="Rectangle 834"/>
              <p:cNvSpPr/>
              <p:nvPr/>
            </p:nvSpPr>
            <p:spPr>
              <a:xfrm>
                <a:off x="2762"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70" name="Rectangle 835"/>
              <p:cNvSpPr/>
              <p:nvPr/>
            </p:nvSpPr>
            <p:spPr>
              <a:xfrm>
                <a:off x="563"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71" name="Line 836"/>
              <p:cNvSpPr/>
              <p:nvPr/>
            </p:nvSpPr>
            <p:spPr>
              <a:xfrm>
                <a:off x="563" y="3459"/>
                <a:ext cx="1" cy="11"/>
              </a:xfrm>
              <a:prstGeom prst="line">
                <a:avLst/>
              </a:prstGeom>
              <a:ln w="0" cap="flat" cmpd="sng">
                <a:solidFill>
                  <a:srgbClr val="FF0000"/>
                </a:solidFill>
                <a:prstDash val="solid"/>
                <a:round/>
                <a:headEnd type="none" w="med" len="med"/>
                <a:tailEnd type="none" w="med" len="med"/>
              </a:ln>
            </p:spPr>
          </p:sp>
          <p:sp>
            <p:nvSpPr>
              <p:cNvPr id="66372" name="Rectangle 837"/>
              <p:cNvSpPr/>
              <p:nvPr/>
            </p:nvSpPr>
            <p:spPr>
              <a:xfrm>
                <a:off x="572"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73" name="Line 838"/>
              <p:cNvSpPr/>
              <p:nvPr/>
            </p:nvSpPr>
            <p:spPr>
              <a:xfrm>
                <a:off x="572" y="3459"/>
                <a:ext cx="194" cy="1"/>
              </a:xfrm>
              <a:prstGeom prst="line">
                <a:avLst/>
              </a:prstGeom>
              <a:ln w="0" cap="flat" cmpd="sng">
                <a:solidFill>
                  <a:srgbClr val="FF0000"/>
                </a:solidFill>
                <a:prstDash val="solid"/>
                <a:round/>
                <a:headEnd type="none" w="med" len="med"/>
                <a:tailEnd type="none" w="med" len="med"/>
              </a:ln>
            </p:spPr>
          </p:sp>
          <p:sp>
            <p:nvSpPr>
              <p:cNvPr id="66374" name="Rectangle 839"/>
              <p:cNvSpPr/>
              <p:nvPr/>
            </p:nvSpPr>
            <p:spPr>
              <a:xfrm>
                <a:off x="766"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75" name="Line 840"/>
              <p:cNvSpPr/>
              <p:nvPr/>
            </p:nvSpPr>
            <p:spPr>
              <a:xfrm>
                <a:off x="766" y="3459"/>
                <a:ext cx="1" cy="11"/>
              </a:xfrm>
              <a:prstGeom prst="line">
                <a:avLst/>
              </a:prstGeom>
              <a:ln w="0" cap="flat" cmpd="sng">
                <a:solidFill>
                  <a:srgbClr val="FF0000"/>
                </a:solidFill>
                <a:prstDash val="solid"/>
                <a:round/>
                <a:headEnd type="none" w="med" len="med"/>
                <a:tailEnd type="none" w="med" len="med"/>
              </a:ln>
            </p:spPr>
          </p:sp>
          <p:sp>
            <p:nvSpPr>
              <p:cNvPr id="66376" name="Rectangle 841"/>
              <p:cNvSpPr/>
              <p:nvPr/>
            </p:nvSpPr>
            <p:spPr>
              <a:xfrm>
                <a:off x="775"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77" name="Line 842"/>
              <p:cNvSpPr/>
              <p:nvPr/>
            </p:nvSpPr>
            <p:spPr>
              <a:xfrm>
                <a:off x="775" y="3459"/>
                <a:ext cx="194" cy="1"/>
              </a:xfrm>
              <a:prstGeom prst="line">
                <a:avLst/>
              </a:prstGeom>
              <a:ln w="0" cap="flat" cmpd="sng">
                <a:solidFill>
                  <a:srgbClr val="FF0000"/>
                </a:solidFill>
                <a:prstDash val="solid"/>
                <a:round/>
                <a:headEnd type="none" w="med" len="med"/>
                <a:tailEnd type="none" w="med" len="med"/>
              </a:ln>
            </p:spPr>
          </p:sp>
          <p:sp>
            <p:nvSpPr>
              <p:cNvPr id="66378" name="Rectangle 843"/>
              <p:cNvSpPr/>
              <p:nvPr/>
            </p:nvSpPr>
            <p:spPr>
              <a:xfrm>
                <a:off x="969"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79" name="Line 844"/>
              <p:cNvSpPr/>
              <p:nvPr/>
            </p:nvSpPr>
            <p:spPr>
              <a:xfrm>
                <a:off x="969" y="3459"/>
                <a:ext cx="1" cy="11"/>
              </a:xfrm>
              <a:prstGeom prst="line">
                <a:avLst/>
              </a:prstGeom>
              <a:ln w="0" cap="flat" cmpd="sng">
                <a:solidFill>
                  <a:srgbClr val="FF0000"/>
                </a:solidFill>
                <a:prstDash val="solid"/>
                <a:round/>
                <a:headEnd type="none" w="med" len="med"/>
                <a:tailEnd type="none" w="med" len="med"/>
              </a:ln>
            </p:spPr>
          </p:sp>
          <p:sp>
            <p:nvSpPr>
              <p:cNvPr id="66380" name="Rectangle 845"/>
              <p:cNvSpPr/>
              <p:nvPr/>
            </p:nvSpPr>
            <p:spPr>
              <a:xfrm>
                <a:off x="978" y="3459"/>
                <a:ext cx="191"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81" name="Line 846"/>
              <p:cNvSpPr/>
              <p:nvPr/>
            </p:nvSpPr>
            <p:spPr>
              <a:xfrm>
                <a:off x="978" y="3459"/>
                <a:ext cx="191" cy="1"/>
              </a:xfrm>
              <a:prstGeom prst="line">
                <a:avLst/>
              </a:prstGeom>
              <a:ln w="0" cap="flat" cmpd="sng">
                <a:solidFill>
                  <a:srgbClr val="FF0000"/>
                </a:solidFill>
                <a:prstDash val="solid"/>
                <a:round/>
                <a:headEnd type="none" w="med" len="med"/>
                <a:tailEnd type="none" w="med" len="med"/>
              </a:ln>
            </p:spPr>
          </p:sp>
          <p:sp>
            <p:nvSpPr>
              <p:cNvPr id="66382" name="Rectangle 847"/>
              <p:cNvSpPr/>
              <p:nvPr/>
            </p:nvSpPr>
            <p:spPr>
              <a:xfrm>
                <a:off x="1169"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83" name="Line 848"/>
              <p:cNvSpPr/>
              <p:nvPr/>
            </p:nvSpPr>
            <p:spPr>
              <a:xfrm>
                <a:off x="1169" y="3459"/>
                <a:ext cx="1" cy="11"/>
              </a:xfrm>
              <a:prstGeom prst="line">
                <a:avLst/>
              </a:prstGeom>
              <a:ln w="0" cap="flat" cmpd="sng">
                <a:solidFill>
                  <a:srgbClr val="FF0000"/>
                </a:solidFill>
                <a:prstDash val="solid"/>
                <a:round/>
                <a:headEnd type="none" w="med" len="med"/>
                <a:tailEnd type="none" w="med" len="med"/>
              </a:ln>
            </p:spPr>
          </p:sp>
          <p:sp>
            <p:nvSpPr>
              <p:cNvPr id="66384" name="Rectangle 849"/>
              <p:cNvSpPr/>
              <p:nvPr/>
            </p:nvSpPr>
            <p:spPr>
              <a:xfrm>
                <a:off x="1178"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85" name="Line 850"/>
              <p:cNvSpPr/>
              <p:nvPr/>
            </p:nvSpPr>
            <p:spPr>
              <a:xfrm>
                <a:off x="1178" y="3459"/>
                <a:ext cx="194" cy="1"/>
              </a:xfrm>
              <a:prstGeom prst="line">
                <a:avLst/>
              </a:prstGeom>
              <a:ln w="0" cap="flat" cmpd="sng">
                <a:solidFill>
                  <a:srgbClr val="FF0000"/>
                </a:solidFill>
                <a:prstDash val="solid"/>
                <a:round/>
                <a:headEnd type="none" w="med" len="med"/>
                <a:tailEnd type="none" w="med" len="med"/>
              </a:ln>
            </p:spPr>
          </p:sp>
          <p:sp>
            <p:nvSpPr>
              <p:cNvPr id="66386" name="Rectangle 851"/>
              <p:cNvSpPr/>
              <p:nvPr/>
            </p:nvSpPr>
            <p:spPr>
              <a:xfrm>
                <a:off x="1372"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87" name="Line 852"/>
              <p:cNvSpPr/>
              <p:nvPr/>
            </p:nvSpPr>
            <p:spPr>
              <a:xfrm>
                <a:off x="1372" y="3459"/>
                <a:ext cx="1" cy="11"/>
              </a:xfrm>
              <a:prstGeom prst="line">
                <a:avLst/>
              </a:prstGeom>
              <a:ln w="0" cap="flat" cmpd="sng">
                <a:solidFill>
                  <a:srgbClr val="FF0000"/>
                </a:solidFill>
                <a:prstDash val="solid"/>
                <a:round/>
                <a:headEnd type="none" w="med" len="med"/>
                <a:tailEnd type="none" w="med" len="med"/>
              </a:ln>
            </p:spPr>
          </p:sp>
          <p:sp>
            <p:nvSpPr>
              <p:cNvPr id="66388" name="Rectangle 853"/>
              <p:cNvSpPr/>
              <p:nvPr/>
            </p:nvSpPr>
            <p:spPr>
              <a:xfrm>
                <a:off x="1380" y="3459"/>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89" name="Line 854"/>
              <p:cNvSpPr/>
              <p:nvPr/>
            </p:nvSpPr>
            <p:spPr>
              <a:xfrm>
                <a:off x="1380" y="3459"/>
                <a:ext cx="195" cy="1"/>
              </a:xfrm>
              <a:prstGeom prst="line">
                <a:avLst/>
              </a:prstGeom>
              <a:ln w="0" cap="flat" cmpd="sng">
                <a:solidFill>
                  <a:srgbClr val="FF0000"/>
                </a:solidFill>
                <a:prstDash val="solid"/>
                <a:round/>
                <a:headEnd type="none" w="med" len="med"/>
                <a:tailEnd type="none" w="med" len="med"/>
              </a:ln>
            </p:spPr>
          </p:sp>
          <p:sp>
            <p:nvSpPr>
              <p:cNvPr id="66390" name="Rectangle 855"/>
              <p:cNvSpPr/>
              <p:nvPr/>
            </p:nvSpPr>
            <p:spPr>
              <a:xfrm>
                <a:off x="1575"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91" name="Line 856"/>
              <p:cNvSpPr/>
              <p:nvPr/>
            </p:nvSpPr>
            <p:spPr>
              <a:xfrm>
                <a:off x="1575" y="3459"/>
                <a:ext cx="1" cy="11"/>
              </a:xfrm>
              <a:prstGeom prst="line">
                <a:avLst/>
              </a:prstGeom>
              <a:ln w="0" cap="flat" cmpd="sng">
                <a:solidFill>
                  <a:srgbClr val="FF0000"/>
                </a:solidFill>
                <a:prstDash val="solid"/>
                <a:round/>
                <a:headEnd type="none" w="med" len="med"/>
                <a:tailEnd type="none" w="med" len="med"/>
              </a:ln>
            </p:spPr>
          </p:sp>
          <p:sp>
            <p:nvSpPr>
              <p:cNvPr id="66392" name="Rectangle 857"/>
              <p:cNvSpPr/>
              <p:nvPr/>
            </p:nvSpPr>
            <p:spPr>
              <a:xfrm>
                <a:off x="1583" y="3459"/>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93" name="Line 858"/>
              <p:cNvSpPr/>
              <p:nvPr/>
            </p:nvSpPr>
            <p:spPr>
              <a:xfrm>
                <a:off x="1583" y="3459"/>
                <a:ext cx="195" cy="1"/>
              </a:xfrm>
              <a:prstGeom prst="line">
                <a:avLst/>
              </a:prstGeom>
              <a:ln w="0" cap="flat" cmpd="sng">
                <a:solidFill>
                  <a:srgbClr val="FF0000"/>
                </a:solidFill>
                <a:prstDash val="solid"/>
                <a:round/>
                <a:headEnd type="none" w="med" len="med"/>
                <a:tailEnd type="none" w="med" len="med"/>
              </a:ln>
            </p:spPr>
          </p:sp>
          <p:sp>
            <p:nvSpPr>
              <p:cNvPr id="66394" name="Rectangle 859"/>
              <p:cNvSpPr/>
              <p:nvPr/>
            </p:nvSpPr>
            <p:spPr>
              <a:xfrm>
                <a:off x="1778"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95" name="Line 860"/>
              <p:cNvSpPr/>
              <p:nvPr/>
            </p:nvSpPr>
            <p:spPr>
              <a:xfrm>
                <a:off x="1778" y="3459"/>
                <a:ext cx="1" cy="11"/>
              </a:xfrm>
              <a:prstGeom prst="line">
                <a:avLst/>
              </a:prstGeom>
              <a:ln w="0" cap="flat" cmpd="sng">
                <a:solidFill>
                  <a:srgbClr val="FF0000"/>
                </a:solidFill>
                <a:prstDash val="solid"/>
                <a:round/>
                <a:headEnd type="none" w="med" len="med"/>
                <a:tailEnd type="none" w="med" len="med"/>
              </a:ln>
            </p:spPr>
          </p:sp>
          <p:sp>
            <p:nvSpPr>
              <p:cNvPr id="66396" name="Rectangle 861"/>
              <p:cNvSpPr/>
              <p:nvPr/>
            </p:nvSpPr>
            <p:spPr>
              <a:xfrm>
                <a:off x="1786"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66397" name="Line 862"/>
            <p:cNvSpPr/>
            <p:nvPr/>
          </p:nvSpPr>
          <p:spPr>
            <a:xfrm>
              <a:off x="4289" y="3514"/>
              <a:ext cx="194" cy="1"/>
            </a:xfrm>
            <a:prstGeom prst="line">
              <a:avLst/>
            </a:prstGeom>
            <a:ln w="0" cap="flat" cmpd="sng">
              <a:solidFill>
                <a:srgbClr val="FF0000"/>
              </a:solidFill>
              <a:prstDash val="solid"/>
              <a:round/>
              <a:headEnd type="none" w="med" len="med"/>
              <a:tailEnd type="none" w="med" len="med"/>
            </a:ln>
          </p:spPr>
        </p:sp>
        <p:sp>
          <p:nvSpPr>
            <p:cNvPr id="66398" name="Rectangle 863"/>
            <p:cNvSpPr/>
            <p:nvPr/>
          </p:nvSpPr>
          <p:spPr>
            <a:xfrm>
              <a:off x="4483" y="3514"/>
              <a:ext cx="9" cy="11"/>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399" name="Line 864"/>
            <p:cNvSpPr/>
            <p:nvPr/>
          </p:nvSpPr>
          <p:spPr>
            <a:xfrm>
              <a:off x="4483" y="3514"/>
              <a:ext cx="1" cy="11"/>
            </a:xfrm>
            <a:prstGeom prst="line">
              <a:avLst/>
            </a:prstGeom>
            <a:ln w="0" cap="flat" cmpd="sng">
              <a:solidFill>
                <a:srgbClr val="FF0000"/>
              </a:solidFill>
              <a:prstDash val="solid"/>
              <a:round/>
              <a:headEnd type="none" w="med" len="med"/>
              <a:tailEnd type="none" w="med" len="med"/>
            </a:ln>
          </p:spPr>
        </p:sp>
        <p:sp>
          <p:nvSpPr>
            <p:cNvPr id="66400" name="Rectangle 865"/>
            <p:cNvSpPr/>
            <p:nvPr/>
          </p:nvSpPr>
          <p:spPr>
            <a:xfrm>
              <a:off x="4492" y="3514"/>
              <a:ext cx="194"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01" name="Line 866"/>
            <p:cNvSpPr/>
            <p:nvPr/>
          </p:nvSpPr>
          <p:spPr>
            <a:xfrm>
              <a:off x="4492" y="3514"/>
              <a:ext cx="194" cy="1"/>
            </a:xfrm>
            <a:prstGeom prst="line">
              <a:avLst/>
            </a:prstGeom>
            <a:ln w="0" cap="flat" cmpd="sng">
              <a:solidFill>
                <a:srgbClr val="FF0000"/>
              </a:solidFill>
              <a:prstDash val="solid"/>
              <a:round/>
              <a:headEnd type="none" w="med" len="med"/>
              <a:tailEnd type="none" w="med" len="med"/>
            </a:ln>
          </p:spPr>
        </p:sp>
        <p:sp>
          <p:nvSpPr>
            <p:cNvPr id="66402" name="Rectangle 867"/>
            <p:cNvSpPr/>
            <p:nvPr/>
          </p:nvSpPr>
          <p:spPr>
            <a:xfrm>
              <a:off x="4686" y="3514"/>
              <a:ext cx="9" cy="11"/>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03" name="Line 868"/>
            <p:cNvSpPr/>
            <p:nvPr/>
          </p:nvSpPr>
          <p:spPr>
            <a:xfrm>
              <a:off x="4686" y="3514"/>
              <a:ext cx="1" cy="11"/>
            </a:xfrm>
            <a:prstGeom prst="line">
              <a:avLst/>
            </a:prstGeom>
            <a:ln w="0" cap="flat" cmpd="sng">
              <a:solidFill>
                <a:srgbClr val="FF0000"/>
              </a:solidFill>
              <a:prstDash val="solid"/>
              <a:round/>
              <a:headEnd type="none" w="med" len="med"/>
              <a:tailEnd type="none" w="med" len="med"/>
            </a:ln>
          </p:spPr>
        </p:sp>
        <p:sp>
          <p:nvSpPr>
            <p:cNvPr id="66404" name="Rectangle 869"/>
            <p:cNvSpPr/>
            <p:nvPr/>
          </p:nvSpPr>
          <p:spPr>
            <a:xfrm>
              <a:off x="4695" y="3514"/>
              <a:ext cx="194"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05" name="Line 870"/>
            <p:cNvSpPr/>
            <p:nvPr/>
          </p:nvSpPr>
          <p:spPr>
            <a:xfrm>
              <a:off x="4695" y="3514"/>
              <a:ext cx="194" cy="1"/>
            </a:xfrm>
            <a:prstGeom prst="line">
              <a:avLst/>
            </a:prstGeom>
            <a:ln w="0" cap="flat" cmpd="sng">
              <a:solidFill>
                <a:srgbClr val="FF0000"/>
              </a:solidFill>
              <a:prstDash val="solid"/>
              <a:round/>
              <a:headEnd type="none" w="med" len="med"/>
              <a:tailEnd type="none" w="med" len="med"/>
            </a:ln>
          </p:spPr>
        </p:sp>
        <p:sp>
          <p:nvSpPr>
            <p:cNvPr id="66406" name="Rectangle 871"/>
            <p:cNvSpPr/>
            <p:nvPr/>
          </p:nvSpPr>
          <p:spPr>
            <a:xfrm>
              <a:off x="4889" y="3514"/>
              <a:ext cx="9" cy="11"/>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07" name="Line 872"/>
            <p:cNvSpPr/>
            <p:nvPr/>
          </p:nvSpPr>
          <p:spPr>
            <a:xfrm>
              <a:off x="4889" y="3514"/>
              <a:ext cx="1" cy="11"/>
            </a:xfrm>
            <a:prstGeom prst="line">
              <a:avLst/>
            </a:prstGeom>
            <a:ln w="0" cap="flat" cmpd="sng">
              <a:solidFill>
                <a:srgbClr val="FF0000"/>
              </a:solidFill>
              <a:prstDash val="solid"/>
              <a:round/>
              <a:headEnd type="none" w="med" len="med"/>
              <a:tailEnd type="none" w="med" len="med"/>
            </a:ln>
          </p:spPr>
        </p:sp>
        <p:sp>
          <p:nvSpPr>
            <p:cNvPr id="66408" name="Rectangle 873"/>
            <p:cNvSpPr/>
            <p:nvPr/>
          </p:nvSpPr>
          <p:spPr>
            <a:xfrm>
              <a:off x="4898" y="3514"/>
              <a:ext cx="194"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09" name="Line 874"/>
            <p:cNvSpPr/>
            <p:nvPr/>
          </p:nvSpPr>
          <p:spPr>
            <a:xfrm>
              <a:off x="4898" y="3514"/>
              <a:ext cx="194" cy="1"/>
            </a:xfrm>
            <a:prstGeom prst="line">
              <a:avLst/>
            </a:prstGeom>
            <a:ln w="0" cap="flat" cmpd="sng">
              <a:solidFill>
                <a:srgbClr val="FF0000"/>
              </a:solidFill>
              <a:prstDash val="solid"/>
              <a:round/>
              <a:headEnd type="none" w="med" len="med"/>
              <a:tailEnd type="none" w="med" len="med"/>
            </a:ln>
          </p:spPr>
        </p:sp>
        <p:sp>
          <p:nvSpPr>
            <p:cNvPr id="66410" name="Rectangle 875"/>
            <p:cNvSpPr/>
            <p:nvPr/>
          </p:nvSpPr>
          <p:spPr>
            <a:xfrm>
              <a:off x="5092" y="3514"/>
              <a:ext cx="8" cy="11"/>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11" name="Line 876"/>
            <p:cNvSpPr/>
            <p:nvPr/>
          </p:nvSpPr>
          <p:spPr>
            <a:xfrm>
              <a:off x="5092" y="3514"/>
              <a:ext cx="1" cy="11"/>
            </a:xfrm>
            <a:prstGeom prst="line">
              <a:avLst/>
            </a:prstGeom>
            <a:ln w="0" cap="flat" cmpd="sng">
              <a:solidFill>
                <a:srgbClr val="FF0000"/>
              </a:solidFill>
              <a:prstDash val="solid"/>
              <a:round/>
              <a:headEnd type="none" w="med" len="med"/>
              <a:tailEnd type="none" w="med" len="med"/>
            </a:ln>
          </p:spPr>
        </p:sp>
        <p:sp>
          <p:nvSpPr>
            <p:cNvPr id="66412" name="Rectangle 877"/>
            <p:cNvSpPr/>
            <p:nvPr/>
          </p:nvSpPr>
          <p:spPr>
            <a:xfrm>
              <a:off x="5100" y="3514"/>
              <a:ext cx="192"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13" name="Line 878"/>
            <p:cNvSpPr/>
            <p:nvPr/>
          </p:nvSpPr>
          <p:spPr>
            <a:xfrm>
              <a:off x="5100" y="3514"/>
              <a:ext cx="192" cy="1"/>
            </a:xfrm>
            <a:prstGeom prst="line">
              <a:avLst/>
            </a:prstGeom>
            <a:ln w="0" cap="flat" cmpd="sng">
              <a:solidFill>
                <a:srgbClr val="FF0000"/>
              </a:solidFill>
              <a:prstDash val="solid"/>
              <a:round/>
              <a:headEnd type="none" w="med" len="med"/>
              <a:tailEnd type="none" w="med" len="med"/>
            </a:ln>
          </p:spPr>
        </p:sp>
        <p:sp>
          <p:nvSpPr>
            <p:cNvPr id="66414" name="Rectangle 879"/>
            <p:cNvSpPr/>
            <p:nvPr/>
          </p:nvSpPr>
          <p:spPr>
            <a:xfrm>
              <a:off x="5292" y="3514"/>
              <a:ext cx="8" cy="11"/>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15" name="Line 880"/>
            <p:cNvSpPr/>
            <p:nvPr/>
          </p:nvSpPr>
          <p:spPr>
            <a:xfrm>
              <a:off x="5292" y="3514"/>
              <a:ext cx="1" cy="11"/>
            </a:xfrm>
            <a:prstGeom prst="line">
              <a:avLst/>
            </a:prstGeom>
            <a:ln w="0" cap="flat" cmpd="sng">
              <a:solidFill>
                <a:srgbClr val="FF0000"/>
              </a:solidFill>
              <a:prstDash val="solid"/>
              <a:round/>
              <a:headEnd type="none" w="med" len="med"/>
              <a:tailEnd type="none" w="med" len="med"/>
            </a:ln>
          </p:spPr>
        </p:sp>
        <p:sp>
          <p:nvSpPr>
            <p:cNvPr id="66416" name="Rectangle 881"/>
            <p:cNvSpPr/>
            <p:nvPr/>
          </p:nvSpPr>
          <p:spPr>
            <a:xfrm>
              <a:off x="3066" y="3525"/>
              <a:ext cx="9"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17" name="Line 882"/>
            <p:cNvSpPr/>
            <p:nvPr/>
          </p:nvSpPr>
          <p:spPr>
            <a:xfrm>
              <a:off x="3066" y="3525"/>
              <a:ext cx="1" cy="288"/>
            </a:xfrm>
            <a:prstGeom prst="line">
              <a:avLst/>
            </a:prstGeom>
            <a:ln w="0" cap="flat" cmpd="sng">
              <a:solidFill>
                <a:srgbClr val="FF0000"/>
              </a:solidFill>
              <a:prstDash val="solid"/>
              <a:round/>
              <a:headEnd type="none" w="med" len="med"/>
              <a:tailEnd type="none" w="med" len="med"/>
            </a:ln>
          </p:spPr>
        </p:sp>
        <p:sp>
          <p:nvSpPr>
            <p:cNvPr id="66418" name="Rectangle 883"/>
            <p:cNvSpPr/>
            <p:nvPr/>
          </p:nvSpPr>
          <p:spPr>
            <a:xfrm>
              <a:off x="3066"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19" name="Line 884"/>
            <p:cNvSpPr/>
            <p:nvPr/>
          </p:nvSpPr>
          <p:spPr>
            <a:xfrm>
              <a:off x="3066" y="3813"/>
              <a:ext cx="9" cy="1"/>
            </a:xfrm>
            <a:prstGeom prst="line">
              <a:avLst/>
            </a:prstGeom>
            <a:ln w="0" cap="flat" cmpd="sng">
              <a:solidFill>
                <a:srgbClr val="FF0000"/>
              </a:solidFill>
              <a:prstDash val="solid"/>
              <a:round/>
              <a:headEnd type="none" w="med" len="med"/>
              <a:tailEnd type="none" w="med" len="med"/>
            </a:ln>
          </p:spPr>
        </p:sp>
        <p:sp>
          <p:nvSpPr>
            <p:cNvPr id="66420" name="Line 885"/>
            <p:cNvSpPr/>
            <p:nvPr/>
          </p:nvSpPr>
          <p:spPr>
            <a:xfrm>
              <a:off x="3066" y="3813"/>
              <a:ext cx="1" cy="9"/>
            </a:xfrm>
            <a:prstGeom prst="line">
              <a:avLst/>
            </a:prstGeom>
            <a:ln w="0" cap="flat" cmpd="sng">
              <a:solidFill>
                <a:srgbClr val="FF0000"/>
              </a:solidFill>
              <a:prstDash val="solid"/>
              <a:round/>
              <a:headEnd type="none" w="med" len="med"/>
              <a:tailEnd type="none" w="med" len="med"/>
            </a:ln>
          </p:spPr>
        </p:sp>
        <p:sp>
          <p:nvSpPr>
            <p:cNvPr id="66421" name="Rectangle 886"/>
            <p:cNvSpPr/>
            <p:nvPr/>
          </p:nvSpPr>
          <p:spPr>
            <a:xfrm>
              <a:off x="3066"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22" name="Line 887"/>
            <p:cNvSpPr/>
            <p:nvPr/>
          </p:nvSpPr>
          <p:spPr>
            <a:xfrm>
              <a:off x="3066" y="3813"/>
              <a:ext cx="9" cy="1"/>
            </a:xfrm>
            <a:prstGeom prst="line">
              <a:avLst/>
            </a:prstGeom>
            <a:ln w="0" cap="flat" cmpd="sng">
              <a:solidFill>
                <a:srgbClr val="FF0000"/>
              </a:solidFill>
              <a:prstDash val="solid"/>
              <a:round/>
              <a:headEnd type="none" w="med" len="med"/>
              <a:tailEnd type="none" w="med" len="med"/>
            </a:ln>
          </p:spPr>
        </p:sp>
        <p:sp>
          <p:nvSpPr>
            <p:cNvPr id="66423" name="Line 888"/>
            <p:cNvSpPr/>
            <p:nvPr/>
          </p:nvSpPr>
          <p:spPr>
            <a:xfrm>
              <a:off x="3066" y="3813"/>
              <a:ext cx="1" cy="9"/>
            </a:xfrm>
            <a:prstGeom prst="line">
              <a:avLst/>
            </a:prstGeom>
            <a:ln w="0" cap="flat" cmpd="sng">
              <a:solidFill>
                <a:srgbClr val="FF0000"/>
              </a:solidFill>
              <a:prstDash val="solid"/>
              <a:round/>
              <a:headEnd type="none" w="med" len="med"/>
              <a:tailEnd type="none" w="med" len="med"/>
            </a:ln>
          </p:spPr>
        </p:sp>
        <p:sp>
          <p:nvSpPr>
            <p:cNvPr id="66424" name="Rectangle 889"/>
            <p:cNvSpPr/>
            <p:nvPr/>
          </p:nvSpPr>
          <p:spPr>
            <a:xfrm>
              <a:off x="3075" y="3813"/>
              <a:ext cx="194"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25" name="Line 890"/>
            <p:cNvSpPr/>
            <p:nvPr/>
          </p:nvSpPr>
          <p:spPr>
            <a:xfrm>
              <a:off x="3075" y="3813"/>
              <a:ext cx="194" cy="1"/>
            </a:xfrm>
            <a:prstGeom prst="line">
              <a:avLst/>
            </a:prstGeom>
            <a:ln w="0" cap="flat" cmpd="sng">
              <a:solidFill>
                <a:srgbClr val="FF0000"/>
              </a:solidFill>
              <a:prstDash val="solid"/>
              <a:round/>
              <a:headEnd type="none" w="med" len="med"/>
              <a:tailEnd type="none" w="med" len="med"/>
            </a:ln>
          </p:spPr>
        </p:sp>
        <p:sp>
          <p:nvSpPr>
            <p:cNvPr id="66426" name="Rectangle 891"/>
            <p:cNvSpPr/>
            <p:nvPr/>
          </p:nvSpPr>
          <p:spPr>
            <a:xfrm>
              <a:off x="3269" y="3525"/>
              <a:ext cx="9"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27" name="Line 892"/>
            <p:cNvSpPr/>
            <p:nvPr/>
          </p:nvSpPr>
          <p:spPr>
            <a:xfrm>
              <a:off x="3269" y="3525"/>
              <a:ext cx="1" cy="288"/>
            </a:xfrm>
            <a:prstGeom prst="line">
              <a:avLst/>
            </a:prstGeom>
            <a:ln w="0" cap="flat" cmpd="sng">
              <a:solidFill>
                <a:srgbClr val="FF0000"/>
              </a:solidFill>
              <a:prstDash val="solid"/>
              <a:round/>
              <a:headEnd type="none" w="med" len="med"/>
              <a:tailEnd type="none" w="med" len="med"/>
            </a:ln>
          </p:spPr>
        </p:sp>
        <p:sp>
          <p:nvSpPr>
            <p:cNvPr id="66428" name="Rectangle 893"/>
            <p:cNvSpPr/>
            <p:nvPr/>
          </p:nvSpPr>
          <p:spPr>
            <a:xfrm>
              <a:off x="3269"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29" name="Line 894"/>
            <p:cNvSpPr/>
            <p:nvPr/>
          </p:nvSpPr>
          <p:spPr>
            <a:xfrm>
              <a:off x="3269" y="3813"/>
              <a:ext cx="9" cy="1"/>
            </a:xfrm>
            <a:prstGeom prst="line">
              <a:avLst/>
            </a:prstGeom>
            <a:ln w="0" cap="flat" cmpd="sng">
              <a:solidFill>
                <a:srgbClr val="FF0000"/>
              </a:solidFill>
              <a:prstDash val="solid"/>
              <a:round/>
              <a:headEnd type="none" w="med" len="med"/>
              <a:tailEnd type="none" w="med" len="med"/>
            </a:ln>
          </p:spPr>
        </p:sp>
        <p:sp>
          <p:nvSpPr>
            <p:cNvPr id="66430" name="Line 895"/>
            <p:cNvSpPr/>
            <p:nvPr/>
          </p:nvSpPr>
          <p:spPr>
            <a:xfrm>
              <a:off x="3269" y="3813"/>
              <a:ext cx="1" cy="9"/>
            </a:xfrm>
            <a:prstGeom prst="line">
              <a:avLst/>
            </a:prstGeom>
            <a:ln w="0" cap="flat" cmpd="sng">
              <a:solidFill>
                <a:srgbClr val="FF0000"/>
              </a:solidFill>
              <a:prstDash val="solid"/>
              <a:round/>
              <a:headEnd type="none" w="med" len="med"/>
              <a:tailEnd type="none" w="med" len="med"/>
            </a:ln>
          </p:spPr>
        </p:sp>
        <p:sp>
          <p:nvSpPr>
            <p:cNvPr id="66431" name="Rectangle 896"/>
            <p:cNvSpPr/>
            <p:nvPr/>
          </p:nvSpPr>
          <p:spPr>
            <a:xfrm>
              <a:off x="3278" y="3813"/>
              <a:ext cx="194"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32" name="Line 897"/>
            <p:cNvSpPr/>
            <p:nvPr/>
          </p:nvSpPr>
          <p:spPr>
            <a:xfrm>
              <a:off x="3278" y="3813"/>
              <a:ext cx="194" cy="1"/>
            </a:xfrm>
            <a:prstGeom prst="line">
              <a:avLst/>
            </a:prstGeom>
            <a:ln w="0" cap="flat" cmpd="sng">
              <a:solidFill>
                <a:srgbClr val="FF0000"/>
              </a:solidFill>
              <a:prstDash val="solid"/>
              <a:round/>
              <a:headEnd type="none" w="med" len="med"/>
              <a:tailEnd type="none" w="med" len="med"/>
            </a:ln>
          </p:spPr>
        </p:sp>
        <p:sp>
          <p:nvSpPr>
            <p:cNvPr id="66433" name="Rectangle 898"/>
            <p:cNvSpPr/>
            <p:nvPr/>
          </p:nvSpPr>
          <p:spPr>
            <a:xfrm>
              <a:off x="3472" y="3525"/>
              <a:ext cx="9"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34" name="Line 899"/>
            <p:cNvSpPr/>
            <p:nvPr/>
          </p:nvSpPr>
          <p:spPr>
            <a:xfrm>
              <a:off x="3472" y="3525"/>
              <a:ext cx="1" cy="288"/>
            </a:xfrm>
            <a:prstGeom prst="line">
              <a:avLst/>
            </a:prstGeom>
            <a:ln w="0" cap="flat" cmpd="sng">
              <a:solidFill>
                <a:srgbClr val="FF0000"/>
              </a:solidFill>
              <a:prstDash val="solid"/>
              <a:round/>
              <a:headEnd type="none" w="med" len="med"/>
              <a:tailEnd type="none" w="med" len="med"/>
            </a:ln>
          </p:spPr>
        </p:sp>
        <p:sp>
          <p:nvSpPr>
            <p:cNvPr id="66435" name="Rectangle 900"/>
            <p:cNvSpPr/>
            <p:nvPr/>
          </p:nvSpPr>
          <p:spPr>
            <a:xfrm>
              <a:off x="3472"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36" name="Line 901"/>
            <p:cNvSpPr/>
            <p:nvPr/>
          </p:nvSpPr>
          <p:spPr>
            <a:xfrm>
              <a:off x="3472" y="3813"/>
              <a:ext cx="9" cy="1"/>
            </a:xfrm>
            <a:prstGeom prst="line">
              <a:avLst/>
            </a:prstGeom>
            <a:ln w="0" cap="flat" cmpd="sng">
              <a:solidFill>
                <a:srgbClr val="FF0000"/>
              </a:solidFill>
              <a:prstDash val="solid"/>
              <a:round/>
              <a:headEnd type="none" w="med" len="med"/>
              <a:tailEnd type="none" w="med" len="med"/>
            </a:ln>
          </p:spPr>
        </p:sp>
        <p:sp>
          <p:nvSpPr>
            <p:cNvPr id="66437" name="Line 902"/>
            <p:cNvSpPr/>
            <p:nvPr/>
          </p:nvSpPr>
          <p:spPr>
            <a:xfrm>
              <a:off x="3472" y="3813"/>
              <a:ext cx="1" cy="9"/>
            </a:xfrm>
            <a:prstGeom prst="line">
              <a:avLst/>
            </a:prstGeom>
            <a:ln w="0" cap="flat" cmpd="sng">
              <a:solidFill>
                <a:srgbClr val="FF0000"/>
              </a:solidFill>
              <a:prstDash val="solid"/>
              <a:round/>
              <a:headEnd type="none" w="med" len="med"/>
              <a:tailEnd type="none" w="med" len="med"/>
            </a:ln>
          </p:spPr>
        </p:sp>
        <p:sp>
          <p:nvSpPr>
            <p:cNvPr id="66438" name="Rectangle 903"/>
            <p:cNvSpPr/>
            <p:nvPr/>
          </p:nvSpPr>
          <p:spPr>
            <a:xfrm>
              <a:off x="3481" y="3813"/>
              <a:ext cx="191"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39" name="Line 904"/>
            <p:cNvSpPr/>
            <p:nvPr/>
          </p:nvSpPr>
          <p:spPr>
            <a:xfrm>
              <a:off x="3481" y="3813"/>
              <a:ext cx="191" cy="1"/>
            </a:xfrm>
            <a:prstGeom prst="line">
              <a:avLst/>
            </a:prstGeom>
            <a:ln w="0" cap="flat" cmpd="sng">
              <a:solidFill>
                <a:srgbClr val="FF0000"/>
              </a:solidFill>
              <a:prstDash val="solid"/>
              <a:round/>
              <a:headEnd type="none" w="med" len="med"/>
              <a:tailEnd type="none" w="med" len="med"/>
            </a:ln>
          </p:spPr>
        </p:sp>
        <p:sp>
          <p:nvSpPr>
            <p:cNvPr id="66440" name="Rectangle 905"/>
            <p:cNvSpPr/>
            <p:nvPr/>
          </p:nvSpPr>
          <p:spPr>
            <a:xfrm>
              <a:off x="3672" y="3525"/>
              <a:ext cx="9"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41" name="Line 906"/>
            <p:cNvSpPr/>
            <p:nvPr/>
          </p:nvSpPr>
          <p:spPr>
            <a:xfrm>
              <a:off x="3672" y="3525"/>
              <a:ext cx="1" cy="288"/>
            </a:xfrm>
            <a:prstGeom prst="line">
              <a:avLst/>
            </a:prstGeom>
            <a:ln w="0" cap="flat" cmpd="sng">
              <a:solidFill>
                <a:srgbClr val="FF0000"/>
              </a:solidFill>
              <a:prstDash val="solid"/>
              <a:round/>
              <a:headEnd type="none" w="med" len="med"/>
              <a:tailEnd type="none" w="med" len="med"/>
            </a:ln>
          </p:spPr>
        </p:sp>
        <p:sp>
          <p:nvSpPr>
            <p:cNvPr id="66442" name="Rectangle 907"/>
            <p:cNvSpPr/>
            <p:nvPr/>
          </p:nvSpPr>
          <p:spPr>
            <a:xfrm>
              <a:off x="3672"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43" name="Line 908"/>
            <p:cNvSpPr/>
            <p:nvPr/>
          </p:nvSpPr>
          <p:spPr>
            <a:xfrm>
              <a:off x="3672" y="3813"/>
              <a:ext cx="9" cy="1"/>
            </a:xfrm>
            <a:prstGeom prst="line">
              <a:avLst/>
            </a:prstGeom>
            <a:ln w="0" cap="flat" cmpd="sng">
              <a:solidFill>
                <a:srgbClr val="FF0000"/>
              </a:solidFill>
              <a:prstDash val="solid"/>
              <a:round/>
              <a:headEnd type="none" w="med" len="med"/>
              <a:tailEnd type="none" w="med" len="med"/>
            </a:ln>
          </p:spPr>
        </p:sp>
        <p:sp>
          <p:nvSpPr>
            <p:cNvPr id="66444" name="Line 909"/>
            <p:cNvSpPr/>
            <p:nvPr/>
          </p:nvSpPr>
          <p:spPr>
            <a:xfrm>
              <a:off x="3672" y="3813"/>
              <a:ext cx="1" cy="9"/>
            </a:xfrm>
            <a:prstGeom prst="line">
              <a:avLst/>
            </a:prstGeom>
            <a:ln w="0" cap="flat" cmpd="sng">
              <a:solidFill>
                <a:srgbClr val="FF0000"/>
              </a:solidFill>
              <a:prstDash val="solid"/>
              <a:round/>
              <a:headEnd type="none" w="med" len="med"/>
              <a:tailEnd type="none" w="med" len="med"/>
            </a:ln>
          </p:spPr>
        </p:sp>
        <p:sp>
          <p:nvSpPr>
            <p:cNvPr id="66445" name="Rectangle 910"/>
            <p:cNvSpPr/>
            <p:nvPr/>
          </p:nvSpPr>
          <p:spPr>
            <a:xfrm>
              <a:off x="3681" y="3813"/>
              <a:ext cx="194"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46" name="Line 911"/>
            <p:cNvSpPr/>
            <p:nvPr/>
          </p:nvSpPr>
          <p:spPr>
            <a:xfrm>
              <a:off x="3681" y="3813"/>
              <a:ext cx="194" cy="1"/>
            </a:xfrm>
            <a:prstGeom prst="line">
              <a:avLst/>
            </a:prstGeom>
            <a:ln w="0" cap="flat" cmpd="sng">
              <a:solidFill>
                <a:srgbClr val="FF0000"/>
              </a:solidFill>
              <a:prstDash val="solid"/>
              <a:round/>
              <a:headEnd type="none" w="med" len="med"/>
              <a:tailEnd type="none" w="med" len="med"/>
            </a:ln>
          </p:spPr>
        </p:sp>
        <p:sp>
          <p:nvSpPr>
            <p:cNvPr id="66447" name="Rectangle 912"/>
            <p:cNvSpPr/>
            <p:nvPr/>
          </p:nvSpPr>
          <p:spPr>
            <a:xfrm>
              <a:off x="3875" y="3525"/>
              <a:ext cx="8"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48" name="Line 913"/>
            <p:cNvSpPr/>
            <p:nvPr/>
          </p:nvSpPr>
          <p:spPr>
            <a:xfrm>
              <a:off x="3875" y="3525"/>
              <a:ext cx="1" cy="288"/>
            </a:xfrm>
            <a:prstGeom prst="line">
              <a:avLst/>
            </a:prstGeom>
            <a:ln w="0" cap="flat" cmpd="sng">
              <a:solidFill>
                <a:srgbClr val="FF0000"/>
              </a:solidFill>
              <a:prstDash val="solid"/>
              <a:round/>
              <a:headEnd type="none" w="med" len="med"/>
              <a:tailEnd type="none" w="med" len="med"/>
            </a:ln>
          </p:spPr>
        </p:sp>
        <p:sp>
          <p:nvSpPr>
            <p:cNvPr id="66449" name="Rectangle 914"/>
            <p:cNvSpPr/>
            <p:nvPr/>
          </p:nvSpPr>
          <p:spPr>
            <a:xfrm>
              <a:off x="3875" y="3813"/>
              <a:ext cx="8"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50" name="Line 915"/>
            <p:cNvSpPr/>
            <p:nvPr/>
          </p:nvSpPr>
          <p:spPr>
            <a:xfrm>
              <a:off x="3875" y="3813"/>
              <a:ext cx="8" cy="1"/>
            </a:xfrm>
            <a:prstGeom prst="line">
              <a:avLst/>
            </a:prstGeom>
            <a:ln w="0" cap="flat" cmpd="sng">
              <a:solidFill>
                <a:srgbClr val="FF0000"/>
              </a:solidFill>
              <a:prstDash val="solid"/>
              <a:round/>
              <a:headEnd type="none" w="med" len="med"/>
              <a:tailEnd type="none" w="med" len="med"/>
            </a:ln>
          </p:spPr>
        </p:sp>
        <p:sp>
          <p:nvSpPr>
            <p:cNvPr id="66451" name="Line 916"/>
            <p:cNvSpPr/>
            <p:nvPr/>
          </p:nvSpPr>
          <p:spPr>
            <a:xfrm>
              <a:off x="3875" y="3813"/>
              <a:ext cx="1" cy="9"/>
            </a:xfrm>
            <a:prstGeom prst="line">
              <a:avLst/>
            </a:prstGeom>
            <a:ln w="0" cap="flat" cmpd="sng">
              <a:solidFill>
                <a:srgbClr val="FF0000"/>
              </a:solidFill>
              <a:prstDash val="solid"/>
              <a:round/>
              <a:headEnd type="none" w="med" len="med"/>
              <a:tailEnd type="none" w="med" len="med"/>
            </a:ln>
          </p:spPr>
        </p:sp>
        <p:sp>
          <p:nvSpPr>
            <p:cNvPr id="66452" name="Rectangle 917"/>
            <p:cNvSpPr/>
            <p:nvPr/>
          </p:nvSpPr>
          <p:spPr>
            <a:xfrm>
              <a:off x="3883" y="3813"/>
              <a:ext cx="195"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53" name="Line 918"/>
            <p:cNvSpPr/>
            <p:nvPr/>
          </p:nvSpPr>
          <p:spPr>
            <a:xfrm>
              <a:off x="3883" y="3813"/>
              <a:ext cx="195" cy="1"/>
            </a:xfrm>
            <a:prstGeom prst="line">
              <a:avLst/>
            </a:prstGeom>
            <a:ln w="0" cap="flat" cmpd="sng">
              <a:solidFill>
                <a:srgbClr val="FF0000"/>
              </a:solidFill>
              <a:prstDash val="solid"/>
              <a:round/>
              <a:headEnd type="none" w="med" len="med"/>
              <a:tailEnd type="none" w="med" len="med"/>
            </a:ln>
          </p:spPr>
        </p:sp>
        <p:sp>
          <p:nvSpPr>
            <p:cNvPr id="66454" name="Rectangle 919"/>
            <p:cNvSpPr/>
            <p:nvPr/>
          </p:nvSpPr>
          <p:spPr>
            <a:xfrm>
              <a:off x="4078" y="3525"/>
              <a:ext cx="8"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55" name="Line 920"/>
            <p:cNvSpPr/>
            <p:nvPr/>
          </p:nvSpPr>
          <p:spPr>
            <a:xfrm>
              <a:off x="4078" y="3525"/>
              <a:ext cx="1" cy="288"/>
            </a:xfrm>
            <a:prstGeom prst="line">
              <a:avLst/>
            </a:prstGeom>
            <a:ln w="0" cap="flat" cmpd="sng">
              <a:solidFill>
                <a:srgbClr val="FF0000"/>
              </a:solidFill>
              <a:prstDash val="solid"/>
              <a:round/>
              <a:headEnd type="none" w="med" len="med"/>
              <a:tailEnd type="none" w="med" len="med"/>
            </a:ln>
          </p:spPr>
        </p:sp>
        <p:sp>
          <p:nvSpPr>
            <p:cNvPr id="66456" name="Rectangle 921"/>
            <p:cNvSpPr/>
            <p:nvPr/>
          </p:nvSpPr>
          <p:spPr>
            <a:xfrm>
              <a:off x="4078" y="3813"/>
              <a:ext cx="8"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57" name="Line 922"/>
            <p:cNvSpPr/>
            <p:nvPr/>
          </p:nvSpPr>
          <p:spPr>
            <a:xfrm>
              <a:off x="4078" y="3813"/>
              <a:ext cx="8" cy="1"/>
            </a:xfrm>
            <a:prstGeom prst="line">
              <a:avLst/>
            </a:prstGeom>
            <a:ln w="0" cap="flat" cmpd="sng">
              <a:solidFill>
                <a:srgbClr val="FF0000"/>
              </a:solidFill>
              <a:prstDash val="solid"/>
              <a:round/>
              <a:headEnd type="none" w="med" len="med"/>
              <a:tailEnd type="none" w="med" len="med"/>
            </a:ln>
          </p:spPr>
        </p:sp>
        <p:sp>
          <p:nvSpPr>
            <p:cNvPr id="66458" name="Line 923"/>
            <p:cNvSpPr/>
            <p:nvPr/>
          </p:nvSpPr>
          <p:spPr>
            <a:xfrm>
              <a:off x="4078" y="3813"/>
              <a:ext cx="1" cy="9"/>
            </a:xfrm>
            <a:prstGeom prst="line">
              <a:avLst/>
            </a:prstGeom>
            <a:ln w="0" cap="flat" cmpd="sng">
              <a:solidFill>
                <a:srgbClr val="FF0000"/>
              </a:solidFill>
              <a:prstDash val="solid"/>
              <a:round/>
              <a:headEnd type="none" w="med" len="med"/>
              <a:tailEnd type="none" w="med" len="med"/>
            </a:ln>
          </p:spPr>
        </p:sp>
        <p:sp>
          <p:nvSpPr>
            <p:cNvPr id="66459" name="Rectangle 924"/>
            <p:cNvSpPr/>
            <p:nvPr/>
          </p:nvSpPr>
          <p:spPr>
            <a:xfrm>
              <a:off x="4086" y="3813"/>
              <a:ext cx="195"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60" name="Line 925"/>
            <p:cNvSpPr/>
            <p:nvPr/>
          </p:nvSpPr>
          <p:spPr>
            <a:xfrm>
              <a:off x="4086" y="3813"/>
              <a:ext cx="195" cy="1"/>
            </a:xfrm>
            <a:prstGeom prst="line">
              <a:avLst/>
            </a:prstGeom>
            <a:ln w="0" cap="flat" cmpd="sng">
              <a:solidFill>
                <a:srgbClr val="FF0000"/>
              </a:solidFill>
              <a:prstDash val="solid"/>
              <a:round/>
              <a:headEnd type="none" w="med" len="med"/>
              <a:tailEnd type="none" w="med" len="med"/>
            </a:ln>
          </p:spPr>
        </p:sp>
        <p:sp>
          <p:nvSpPr>
            <p:cNvPr id="66461" name="Rectangle 926"/>
            <p:cNvSpPr/>
            <p:nvPr/>
          </p:nvSpPr>
          <p:spPr>
            <a:xfrm>
              <a:off x="4281" y="3525"/>
              <a:ext cx="8"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62" name="Line 927"/>
            <p:cNvSpPr/>
            <p:nvPr/>
          </p:nvSpPr>
          <p:spPr>
            <a:xfrm>
              <a:off x="4281" y="3525"/>
              <a:ext cx="1" cy="288"/>
            </a:xfrm>
            <a:prstGeom prst="line">
              <a:avLst/>
            </a:prstGeom>
            <a:ln w="0" cap="flat" cmpd="sng">
              <a:solidFill>
                <a:srgbClr val="FF0000"/>
              </a:solidFill>
              <a:prstDash val="solid"/>
              <a:round/>
              <a:headEnd type="none" w="med" len="med"/>
              <a:tailEnd type="none" w="med" len="med"/>
            </a:ln>
          </p:spPr>
        </p:sp>
        <p:sp>
          <p:nvSpPr>
            <p:cNvPr id="66463" name="Rectangle 928"/>
            <p:cNvSpPr/>
            <p:nvPr/>
          </p:nvSpPr>
          <p:spPr>
            <a:xfrm>
              <a:off x="4281" y="3813"/>
              <a:ext cx="8"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64" name="Line 929"/>
            <p:cNvSpPr/>
            <p:nvPr/>
          </p:nvSpPr>
          <p:spPr>
            <a:xfrm>
              <a:off x="4281" y="3813"/>
              <a:ext cx="8" cy="1"/>
            </a:xfrm>
            <a:prstGeom prst="line">
              <a:avLst/>
            </a:prstGeom>
            <a:ln w="0" cap="flat" cmpd="sng">
              <a:solidFill>
                <a:srgbClr val="FF0000"/>
              </a:solidFill>
              <a:prstDash val="solid"/>
              <a:round/>
              <a:headEnd type="none" w="med" len="med"/>
              <a:tailEnd type="none" w="med" len="med"/>
            </a:ln>
          </p:spPr>
        </p:sp>
        <p:sp>
          <p:nvSpPr>
            <p:cNvPr id="66465" name="Line 930"/>
            <p:cNvSpPr/>
            <p:nvPr/>
          </p:nvSpPr>
          <p:spPr>
            <a:xfrm>
              <a:off x="4281" y="3813"/>
              <a:ext cx="1" cy="9"/>
            </a:xfrm>
            <a:prstGeom prst="line">
              <a:avLst/>
            </a:prstGeom>
            <a:ln w="0" cap="flat" cmpd="sng">
              <a:solidFill>
                <a:srgbClr val="FF0000"/>
              </a:solidFill>
              <a:prstDash val="solid"/>
              <a:round/>
              <a:headEnd type="none" w="med" len="med"/>
              <a:tailEnd type="none" w="med" len="med"/>
            </a:ln>
          </p:spPr>
        </p:sp>
        <p:sp>
          <p:nvSpPr>
            <p:cNvPr id="66466" name="Rectangle 931"/>
            <p:cNvSpPr/>
            <p:nvPr/>
          </p:nvSpPr>
          <p:spPr>
            <a:xfrm>
              <a:off x="4289" y="3813"/>
              <a:ext cx="194"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67" name="Line 932"/>
            <p:cNvSpPr/>
            <p:nvPr/>
          </p:nvSpPr>
          <p:spPr>
            <a:xfrm>
              <a:off x="4289" y="3813"/>
              <a:ext cx="194" cy="1"/>
            </a:xfrm>
            <a:prstGeom prst="line">
              <a:avLst/>
            </a:prstGeom>
            <a:ln w="0" cap="flat" cmpd="sng">
              <a:solidFill>
                <a:srgbClr val="FF0000"/>
              </a:solidFill>
              <a:prstDash val="solid"/>
              <a:round/>
              <a:headEnd type="none" w="med" len="med"/>
              <a:tailEnd type="none" w="med" len="med"/>
            </a:ln>
          </p:spPr>
        </p:sp>
        <p:sp>
          <p:nvSpPr>
            <p:cNvPr id="66468" name="Rectangle 933"/>
            <p:cNvSpPr/>
            <p:nvPr/>
          </p:nvSpPr>
          <p:spPr>
            <a:xfrm>
              <a:off x="4483" y="3525"/>
              <a:ext cx="9"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69" name="Line 934"/>
            <p:cNvSpPr/>
            <p:nvPr/>
          </p:nvSpPr>
          <p:spPr>
            <a:xfrm>
              <a:off x="4483" y="3525"/>
              <a:ext cx="1" cy="288"/>
            </a:xfrm>
            <a:prstGeom prst="line">
              <a:avLst/>
            </a:prstGeom>
            <a:ln w="0" cap="flat" cmpd="sng">
              <a:solidFill>
                <a:srgbClr val="FF0000"/>
              </a:solidFill>
              <a:prstDash val="solid"/>
              <a:round/>
              <a:headEnd type="none" w="med" len="med"/>
              <a:tailEnd type="none" w="med" len="med"/>
            </a:ln>
          </p:spPr>
        </p:sp>
        <p:sp>
          <p:nvSpPr>
            <p:cNvPr id="66470" name="Rectangle 935"/>
            <p:cNvSpPr/>
            <p:nvPr/>
          </p:nvSpPr>
          <p:spPr>
            <a:xfrm>
              <a:off x="4483"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71" name="Line 936"/>
            <p:cNvSpPr/>
            <p:nvPr/>
          </p:nvSpPr>
          <p:spPr>
            <a:xfrm>
              <a:off x="4483" y="3813"/>
              <a:ext cx="9" cy="1"/>
            </a:xfrm>
            <a:prstGeom prst="line">
              <a:avLst/>
            </a:prstGeom>
            <a:ln w="0" cap="flat" cmpd="sng">
              <a:solidFill>
                <a:srgbClr val="FF0000"/>
              </a:solidFill>
              <a:prstDash val="solid"/>
              <a:round/>
              <a:headEnd type="none" w="med" len="med"/>
              <a:tailEnd type="none" w="med" len="med"/>
            </a:ln>
          </p:spPr>
        </p:sp>
        <p:sp>
          <p:nvSpPr>
            <p:cNvPr id="66472" name="Line 937"/>
            <p:cNvSpPr/>
            <p:nvPr/>
          </p:nvSpPr>
          <p:spPr>
            <a:xfrm>
              <a:off x="4483" y="3813"/>
              <a:ext cx="1" cy="9"/>
            </a:xfrm>
            <a:prstGeom prst="line">
              <a:avLst/>
            </a:prstGeom>
            <a:ln w="0" cap="flat" cmpd="sng">
              <a:solidFill>
                <a:srgbClr val="FF0000"/>
              </a:solidFill>
              <a:prstDash val="solid"/>
              <a:round/>
              <a:headEnd type="none" w="med" len="med"/>
              <a:tailEnd type="none" w="med" len="med"/>
            </a:ln>
          </p:spPr>
        </p:sp>
        <p:sp>
          <p:nvSpPr>
            <p:cNvPr id="66473" name="Rectangle 938"/>
            <p:cNvSpPr/>
            <p:nvPr/>
          </p:nvSpPr>
          <p:spPr>
            <a:xfrm>
              <a:off x="4492" y="3813"/>
              <a:ext cx="194"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74" name="Line 939"/>
            <p:cNvSpPr/>
            <p:nvPr/>
          </p:nvSpPr>
          <p:spPr>
            <a:xfrm>
              <a:off x="4492" y="3813"/>
              <a:ext cx="194" cy="1"/>
            </a:xfrm>
            <a:prstGeom prst="line">
              <a:avLst/>
            </a:prstGeom>
            <a:ln w="0" cap="flat" cmpd="sng">
              <a:solidFill>
                <a:srgbClr val="FF0000"/>
              </a:solidFill>
              <a:prstDash val="solid"/>
              <a:round/>
              <a:headEnd type="none" w="med" len="med"/>
              <a:tailEnd type="none" w="med" len="med"/>
            </a:ln>
          </p:spPr>
        </p:sp>
        <p:sp>
          <p:nvSpPr>
            <p:cNvPr id="66475" name="Rectangle 940"/>
            <p:cNvSpPr/>
            <p:nvPr/>
          </p:nvSpPr>
          <p:spPr>
            <a:xfrm>
              <a:off x="4686" y="3525"/>
              <a:ext cx="9"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76" name="Line 941"/>
            <p:cNvSpPr/>
            <p:nvPr/>
          </p:nvSpPr>
          <p:spPr>
            <a:xfrm>
              <a:off x="4686" y="3525"/>
              <a:ext cx="1" cy="288"/>
            </a:xfrm>
            <a:prstGeom prst="line">
              <a:avLst/>
            </a:prstGeom>
            <a:ln w="0" cap="flat" cmpd="sng">
              <a:solidFill>
                <a:srgbClr val="FF0000"/>
              </a:solidFill>
              <a:prstDash val="solid"/>
              <a:round/>
              <a:headEnd type="none" w="med" len="med"/>
              <a:tailEnd type="none" w="med" len="med"/>
            </a:ln>
          </p:spPr>
        </p:sp>
        <p:sp>
          <p:nvSpPr>
            <p:cNvPr id="66477" name="Rectangle 942"/>
            <p:cNvSpPr/>
            <p:nvPr/>
          </p:nvSpPr>
          <p:spPr>
            <a:xfrm>
              <a:off x="4686"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78" name="Line 943"/>
            <p:cNvSpPr/>
            <p:nvPr/>
          </p:nvSpPr>
          <p:spPr>
            <a:xfrm>
              <a:off x="4686" y="3813"/>
              <a:ext cx="9" cy="1"/>
            </a:xfrm>
            <a:prstGeom prst="line">
              <a:avLst/>
            </a:prstGeom>
            <a:ln w="0" cap="flat" cmpd="sng">
              <a:solidFill>
                <a:srgbClr val="FF0000"/>
              </a:solidFill>
              <a:prstDash val="solid"/>
              <a:round/>
              <a:headEnd type="none" w="med" len="med"/>
              <a:tailEnd type="none" w="med" len="med"/>
            </a:ln>
          </p:spPr>
        </p:sp>
        <p:sp>
          <p:nvSpPr>
            <p:cNvPr id="66479" name="Line 944"/>
            <p:cNvSpPr/>
            <p:nvPr/>
          </p:nvSpPr>
          <p:spPr>
            <a:xfrm>
              <a:off x="4686" y="3813"/>
              <a:ext cx="1" cy="9"/>
            </a:xfrm>
            <a:prstGeom prst="line">
              <a:avLst/>
            </a:prstGeom>
            <a:ln w="0" cap="flat" cmpd="sng">
              <a:solidFill>
                <a:srgbClr val="FF0000"/>
              </a:solidFill>
              <a:prstDash val="solid"/>
              <a:round/>
              <a:headEnd type="none" w="med" len="med"/>
              <a:tailEnd type="none" w="med" len="med"/>
            </a:ln>
          </p:spPr>
        </p:sp>
        <p:sp>
          <p:nvSpPr>
            <p:cNvPr id="66480" name="Rectangle 945"/>
            <p:cNvSpPr/>
            <p:nvPr/>
          </p:nvSpPr>
          <p:spPr>
            <a:xfrm>
              <a:off x="4695" y="3813"/>
              <a:ext cx="194"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81" name="Line 946"/>
            <p:cNvSpPr/>
            <p:nvPr/>
          </p:nvSpPr>
          <p:spPr>
            <a:xfrm>
              <a:off x="4695" y="3813"/>
              <a:ext cx="194" cy="1"/>
            </a:xfrm>
            <a:prstGeom prst="line">
              <a:avLst/>
            </a:prstGeom>
            <a:ln w="0" cap="flat" cmpd="sng">
              <a:solidFill>
                <a:srgbClr val="FF0000"/>
              </a:solidFill>
              <a:prstDash val="solid"/>
              <a:round/>
              <a:headEnd type="none" w="med" len="med"/>
              <a:tailEnd type="none" w="med" len="med"/>
            </a:ln>
          </p:spPr>
        </p:sp>
        <p:sp>
          <p:nvSpPr>
            <p:cNvPr id="66482" name="Rectangle 947"/>
            <p:cNvSpPr/>
            <p:nvPr/>
          </p:nvSpPr>
          <p:spPr>
            <a:xfrm>
              <a:off x="4889" y="3525"/>
              <a:ext cx="9"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83" name="Line 948"/>
            <p:cNvSpPr/>
            <p:nvPr/>
          </p:nvSpPr>
          <p:spPr>
            <a:xfrm>
              <a:off x="4889" y="3525"/>
              <a:ext cx="1" cy="288"/>
            </a:xfrm>
            <a:prstGeom prst="line">
              <a:avLst/>
            </a:prstGeom>
            <a:ln w="0" cap="flat" cmpd="sng">
              <a:solidFill>
                <a:srgbClr val="FF0000"/>
              </a:solidFill>
              <a:prstDash val="solid"/>
              <a:round/>
              <a:headEnd type="none" w="med" len="med"/>
              <a:tailEnd type="none" w="med" len="med"/>
            </a:ln>
          </p:spPr>
        </p:sp>
        <p:sp>
          <p:nvSpPr>
            <p:cNvPr id="66484" name="Rectangle 949"/>
            <p:cNvSpPr/>
            <p:nvPr/>
          </p:nvSpPr>
          <p:spPr>
            <a:xfrm>
              <a:off x="4889"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85" name="Line 950"/>
            <p:cNvSpPr/>
            <p:nvPr/>
          </p:nvSpPr>
          <p:spPr>
            <a:xfrm>
              <a:off x="4889" y="3813"/>
              <a:ext cx="9" cy="1"/>
            </a:xfrm>
            <a:prstGeom prst="line">
              <a:avLst/>
            </a:prstGeom>
            <a:ln w="0" cap="flat" cmpd="sng">
              <a:solidFill>
                <a:srgbClr val="FF0000"/>
              </a:solidFill>
              <a:prstDash val="solid"/>
              <a:round/>
              <a:headEnd type="none" w="med" len="med"/>
              <a:tailEnd type="none" w="med" len="med"/>
            </a:ln>
          </p:spPr>
        </p:sp>
        <p:sp>
          <p:nvSpPr>
            <p:cNvPr id="66486" name="Line 951"/>
            <p:cNvSpPr/>
            <p:nvPr/>
          </p:nvSpPr>
          <p:spPr>
            <a:xfrm>
              <a:off x="4889" y="3813"/>
              <a:ext cx="1" cy="9"/>
            </a:xfrm>
            <a:prstGeom prst="line">
              <a:avLst/>
            </a:prstGeom>
            <a:ln w="0" cap="flat" cmpd="sng">
              <a:solidFill>
                <a:srgbClr val="FF0000"/>
              </a:solidFill>
              <a:prstDash val="solid"/>
              <a:round/>
              <a:headEnd type="none" w="med" len="med"/>
              <a:tailEnd type="none" w="med" len="med"/>
            </a:ln>
          </p:spPr>
        </p:sp>
        <p:sp>
          <p:nvSpPr>
            <p:cNvPr id="66487" name="Rectangle 952"/>
            <p:cNvSpPr/>
            <p:nvPr/>
          </p:nvSpPr>
          <p:spPr>
            <a:xfrm>
              <a:off x="4898" y="3813"/>
              <a:ext cx="194"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88" name="Line 953"/>
            <p:cNvSpPr/>
            <p:nvPr/>
          </p:nvSpPr>
          <p:spPr>
            <a:xfrm>
              <a:off x="4898" y="3813"/>
              <a:ext cx="194" cy="1"/>
            </a:xfrm>
            <a:prstGeom prst="line">
              <a:avLst/>
            </a:prstGeom>
            <a:ln w="0" cap="flat" cmpd="sng">
              <a:solidFill>
                <a:srgbClr val="FF0000"/>
              </a:solidFill>
              <a:prstDash val="solid"/>
              <a:round/>
              <a:headEnd type="none" w="med" len="med"/>
              <a:tailEnd type="none" w="med" len="med"/>
            </a:ln>
          </p:spPr>
        </p:sp>
        <p:sp>
          <p:nvSpPr>
            <p:cNvPr id="66489" name="Rectangle 954"/>
            <p:cNvSpPr/>
            <p:nvPr/>
          </p:nvSpPr>
          <p:spPr>
            <a:xfrm>
              <a:off x="5092" y="3525"/>
              <a:ext cx="8"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90" name="Line 955"/>
            <p:cNvSpPr/>
            <p:nvPr/>
          </p:nvSpPr>
          <p:spPr>
            <a:xfrm>
              <a:off x="5092" y="3525"/>
              <a:ext cx="1" cy="288"/>
            </a:xfrm>
            <a:prstGeom prst="line">
              <a:avLst/>
            </a:prstGeom>
            <a:ln w="0" cap="flat" cmpd="sng">
              <a:solidFill>
                <a:srgbClr val="FF0000"/>
              </a:solidFill>
              <a:prstDash val="solid"/>
              <a:round/>
              <a:headEnd type="none" w="med" len="med"/>
              <a:tailEnd type="none" w="med" len="med"/>
            </a:ln>
          </p:spPr>
        </p:sp>
        <p:sp>
          <p:nvSpPr>
            <p:cNvPr id="66491" name="Rectangle 956"/>
            <p:cNvSpPr/>
            <p:nvPr/>
          </p:nvSpPr>
          <p:spPr>
            <a:xfrm>
              <a:off x="5092" y="3813"/>
              <a:ext cx="8"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92" name="Line 957"/>
            <p:cNvSpPr/>
            <p:nvPr/>
          </p:nvSpPr>
          <p:spPr>
            <a:xfrm>
              <a:off x="5092" y="3813"/>
              <a:ext cx="8" cy="1"/>
            </a:xfrm>
            <a:prstGeom prst="line">
              <a:avLst/>
            </a:prstGeom>
            <a:ln w="0" cap="flat" cmpd="sng">
              <a:solidFill>
                <a:srgbClr val="FF0000"/>
              </a:solidFill>
              <a:prstDash val="solid"/>
              <a:round/>
              <a:headEnd type="none" w="med" len="med"/>
              <a:tailEnd type="none" w="med" len="med"/>
            </a:ln>
          </p:spPr>
        </p:sp>
        <p:sp>
          <p:nvSpPr>
            <p:cNvPr id="66493" name="Line 958"/>
            <p:cNvSpPr/>
            <p:nvPr/>
          </p:nvSpPr>
          <p:spPr>
            <a:xfrm>
              <a:off x="5092" y="3813"/>
              <a:ext cx="1" cy="9"/>
            </a:xfrm>
            <a:prstGeom prst="line">
              <a:avLst/>
            </a:prstGeom>
            <a:ln w="0" cap="flat" cmpd="sng">
              <a:solidFill>
                <a:srgbClr val="FF0000"/>
              </a:solidFill>
              <a:prstDash val="solid"/>
              <a:round/>
              <a:headEnd type="none" w="med" len="med"/>
              <a:tailEnd type="none" w="med" len="med"/>
            </a:ln>
          </p:spPr>
        </p:sp>
        <p:sp>
          <p:nvSpPr>
            <p:cNvPr id="66494" name="Rectangle 959"/>
            <p:cNvSpPr/>
            <p:nvPr/>
          </p:nvSpPr>
          <p:spPr>
            <a:xfrm>
              <a:off x="5100" y="3813"/>
              <a:ext cx="192"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95" name="Line 960"/>
            <p:cNvSpPr/>
            <p:nvPr/>
          </p:nvSpPr>
          <p:spPr>
            <a:xfrm>
              <a:off x="5100" y="3813"/>
              <a:ext cx="192" cy="1"/>
            </a:xfrm>
            <a:prstGeom prst="line">
              <a:avLst/>
            </a:prstGeom>
            <a:ln w="0" cap="flat" cmpd="sng">
              <a:solidFill>
                <a:srgbClr val="FF0000"/>
              </a:solidFill>
              <a:prstDash val="solid"/>
              <a:round/>
              <a:headEnd type="none" w="med" len="med"/>
              <a:tailEnd type="none" w="med" len="med"/>
            </a:ln>
          </p:spPr>
        </p:sp>
        <p:sp>
          <p:nvSpPr>
            <p:cNvPr id="66496" name="Rectangle 961"/>
            <p:cNvSpPr/>
            <p:nvPr/>
          </p:nvSpPr>
          <p:spPr>
            <a:xfrm>
              <a:off x="5292" y="3525"/>
              <a:ext cx="8"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97" name="Line 962"/>
            <p:cNvSpPr/>
            <p:nvPr/>
          </p:nvSpPr>
          <p:spPr>
            <a:xfrm>
              <a:off x="5292" y="3525"/>
              <a:ext cx="1" cy="288"/>
            </a:xfrm>
            <a:prstGeom prst="line">
              <a:avLst/>
            </a:prstGeom>
            <a:ln w="0" cap="flat" cmpd="sng">
              <a:solidFill>
                <a:srgbClr val="FF0000"/>
              </a:solidFill>
              <a:prstDash val="solid"/>
              <a:round/>
              <a:headEnd type="none" w="med" len="med"/>
              <a:tailEnd type="none" w="med" len="med"/>
            </a:ln>
          </p:spPr>
        </p:sp>
        <p:sp>
          <p:nvSpPr>
            <p:cNvPr id="66498" name="Rectangle 963"/>
            <p:cNvSpPr/>
            <p:nvPr/>
          </p:nvSpPr>
          <p:spPr>
            <a:xfrm>
              <a:off x="5292" y="3813"/>
              <a:ext cx="8"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99" name="Line 964"/>
            <p:cNvSpPr/>
            <p:nvPr/>
          </p:nvSpPr>
          <p:spPr>
            <a:xfrm>
              <a:off x="5292" y="3813"/>
              <a:ext cx="8" cy="1"/>
            </a:xfrm>
            <a:prstGeom prst="line">
              <a:avLst/>
            </a:prstGeom>
            <a:ln w="0" cap="flat" cmpd="sng">
              <a:solidFill>
                <a:srgbClr val="FF0000"/>
              </a:solidFill>
              <a:prstDash val="solid"/>
              <a:round/>
              <a:headEnd type="none" w="med" len="med"/>
              <a:tailEnd type="none" w="med" len="med"/>
            </a:ln>
          </p:spPr>
        </p:sp>
        <p:sp>
          <p:nvSpPr>
            <p:cNvPr id="66500" name="Line 965"/>
            <p:cNvSpPr/>
            <p:nvPr/>
          </p:nvSpPr>
          <p:spPr>
            <a:xfrm>
              <a:off x="5292" y="3813"/>
              <a:ext cx="1" cy="9"/>
            </a:xfrm>
            <a:prstGeom prst="line">
              <a:avLst/>
            </a:prstGeom>
            <a:ln w="0" cap="flat" cmpd="sng">
              <a:solidFill>
                <a:srgbClr val="FF0000"/>
              </a:solidFill>
              <a:prstDash val="solid"/>
              <a:round/>
              <a:headEnd type="none" w="med" len="med"/>
              <a:tailEnd type="none" w="med" len="med"/>
            </a:ln>
          </p:spPr>
        </p:sp>
        <p:sp>
          <p:nvSpPr>
            <p:cNvPr id="66501" name="Rectangle 966"/>
            <p:cNvSpPr/>
            <p:nvPr/>
          </p:nvSpPr>
          <p:spPr>
            <a:xfrm>
              <a:off x="5292" y="3813"/>
              <a:ext cx="8"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502" name="Line 967"/>
            <p:cNvSpPr/>
            <p:nvPr/>
          </p:nvSpPr>
          <p:spPr>
            <a:xfrm>
              <a:off x="5292" y="3813"/>
              <a:ext cx="8" cy="1"/>
            </a:xfrm>
            <a:prstGeom prst="line">
              <a:avLst/>
            </a:prstGeom>
            <a:ln w="0" cap="flat" cmpd="sng">
              <a:solidFill>
                <a:srgbClr val="FF0000"/>
              </a:solidFill>
              <a:prstDash val="solid"/>
              <a:round/>
              <a:headEnd type="none" w="med" len="med"/>
              <a:tailEnd type="none" w="med" len="med"/>
            </a:ln>
          </p:spPr>
        </p:sp>
        <p:sp>
          <p:nvSpPr>
            <p:cNvPr id="66503" name="Line 968"/>
            <p:cNvSpPr/>
            <p:nvPr/>
          </p:nvSpPr>
          <p:spPr>
            <a:xfrm>
              <a:off x="5292" y="3813"/>
              <a:ext cx="1" cy="9"/>
            </a:xfrm>
            <a:prstGeom prst="line">
              <a:avLst/>
            </a:prstGeom>
            <a:ln w="0" cap="flat" cmpd="sng">
              <a:solidFill>
                <a:srgbClr val="FF0000"/>
              </a:solidFill>
              <a:prstDash val="solid"/>
              <a:round/>
              <a:headEnd type="none" w="med" len="med"/>
              <a:tailEnd type="none" w="med" len="med"/>
            </a:ln>
          </p:spPr>
        </p:sp>
        <p:sp>
          <p:nvSpPr>
            <p:cNvPr id="66504" name="Rectangle 969"/>
            <p:cNvSpPr/>
            <p:nvPr/>
          </p:nvSpPr>
          <p:spPr>
            <a:xfrm>
              <a:off x="2991" y="3825"/>
              <a:ext cx="18" cy="86"/>
            </a:xfrm>
            <a:prstGeom prst="rect">
              <a:avLst/>
            </a:prstGeom>
            <a:noFill/>
            <a:ln w="9525">
              <a:noFill/>
            </a:ln>
          </p:spPr>
          <p:txBody>
            <a:bodyPr wrap="none" lIns="0" tIns="0" rIns="0" bIns="0" anchor="t" anchorCtr="0">
              <a:spAutoFit/>
            </a:bodyPr>
            <a:p>
              <a:pPr algn="ctr"/>
              <a:r>
                <a:rPr lang="en-US" altLang="zh-CN" sz="900"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sp>
        <p:nvSpPr>
          <p:cNvPr id="288714" name="Rectangle 970"/>
          <p:cNvSpPr>
            <a:spLocks noChangeArrowheads="1"/>
          </p:cNvSpPr>
          <p:nvPr/>
        </p:nvSpPr>
        <p:spPr bwMode="auto">
          <a:xfrm>
            <a:off x="0" y="509588"/>
            <a:ext cx="4297363" cy="1800225"/>
          </a:xfrm>
          <a:prstGeom prst="rect">
            <a:avLst/>
          </a:prstGeom>
          <a:noFill/>
          <a:ln w="9525">
            <a:noFill/>
            <a:miter lim="800000"/>
          </a:ln>
          <a:effectLst/>
        </p:spPr>
        <p:txBody>
          <a:bodyPr>
            <a:spAutoFit/>
          </a:bodyPr>
          <a:lstStyle/>
          <a:p>
            <a:pPr marL="457200" marR="0" lvl="1" indent="0" algn="l" defTabSz="914400" rtl="0" eaLnBrk="1" fontAlgn="base" latinLnBrk="0" hangingPunct="1">
              <a:lnSpc>
                <a:spcPct val="100000"/>
              </a:lnSpc>
              <a:spcBef>
                <a:spcPct val="0"/>
              </a:spcBef>
              <a:spcAft>
                <a:spcPct val="0"/>
              </a:spcAft>
              <a:buClrTx/>
              <a:buSzTx/>
              <a:buFontTx/>
              <a:buNone/>
              <a:defRPr/>
            </a:pPr>
            <a:endParaRPr kumimoji="1" lang="en-US" altLang="zh-CN" sz="28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 1</a:t>
            </a:r>
            <a:r>
              <a:rPr kumimoji="1" lang="zh-CN" altLang="en-US" sz="28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、二进制编码器</a:t>
            </a:r>
            <a:r>
              <a:rPr kumimoji="1" lang="zh-CN" altLang="en-US" sz="2800" b="1" i="0" u="none" strike="noStrike" kern="1200" cap="none" spc="0" normalizeH="0" baseline="0" noProof="0">
                <a:ln>
                  <a:noFill/>
                </a:ln>
                <a:solidFill>
                  <a:schemeClr val="accent2"/>
                </a:solidFill>
                <a:effectLst/>
                <a:uLnTx/>
                <a:uFillTx/>
                <a:latin typeface="宋体" panose="02010600030101010101" pitchFamily="2" charset="-122"/>
                <a:ea typeface="宋体" panose="02010600030101010101" pitchFamily="2" charset="-122"/>
                <a:cs typeface="+mn-cs"/>
              </a:rPr>
              <a:t> </a:t>
            </a:r>
            <a:endParaRPr kumimoji="1" lang="zh-CN" altLang="en-US" sz="2800" b="1" i="0" u="none" strike="noStrike" kern="1200" cap="none" spc="0" normalizeH="0" baseline="0" noProof="0">
              <a:ln>
                <a:noFill/>
              </a:ln>
              <a:solidFill>
                <a:schemeClr val="accent2"/>
              </a:solidFill>
              <a:effectLst/>
              <a:uLnTx/>
              <a:uFillTx/>
              <a:latin typeface="宋体" panose="02010600030101010101" pitchFamily="2" charset="-122"/>
              <a:ea typeface="宋体" panose="02010600030101010101" pitchFamily="2"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a:ln>
                <a:noFill/>
              </a:ln>
              <a:solidFill>
                <a:schemeClr val="accent2"/>
              </a:solidFill>
              <a:effectLst/>
              <a:uLnTx/>
              <a:uFillTx/>
              <a:latin typeface="宋体" panose="02010600030101010101" pitchFamily="2" charset="-122"/>
              <a:ea typeface="宋体" panose="02010600030101010101" pitchFamily="2"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mn-cs"/>
              </a:rPr>
              <a:t>正逻辑：</a:t>
            </a:r>
            <a:r>
              <a:rPr kumimoji="1" lang="zh-CN" altLang="en-US" sz="2800" b="1" i="0" u="none" strike="noStrike" kern="1200" cap="none" spc="0" normalizeH="0" baseline="0" noProof="0">
                <a:ln>
                  <a:noFill/>
                </a:ln>
                <a:solidFill>
                  <a:schemeClr val="accent2"/>
                </a:solidFill>
                <a:effectLst/>
                <a:uLnTx/>
                <a:uFillTx/>
                <a:latin typeface="宋体" panose="02010600030101010101" pitchFamily="2" charset="-122"/>
                <a:ea typeface="宋体" panose="02010600030101010101" pitchFamily="2" charset="-122"/>
                <a:cs typeface="+mn-cs"/>
              </a:rPr>
              <a:t>       </a:t>
            </a:r>
            <a:endParaRPr kumimoji="1" lang="zh-CN" altLang="en-US" sz="2400" b="1" i="0" u="none" strike="noStrike" kern="1200" cap="none" spc="0" normalizeH="0" baseline="0" noProof="0">
              <a:ln>
                <a:noFill/>
              </a:ln>
              <a:solidFill>
                <a:schemeClr val="accent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Text Box 2"/>
          <p:cNvSpPr txBox="1"/>
          <p:nvPr/>
        </p:nvSpPr>
        <p:spPr>
          <a:xfrm>
            <a:off x="2379663" y="4949825"/>
            <a:ext cx="5780087" cy="533400"/>
          </a:xfrm>
          <a:prstGeom prst="rect">
            <a:avLst/>
          </a:prstGeom>
          <a:noFill/>
          <a:ln w="9525">
            <a:noFill/>
          </a:ln>
        </p:spPr>
        <p:txBody>
          <a:bodyPr anchor="t" anchorCtr="0"/>
          <a:p>
            <a:pPr algn="just"/>
            <a:r>
              <a:rPr lang="zh-CN" altLang="en-US" sz="2800" b="1" i="0" dirty="0">
                <a:latin typeface="宋体" panose="02010600030101010101" pitchFamily="2" charset="-122"/>
                <a:ea typeface="宋体" panose="02010600030101010101" pitchFamily="2" charset="-122"/>
              </a:rPr>
              <a:t>三位二进制编码器</a:t>
            </a:r>
            <a:endParaRPr lang="zh-CN" altLang="en-US" sz="2800" b="1" i="0" dirty="0">
              <a:latin typeface="宋体" panose="02010600030101010101" pitchFamily="2" charset="-122"/>
              <a:ea typeface="宋体" panose="02010600030101010101" pitchFamily="2" charset="-122"/>
            </a:endParaRPr>
          </a:p>
        </p:txBody>
      </p:sp>
      <p:grpSp>
        <p:nvGrpSpPr>
          <p:cNvPr id="66562" name="Group 61"/>
          <p:cNvGrpSpPr/>
          <p:nvPr/>
        </p:nvGrpSpPr>
        <p:grpSpPr>
          <a:xfrm>
            <a:off x="2011363" y="511175"/>
            <a:ext cx="4292600" cy="4318000"/>
            <a:chOff x="1267" y="322"/>
            <a:chExt cx="2704" cy="2720"/>
          </a:xfrm>
        </p:grpSpPr>
        <p:sp>
          <p:nvSpPr>
            <p:cNvPr id="66563" name="Text Box 4"/>
            <p:cNvSpPr txBox="1"/>
            <p:nvPr/>
          </p:nvSpPr>
          <p:spPr>
            <a:xfrm>
              <a:off x="1267" y="2573"/>
              <a:ext cx="1126" cy="351"/>
            </a:xfrm>
            <a:prstGeom prst="rect">
              <a:avLst/>
            </a:prstGeom>
            <a:noFill/>
            <a:ln w="9525">
              <a:noFill/>
            </a:ln>
          </p:spPr>
          <p:txBody>
            <a:bodyPr anchor="t" anchorCtr="0"/>
            <a:p>
              <a:pPr algn="just"/>
              <a:endParaRPr lang="zh-CN" altLang="zh-CN" sz="1000" b="1" i="0" dirty="0">
                <a:latin typeface="宋体" panose="02010600030101010101" pitchFamily="2" charset="-122"/>
                <a:ea typeface="宋体" panose="02010600030101010101" pitchFamily="2" charset="-122"/>
              </a:endParaRPr>
            </a:p>
          </p:txBody>
        </p:sp>
        <p:sp>
          <p:nvSpPr>
            <p:cNvPr id="66564" name="Line 6"/>
            <p:cNvSpPr/>
            <p:nvPr/>
          </p:nvSpPr>
          <p:spPr>
            <a:xfrm flipH="1">
              <a:off x="1426" y="1413"/>
              <a:ext cx="2352" cy="0"/>
            </a:xfrm>
            <a:prstGeom prst="line">
              <a:avLst/>
            </a:prstGeom>
            <a:ln w="9525" cap="flat" cmpd="sng">
              <a:solidFill>
                <a:schemeClr val="tx1"/>
              </a:solidFill>
              <a:prstDash val="solid"/>
              <a:round/>
              <a:headEnd type="none" w="med" len="med"/>
              <a:tailEnd type="none" w="med" len="med"/>
            </a:ln>
          </p:spPr>
        </p:sp>
        <p:sp>
          <p:nvSpPr>
            <p:cNvPr id="66565" name="Text Box 7"/>
            <p:cNvSpPr txBox="1"/>
            <p:nvPr/>
          </p:nvSpPr>
          <p:spPr>
            <a:xfrm>
              <a:off x="3421" y="322"/>
              <a:ext cx="539" cy="338"/>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Y</a:t>
              </a:r>
              <a:r>
                <a:rPr lang="en-US" altLang="zh-CN" sz="1800" i="0" baseline="-25000" dirty="0">
                  <a:latin typeface="Times New Roman" panose="02020603050405020304" pitchFamily="18" charset="0"/>
                  <a:ea typeface="宋体" panose="02010600030101010101" pitchFamily="2" charset="-122"/>
                </a:rPr>
                <a:t>0</a:t>
              </a:r>
              <a:endParaRPr lang="en-US" altLang="zh-CN" sz="1800" i="0" baseline="-25000" dirty="0">
                <a:latin typeface="Times New Roman" panose="02020603050405020304" pitchFamily="18" charset="0"/>
                <a:ea typeface="宋体" panose="02010600030101010101" pitchFamily="2" charset="-122"/>
              </a:endParaRPr>
            </a:p>
          </p:txBody>
        </p:sp>
        <p:sp>
          <p:nvSpPr>
            <p:cNvPr id="66566" name="Text Box 8"/>
            <p:cNvSpPr txBox="1"/>
            <p:nvPr/>
          </p:nvSpPr>
          <p:spPr>
            <a:xfrm>
              <a:off x="2693" y="322"/>
              <a:ext cx="424" cy="338"/>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Y</a:t>
              </a:r>
              <a:r>
                <a:rPr lang="en-US" altLang="zh-CN" sz="1800" i="0" baseline="-25000" dirty="0">
                  <a:latin typeface="Times New Roman" panose="02020603050405020304" pitchFamily="18" charset="0"/>
                  <a:ea typeface="宋体" panose="02010600030101010101" pitchFamily="2" charset="-122"/>
                </a:rPr>
                <a:t>1</a:t>
              </a:r>
              <a:endParaRPr lang="en-US" altLang="zh-CN" sz="1800" i="0" baseline="-25000" dirty="0">
                <a:latin typeface="Times New Roman" panose="02020603050405020304" pitchFamily="18" charset="0"/>
                <a:ea typeface="宋体" panose="02010600030101010101" pitchFamily="2" charset="-122"/>
              </a:endParaRPr>
            </a:p>
          </p:txBody>
        </p:sp>
        <p:sp>
          <p:nvSpPr>
            <p:cNvPr id="66567" name="Text Box 9"/>
            <p:cNvSpPr txBox="1"/>
            <p:nvPr/>
          </p:nvSpPr>
          <p:spPr>
            <a:xfrm>
              <a:off x="1948" y="322"/>
              <a:ext cx="410" cy="338"/>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Y</a:t>
              </a:r>
              <a:r>
                <a:rPr lang="en-US" altLang="zh-CN" sz="1800" i="0" baseline="-25000" dirty="0">
                  <a:latin typeface="Times New Roman" panose="02020603050405020304" pitchFamily="18" charset="0"/>
                  <a:ea typeface="宋体" panose="02010600030101010101" pitchFamily="2" charset="-122"/>
                </a:rPr>
                <a:t>2</a:t>
              </a:r>
              <a:endParaRPr lang="en-US" altLang="zh-CN" sz="1800" i="0" baseline="-25000" dirty="0">
                <a:latin typeface="Times New Roman" panose="02020603050405020304" pitchFamily="18" charset="0"/>
                <a:ea typeface="宋体" panose="02010600030101010101" pitchFamily="2" charset="-122"/>
              </a:endParaRPr>
            </a:p>
          </p:txBody>
        </p:sp>
        <p:sp>
          <p:nvSpPr>
            <p:cNvPr id="66568" name="Rectangle 10"/>
            <p:cNvSpPr/>
            <p:nvPr/>
          </p:nvSpPr>
          <p:spPr>
            <a:xfrm rot="-5400000">
              <a:off x="1914" y="947"/>
              <a:ext cx="199" cy="514"/>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69" name="Line 12"/>
            <p:cNvSpPr/>
            <p:nvPr/>
          </p:nvSpPr>
          <p:spPr>
            <a:xfrm>
              <a:off x="2187" y="1308"/>
              <a:ext cx="0" cy="955"/>
            </a:xfrm>
            <a:prstGeom prst="line">
              <a:avLst/>
            </a:prstGeom>
            <a:ln w="9525" cap="flat" cmpd="sng">
              <a:solidFill>
                <a:schemeClr val="tx1"/>
              </a:solidFill>
              <a:prstDash val="solid"/>
              <a:round/>
              <a:headEnd type="none" w="med" len="med"/>
              <a:tailEnd type="none" w="med" len="med"/>
            </a:ln>
          </p:spPr>
        </p:sp>
        <p:sp>
          <p:nvSpPr>
            <p:cNvPr id="66570" name="Line 13"/>
            <p:cNvSpPr/>
            <p:nvPr/>
          </p:nvSpPr>
          <p:spPr>
            <a:xfrm>
              <a:off x="2075" y="1308"/>
              <a:ext cx="0" cy="1163"/>
            </a:xfrm>
            <a:prstGeom prst="line">
              <a:avLst/>
            </a:prstGeom>
            <a:ln w="9525" cap="flat" cmpd="sng">
              <a:solidFill>
                <a:schemeClr val="tx1"/>
              </a:solidFill>
              <a:prstDash val="solid"/>
              <a:round/>
              <a:headEnd type="none" w="med" len="med"/>
              <a:tailEnd type="none" w="med" len="med"/>
            </a:ln>
          </p:spPr>
        </p:sp>
        <p:sp>
          <p:nvSpPr>
            <p:cNvPr id="66571" name="Line 14"/>
            <p:cNvSpPr/>
            <p:nvPr/>
          </p:nvSpPr>
          <p:spPr>
            <a:xfrm>
              <a:off x="1963" y="1308"/>
              <a:ext cx="0" cy="1374"/>
            </a:xfrm>
            <a:prstGeom prst="line">
              <a:avLst/>
            </a:prstGeom>
            <a:ln w="9525" cap="flat" cmpd="sng">
              <a:solidFill>
                <a:schemeClr val="tx1"/>
              </a:solidFill>
              <a:prstDash val="solid"/>
              <a:round/>
              <a:headEnd type="none" w="med" len="med"/>
              <a:tailEnd type="none" w="med" len="med"/>
            </a:ln>
          </p:spPr>
        </p:sp>
        <p:sp>
          <p:nvSpPr>
            <p:cNvPr id="66572" name="Line 15"/>
            <p:cNvSpPr/>
            <p:nvPr/>
          </p:nvSpPr>
          <p:spPr>
            <a:xfrm>
              <a:off x="1852" y="1308"/>
              <a:ext cx="0" cy="1584"/>
            </a:xfrm>
            <a:prstGeom prst="line">
              <a:avLst/>
            </a:prstGeom>
            <a:ln w="9525" cap="flat" cmpd="sng">
              <a:solidFill>
                <a:schemeClr val="tx1"/>
              </a:solidFill>
              <a:prstDash val="solid"/>
              <a:round/>
              <a:headEnd type="none" w="med" len="med"/>
              <a:tailEnd type="none" w="med" len="med"/>
            </a:ln>
          </p:spPr>
        </p:sp>
        <p:sp>
          <p:nvSpPr>
            <p:cNvPr id="66573" name="Line 16"/>
            <p:cNvSpPr/>
            <p:nvPr/>
          </p:nvSpPr>
          <p:spPr>
            <a:xfrm flipV="1">
              <a:off x="2019" y="751"/>
              <a:ext cx="0" cy="353"/>
            </a:xfrm>
            <a:prstGeom prst="line">
              <a:avLst/>
            </a:prstGeom>
            <a:ln w="9525" cap="flat" cmpd="sng">
              <a:solidFill>
                <a:schemeClr val="tx1"/>
              </a:solidFill>
              <a:prstDash val="solid"/>
              <a:round/>
              <a:headEnd type="none" w="med" len="med"/>
              <a:tailEnd type="none" w="med" len="med"/>
            </a:ln>
          </p:spPr>
        </p:sp>
        <p:sp>
          <p:nvSpPr>
            <p:cNvPr id="66574" name="Rectangle 17"/>
            <p:cNvSpPr/>
            <p:nvPr/>
          </p:nvSpPr>
          <p:spPr>
            <a:xfrm rot="-5400000">
              <a:off x="2641" y="947"/>
              <a:ext cx="199" cy="514"/>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75" name="Line 19"/>
            <p:cNvSpPr/>
            <p:nvPr/>
          </p:nvSpPr>
          <p:spPr>
            <a:xfrm>
              <a:off x="2914" y="1308"/>
              <a:ext cx="0" cy="534"/>
            </a:xfrm>
            <a:prstGeom prst="line">
              <a:avLst/>
            </a:prstGeom>
            <a:ln w="9525" cap="flat" cmpd="sng">
              <a:solidFill>
                <a:schemeClr val="tx1"/>
              </a:solidFill>
              <a:prstDash val="solid"/>
              <a:round/>
              <a:headEnd type="none" w="med" len="med"/>
              <a:tailEnd type="none" w="med" len="med"/>
            </a:ln>
          </p:spPr>
        </p:sp>
        <p:sp>
          <p:nvSpPr>
            <p:cNvPr id="66576" name="Line 20"/>
            <p:cNvSpPr/>
            <p:nvPr/>
          </p:nvSpPr>
          <p:spPr>
            <a:xfrm>
              <a:off x="2802" y="1308"/>
              <a:ext cx="0" cy="744"/>
            </a:xfrm>
            <a:prstGeom prst="line">
              <a:avLst/>
            </a:prstGeom>
            <a:ln w="9525" cap="flat" cmpd="sng">
              <a:solidFill>
                <a:schemeClr val="tx1"/>
              </a:solidFill>
              <a:prstDash val="solid"/>
              <a:round/>
              <a:headEnd type="none" w="med" len="med"/>
              <a:tailEnd type="none" w="med" len="med"/>
            </a:ln>
          </p:spPr>
        </p:sp>
        <p:sp>
          <p:nvSpPr>
            <p:cNvPr id="66577" name="Line 21"/>
            <p:cNvSpPr/>
            <p:nvPr/>
          </p:nvSpPr>
          <p:spPr>
            <a:xfrm>
              <a:off x="2690" y="1308"/>
              <a:ext cx="0" cy="1374"/>
            </a:xfrm>
            <a:prstGeom prst="line">
              <a:avLst/>
            </a:prstGeom>
            <a:ln w="9525" cap="flat" cmpd="sng">
              <a:solidFill>
                <a:schemeClr val="tx1"/>
              </a:solidFill>
              <a:prstDash val="solid"/>
              <a:round/>
              <a:headEnd type="none" w="med" len="med"/>
              <a:tailEnd type="none" w="med" len="med"/>
            </a:ln>
          </p:spPr>
        </p:sp>
        <p:sp>
          <p:nvSpPr>
            <p:cNvPr id="66578" name="Line 22"/>
            <p:cNvSpPr/>
            <p:nvPr/>
          </p:nvSpPr>
          <p:spPr>
            <a:xfrm>
              <a:off x="2577" y="1308"/>
              <a:ext cx="0" cy="1584"/>
            </a:xfrm>
            <a:prstGeom prst="line">
              <a:avLst/>
            </a:prstGeom>
            <a:ln w="9525" cap="flat" cmpd="sng">
              <a:solidFill>
                <a:schemeClr val="tx1"/>
              </a:solidFill>
              <a:prstDash val="solid"/>
              <a:round/>
              <a:headEnd type="none" w="med" len="med"/>
              <a:tailEnd type="none" w="med" len="med"/>
            </a:ln>
          </p:spPr>
        </p:sp>
        <p:sp>
          <p:nvSpPr>
            <p:cNvPr id="66579" name="Line 23"/>
            <p:cNvSpPr/>
            <p:nvPr/>
          </p:nvSpPr>
          <p:spPr>
            <a:xfrm flipV="1">
              <a:off x="2746" y="751"/>
              <a:ext cx="0" cy="353"/>
            </a:xfrm>
            <a:prstGeom prst="line">
              <a:avLst/>
            </a:prstGeom>
            <a:ln w="9525" cap="flat" cmpd="sng">
              <a:solidFill>
                <a:schemeClr val="tx1"/>
              </a:solidFill>
              <a:prstDash val="solid"/>
              <a:round/>
              <a:headEnd type="none" w="med" len="med"/>
              <a:tailEnd type="none" w="med" len="med"/>
            </a:ln>
          </p:spPr>
        </p:sp>
        <p:sp>
          <p:nvSpPr>
            <p:cNvPr id="66580" name="Rectangle 24"/>
            <p:cNvSpPr/>
            <p:nvPr/>
          </p:nvSpPr>
          <p:spPr>
            <a:xfrm rot="-5400000">
              <a:off x="3368" y="947"/>
              <a:ext cx="199" cy="515"/>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81" name="Line 26"/>
            <p:cNvSpPr/>
            <p:nvPr/>
          </p:nvSpPr>
          <p:spPr>
            <a:xfrm>
              <a:off x="3640" y="1308"/>
              <a:ext cx="0" cy="307"/>
            </a:xfrm>
            <a:prstGeom prst="line">
              <a:avLst/>
            </a:prstGeom>
            <a:ln w="9525" cap="flat" cmpd="sng">
              <a:solidFill>
                <a:schemeClr val="tx1"/>
              </a:solidFill>
              <a:prstDash val="solid"/>
              <a:round/>
              <a:headEnd type="none" w="med" len="med"/>
              <a:tailEnd type="none" w="med" len="med"/>
            </a:ln>
          </p:spPr>
        </p:sp>
        <p:sp>
          <p:nvSpPr>
            <p:cNvPr id="66582" name="Line 27"/>
            <p:cNvSpPr/>
            <p:nvPr/>
          </p:nvSpPr>
          <p:spPr>
            <a:xfrm>
              <a:off x="3528" y="1308"/>
              <a:ext cx="0" cy="744"/>
            </a:xfrm>
            <a:prstGeom prst="line">
              <a:avLst/>
            </a:prstGeom>
            <a:ln w="9525" cap="flat" cmpd="sng">
              <a:solidFill>
                <a:schemeClr val="tx1"/>
              </a:solidFill>
              <a:prstDash val="solid"/>
              <a:round/>
              <a:headEnd type="none" w="med" len="med"/>
              <a:tailEnd type="none" w="med" len="med"/>
            </a:ln>
          </p:spPr>
        </p:sp>
        <p:sp>
          <p:nvSpPr>
            <p:cNvPr id="66583" name="Line 28"/>
            <p:cNvSpPr/>
            <p:nvPr/>
          </p:nvSpPr>
          <p:spPr>
            <a:xfrm>
              <a:off x="3417" y="1308"/>
              <a:ext cx="0" cy="1163"/>
            </a:xfrm>
            <a:prstGeom prst="line">
              <a:avLst/>
            </a:prstGeom>
            <a:ln w="9525" cap="flat" cmpd="sng">
              <a:solidFill>
                <a:schemeClr val="tx1"/>
              </a:solidFill>
              <a:prstDash val="solid"/>
              <a:round/>
              <a:headEnd type="none" w="med" len="med"/>
              <a:tailEnd type="none" w="med" len="med"/>
            </a:ln>
          </p:spPr>
        </p:sp>
        <p:sp>
          <p:nvSpPr>
            <p:cNvPr id="66584" name="Line 29"/>
            <p:cNvSpPr/>
            <p:nvPr/>
          </p:nvSpPr>
          <p:spPr>
            <a:xfrm>
              <a:off x="3305" y="1308"/>
              <a:ext cx="0" cy="1584"/>
            </a:xfrm>
            <a:prstGeom prst="line">
              <a:avLst/>
            </a:prstGeom>
            <a:ln w="9525" cap="flat" cmpd="sng">
              <a:solidFill>
                <a:schemeClr val="tx1"/>
              </a:solidFill>
              <a:prstDash val="solid"/>
              <a:round/>
              <a:headEnd type="none" w="med" len="med"/>
              <a:tailEnd type="none" w="med" len="med"/>
            </a:ln>
          </p:spPr>
        </p:sp>
        <p:sp>
          <p:nvSpPr>
            <p:cNvPr id="66585" name="Line 30"/>
            <p:cNvSpPr/>
            <p:nvPr/>
          </p:nvSpPr>
          <p:spPr>
            <a:xfrm flipV="1">
              <a:off x="3473" y="760"/>
              <a:ext cx="0" cy="353"/>
            </a:xfrm>
            <a:prstGeom prst="line">
              <a:avLst/>
            </a:prstGeom>
            <a:ln w="9525" cap="flat" cmpd="sng">
              <a:solidFill>
                <a:schemeClr val="tx1"/>
              </a:solidFill>
              <a:prstDash val="solid"/>
              <a:round/>
              <a:headEnd type="none" w="med" len="med"/>
              <a:tailEnd type="none" w="med" len="med"/>
            </a:ln>
          </p:spPr>
        </p:sp>
        <p:sp>
          <p:nvSpPr>
            <p:cNvPr id="66586" name="Line 31"/>
            <p:cNvSpPr/>
            <p:nvPr/>
          </p:nvSpPr>
          <p:spPr>
            <a:xfrm flipH="1">
              <a:off x="1426" y="1623"/>
              <a:ext cx="2352" cy="0"/>
            </a:xfrm>
            <a:prstGeom prst="line">
              <a:avLst/>
            </a:prstGeom>
            <a:ln w="9525" cap="flat" cmpd="sng">
              <a:solidFill>
                <a:schemeClr val="tx1"/>
              </a:solidFill>
              <a:prstDash val="solid"/>
              <a:round/>
              <a:headEnd type="none" w="med" len="med"/>
              <a:tailEnd type="none" w="med" len="med"/>
            </a:ln>
          </p:spPr>
        </p:sp>
        <p:sp>
          <p:nvSpPr>
            <p:cNvPr id="66587" name="Line 32"/>
            <p:cNvSpPr/>
            <p:nvPr/>
          </p:nvSpPr>
          <p:spPr>
            <a:xfrm flipH="1">
              <a:off x="1426" y="1834"/>
              <a:ext cx="2352" cy="0"/>
            </a:xfrm>
            <a:prstGeom prst="line">
              <a:avLst/>
            </a:prstGeom>
            <a:ln w="9525" cap="flat" cmpd="sng">
              <a:solidFill>
                <a:schemeClr val="tx1"/>
              </a:solidFill>
              <a:prstDash val="solid"/>
              <a:round/>
              <a:headEnd type="none" w="med" len="med"/>
              <a:tailEnd type="none" w="med" len="med"/>
            </a:ln>
          </p:spPr>
        </p:sp>
        <p:sp>
          <p:nvSpPr>
            <p:cNvPr id="66588" name="Line 33"/>
            <p:cNvSpPr/>
            <p:nvPr/>
          </p:nvSpPr>
          <p:spPr>
            <a:xfrm flipH="1">
              <a:off x="1426" y="2044"/>
              <a:ext cx="2352" cy="0"/>
            </a:xfrm>
            <a:prstGeom prst="line">
              <a:avLst/>
            </a:prstGeom>
            <a:ln w="9525" cap="flat" cmpd="sng">
              <a:solidFill>
                <a:schemeClr val="tx1"/>
              </a:solidFill>
              <a:prstDash val="solid"/>
              <a:round/>
              <a:headEnd type="none" w="med" len="med"/>
              <a:tailEnd type="none" w="med" len="med"/>
            </a:ln>
          </p:spPr>
        </p:sp>
        <p:sp>
          <p:nvSpPr>
            <p:cNvPr id="66589" name="Line 34"/>
            <p:cNvSpPr/>
            <p:nvPr/>
          </p:nvSpPr>
          <p:spPr>
            <a:xfrm flipH="1">
              <a:off x="1426" y="2884"/>
              <a:ext cx="2352" cy="0"/>
            </a:xfrm>
            <a:prstGeom prst="line">
              <a:avLst/>
            </a:prstGeom>
            <a:ln w="9525" cap="flat" cmpd="sng">
              <a:solidFill>
                <a:schemeClr val="tx1"/>
              </a:solidFill>
              <a:prstDash val="solid"/>
              <a:round/>
              <a:headEnd type="none" w="med" len="med"/>
              <a:tailEnd type="none" w="med" len="med"/>
            </a:ln>
          </p:spPr>
        </p:sp>
        <p:sp>
          <p:nvSpPr>
            <p:cNvPr id="66590" name="Line 35"/>
            <p:cNvSpPr/>
            <p:nvPr/>
          </p:nvSpPr>
          <p:spPr>
            <a:xfrm flipH="1">
              <a:off x="1426" y="2463"/>
              <a:ext cx="2352" cy="0"/>
            </a:xfrm>
            <a:prstGeom prst="line">
              <a:avLst/>
            </a:prstGeom>
            <a:ln w="9525" cap="flat" cmpd="sng">
              <a:solidFill>
                <a:schemeClr val="tx1"/>
              </a:solidFill>
              <a:prstDash val="solid"/>
              <a:round/>
              <a:headEnd type="none" w="med" len="med"/>
              <a:tailEnd type="none" w="med" len="med"/>
            </a:ln>
          </p:spPr>
        </p:sp>
        <p:sp>
          <p:nvSpPr>
            <p:cNvPr id="66591" name="Line 36"/>
            <p:cNvSpPr/>
            <p:nvPr/>
          </p:nvSpPr>
          <p:spPr>
            <a:xfrm flipH="1">
              <a:off x="1426" y="2253"/>
              <a:ext cx="2352" cy="0"/>
            </a:xfrm>
            <a:prstGeom prst="line">
              <a:avLst/>
            </a:prstGeom>
            <a:ln w="9525" cap="flat" cmpd="sng">
              <a:solidFill>
                <a:schemeClr val="tx1"/>
              </a:solidFill>
              <a:prstDash val="solid"/>
              <a:round/>
              <a:headEnd type="none" w="med" len="med"/>
              <a:tailEnd type="none" w="med" len="med"/>
            </a:ln>
          </p:spPr>
        </p:sp>
        <p:sp>
          <p:nvSpPr>
            <p:cNvPr id="66592" name="Line 37"/>
            <p:cNvSpPr/>
            <p:nvPr/>
          </p:nvSpPr>
          <p:spPr>
            <a:xfrm flipH="1">
              <a:off x="1426" y="2673"/>
              <a:ext cx="2352" cy="0"/>
            </a:xfrm>
            <a:prstGeom prst="line">
              <a:avLst/>
            </a:prstGeom>
            <a:ln w="9525" cap="flat" cmpd="sng">
              <a:solidFill>
                <a:schemeClr val="tx1"/>
              </a:solidFill>
              <a:prstDash val="solid"/>
              <a:round/>
              <a:headEnd type="none" w="med" len="med"/>
              <a:tailEnd type="none" w="med" len="med"/>
            </a:ln>
          </p:spPr>
        </p:sp>
        <p:sp>
          <p:nvSpPr>
            <p:cNvPr id="66593" name="Oval 38"/>
            <p:cNvSpPr/>
            <p:nvPr/>
          </p:nvSpPr>
          <p:spPr>
            <a:xfrm rot="-5400000">
              <a:off x="3604" y="1590"/>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94" name="Oval 39"/>
            <p:cNvSpPr/>
            <p:nvPr/>
          </p:nvSpPr>
          <p:spPr>
            <a:xfrm rot="-5400000">
              <a:off x="3508" y="2018"/>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95" name="Oval 40"/>
            <p:cNvSpPr/>
            <p:nvPr/>
          </p:nvSpPr>
          <p:spPr>
            <a:xfrm rot="-5400000">
              <a:off x="3380" y="2422"/>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96" name="Oval 41"/>
            <p:cNvSpPr/>
            <p:nvPr/>
          </p:nvSpPr>
          <p:spPr>
            <a:xfrm rot="-5400000">
              <a:off x="2876" y="1799"/>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97" name="Oval 42"/>
            <p:cNvSpPr/>
            <p:nvPr/>
          </p:nvSpPr>
          <p:spPr>
            <a:xfrm rot="-5400000">
              <a:off x="3284" y="2849"/>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98" name="Oval 43"/>
            <p:cNvSpPr/>
            <p:nvPr/>
          </p:nvSpPr>
          <p:spPr>
            <a:xfrm rot="-5400000">
              <a:off x="2762" y="2018"/>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99" name="Oval 44"/>
            <p:cNvSpPr/>
            <p:nvPr/>
          </p:nvSpPr>
          <p:spPr>
            <a:xfrm rot="-5400000">
              <a:off x="2651" y="2620"/>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600" name="Oval 45"/>
            <p:cNvSpPr/>
            <p:nvPr/>
          </p:nvSpPr>
          <p:spPr>
            <a:xfrm rot="-5400000">
              <a:off x="2166" y="2240"/>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601" name="Oval 46"/>
            <p:cNvSpPr/>
            <p:nvPr/>
          </p:nvSpPr>
          <p:spPr>
            <a:xfrm rot="-5400000">
              <a:off x="2053" y="2445"/>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602" name="Oval 47"/>
            <p:cNvSpPr/>
            <p:nvPr/>
          </p:nvSpPr>
          <p:spPr>
            <a:xfrm rot="-5400000">
              <a:off x="1930" y="2644"/>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603" name="Oval 48"/>
            <p:cNvSpPr/>
            <p:nvPr/>
          </p:nvSpPr>
          <p:spPr>
            <a:xfrm rot="-5400000">
              <a:off x="1815" y="2849"/>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604" name="Oval 49"/>
            <p:cNvSpPr/>
            <p:nvPr/>
          </p:nvSpPr>
          <p:spPr>
            <a:xfrm rot="-5400000">
              <a:off x="2539" y="2849"/>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aphicFrame>
          <p:nvGraphicFramePr>
            <p:cNvPr id="66605" name="Object 50"/>
            <p:cNvGraphicFramePr>
              <a:graphicFrameLocks noChangeAspect="1"/>
            </p:cNvGraphicFramePr>
            <p:nvPr/>
          </p:nvGraphicFramePr>
          <p:xfrm>
            <a:off x="1267" y="1319"/>
            <a:ext cx="148" cy="242"/>
          </p:xfrm>
          <a:graphic>
            <a:graphicData uri="http://schemas.openxmlformats.org/presentationml/2006/ole">
              <mc:AlternateContent xmlns:mc="http://schemas.openxmlformats.org/markup-compatibility/2006">
                <mc:Choice xmlns:v="urn:schemas-microsoft-com:vml" Requires="v">
                  <p:oleObj spid="_x0000_s3133" name="" r:id="rId1" imgW="165100" imgH="233680" progId="Equation.3">
                    <p:embed/>
                  </p:oleObj>
                </mc:Choice>
                <mc:Fallback>
                  <p:oleObj name="" r:id="rId1" imgW="165100" imgH="233680" progId="Equation.3">
                    <p:embed/>
                    <p:pic>
                      <p:nvPicPr>
                        <p:cNvPr id="0" name="图片 3132"/>
                        <p:cNvPicPr/>
                        <p:nvPr/>
                      </p:nvPicPr>
                      <p:blipFill>
                        <a:blip r:embed="rId2">
                          <a:clrChange>
                            <a:clrFrom>
                              <a:srgbClr val="000000"/>
                            </a:clrFrom>
                            <a:clrTo>
                              <a:srgbClr val="000000"/>
                            </a:clrTo>
                          </a:clrChange>
                        </a:blip>
                        <a:stretch>
                          <a:fillRect/>
                        </a:stretch>
                      </p:blipFill>
                      <p:spPr>
                        <a:xfrm>
                          <a:off x="1267" y="1319"/>
                          <a:ext cx="148" cy="242"/>
                        </a:xfrm>
                        <a:prstGeom prst="rect">
                          <a:avLst/>
                        </a:prstGeom>
                        <a:noFill/>
                        <a:ln w="38100">
                          <a:noFill/>
                          <a:miter/>
                        </a:ln>
                      </p:spPr>
                    </p:pic>
                  </p:oleObj>
                </mc:Fallback>
              </mc:AlternateContent>
            </a:graphicData>
          </a:graphic>
        </p:graphicFrame>
        <p:graphicFrame>
          <p:nvGraphicFramePr>
            <p:cNvPr id="66606" name="Object 51"/>
            <p:cNvGraphicFramePr>
              <a:graphicFrameLocks noChangeAspect="1"/>
            </p:cNvGraphicFramePr>
            <p:nvPr/>
          </p:nvGraphicFramePr>
          <p:xfrm>
            <a:off x="1289" y="1756"/>
            <a:ext cx="148" cy="227"/>
          </p:xfrm>
          <a:graphic>
            <a:graphicData uri="http://schemas.openxmlformats.org/presentationml/2006/ole">
              <mc:AlternateContent xmlns:mc="http://schemas.openxmlformats.org/markup-compatibility/2006">
                <mc:Choice xmlns:v="urn:schemas-microsoft-com:vml" Requires="v">
                  <p:oleObj spid="_x0000_s3132" name="" r:id="rId3" imgW="165100" imgH="223520" progId="Equation.3">
                    <p:embed/>
                  </p:oleObj>
                </mc:Choice>
                <mc:Fallback>
                  <p:oleObj name="" r:id="rId3" imgW="165100" imgH="223520" progId="Equation.3">
                    <p:embed/>
                    <p:pic>
                      <p:nvPicPr>
                        <p:cNvPr id="0" name="图片 3131"/>
                        <p:cNvPicPr/>
                        <p:nvPr/>
                      </p:nvPicPr>
                      <p:blipFill>
                        <a:blip r:embed="rId4">
                          <a:clrChange>
                            <a:clrFrom>
                              <a:srgbClr val="000000"/>
                            </a:clrFrom>
                            <a:clrTo>
                              <a:srgbClr val="000000"/>
                            </a:clrTo>
                          </a:clrChange>
                        </a:blip>
                        <a:stretch>
                          <a:fillRect/>
                        </a:stretch>
                      </p:blipFill>
                      <p:spPr>
                        <a:xfrm>
                          <a:off x="1289" y="1756"/>
                          <a:ext cx="148" cy="227"/>
                        </a:xfrm>
                        <a:prstGeom prst="rect">
                          <a:avLst/>
                        </a:prstGeom>
                        <a:noFill/>
                        <a:ln w="38100">
                          <a:noFill/>
                          <a:miter/>
                        </a:ln>
                      </p:spPr>
                    </p:pic>
                  </p:oleObj>
                </mc:Fallback>
              </mc:AlternateContent>
            </a:graphicData>
          </a:graphic>
        </p:graphicFrame>
        <p:graphicFrame>
          <p:nvGraphicFramePr>
            <p:cNvPr id="66607" name="Object 52"/>
            <p:cNvGraphicFramePr>
              <a:graphicFrameLocks noChangeAspect="1"/>
            </p:cNvGraphicFramePr>
            <p:nvPr/>
          </p:nvGraphicFramePr>
          <p:xfrm>
            <a:off x="1289" y="2160"/>
            <a:ext cx="148" cy="227"/>
          </p:xfrm>
          <a:graphic>
            <a:graphicData uri="http://schemas.openxmlformats.org/presentationml/2006/ole">
              <mc:AlternateContent xmlns:mc="http://schemas.openxmlformats.org/markup-compatibility/2006">
                <mc:Choice xmlns:v="urn:schemas-microsoft-com:vml" Requires="v">
                  <p:oleObj spid="_x0000_s3136" name="" r:id="rId5" imgW="165100" imgH="223520" progId="Equation.3">
                    <p:embed/>
                  </p:oleObj>
                </mc:Choice>
                <mc:Fallback>
                  <p:oleObj name="" r:id="rId5" imgW="165100" imgH="223520" progId="Equation.3">
                    <p:embed/>
                    <p:pic>
                      <p:nvPicPr>
                        <p:cNvPr id="0" name="图片 3135"/>
                        <p:cNvPicPr/>
                        <p:nvPr/>
                      </p:nvPicPr>
                      <p:blipFill>
                        <a:blip r:embed="rId6">
                          <a:clrChange>
                            <a:clrFrom>
                              <a:srgbClr val="000000"/>
                            </a:clrFrom>
                            <a:clrTo>
                              <a:srgbClr val="000000"/>
                            </a:clrTo>
                          </a:clrChange>
                        </a:blip>
                        <a:stretch>
                          <a:fillRect/>
                        </a:stretch>
                      </p:blipFill>
                      <p:spPr>
                        <a:xfrm>
                          <a:off x="1289" y="2160"/>
                          <a:ext cx="148" cy="227"/>
                        </a:xfrm>
                        <a:prstGeom prst="rect">
                          <a:avLst/>
                        </a:prstGeom>
                        <a:noFill/>
                        <a:ln w="38100">
                          <a:noFill/>
                          <a:miter/>
                        </a:ln>
                      </p:spPr>
                    </p:pic>
                  </p:oleObj>
                </mc:Fallback>
              </mc:AlternateContent>
            </a:graphicData>
          </a:graphic>
        </p:graphicFrame>
        <p:graphicFrame>
          <p:nvGraphicFramePr>
            <p:cNvPr id="66608" name="Object 53"/>
            <p:cNvGraphicFramePr>
              <a:graphicFrameLocks noChangeAspect="1"/>
            </p:cNvGraphicFramePr>
            <p:nvPr/>
          </p:nvGraphicFramePr>
          <p:xfrm>
            <a:off x="1289" y="2557"/>
            <a:ext cx="148" cy="243"/>
          </p:xfrm>
          <a:graphic>
            <a:graphicData uri="http://schemas.openxmlformats.org/presentationml/2006/ole">
              <mc:AlternateContent xmlns:mc="http://schemas.openxmlformats.org/markup-compatibility/2006">
                <mc:Choice xmlns:v="urn:schemas-microsoft-com:vml" Requires="v">
                  <p:oleObj spid="_x0000_s3137" name="" r:id="rId7" imgW="165100" imgH="233680" progId="Equation.3">
                    <p:embed/>
                  </p:oleObj>
                </mc:Choice>
                <mc:Fallback>
                  <p:oleObj name="" r:id="rId7" imgW="165100" imgH="233680" progId="Equation.3">
                    <p:embed/>
                    <p:pic>
                      <p:nvPicPr>
                        <p:cNvPr id="0" name="图片 3136"/>
                        <p:cNvPicPr/>
                        <p:nvPr/>
                      </p:nvPicPr>
                      <p:blipFill>
                        <a:blip r:embed="rId8">
                          <a:clrChange>
                            <a:clrFrom>
                              <a:srgbClr val="000000"/>
                            </a:clrFrom>
                            <a:clrTo>
                              <a:srgbClr val="000000"/>
                            </a:clrTo>
                          </a:clrChange>
                        </a:blip>
                        <a:stretch>
                          <a:fillRect/>
                        </a:stretch>
                      </p:blipFill>
                      <p:spPr>
                        <a:xfrm>
                          <a:off x="1289" y="2557"/>
                          <a:ext cx="148" cy="243"/>
                        </a:xfrm>
                        <a:prstGeom prst="rect">
                          <a:avLst/>
                        </a:prstGeom>
                        <a:noFill/>
                        <a:ln w="38100">
                          <a:noFill/>
                          <a:miter/>
                        </a:ln>
                      </p:spPr>
                    </p:pic>
                  </p:oleObj>
                </mc:Fallback>
              </mc:AlternateContent>
            </a:graphicData>
          </a:graphic>
        </p:graphicFrame>
        <p:graphicFrame>
          <p:nvGraphicFramePr>
            <p:cNvPr id="66609" name="Object 54"/>
            <p:cNvGraphicFramePr>
              <a:graphicFrameLocks noChangeAspect="1"/>
            </p:cNvGraphicFramePr>
            <p:nvPr/>
          </p:nvGraphicFramePr>
          <p:xfrm>
            <a:off x="3812" y="1567"/>
            <a:ext cx="125" cy="228"/>
          </p:xfrm>
          <a:graphic>
            <a:graphicData uri="http://schemas.openxmlformats.org/presentationml/2006/ole">
              <mc:AlternateContent xmlns:mc="http://schemas.openxmlformats.org/markup-compatibility/2006">
                <mc:Choice xmlns:v="urn:schemas-microsoft-com:vml" Requires="v">
                  <p:oleObj spid="_x0000_s3134" name="" r:id="rId9" imgW="146050" imgH="223520" progId="Equation.3">
                    <p:embed/>
                  </p:oleObj>
                </mc:Choice>
                <mc:Fallback>
                  <p:oleObj name="" r:id="rId9" imgW="146050" imgH="223520" progId="Equation.3">
                    <p:embed/>
                    <p:pic>
                      <p:nvPicPr>
                        <p:cNvPr id="0" name="图片 3133"/>
                        <p:cNvPicPr/>
                        <p:nvPr/>
                      </p:nvPicPr>
                      <p:blipFill>
                        <a:blip r:embed="rId10">
                          <a:clrChange>
                            <a:clrFrom>
                              <a:srgbClr val="000000"/>
                            </a:clrFrom>
                            <a:clrTo>
                              <a:srgbClr val="000000"/>
                            </a:clrTo>
                          </a:clrChange>
                        </a:blip>
                        <a:stretch>
                          <a:fillRect/>
                        </a:stretch>
                      </p:blipFill>
                      <p:spPr>
                        <a:xfrm>
                          <a:off x="3812" y="1567"/>
                          <a:ext cx="125" cy="228"/>
                        </a:xfrm>
                        <a:prstGeom prst="rect">
                          <a:avLst/>
                        </a:prstGeom>
                        <a:noFill/>
                        <a:ln w="38100">
                          <a:noFill/>
                          <a:miter/>
                        </a:ln>
                      </p:spPr>
                    </p:pic>
                  </p:oleObj>
                </mc:Fallback>
              </mc:AlternateContent>
            </a:graphicData>
          </a:graphic>
        </p:graphicFrame>
        <p:graphicFrame>
          <p:nvGraphicFramePr>
            <p:cNvPr id="66610" name="Object 55"/>
            <p:cNvGraphicFramePr>
              <a:graphicFrameLocks noChangeAspect="1"/>
            </p:cNvGraphicFramePr>
            <p:nvPr/>
          </p:nvGraphicFramePr>
          <p:xfrm>
            <a:off x="3829" y="1910"/>
            <a:ext cx="136" cy="243"/>
          </p:xfrm>
          <a:graphic>
            <a:graphicData uri="http://schemas.openxmlformats.org/presentationml/2006/ole">
              <mc:AlternateContent xmlns:mc="http://schemas.openxmlformats.org/markup-compatibility/2006">
                <mc:Choice xmlns:v="urn:schemas-microsoft-com:vml" Requires="v">
                  <p:oleObj spid="_x0000_s3138" name="" r:id="rId11" imgW="155575" imgH="233680" progId="Equation.3">
                    <p:embed/>
                  </p:oleObj>
                </mc:Choice>
                <mc:Fallback>
                  <p:oleObj name="" r:id="rId11" imgW="155575" imgH="233680" progId="Equation.3">
                    <p:embed/>
                    <p:pic>
                      <p:nvPicPr>
                        <p:cNvPr id="0" name="图片 3137"/>
                        <p:cNvPicPr/>
                        <p:nvPr/>
                      </p:nvPicPr>
                      <p:blipFill>
                        <a:blip r:embed="rId12">
                          <a:clrChange>
                            <a:clrFrom>
                              <a:srgbClr val="000000"/>
                            </a:clrFrom>
                            <a:clrTo>
                              <a:srgbClr val="000000"/>
                            </a:clrTo>
                          </a:clrChange>
                        </a:blip>
                        <a:stretch>
                          <a:fillRect/>
                        </a:stretch>
                      </p:blipFill>
                      <p:spPr>
                        <a:xfrm>
                          <a:off x="3829" y="1910"/>
                          <a:ext cx="136" cy="243"/>
                        </a:xfrm>
                        <a:prstGeom prst="rect">
                          <a:avLst/>
                        </a:prstGeom>
                        <a:noFill/>
                        <a:ln w="38100">
                          <a:noFill/>
                          <a:miter/>
                        </a:ln>
                      </p:spPr>
                    </p:pic>
                  </p:oleObj>
                </mc:Fallback>
              </mc:AlternateContent>
            </a:graphicData>
          </a:graphic>
        </p:graphicFrame>
        <p:graphicFrame>
          <p:nvGraphicFramePr>
            <p:cNvPr id="66611" name="Object 56"/>
            <p:cNvGraphicFramePr>
              <a:graphicFrameLocks noChangeAspect="1"/>
            </p:cNvGraphicFramePr>
            <p:nvPr/>
          </p:nvGraphicFramePr>
          <p:xfrm>
            <a:off x="3829" y="2396"/>
            <a:ext cx="136" cy="242"/>
          </p:xfrm>
          <a:graphic>
            <a:graphicData uri="http://schemas.openxmlformats.org/presentationml/2006/ole">
              <mc:AlternateContent xmlns:mc="http://schemas.openxmlformats.org/markup-compatibility/2006">
                <mc:Choice xmlns:v="urn:schemas-microsoft-com:vml" Requires="v">
                  <p:oleObj spid="_x0000_s3131" name="" r:id="rId13" imgW="155575" imgH="233680" progId="Equation.3">
                    <p:embed/>
                  </p:oleObj>
                </mc:Choice>
                <mc:Fallback>
                  <p:oleObj name="" r:id="rId13" imgW="155575" imgH="233680" progId="Equation.3">
                    <p:embed/>
                    <p:pic>
                      <p:nvPicPr>
                        <p:cNvPr id="0" name="图片 3130"/>
                        <p:cNvPicPr/>
                        <p:nvPr/>
                      </p:nvPicPr>
                      <p:blipFill>
                        <a:blip r:embed="rId14">
                          <a:clrChange>
                            <a:clrFrom>
                              <a:srgbClr val="000000"/>
                            </a:clrFrom>
                            <a:clrTo>
                              <a:srgbClr val="000000"/>
                            </a:clrTo>
                          </a:clrChange>
                        </a:blip>
                        <a:stretch>
                          <a:fillRect/>
                        </a:stretch>
                      </p:blipFill>
                      <p:spPr>
                        <a:xfrm>
                          <a:off x="3829" y="2396"/>
                          <a:ext cx="136" cy="242"/>
                        </a:xfrm>
                        <a:prstGeom prst="rect">
                          <a:avLst/>
                        </a:prstGeom>
                        <a:noFill/>
                        <a:ln w="38100">
                          <a:noFill/>
                          <a:miter/>
                        </a:ln>
                      </p:spPr>
                    </p:pic>
                  </p:oleObj>
                </mc:Fallback>
              </mc:AlternateContent>
            </a:graphicData>
          </a:graphic>
        </p:graphicFrame>
        <p:graphicFrame>
          <p:nvGraphicFramePr>
            <p:cNvPr id="66612" name="Object 57"/>
            <p:cNvGraphicFramePr>
              <a:graphicFrameLocks noChangeAspect="1"/>
            </p:cNvGraphicFramePr>
            <p:nvPr/>
          </p:nvGraphicFramePr>
          <p:xfrm>
            <a:off x="3823" y="2800"/>
            <a:ext cx="148" cy="242"/>
          </p:xfrm>
          <a:graphic>
            <a:graphicData uri="http://schemas.openxmlformats.org/presentationml/2006/ole">
              <mc:AlternateContent xmlns:mc="http://schemas.openxmlformats.org/markup-compatibility/2006">
                <mc:Choice xmlns:v="urn:schemas-microsoft-com:vml" Requires="v">
                  <p:oleObj spid="_x0000_s3135" name="" r:id="rId15" imgW="165100" imgH="233680" progId="Equation.3">
                    <p:embed/>
                  </p:oleObj>
                </mc:Choice>
                <mc:Fallback>
                  <p:oleObj name="" r:id="rId15" imgW="165100" imgH="233680" progId="Equation.3">
                    <p:embed/>
                    <p:pic>
                      <p:nvPicPr>
                        <p:cNvPr id="0" name="图片 3134"/>
                        <p:cNvPicPr/>
                        <p:nvPr/>
                      </p:nvPicPr>
                      <p:blipFill>
                        <a:blip r:embed="rId16">
                          <a:clrChange>
                            <a:clrFrom>
                              <a:srgbClr val="000000"/>
                            </a:clrFrom>
                            <a:clrTo>
                              <a:srgbClr val="000000"/>
                            </a:clrTo>
                          </a:clrChange>
                        </a:blip>
                        <a:stretch>
                          <a:fillRect/>
                        </a:stretch>
                      </p:blipFill>
                      <p:spPr>
                        <a:xfrm>
                          <a:off x="3823" y="2800"/>
                          <a:ext cx="148" cy="242"/>
                        </a:xfrm>
                        <a:prstGeom prst="rect">
                          <a:avLst/>
                        </a:prstGeom>
                        <a:noFill/>
                        <a:ln w="38100">
                          <a:noFill/>
                          <a:miter/>
                        </a:ln>
                      </p:spPr>
                    </p:pic>
                  </p:oleObj>
                </mc:Fallback>
              </mc:AlternateContent>
            </a:graphicData>
          </a:graphic>
        </p:graphicFrame>
        <p:sp>
          <p:nvSpPr>
            <p:cNvPr id="66613" name="Text Box 58"/>
            <p:cNvSpPr txBox="1"/>
            <p:nvPr/>
          </p:nvSpPr>
          <p:spPr>
            <a:xfrm>
              <a:off x="1814" y="1074"/>
              <a:ext cx="356" cy="250"/>
            </a:xfrm>
            <a:prstGeom prst="rect">
              <a:avLst/>
            </a:prstGeom>
            <a:noFill/>
            <a:ln w="19050">
              <a:noFill/>
            </a:ln>
          </p:spPr>
          <p:txBody>
            <a:bodyPr wrap="none" anchor="t" anchorCtr="0">
              <a:spAutoFit/>
            </a:bodyPr>
            <a:p>
              <a:pPr algn="ct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宋体" panose="02010600030101010101" pitchFamily="2" charset="-122"/>
              </a:endParaRPr>
            </a:p>
          </p:txBody>
        </p:sp>
        <p:sp>
          <p:nvSpPr>
            <p:cNvPr id="66614" name="Text Box 59"/>
            <p:cNvSpPr txBox="1"/>
            <p:nvPr/>
          </p:nvSpPr>
          <p:spPr>
            <a:xfrm>
              <a:off x="3345" y="1091"/>
              <a:ext cx="356" cy="250"/>
            </a:xfrm>
            <a:prstGeom prst="rect">
              <a:avLst/>
            </a:prstGeom>
            <a:noFill/>
            <a:ln w="19050">
              <a:noFill/>
            </a:ln>
          </p:spPr>
          <p:txBody>
            <a:bodyPr wrap="none" anchor="t" anchorCtr="0">
              <a:spAutoFit/>
            </a:bodyPr>
            <a:p>
              <a:pPr algn="ct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宋体" panose="02010600030101010101" pitchFamily="2" charset="-122"/>
              </a:endParaRPr>
            </a:p>
          </p:txBody>
        </p:sp>
        <p:sp>
          <p:nvSpPr>
            <p:cNvPr id="66615" name="Text Box 60"/>
            <p:cNvSpPr txBox="1"/>
            <p:nvPr/>
          </p:nvSpPr>
          <p:spPr>
            <a:xfrm>
              <a:off x="2573" y="1089"/>
              <a:ext cx="356" cy="250"/>
            </a:xfrm>
            <a:prstGeom prst="rect">
              <a:avLst/>
            </a:prstGeom>
            <a:noFill/>
            <a:ln w="19050">
              <a:noFill/>
            </a:ln>
          </p:spPr>
          <p:txBody>
            <a:bodyPr wrap="none" anchor="t" anchorCtr="0">
              <a:spAutoFit/>
            </a:bodyPr>
            <a:p>
              <a:pPr algn="ct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7585" name="Group 3"/>
          <p:cNvGrpSpPr/>
          <p:nvPr/>
        </p:nvGrpSpPr>
        <p:grpSpPr>
          <a:xfrm>
            <a:off x="4287838" y="1023938"/>
            <a:ext cx="3978275" cy="5226050"/>
            <a:chOff x="429" y="581"/>
            <a:chExt cx="2506" cy="3292"/>
          </a:xfrm>
        </p:grpSpPr>
        <p:sp>
          <p:nvSpPr>
            <p:cNvPr id="67586" name="AutoShape 4"/>
            <p:cNvSpPr>
              <a:spLocks noChangeAspect="1" noTextEdit="1"/>
            </p:cNvSpPr>
            <p:nvPr/>
          </p:nvSpPr>
          <p:spPr>
            <a:xfrm>
              <a:off x="429" y="588"/>
              <a:ext cx="2506" cy="3285"/>
            </a:xfrm>
            <a:prstGeom prst="rect">
              <a:avLst/>
            </a:prstGeom>
            <a:noFill/>
            <a:ln w="9525">
              <a:noFill/>
            </a:ln>
          </p:spPr>
          <p:txBody>
            <a:bodyPr anchor="t" anchorCtr="0"/>
            <a:p>
              <a:pPr algn="ctr"/>
              <a:endParaRPr lang="zh-CN" altLang="en-US">
                <a:latin typeface="Times New Roman" panose="02020603050405020304" pitchFamily="18" charset="0"/>
                <a:ea typeface="宋体" panose="02010600030101010101" pitchFamily="2" charset="-122"/>
              </a:endParaRPr>
            </a:p>
          </p:txBody>
        </p:sp>
        <p:sp>
          <p:nvSpPr>
            <p:cNvPr id="67587" name="Rectangle 5"/>
            <p:cNvSpPr/>
            <p:nvPr/>
          </p:nvSpPr>
          <p:spPr>
            <a:xfrm>
              <a:off x="676" y="581"/>
              <a:ext cx="1920" cy="192"/>
            </a:xfrm>
            <a:prstGeom prst="rect">
              <a:avLst/>
            </a:prstGeom>
            <a:noFill/>
            <a:ln w="9525">
              <a:noFill/>
            </a:ln>
          </p:spPr>
          <p:txBody>
            <a:bodyPr wrap="none" lIns="0" tIns="0" rIns="0" bIns="0" anchor="t" anchorCtr="0">
              <a:spAutoFit/>
            </a:bodyPr>
            <a:p>
              <a:pPr algn="ctr"/>
              <a:r>
                <a:rPr lang="zh-CN" altLang="en-US" b="1" i="0" dirty="0">
                  <a:solidFill>
                    <a:srgbClr val="000000"/>
                  </a:solidFill>
                  <a:latin typeface="宋体" panose="02010600030101010101" pitchFamily="2" charset="-122"/>
                  <a:ea typeface="宋体" panose="02010600030101010101" pitchFamily="2" charset="-122"/>
                </a:rPr>
                <a:t>三位二进制编码器的真值表</a:t>
              </a:r>
              <a:endParaRPr lang="zh-CN" altLang="en-US" sz="2800" i="0" dirty="0">
                <a:latin typeface="Times New Roman" panose="02020603050405020304" pitchFamily="18" charset="0"/>
                <a:ea typeface="宋体" panose="02010600030101010101" pitchFamily="2" charset="-122"/>
              </a:endParaRPr>
            </a:p>
          </p:txBody>
        </p:sp>
        <p:sp>
          <p:nvSpPr>
            <p:cNvPr id="67588" name="Rectangle 6"/>
            <p:cNvSpPr/>
            <p:nvPr/>
          </p:nvSpPr>
          <p:spPr>
            <a:xfrm>
              <a:off x="2660" y="602"/>
              <a:ext cx="40" cy="192"/>
            </a:xfrm>
            <a:prstGeom prst="rect">
              <a:avLst/>
            </a:prstGeom>
            <a:noFill/>
            <a:ln w="9525">
              <a:noFill/>
            </a:ln>
          </p:spPr>
          <p:txBody>
            <a:bodyPr wrap="none" lIns="0" tIns="0" rIns="0" bIns="0" anchor="t" anchorCtr="0">
              <a:spAutoFit/>
            </a:bodyPr>
            <a:p>
              <a:pPr algn="ctr"/>
              <a:r>
                <a:rPr lang="en-US" altLang="zh-CN" b="1"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589" name="Rectangle 7"/>
            <p:cNvSpPr/>
            <p:nvPr/>
          </p:nvSpPr>
          <p:spPr>
            <a:xfrm>
              <a:off x="1224" y="823"/>
              <a:ext cx="256" cy="154"/>
            </a:xfrm>
            <a:prstGeom prst="rect">
              <a:avLst/>
            </a:prstGeom>
            <a:noFill/>
            <a:ln w="9525">
              <a:noFill/>
            </a:ln>
          </p:spPr>
          <p:txBody>
            <a:bodyPr wrap="none" lIns="0" tIns="0" rIns="0" bIns="0" anchor="t" anchorCtr="0">
              <a:spAutoFit/>
            </a:bodyPr>
            <a:p>
              <a:pPr algn="ctr"/>
              <a:r>
                <a:rPr lang="zh-CN" altLang="en-US" sz="1600" i="0" dirty="0">
                  <a:solidFill>
                    <a:srgbClr val="000000"/>
                  </a:solidFill>
                  <a:latin typeface="黑体" panose="02010609060101010101" pitchFamily="2" charset="-122"/>
                  <a:ea typeface="黑体" panose="02010609060101010101" pitchFamily="2" charset="-122"/>
                </a:rPr>
                <a:t>输入</a:t>
              </a:r>
              <a:endParaRPr lang="zh-CN" altLang="en-US" sz="2800" i="0" dirty="0">
                <a:latin typeface="Times New Roman" panose="02020603050405020304" pitchFamily="18" charset="0"/>
                <a:ea typeface="宋体" panose="02010600030101010101" pitchFamily="2" charset="-122"/>
              </a:endParaRPr>
            </a:p>
          </p:txBody>
        </p:sp>
        <p:sp>
          <p:nvSpPr>
            <p:cNvPr id="67590" name="Rectangle 8"/>
            <p:cNvSpPr/>
            <p:nvPr/>
          </p:nvSpPr>
          <p:spPr>
            <a:xfrm>
              <a:off x="1534" y="820"/>
              <a:ext cx="32"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591" name="Rectangle 9"/>
            <p:cNvSpPr/>
            <p:nvPr/>
          </p:nvSpPr>
          <p:spPr>
            <a:xfrm>
              <a:off x="2338" y="823"/>
              <a:ext cx="256" cy="154"/>
            </a:xfrm>
            <a:prstGeom prst="rect">
              <a:avLst/>
            </a:prstGeom>
            <a:noFill/>
            <a:ln w="9525">
              <a:noFill/>
            </a:ln>
          </p:spPr>
          <p:txBody>
            <a:bodyPr wrap="none" lIns="0" tIns="0" rIns="0" bIns="0" anchor="t" anchorCtr="0">
              <a:spAutoFit/>
            </a:bodyPr>
            <a:p>
              <a:pPr algn="ctr"/>
              <a:r>
                <a:rPr lang="zh-CN" altLang="en-US" sz="1600" i="0" dirty="0">
                  <a:solidFill>
                    <a:srgbClr val="000000"/>
                  </a:solidFill>
                  <a:latin typeface="黑体" panose="02010609060101010101" pitchFamily="2" charset="-122"/>
                  <a:ea typeface="黑体" panose="02010609060101010101" pitchFamily="2" charset="-122"/>
                </a:rPr>
                <a:t>输出</a:t>
              </a:r>
              <a:endParaRPr lang="zh-CN" altLang="en-US" sz="2800" i="0" dirty="0">
                <a:latin typeface="Times New Roman" panose="02020603050405020304" pitchFamily="18" charset="0"/>
                <a:ea typeface="宋体" panose="02010600030101010101" pitchFamily="2" charset="-122"/>
              </a:endParaRPr>
            </a:p>
          </p:txBody>
        </p:sp>
        <p:sp>
          <p:nvSpPr>
            <p:cNvPr id="67592" name="Rectangle 10"/>
            <p:cNvSpPr/>
            <p:nvPr/>
          </p:nvSpPr>
          <p:spPr>
            <a:xfrm>
              <a:off x="2648" y="820"/>
              <a:ext cx="32"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593" name="Rectangle 11"/>
            <p:cNvSpPr/>
            <p:nvPr/>
          </p:nvSpPr>
          <p:spPr>
            <a:xfrm>
              <a:off x="563" y="794"/>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594" name="Line 12"/>
            <p:cNvSpPr/>
            <p:nvPr/>
          </p:nvSpPr>
          <p:spPr>
            <a:xfrm>
              <a:off x="563" y="794"/>
              <a:ext cx="1" cy="11"/>
            </a:xfrm>
            <a:prstGeom prst="line">
              <a:avLst/>
            </a:prstGeom>
            <a:ln w="0" cap="flat" cmpd="sng">
              <a:solidFill>
                <a:srgbClr val="FF0000"/>
              </a:solidFill>
              <a:prstDash val="solid"/>
              <a:round/>
              <a:headEnd type="none" w="med" len="med"/>
              <a:tailEnd type="none" w="med" len="med"/>
            </a:ln>
          </p:spPr>
        </p:sp>
        <p:sp>
          <p:nvSpPr>
            <p:cNvPr id="67595" name="Rectangle 13"/>
            <p:cNvSpPr/>
            <p:nvPr/>
          </p:nvSpPr>
          <p:spPr>
            <a:xfrm>
              <a:off x="563" y="794"/>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596" name="Line 14"/>
            <p:cNvSpPr/>
            <p:nvPr/>
          </p:nvSpPr>
          <p:spPr>
            <a:xfrm>
              <a:off x="563" y="794"/>
              <a:ext cx="9" cy="1"/>
            </a:xfrm>
            <a:prstGeom prst="line">
              <a:avLst/>
            </a:prstGeom>
            <a:ln w="0" cap="flat" cmpd="sng">
              <a:solidFill>
                <a:srgbClr val="FF0000"/>
              </a:solidFill>
              <a:prstDash val="solid"/>
              <a:round/>
              <a:headEnd type="none" w="med" len="med"/>
              <a:tailEnd type="none" w="med" len="med"/>
            </a:ln>
          </p:spPr>
        </p:sp>
        <p:sp>
          <p:nvSpPr>
            <p:cNvPr id="67597" name="Line 15"/>
            <p:cNvSpPr/>
            <p:nvPr/>
          </p:nvSpPr>
          <p:spPr>
            <a:xfrm>
              <a:off x="563" y="794"/>
              <a:ext cx="1" cy="8"/>
            </a:xfrm>
            <a:prstGeom prst="line">
              <a:avLst/>
            </a:prstGeom>
            <a:ln w="0" cap="flat" cmpd="sng">
              <a:solidFill>
                <a:srgbClr val="FF0000"/>
              </a:solidFill>
              <a:prstDash val="solid"/>
              <a:round/>
              <a:headEnd type="none" w="med" len="med"/>
              <a:tailEnd type="none" w="med" len="med"/>
            </a:ln>
          </p:spPr>
        </p:sp>
        <p:sp>
          <p:nvSpPr>
            <p:cNvPr id="67598" name="Rectangle 16"/>
            <p:cNvSpPr/>
            <p:nvPr/>
          </p:nvSpPr>
          <p:spPr>
            <a:xfrm>
              <a:off x="572" y="794"/>
              <a:ext cx="1611"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599" name="Line 17"/>
            <p:cNvSpPr/>
            <p:nvPr/>
          </p:nvSpPr>
          <p:spPr>
            <a:xfrm>
              <a:off x="572" y="794"/>
              <a:ext cx="1611" cy="1"/>
            </a:xfrm>
            <a:prstGeom prst="line">
              <a:avLst/>
            </a:prstGeom>
            <a:ln w="0" cap="flat" cmpd="sng">
              <a:solidFill>
                <a:srgbClr val="FF0000"/>
              </a:solidFill>
              <a:prstDash val="solid"/>
              <a:round/>
              <a:headEnd type="none" w="med" len="med"/>
              <a:tailEnd type="none" w="med" len="med"/>
            </a:ln>
          </p:spPr>
        </p:sp>
        <p:sp>
          <p:nvSpPr>
            <p:cNvPr id="67600" name="Rectangle 18"/>
            <p:cNvSpPr/>
            <p:nvPr/>
          </p:nvSpPr>
          <p:spPr>
            <a:xfrm>
              <a:off x="2183" y="802"/>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01" name="Line 19"/>
            <p:cNvSpPr/>
            <p:nvPr/>
          </p:nvSpPr>
          <p:spPr>
            <a:xfrm>
              <a:off x="2183" y="802"/>
              <a:ext cx="9" cy="1"/>
            </a:xfrm>
            <a:prstGeom prst="line">
              <a:avLst/>
            </a:prstGeom>
            <a:ln w="0" cap="flat" cmpd="sng">
              <a:solidFill>
                <a:srgbClr val="FF0000"/>
              </a:solidFill>
              <a:prstDash val="solid"/>
              <a:round/>
              <a:headEnd type="none" w="med" len="med"/>
              <a:tailEnd type="none" w="med" len="med"/>
            </a:ln>
          </p:spPr>
        </p:sp>
        <p:sp>
          <p:nvSpPr>
            <p:cNvPr id="67602" name="Rectangle 20"/>
            <p:cNvSpPr/>
            <p:nvPr/>
          </p:nvSpPr>
          <p:spPr>
            <a:xfrm>
              <a:off x="2183" y="794"/>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03" name="Line 21"/>
            <p:cNvSpPr/>
            <p:nvPr/>
          </p:nvSpPr>
          <p:spPr>
            <a:xfrm>
              <a:off x="2183" y="794"/>
              <a:ext cx="9" cy="1"/>
            </a:xfrm>
            <a:prstGeom prst="line">
              <a:avLst/>
            </a:prstGeom>
            <a:ln w="0" cap="flat" cmpd="sng">
              <a:solidFill>
                <a:srgbClr val="FF0000"/>
              </a:solidFill>
              <a:prstDash val="solid"/>
              <a:round/>
              <a:headEnd type="none" w="med" len="med"/>
              <a:tailEnd type="none" w="med" len="med"/>
            </a:ln>
          </p:spPr>
        </p:sp>
        <p:sp>
          <p:nvSpPr>
            <p:cNvPr id="67604" name="Line 22"/>
            <p:cNvSpPr/>
            <p:nvPr/>
          </p:nvSpPr>
          <p:spPr>
            <a:xfrm>
              <a:off x="2183" y="794"/>
              <a:ext cx="1" cy="8"/>
            </a:xfrm>
            <a:prstGeom prst="line">
              <a:avLst/>
            </a:prstGeom>
            <a:ln w="0" cap="flat" cmpd="sng">
              <a:solidFill>
                <a:srgbClr val="FF0000"/>
              </a:solidFill>
              <a:prstDash val="solid"/>
              <a:round/>
              <a:headEnd type="none" w="med" len="med"/>
              <a:tailEnd type="none" w="med" len="med"/>
            </a:ln>
          </p:spPr>
        </p:sp>
        <p:sp>
          <p:nvSpPr>
            <p:cNvPr id="67605" name="Rectangle 23"/>
            <p:cNvSpPr/>
            <p:nvPr/>
          </p:nvSpPr>
          <p:spPr>
            <a:xfrm>
              <a:off x="2192" y="794"/>
              <a:ext cx="597"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06" name="Line 24"/>
            <p:cNvSpPr/>
            <p:nvPr/>
          </p:nvSpPr>
          <p:spPr>
            <a:xfrm>
              <a:off x="2192" y="794"/>
              <a:ext cx="597" cy="1"/>
            </a:xfrm>
            <a:prstGeom prst="line">
              <a:avLst/>
            </a:prstGeom>
            <a:ln w="0" cap="flat" cmpd="sng">
              <a:solidFill>
                <a:srgbClr val="FF0000"/>
              </a:solidFill>
              <a:prstDash val="solid"/>
              <a:round/>
              <a:headEnd type="none" w="med" len="med"/>
              <a:tailEnd type="none" w="med" len="med"/>
            </a:ln>
          </p:spPr>
        </p:sp>
        <p:sp>
          <p:nvSpPr>
            <p:cNvPr id="67607" name="Rectangle 25"/>
            <p:cNvSpPr/>
            <p:nvPr/>
          </p:nvSpPr>
          <p:spPr>
            <a:xfrm>
              <a:off x="2789" y="794"/>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08" name="Line 26"/>
            <p:cNvSpPr/>
            <p:nvPr/>
          </p:nvSpPr>
          <p:spPr>
            <a:xfrm>
              <a:off x="2789" y="794"/>
              <a:ext cx="1" cy="11"/>
            </a:xfrm>
            <a:prstGeom prst="line">
              <a:avLst/>
            </a:prstGeom>
            <a:ln w="0" cap="flat" cmpd="sng">
              <a:solidFill>
                <a:srgbClr val="FF0000"/>
              </a:solidFill>
              <a:prstDash val="solid"/>
              <a:round/>
              <a:headEnd type="none" w="med" len="med"/>
              <a:tailEnd type="none" w="med" len="med"/>
            </a:ln>
          </p:spPr>
        </p:sp>
        <p:sp>
          <p:nvSpPr>
            <p:cNvPr id="67609" name="Rectangle 27"/>
            <p:cNvSpPr/>
            <p:nvPr/>
          </p:nvSpPr>
          <p:spPr>
            <a:xfrm>
              <a:off x="2789" y="794"/>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10" name="Line 28"/>
            <p:cNvSpPr/>
            <p:nvPr/>
          </p:nvSpPr>
          <p:spPr>
            <a:xfrm>
              <a:off x="2789" y="794"/>
              <a:ext cx="8" cy="1"/>
            </a:xfrm>
            <a:prstGeom prst="line">
              <a:avLst/>
            </a:prstGeom>
            <a:ln w="0" cap="flat" cmpd="sng">
              <a:solidFill>
                <a:srgbClr val="FF0000"/>
              </a:solidFill>
              <a:prstDash val="solid"/>
              <a:round/>
              <a:headEnd type="none" w="med" len="med"/>
              <a:tailEnd type="none" w="med" len="med"/>
            </a:ln>
          </p:spPr>
        </p:sp>
        <p:sp>
          <p:nvSpPr>
            <p:cNvPr id="67611" name="Line 29"/>
            <p:cNvSpPr/>
            <p:nvPr/>
          </p:nvSpPr>
          <p:spPr>
            <a:xfrm>
              <a:off x="2789" y="794"/>
              <a:ext cx="1" cy="8"/>
            </a:xfrm>
            <a:prstGeom prst="line">
              <a:avLst/>
            </a:prstGeom>
            <a:ln w="0" cap="flat" cmpd="sng">
              <a:solidFill>
                <a:srgbClr val="FF0000"/>
              </a:solidFill>
              <a:prstDash val="solid"/>
              <a:round/>
              <a:headEnd type="none" w="med" len="med"/>
              <a:tailEnd type="none" w="med" len="med"/>
            </a:ln>
          </p:spPr>
        </p:sp>
        <p:sp>
          <p:nvSpPr>
            <p:cNvPr id="67612" name="Rectangle 30"/>
            <p:cNvSpPr/>
            <p:nvPr/>
          </p:nvSpPr>
          <p:spPr>
            <a:xfrm>
              <a:off x="563" y="805"/>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13" name="Line 31"/>
            <p:cNvSpPr/>
            <p:nvPr/>
          </p:nvSpPr>
          <p:spPr>
            <a:xfrm>
              <a:off x="563" y="805"/>
              <a:ext cx="1" cy="283"/>
            </a:xfrm>
            <a:prstGeom prst="line">
              <a:avLst/>
            </a:prstGeom>
            <a:ln w="0" cap="flat" cmpd="sng">
              <a:solidFill>
                <a:srgbClr val="FF0000"/>
              </a:solidFill>
              <a:prstDash val="solid"/>
              <a:round/>
              <a:headEnd type="none" w="med" len="med"/>
              <a:tailEnd type="none" w="med" len="med"/>
            </a:ln>
          </p:spPr>
        </p:sp>
        <p:sp>
          <p:nvSpPr>
            <p:cNvPr id="67614" name="Rectangle 32"/>
            <p:cNvSpPr/>
            <p:nvPr/>
          </p:nvSpPr>
          <p:spPr>
            <a:xfrm>
              <a:off x="2183" y="805"/>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15" name="Line 33"/>
            <p:cNvSpPr/>
            <p:nvPr/>
          </p:nvSpPr>
          <p:spPr>
            <a:xfrm>
              <a:off x="2183" y="805"/>
              <a:ext cx="1" cy="283"/>
            </a:xfrm>
            <a:prstGeom prst="line">
              <a:avLst/>
            </a:prstGeom>
            <a:ln w="0" cap="flat" cmpd="sng">
              <a:solidFill>
                <a:srgbClr val="FF0000"/>
              </a:solidFill>
              <a:prstDash val="solid"/>
              <a:round/>
              <a:headEnd type="none" w="med" len="med"/>
              <a:tailEnd type="none" w="med" len="med"/>
            </a:ln>
          </p:spPr>
        </p:sp>
        <p:sp>
          <p:nvSpPr>
            <p:cNvPr id="67616" name="Rectangle 34"/>
            <p:cNvSpPr/>
            <p:nvPr/>
          </p:nvSpPr>
          <p:spPr>
            <a:xfrm>
              <a:off x="2789" y="805"/>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17" name="Line 35"/>
            <p:cNvSpPr/>
            <p:nvPr/>
          </p:nvSpPr>
          <p:spPr>
            <a:xfrm>
              <a:off x="2789" y="805"/>
              <a:ext cx="1" cy="283"/>
            </a:xfrm>
            <a:prstGeom prst="line">
              <a:avLst/>
            </a:prstGeom>
            <a:ln w="0" cap="flat" cmpd="sng">
              <a:solidFill>
                <a:srgbClr val="FF0000"/>
              </a:solidFill>
              <a:prstDash val="solid"/>
              <a:round/>
              <a:headEnd type="none" w="med" len="med"/>
              <a:tailEnd type="none" w="med" len="med"/>
            </a:ln>
          </p:spPr>
        </p:sp>
        <p:grpSp>
          <p:nvGrpSpPr>
            <p:cNvPr id="67618" name="Group 36"/>
            <p:cNvGrpSpPr/>
            <p:nvPr/>
          </p:nvGrpSpPr>
          <p:grpSpPr>
            <a:xfrm>
              <a:off x="608" y="1155"/>
              <a:ext cx="108" cy="144"/>
              <a:chOff x="608" y="1113"/>
              <a:chExt cx="108" cy="144"/>
            </a:xfrm>
          </p:grpSpPr>
          <p:sp>
            <p:nvSpPr>
              <p:cNvPr id="67619" name="Line 37"/>
              <p:cNvSpPr/>
              <p:nvPr/>
            </p:nvSpPr>
            <p:spPr>
              <a:xfrm>
                <a:off x="647" y="1124"/>
                <a:ext cx="38" cy="1"/>
              </a:xfrm>
              <a:prstGeom prst="line">
                <a:avLst/>
              </a:prstGeom>
              <a:ln w="4763" cap="flat" cmpd="sng">
                <a:solidFill>
                  <a:srgbClr val="000000"/>
                </a:solidFill>
                <a:prstDash val="solid"/>
                <a:round/>
                <a:headEnd type="none" w="med" len="med"/>
                <a:tailEnd type="none" w="med" len="med"/>
              </a:ln>
            </p:spPr>
          </p:sp>
          <p:sp>
            <p:nvSpPr>
              <p:cNvPr id="67620" name="Rectangle 38"/>
              <p:cNvSpPr/>
              <p:nvPr/>
            </p:nvSpPr>
            <p:spPr>
              <a:xfrm>
                <a:off x="692" y="1199"/>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621" name="Rectangle 39"/>
              <p:cNvSpPr/>
              <p:nvPr/>
            </p:nvSpPr>
            <p:spPr>
              <a:xfrm>
                <a:off x="608" y="1113"/>
                <a:ext cx="88" cy="136"/>
              </a:xfrm>
              <a:prstGeom prst="rect">
                <a:avLst/>
              </a:prstGeom>
              <a:noFill/>
              <a:ln w="9525">
                <a:noFill/>
              </a:ln>
            </p:spPr>
            <p:txBody>
              <a:bodyPr wrap="squar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67622" name="Rectangle 40"/>
            <p:cNvSpPr/>
            <p:nvPr/>
          </p:nvSpPr>
          <p:spPr>
            <a:xfrm>
              <a:off x="754" y="1145"/>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67623" name="Group 41"/>
            <p:cNvGrpSpPr/>
            <p:nvPr/>
          </p:nvGrpSpPr>
          <p:grpSpPr>
            <a:xfrm>
              <a:off x="818" y="1161"/>
              <a:ext cx="100" cy="145"/>
              <a:chOff x="818" y="1119"/>
              <a:chExt cx="100" cy="145"/>
            </a:xfrm>
          </p:grpSpPr>
          <p:sp>
            <p:nvSpPr>
              <p:cNvPr id="67624" name="Line 42"/>
              <p:cNvSpPr/>
              <p:nvPr/>
            </p:nvSpPr>
            <p:spPr>
              <a:xfrm>
                <a:off x="853" y="1130"/>
                <a:ext cx="38" cy="1"/>
              </a:xfrm>
              <a:prstGeom prst="line">
                <a:avLst/>
              </a:prstGeom>
              <a:ln w="6350" cap="flat" cmpd="sng">
                <a:solidFill>
                  <a:srgbClr val="000000"/>
                </a:solidFill>
                <a:prstDash val="solid"/>
                <a:round/>
                <a:headEnd type="none" w="med" len="med"/>
                <a:tailEnd type="none" w="med" len="med"/>
              </a:ln>
            </p:spPr>
          </p:sp>
          <p:sp>
            <p:nvSpPr>
              <p:cNvPr id="67625" name="Rectangle 43"/>
              <p:cNvSpPr/>
              <p:nvPr/>
            </p:nvSpPr>
            <p:spPr>
              <a:xfrm>
                <a:off x="894" y="120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626" name="Rectangle 44"/>
              <p:cNvSpPr/>
              <p:nvPr/>
            </p:nvSpPr>
            <p:spPr>
              <a:xfrm>
                <a:off x="818" y="1119"/>
                <a:ext cx="84" cy="136"/>
              </a:xfrm>
              <a:prstGeom prst="rect">
                <a:avLst/>
              </a:prstGeom>
              <a:noFill/>
              <a:ln w="9525">
                <a:noFill/>
              </a:ln>
            </p:spPr>
            <p:txBody>
              <a:bodyPr wrap="squar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67627" name="Rectangle 45"/>
            <p:cNvSpPr/>
            <p:nvPr/>
          </p:nvSpPr>
          <p:spPr>
            <a:xfrm>
              <a:off x="954" y="115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67628" name="Group 46"/>
            <p:cNvGrpSpPr/>
            <p:nvPr/>
          </p:nvGrpSpPr>
          <p:grpSpPr>
            <a:xfrm>
              <a:off x="1018" y="1161"/>
              <a:ext cx="105" cy="145"/>
              <a:chOff x="1018" y="1119"/>
              <a:chExt cx="105" cy="145"/>
            </a:xfrm>
          </p:grpSpPr>
          <p:sp>
            <p:nvSpPr>
              <p:cNvPr id="67629" name="Line 47"/>
              <p:cNvSpPr/>
              <p:nvPr/>
            </p:nvSpPr>
            <p:spPr>
              <a:xfrm>
                <a:off x="1053" y="1130"/>
                <a:ext cx="37" cy="1"/>
              </a:xfrm>
              <a:prstGeom prst="line">
                <a:avLst/>
              </a:prstGeom>
              <a:ln w="6350" cap="flat" cmpd="sng">
                <a:solidFill>
                  <a:srgbClr val="000000"/>
                </a:solidFill>
                <a:prstDash val="solid"/>
                <a:round/>
                <a:headEnd type="none" w="med" len="med"/>
                <a:tailEnd type="none" w="med" len="med"/>
              </a:ln>
            </p:spPr>
          </p:sp>
          <p:sp>
            <p:nvSpPr>
              <p:cNvPr id="67630" name="Rectangle 48"/>
              <p:cNvSpPr/>
              <p:nvPr/>
            </p:nvSpPr>
            <p:spPr>
              <a:xfrm>
                <a:off x="1099" y="120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67631" name="Rectangle 49"/>
              <p:cNvSpPr/>
              <p:nvPr/>
            </p:nvSpPr>
            <p:spPr>
              <a:xfrm>
                <a:off x="1018" y="1119"/>
                <a:ext cx="84" cy="136"/>
              </a:xfrm>
              <a:prstGeom prst="rect">
                <a:avLst/>
              </a:prstGeom>
              <a:noFill/>
              <a:ln w="9525">
                <a:noFill/>
              </a:ln>
            </p:spPr>
            <p:txBody>
              <a:bodyPr wrap="squar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67632" name="Rectangle 50"/>
            <p:cNvSpPr/>
            <p:nvPr/>
          </p:nvSpPr>
          <p:spPr>
            <a:xfrm>
              <a:off x="1159" y="115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67633" name="Group 51"/>
            <p:cNvGrpSpPr/>
            <p:nvPr/>
          </p:nvGrpSpPr>
          <p:grpSpPr>
            <a:xfrm>
              <a:off x="1224" y="1155"/>
              <a:ext cx="100" cy="144"/>
              <a:chOff x="1224" y="1113"/>
              <a:chExt cx="100" cy="144"/>
            </a:xfrm>
          </p:grpSpPr>
          <p:sp>
            <p:nvSpPr>
              <p:cNvPr id="67634" name="Line 52"/>
              <p:cNvSpPr/>
              <p:nvPr/>
            </p:nvSpPr>
            <p:spPr>
              <a:xfrm>
                <a:off x="1256" y="1124"/>
                <a:ext cx="37" cy="1"/>
              </a:xfrm>
              <a:prstGeom prst="line">
                <a:avLst/>
              </a:prstGeom>
              <a:ln w="6350" cap="flat" cmpd="sng">
                <a:solidFill>
                  <a:srgbClr val="000000"/>
                </a:solidFill>
                <a:prstDash val="solid"/>
                <a:round/>
                <a:headEnd type="none" w="med" len="med"/>
                <a:tailEnd type="none" w="med" len="med"/>
              </a:ln>
            </p:spPr>
          </p:sp>
          <p:sp>
            <p:nvSpPr>
              <p:cNvPr id="67635" name="Rectangle 53"/>
              <p:cNvSpPr/>
              <p:nvPr/>
            </p:nvSpPr>
            <p:spPr>
              <a:xfrm>
                <a:off x="1300" y="1199"/>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67636" name="Rectangle 54"/>
              <p:cNvSpPr/>
              <p:nvPr/>
            </p:nvSpPr>
            <p:spPr>
              <a:xfrm>
                <a:off x="1224" y="1113"/>
                <a:ext cx="53" cy="136"/>
              </a:xfrm>
              <a:prstGeom prst="rect">
                <a:avLst/>
              </a:prstGeom>
              <a:noFill/>
              <a:ln w="9525">
                <a:noFill/>
              </a:ln>
            </p:spPr>
            <p:txBody>
              <a:bodyPr wrap="squar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67637" name="Rectangle 55"/>
            <p:cNvSpPr/>
            <p:nvPr/>
          </p:nvSpPr>
          <p:spPr>
            <a:xfrm>
              <a:off x="1362" y="1145"/>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67638" name="Group 56"/>
            <p:cNvGrpSpPr/>
            <p:nvPr/>
          </p:nvGrpSpPr>
          <p:grpSpPr>
            <a:xfrm>
              <a:off x="1426" y="1161"/>
              <a:ext cx="103" cy="145"/>
              <a:chOff x="1426" y="1119"/>
              <a:chExt cx="103" cy="145"/>
            </a:xfrm>
          </p:grpSpPr>
          <p:sp>
            <p:nvSpPr>
              <p:cNvPr id="67639" name="Line 57"/>
              <p:cNvSpPr/>
              <p:nvPr/>
            </p:nvSpPr>
            <p:spPr>
              <a:xfrm>
                <a:off x="1458" y="1130"/>
                <a:ext cx="38" cy="1"/>
              </a:xfrm>
              <a:prstGeom prst="line">
                <a:avLst/>
              </a:prstGeom>
              <a:ln w="6350" cap="flat" cmpd="sng">
                <a:solidFill>
                  <a:srgbClr val="000000"/>
                </a:solidFill>
                <a:prstDash val="solid"/>
                <a:round/>
                <a:headEnd type="none" w="med" len="med"/>
                <a:tailEnd type="none" w="med" len="med"/>
              </a:ln>
            </p:spPr>
          </p:sp>
          <p:sp>
            <p:nvSpPr>
              <p:cNvPr id="67640" name="Rectangle 58"/>
              <p:cNvSpPr/>
              <p:nvPr/>
            </p:nvSpPr>
            <p:spPr>
              <a:xfrm>
                <a:off x="1505" y="120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67641" name="Rectangle 59"/>
              <p:cNvSpPr/>
              <p:nvPr/>
            </p:nvSpPr>
            <p:spPr>
              <a:xfrm>
                <a:off x="1426" y="1119"/>
                <a:ext cx="49" cy="136"/>
              </a:xfrm>
              <a:prstGeom prst="rect">
                <a:avLst/>
              </a:prstGeom>
              <a:noFill/>
              <a:ln w="9525">
                <a:noFill/>
              </a:ln>
            </p:spPr>
            <p:txBody>
              <a:bodyPr wrap="squar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67642" name="Rectangle 60"/>
            <p:cNvSpPr/>
            <p:nvPr/>
          </p:nvSpPr>
          <p:spPr>
            <a:xfrm>
              <a:off x="1565" y="115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67643" name="Group 61"/>
            <p:cNvGrpSpPr/>
            <p:nvPr/>
          </p:nvGrpSpPr>
          <p:grpSpPr>
            <a:xfrm>
              <a:off x="1641" y="1155"/>
              <a:ext cx="89" cy="144"/>
              <a:chOff x="1641" y="1113"/>
              <a:chExt cx="89" cy="144"/>
            </a:xfrm>
          </p:grpSpPr>
          <p:sp>
            <p:nvSpPr>
              <p:cNvPr id="67644" name="Line 62"/>
              <p:cNvSpPr/>
              <p:nvPr/>
            </p:nvSpPr>
            <p:spPr>
              <a:xfrm>
                <a:off x="1661" y="1124"/>
                <a:ext cx="38" cy="1"/>
              </a:xfrm>
              <a:prstGeom prst="line">
                <a:avLst/>
              </a:prstGeom>
              <a:ln w="4763" cap="flat" cmpd="sng">
                <a:solidFill>
                  <a:srgbClr val="000000"/>
                </a:solidFill>
                <a:prstDash val="solid"/>
                <a:round/>
                <a:headEnd type="none" w="med" len="med"/>
                <a:tailEnd type="none" w="med" len="med"/>
              </a:ln>
            </p:spPr>
          </p:sp>
          <p:sp>
            <p:nvSpPr>
              <p:cNvPr id="67645" name="Rectangle 63"/>
              <p:cNvSpPr/>
              <p:nvPr/>
            </p:nvSpPr>
            <p:spPr>
              <a:xfrm>
                <a:off x="1706" y="1199"/>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5</a:t>
                </a:r>
                <a:endParaRPr lang="en-US" altLang="zh-CN" sz="2800" i="0" dirty="0">
                  <a:latin typeface="Times New Roman" panose="02020603050405020304" pitchFamily="18" charset="0"/>
                  <a:ea typeface="宋体" panose="02010600030101010101" pitchFamily="2" charset="-122"/>
                </a:endParaRPr>
              </a:p>
            </p:txBody>
          </p:sp>
          <p:sp>
            <p:nvSpPr>
              <p:cNvPr id="67646" name="Rectangle 64"/>
              <p:cNvSpPr/>
              <p:nvPr/>
            </p:nvSpPr>
            <p:spPr>
              <a:xfrm>
                <a:off x="1641" y="1113"/>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67647" name="Rectangle 65"/>
            <p:cNvSpPr/>
            <p:nvPr/>
          </p:nvSpPr>
          <p:spPr>
            <a:xfrm>
              <a:off x="1768" y="1145"/>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67648" name="Group 66"/>
            <p:cNvGrpSpPr/>
            <p:nvPr/>
          </p:nvGrpSpPr>
          <p:grpSpPr>
            <a:xfrm>
              <a:off x="1854" y="1155"/>
              <a:ext cx="79" cy="144"/>
              <a:chOff x="1854" y="1113"/>
              <a:chExt cx="79" cy="144"/>
            </a:xfrm>
          </p:grpSpPr>
          <p:sp>
            <p:nvSpPr>
              <p:cNvPr id="67649" name="Line 67"/>
              <p:cNvSpPr/>
              <p:nvPr/>
            </p:nvSpPr>
            <p:spPr>
              <a:xfrm>
                <a:off x="1864" y="1124"/>
                <a:ext cx="38" cy="1"/>
              </a:xfrm>
              <a:prstGeom prst="line">
                <a:avLst/>
              </a:prstGeom>
              <a:ln w="4763" cap="flat" cmpd="sng">
                <a:solidFill>
                  <a:srgbClr val="000000"/>
                </a:solidFill>
                <a:prstDash val="solid"/>
                <a:round/>
                <a:headEnd type="none" w="med" len="med"/>
                <a:tailEnd type="none" w="med" len="med"/>
              </a:ln>
            </p:spPr>
          </p:sp>
          <p:sp>
            <p:nvSpPr>
              <p:cNvPr id="67650" name="Rectangle 68"/>
              <p:cNvSpPr/>
              <p:nvPr/>
            </p:nvSpPr>
            <p:spPr>
              <a:xfrm>
                <a:off x="1909" y="1199"/>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6</a:t>
                </a:r>
                <a:endParaRPr lang="en-US" altLang="zh-CN" sz="2800" i="0" dirty="0">
                  <a:latin typeface="Times New Roman" panose="02020603050405020304" pitchFamily="18" charset="0"/>
                  <a:ea typeface="宋体" panose="02010600030101010101" pitchFamily="2" charset="-122"/>
                </a:endParaRPr>
              </a:p>
            </p:txBody>
          </p:sp>
          <p:sp>
            <p:nvSpPr>
              <p:cNvPr id="67651" name="Rectangle 69"/>
              <p:cNvSpPr/>
              <p:nvPr/>
            </p:nvSpPr>
            <p:spPr>
              <a:xfrm>
                <a:off x="1854" y="1113"/>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67652" name="Rectangle 70"/>
            <p:cNvSpPr/>
            <p:nvPr/>
          </p:nvSpPr>
          <p:spPr>
            <a:xfrm>
              <a:off x="1971" y="1145"/>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67653" name="Group 71"/>
            <p:cNvGrpSpPr/>
            <p:nvPr/>
          </p:nvGrpSpPr>
          <p:grpSpPr>
            <a:xfrm>
              <a:off x="2035" y="1155"/>
              <a:ext cx="98" cy="144"/>
              <a:chOff x="2035" y="1113"/>
              <a:chExt cx="98" cy="144"/>
            </a:xfrm>
          </p:grpSpPr>
          <p:sp>
            <p:nvSpPr>
              <p:cNvPr id="67654" name="Line 72"/>
              <p:cNvSpPr/>
              <p:nvPr/>
            </p:nvSpPr>
            <p:spPr>
              <a:xfrm>
                <a:off x="2064" y="1124"/>
                <a:ext cx="38" cy="1"/>
              </a:xfrm>
              <a:prstGeom prst="line">
                <a:avLst/>
              </a:prstGeom>
              <a:ln w="4763" cap="flat" cmpd="sng">
                <a:solidFill>
                  <a:srgbClr val="000000"/>
                </a:solidFill>
                <a:prstDash val="solid"/>
                <a:round/>
                <a:headEnd type="none" w="med" len="med"/>
                <a:tailEnd type="none" w="med" len="med"/>
              </a:ln>
            </p:spPr>
          </p:sp>
          <p:sp>
            <p:nvSpPr>
              <p:cNvPr id="67655" name="Rectangle 73"/>
              <p:cNvSpPr/>
              <p:nvPr/>
            </p:nvSpPr>
            <p:spPr>
              <a:xfrm>
                <a:off x="2109" y="1199"/>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7</a:t>
                </a:r>
                <a:endParaRPr lang="en-US" altLang="zh-CN" sz="2800" i="0" dirty="0">
                  <a:latin typeface="Times New Roman" panose="02020603050405020304" pitchFamily="18" charset="0"/>
                  <a:ea typeface="宋体" panose="02010600030101010101" pitchFamily="2" charset="-122"/>
                </a:endParaRPr>
              </a:p>
            </p:txBody>
          </p:sp>
          <p:sp>
            <p:nvSpPr>
              <p:cNvPr id="67656" name="Rectangle 74"/>
              <p:cNvSpPr/>
              <p:nvPr/>
            </p:nvSpPr>
            <p:spPr>
              <a:xfrm>
                <a:off x="2035" y="1113"/>
                <a:ext cx="52" cy="136"/>
              </a:xfrm>
              <a:prstGeom prst="rect">
                <a:avLst/>
              </a:prstGeom>
              <a:noFill/>
              <a:ln w="9525">
                <a:noFill/>
              </a:ln>
            </p:spPr>
            <p:txBody>
              <a:bodyPr wrap="squar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grpSp>
          <p:nvGrpSpPr>
            <p:cNvPr id="67657" name="Group 75"/>
            <p:cNvGrpSpPr/>
            <p:nvPr/>
          </p:nvGrpSpPr>
          <p:grpSpPr>
            <a:xfrm>
              <a:off x="563" y="1088"/>
              <a:ext cx="2263" cy="777"/>
              <a:chOff x="563" y="1088"/>
              <a:chExt cx="2263" cy="777"/>
            </a:xfrm>
          </p:grpSpPr>
          <p:sp>
            <p:nvSpPr>
              <p:cNvPr id="67658" name="Rectangle 76"/>
              <p:cNvSpPr/>
              <p:nvPr/>
            </p:nvSpPr>
            <p:spPr>
              <a:xfrm>
                <a:off x="2171" y="110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659" name="Rectangle 77"/>
              <p:cNvSpPr/>
              <p:nvPr/>
            </p:nvSpPr>
            <p:spPr>
              <a:xfrm>
                <a:off x="2273" y="11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Y</a:t>
                </a:r>
                <a:endParaRPr lang="en-US" altLang="zh-CN" sz="2800" i="0" dirty="0">
                  <a:latin typeface="Times New Roman" panose="02020603050405020304" pitchFamily="18" charset="0"/>
                  <a:ea typeface="宋体" panose="02010600030101010101" pitchFamily="2" charset="-122"/>
                </a:endParaRPr>
              </a:p>
            </p:txBody>
          </p:sp>
          <p:sp>
            <p:nvSpPr>
              <p:cNvPr id="67660" name="Rectangle 78"/>
              <p:cNvSpPr/>
              <p:nvPr/>
            </p:nvSpPr>
            <p:spPr>
              <a:xfrm>
                <a:off x="2324" y="1179"/>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67661" name="Rectangle 79"/>
              <p:cNvSpPr/>
              <p:nvPr/>
            </p:nvSpPr>
            <p:spPr>
              <a:xfrm>
                <a:off x="2358" y="1179"/>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662" name="Rectangle 80"/>
              <p:cNvSpPr/>
              <p:nvPr/>
            </p:nvSpPr>
            <p:spPr>
              <a:xfrm>
                <a:off x="2476" y="11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Y</a:t>
                </a:r>
                <a:endParaRPr lang="en-US" altLang="zh-CN" sz="2800" i="0" dirty="0">
                  <a:latin typeface="Times New Roman" panose="02020603050405020304" pitchFamily="18" charset="0"/>
                  <a:ea typeface="宋体" panose="02010600030101010101" pitchFamily="2" charset="-122"/>
                </a:endParaRPr>
              </a:p>
            </p:txBody>
          </p:sp>
          <p:sp>
            <p:nvSpPr>
              <p:cNvPr id="67663" name="Rectangle 81"/>
              <p:cNvSpPr/>
              <p:nvPr/>
            </p:nvSpPr>
            <p:spPr>
              <a:xfrm>
                <a:off x="2527" y="1179"/>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664" name="Rectangle 82"/>
              <p:cNvSpPr/>
              <p:nvPr/>
            </p:nvSpPr>
            <p:spPr>
              <a:xfrm>
                <a:off x="2561" y="1179"/>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665" name="Rectangle 83"/>
              <p:cNvSpPr/>
              <p:nvPr/>
            </p:nvSpPr>
            <p:spPr>
              <a:xfrm>
                <a:off x="2679" y="11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Y</a:t>
                </a:r>
                <a:endParaRPr lang="en-US" altLang="zh-CN" sz="2800" i="0" dirty="0">
                  <a:latin typeface="Times New Roman" panose="02020603050405020304" pitchFamily="18" charset="0"/>
                  <a:ea typeface="宋体" panose="02010600030101010101" pitchFamily="2" charset="-122"/>
                </a:endParaRPr>
              </a:p>
            </p:txBody>
          </p:sp>
          <p:sp>
            <p:nvSpPr>
              <p:cNvPr id="67666" name="Rectangle 84"/>
              <p:cNvSpPr/>
              <p:nvPr/>
            </p:nvSpPr>
            <p:spPr>
              <a:xfrm>
                <a:off x="2730" y="1179"/>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667" name="Rectangle 85"/>
              <p:cNvSpPr/>
              <p:nvPr/>
            </p:nvSpPr>
            <p:spPr>
              <a:xfrm>
                <a:off x="2764" y="1179"/>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668" name="Rectangle 86"/>
              <p:cNvSpPr/>
              <p:nvPr/>
            </p:nvSpPr>
            <p:spPr>
              <a:xfrm>
                <a:off x="563" y="1088"/>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69" name="Line 87"/>
              <p:cNvSpPr/>
              <p:nvPr/>
            </p:nvSpPr>
            <p:spPr>
              <a:xfrm>
                <a:off x="563" y="1088"/>
                <a:ext cx="1" cy="11"/>
              </a:xfrm>
              <a:prstGeom prst="line">
                <a:avLst/>
              </a:prstGeom>
              <a:ln w="0" cap="flat" cmpd="sng">
                <a:solidFill>
                  <a:srgbClr val="FF0000"/>
                </a:solidFill>
                <a:prstDash val="solid"/>
                <a:round/>
                <a:headEnd type="none" w="med" len="med"/>
                <a:tailEnd type="none" w="med" len="med"/>
              </a:ln>
            </p:spPr>
          </p:sp>
          <p:sp>
            <p:nvSpPr>
              <p:cNvPr id="67670" name="Rectangle 88"/>
              <p:cNvSpPr/>
              <p:nvPr/>
            </p:nvSpPr>
            <p:spPr>
              <a:xfrm>
                <a:off x="572" y="1088"/>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71" name="Line 89"/>
              <p:cNvSpPr/>
              <p:nvPr/>
            </p:nvSpPr>
            <p:spPr>
              <a:xfrm>
                <a:off x="572" y="1088"/>
                <a:ext cx="194" cy="1"/>
              </a:xfrm>
              <a:prstGeom prst="line">
                <a:avLst/>
              </a:prstGeom>
              <a:ln w="0" cap="flat" cmpd="sng">
                <a:solidFill>
                  <a:srgbClr val="FF0000"/>
                </a:solidFill>
                <a:prstDash val="solid"/>
                <a:round/>
                <a:headEnd type="none" w="med" len="med"/>
                <a:tailEnd type="none" w="med" len="med"/>
              </a:ln>
            </p:spPr>
          </p:sp>
          <p:sp>
            <p:nvSpPr>
              <p:cNvPr id="67672" name="Rectangle 90"/>
              <p:cNvSpPr/>
              <p:nvPr/>
            </p:nvSpPr>
            <p:spPr>
              <a:xfrm>
                <a:off x="766" y="1096"/>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73" name="Line 91"/>
              <p:cNvSpPr/>
              <p:nvPr/>
            </p:nvSpPr>
            <p:spPr>
              <a:xfrm>
                <a:off x="766" y="1096"/>
                <a:ext cx="9" cy="1"/>
              </a:xfrm>
              <a:prstGeom prst="line">
                <a:avLst/>
              </a:prstGeom>
              <a:ln w="0" cap="flat" cmpd="sng">
                <a:solidFill>
                  <a:srgbClr val="FF0000"/>
                </a:solidFill>
                <a:prstDash val="solid"/>
                <a:round/>
                <a:headEnd type="none" w="med" len="med"/>
                <a:tailEnd type="none" w="med" len="med"/>
              </a:ln>
            </p:spPr>
          </p:sp>
          <p:sp>
            <p:nvSpPr>
              <p:cNvPr id="67674" name="Rectangle 92"/>
              <p:cNvSpPr/>
              <p:nvPr/>
            </p:nvSpPr>
            <p:spPr>
              <a:xfrm>
                <a:off x="766" y="1088"/>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75" name="Line 93"/>
              <p:cNvSpPr/>
              <p:nvPr/>
            </p:nvSpPr>
            <p:spPr>
              <a:xfrm>
                <a:off x="766" y="1088"/>
                <a:ext cx="9" cy="1"/>
              </a:xfrm>
              <a:prstGeom prst="line">
                <a:avLst/>
              </a:prstGeom>
              <a:ln w="0" cap="flat" cmpd="sng">
                <a:solidFill>
                  <a:srgbClr val="FF0000"/>
                </a:solidFill>
                <a:prstDash val="solid"/>
                <a:round/>
                <a:headEnd type="none" w="med" len="med"/>
                <a:tailEnd type="none" w="med" len="med"/>
              </a:ln>
            </p:spPr>
          </p:sp>
          <p:sp>
            <p:nvSpPr>
              <p:cNvPr id="67676" name="Line 94"/>
              <p:cNvSpPr/>
              <p:nvPr/>
            </p:nvSpPr>
            <p:spPr>
              <a:xfrm>
                <a:off x="766" y="1088"/>
                <a:ext cx="1" cy="8"/>
              </a:xfrm>
              <a:prstGeom prst="line">
                <a:avLst/>
              </a:prstGeom>
              <a:ln w="0" cap="flat" cmpd="sng">
                <a:solidFill>
                  <a:srgbClr val="FF0000"/>
                </a:solidFill>
                <a:prstDash val="solid"/>
                <a:round/>
                <a:headEnd type="none" w="med" len="med"/>
                <a:tailEnd type="none" w="med" len="med"/>
              </a:ln>
            </p:spPr>
          </p:sp>
          <p:sp>
            <p:nvSpPr>
              <p:cNvPr id="67677" name="Rectangle 95"/>
              <p:cNvSpPr/>
              <p:nvPr/>
            </p:nvSpPr>
            <p:spPr>
              <a:xfrm>
                <a:off x="775" y="1088"/>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78" name="Line 96"/>
              <p:cNvSpPr/>
              <p:nvPr/>
            </p:nvSpPr>
            <p:spPr>
              <a:xfrm>
                <a:off x="775" y="1088"/>
                <a:ext cx="194" cy="1"/>
              </a:xfrm>
              <a:prstGeom prst="line">
                <a:avLst/>
              </a:prstGeom>
              <a:ln w="0" cap="flat" cmpd="sng">
                <a:solidFill>
                  <a:srgbClr val="FF0000"/>
                </a:solidFill>
                <a:prstDash val="solid"/>
                <a:round/>
                <a:headEnd type="none" w="med" len="med"/>
                <a:tailEnd type="none" w="med" len="med"/>
              </a:ln>
            </p:spPr>
          </p:sp>
          <p:sp>
            <p:nvSpPr>
              <p:cNvPr id="67679" name="Rectangle 97"/>
              <p:cNvSpPr/>
              <p:nvPr/>
            </p:nvSpPr>
            <p:spPr>
              <a:xfrm>
                <a:off x="969" y="1096"/>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80" name="Line 98"/>
              <p:cNvSpPr/>
              <p:nvPr/>
            </p:nvSpPr>
            <p:spPr>
              <a:xfrm>
                <a:off x="969" y="1096"/>
                <a:ext cx="9" cy="1"/>
              </a:xfrm>
              <a:prstGeom prst="line">
                <a:avLst/>
              </a:prstGeom>
              <a:ln w="0" cap="flat" cmpd="sng">
                <a:solidFill>
                  <a:srgbClr val="FF0000"/>
                </a:solidFill>
                <a:prstDash val="solid"/>
                <a:round/>
                <a:headEnd type="none" w="med" len="med"/>
                <a:tailEnd type="none" w="med" len="med"/>
              </a:ln>
            </p:spPr>
          </p:sp>
          <p:sp>
            <p:nvSpPr>
              <p:cNvPr id="67681" name="Rectangle 99"/>
              <p:cNvSpPr/>
              <p:nvPr/>
            </p:nvSpPr>
            <p:spPr>
              <a:xfrm>
                <a:off x="969" y="1088"/>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82" name="Line 100"/>
              <p:cNvSpPr/>
              <p:nvPr/>
            </p:nvSpPr>
            <p:spPr>
              <a:xfrm>
                <a:off x="969" y="1088"/>
                <a:ext cx="9" cy="1"/>
              </a:xfrm>
              <a:prstGeom prst="line">
                <a:avLst/>
              </a:prstGeom>
              <a:ln w="0" cap="flat" cmpd="sng">
                <a:solidFill>
                  <a:srgbClr val="FF0000"/>
                </a:solidFill>
                <a:prstDash val="solid"/>
                <a:round/>
                <a:headEnd type="none" w="med" len="med"/>
                <a:tailEnd type="none" w="med" len="med"/>
              </a:ln>
            </p:spPr>
          </p:sp>
          <p:sp>
            <p:nvSpPr>
              <p:cNvPr id="67683" name="Line 101"/>
              <p:cNvSpPr/>
              <p:nvPr/>
            </p:nvSpPr>
            <p:spPr>
              <a:xfrm>
                <a:off x="969" y="1088"/>
                <a:ext cx="1" cy="8"/>
              </a:xfrm>
              <a:prstGeom prst="line">
                <a:avLst/>
              </a:prstGeom>
              <a:ln w="0" cap="flat" cmpd="sng">
                <a:solidFill>
                  <a:srgbClr val="FF0000"/>
                </a:solidFill>
                <a:prstDash val="solid"/>
                <a:round/>
                <a:headEnd type="none" w="med" len="med"/>
                <a:tailEnd type="none" w="med" len="med"/>
              </a:ln>
            </p:spPr>
          </p:sp>
          <p:sp>
            <p:nvSpPr>
              <p:cNvPr id="67684" name="Rectangle 102"/>
              <p:cNvSpPr/>
              <p:nvPr/>
            </p:nvSpPr>
            <p:spPr>
              <a:xfrm>
                <a:off x="978" y="1088"/>
                <a:ext cx="191"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85" name="Line 103"/>
              <p:cNvSpPr/>
              <p:nvPr/>
            </p:nvSpPr>
            <p:spPr>
              <a:xfrm>
                <a:off x="978" y="1088"/>
                <a:ext cx="191" cy="1"/>
              </a:xfrm>
              <a:prstGeom prst="line">
                <a:avLst/>
              </a:prstGeom>
              <a:ln w="0" cap="flat" cmpd="sng">
                <a:solidFill>
                  <a:srgbClr val="FF0000"/>
                </a:solidFill>
                <a:prstDash val="solid"/>
                <a:round/>
                <a:headEnd type="none" w="med" len="med"/>
                <a:tailEnd type="none" w="med" len="med"/>
              </a:ln>
            </p:spPr>
          </p:sp>
          <p:sp>
            <p:nvSpPr>
              <p:cNvPr id="67686" name="Rectangle 104"/>
              <p:cNvSpPr/>
              <p:nvPr/>
            </p:nvSpPr>
            <p:spPr>
              <a:xfrm>
                <a:off x="1169" y="1096"/>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87" name="Line 105"/>
              <p:cNvSpPr/>
              <p:nvPr/>
            </p:nvSpPr>
            <p:spPr>
              <a:xfrm>
                <a:off x="1169" y="1096"/>
                <a:ext cx="9" cy="1"/>
              </a:xfrm>
              <a:prstGeom prst="line">
                <a:avLst/>
              </a:prstGeom>
              <a:ln w="0" cap="flat" cmpd="sng">
                <a:solidFill>
                  <a:srgbClr val="FF0000"/>
                </a:solidFill>
                <a:prstDash val="solid"/>
                <a:round/>
                <a:headEnd type="none" w="med" len="med"/>
                <a:tailEnd type="none" w="med" len="med"/>
              </a:ln>
            </p:spPr>
          </p:sp>
          <p:sp>
            <p:nvSpPr>
              <p:cNvPr id="67688" name="Rectangle 106"/>
              <p:cNvSpPr/>
              <p:nvPr/>
            </p:nvSpPr>
            <p:spPr>
              <a:xfrm>
                <a:off x="1169" y="1088"/>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89" name="Line 107"/>
              <p:cNvSpPr/>
              <p:nvPr/>
            </p:nvSpPr>
            <p:spPr>
              <a:xfrm>
                <a:off x="1169" y="1088"/>
                <a:ext cx="9" cy="1"/>
              </a:xfrm>
              <a:prstGeom prst="line">
                <a:avLst/>
              </a:prstGeom>
              <a:ln w="0" cap="flat" cmpd="sng">
                <a:solidFill>
                  <a:srgbClr val="FF0000"/>
                </a:solidFill>
                <a:prstDash val="solid"/>
                <a:round/>
                <a:headEnd type="none" w="med" len="med"/>
                <a:tailEnd type="none" w="med" len="med"/>
              </a:ln>
            </p:spPr>
          </p:sp>
          <p:sp>
            <p:nvSpPr>
              <p:cNvPr id="67690" name="Line 108"/>
              <p:cNvSpPr/>
              <p:nvPr/>
            </p:nvSpPr>
            <p:spPr>
              <a:xfrm>
                <a:off x="1169" y="1088"/>
                <a:ext cx="1" cy="8"/>
              </a:xfrm>
              <a:prstGeom prst="line">
                <a:avLst/>
              </a:prstGeom>
              <a:ln w="0" cap="flat" cmpd="sng">
                <a:solidFill>
                  <a:srgbClr val="FF0000"/>
                </a:solidFill>
                <a:prstDash val="solid"/>
                <a:round/>
                <a:headEnd type="none" w="med" len="med"/>
                <a:tailEnd type="none" w="med" len="med"/>
              </a:ln>
            </p:spPr>
          </p:sp>
          <p:sp>
            <p:nvSpPr>
              <p:cNvPr id="67691" name="Rectangle 109"/>
              <p:cNvSpPr/>
              <p:nvPr/>
            </p:nvSpPr>
            <p:spPr>
              <a:xfrm>
                <a:off x="1178" y="1088"/>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92" name="Line 110"/>
              <p:cNvSpPr/>
              <p:nvPr/>
            </p:nvSpPr>
            <p:spPr>
              <a:xfrm>
                <a:off x="1178" y="1088"/>
                <a:ext cx="194" cy="1"/>
              </a:xfrm>
              <a:prstGeom prst="line">
                <a:avLst/>
              </a:prstGeom>
              <a:ln w="0" cap="flat" cmpd="sng">
                <a:solidFill>
                  <a:srgbClr val="FF0000"/>
                </a:solidFill>
                <a:prstDash val="solid"/>
                <a:round/>
                <a:headEnd type="none" w="med" len="med"/>
                <a:tailEnd type="none" w="med" len="med"/>
              </a:ln>
            </p:spPr>
          </p:sp>
          <p:sp>
            <p:nvSpPr>
              <p:cNvPr id="67693" name="Rectangle 111"/>
              <p:cNvSpPr/>
              <p:nvPr/>
            </p:nvSpPr>
            <p:spPr>
              <a:xfrm>
                <a:off x="1372" y="1096"/>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94" name="Line 112"/>
              <p:cNvSpPr/>
              <p:nvPr/>
            </p:nvSpPr>
            <p:spPr>
              <a:xfrm>
                <a:off x="1372" y="1096"/>
                <a:ext cx="8" cy="1"/>
              </a:xfrm>
              <a:prstGeom prst="line">
                <a:avLst/>
              </a:prstGeom>
              <a:ln w="0" cap="flat" cmpd="sng">
                <a:solidFill>
                  <a:srgbClr val="FF0000"/>
                </a:solidFill>
                <a:prstDash val="solid"/>
                <a:round/>
                <a:headEnd type="none" w="med" len="med"/>
                <a:tailEnd type="none" w="med" len="med"/>
              </a:ln>
            </p:spPr>
          </p:sp>
          <p:sp>
            <p:nvSpPr>
              <p:cNvPr id="67695" name="Rectangle 113"/>
              <p:cNvSpPr/>
              <p:nvPr/>
            </p:nvSpPr>
            <p:spPr>
              <a:xfrm>
                <a:off x="1372" y="1088"/>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96" name="Line 114"/>
              <p:cNvSpPr/>
              <p:nvPr/>
            </p:nvSpPr>
            <p:spPr>
              <a:xfrm>
                <a:off x="1372" y="1088"/>
                <a:ext cx="8" cy="1"/>
              </a:xfrm>
              <a:prstGeom prst="line">
                <a:avLst/>
              </a:prstGeom>
              <a:ln w="0" cap="flat" cmpd="sng">
                <a:solidFill>
                  <a:srgbClr val="FF0000"/>
                </a:solidFill>
                <a:prstDash val="solid"/>
                <a:round/>
                <a:headEnd type="none" w="med" len="med"/>
                <a:tailEnd type="none" w="med" len="med"/>
              </a:ln>
            </p:spPr>
          </p:sp>
          <p:sp>
            <p:nvSpPr>
              <p:cNvPr id="67697" name="Line 115"/>
              <p:cNvSpPr/>
              <p:nvPr/>
            </p:nvSpPr>
            <p:spPr>
              <a:xfrm>
                <a:off x="1372" y="1088"/>
                <a:ext cx="1" cy="8"/>
              </a:xfrm>
              <a:prstGeom prst="line">
                <a:avLst/>
              </a:prstGeom>
              <a:ln w="0" cap="flat" cmpd="sng">
                <a:solidFill>
                  <a:srgbClr val="FF0000"/>
                </a:solidFill>
                <a:prstDash val="solid"/>
                <a:round/>
                <a:headEnd type="none" w="med" len="med"/>
                <a:tailEnd type="none" w="med" len="med"/>
              </a:ln>
            </p:spPr>
          </p:sp>
          <p:sp>
            <p:nvSpPr>
              <p:cNvPr id="67698" name="Rectangle 116"/>
              <p:cNvSpPr/>
              <p:nvPr/>
            </p:nvSpPr>
            <p:spPr>
              <a:xfrm>
                <a:off x="1380" y="1088"/>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99" name="Line 117"/>
              <p:cNvSpPr/>
              <p:nvPr/>
            </p:nvSpPr>
            <p:spPr>
              <a:xfrm>
                <a:off x="1380" y="1088"/>
                <a:ext cx="195" cy="1"/>
              </a:xfrm>
              <a:prstGeom prst="line">
                <a:avLst/>
              </a:prstGeom>
              <a:ln w="0" cap="flat" cmpd="sng">
                <a:solidFill>
                  <a:srgbClr val="FF0000"/>
                </a:solidFill>
                <a:prstDash val="solid"/>
                <a:round/>
                <a:headEnd type="none" w="med" len="med"/>
                <a:tailEnd type="none" w="med" len="med"/>
              </a:ln>
            </p:spPr>
          </p:sp>
          <p:sp>
            <p:nvSpPr>
              <p:cNvPr id="67700" name="Rectangle 118"/>
              <p:cNvSpPr/>
              <p:nvPr/>
            </p:nvSpPr>
            <p:spPr>
              <a:xfrm>
                <a:off x="1575" y="1096"/>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01" name="Line 119"/>
              <p:cNvSpPr/>
              <p:nvPr/>
            </p:nvSpPr>
            <p:spPr>
              <a:xfrm>
                <a:off x="1575" y="1096"/>
                <a:ext cx="8" cy="1"/>
              </a:xfrm>
              <a:prstGeom prst="line">
                <a:avLst/>
              </a:prstGeom>
              <a:ln w="0" cap="flat" cmpd="sng">
                <a:solidFill>
                  <a:srgbClr val="FF0000"/>
                </a:solidFill>
                <a:prstDash val="solid"/>
                <a:round/>
                <a:headEnd type="none" w="med" len="med"/>
                <a:tailEnd type="none" w="med" len="med"/>
              </a:ln>
            </p:spPr>
          </p:sp>
          <p:sp>
            <p:nvSpPr>
              <p:cNvPr id="67702" name="Rectangle 120"/>
              <p:cNvSpPr/>
              <p:nvPr/>
            </p:nvSpPr>
            <p:spPr>
              <a:xfrm>
                <a:off x="1575" y="1088"/>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03" name="Line 121"/>
              <p:cNvSpPr/>
              <p:nvPr/>
            </p:nvSpPr>
            <p:spPr>
              <a:xfrm>
                <a:off x="1575" y="1088"/>
                <a:ext cx="8" cy="1"/>
              </a:xfrm>
              <a:prstGeom prst="line">
                <a:avLst/>
              </a:prstGeom>
              <a:ln w="0" cap="flat" cmpd="sng">
                <a:solidFill>
                  <a:srgbClr val="FF0000"/>
                </a:solidFill>
                <a:prstDash val="solid"/>
                <a:round/>
                <a:headEnd type="none" w="med" len="med"/>
                <a:tailEnd type="none" w="med" len="med"/>
              </a:ln>
            </p:spPr>
          </p:sp>
          <p:sp>
            <p:nvSpPr>
              <p:cNvPr id="67704" name="Line 122"/>
              <p:cNvSpPr/>
              <p:nvPr/>
            </p:nvSpPr>
            <p:spPr>
              <a:xfrm>
                <a:off x="1575" y="1088"/>
                <a:ext cx="1" cy="8"/>
              </a:xfrm>
              <a:prstGeom prst="line">
                <a:avLst/>
              </a:prstGeom>
              <a:ln w="0" cap="flat" cmpd="sng">
                <a:solidFill>
                  <a:srgbClr val="FF0000"/>
                </a:solidFill>
                <a:prstDash val="solid"/>
                <a:round/>
                <a:headEnd type="none" w="med" len="med"/>
                <a:tailEnd type="none" w="med" len="med"/>
              </a:ln>
            </p:spPr>
          </p:sp>
          <p:sp>
            <p:nvSpPr>
              <p:cNvPr id="67705" name="Rectangle 123"/>
              <p:cNvSpPr/>
              <p:nvPr/>
            </p:nvSpPr>
            <p:spPr>
              <a:xfrm>
                <a:off x="1583" y="1088"/>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06" name="Line 124"/>
              <p:cNvSpPr/>
              <p:nvPr/>
            </p:nvSpPr>
            <p:spPr>
              <a:xfrm>
                <a:off x="1583" y="1088"/>
                <a:ext cx="195" cy="1"/>
              </a:xfrm>
              <a:prstGeom prst="line">
                <a:avLst/>
              </a:prstGeom>
              <a:ln w="0" cap="flat" cmpd="sng">
                <a:solidFill>
                  <a:srgbClr val="FF0000"/>
                </a:solidFill>
                <a:prstDash val="solid"/>
                <a:round/>
                <a:headEnd type="none" w="med" len="med"/>
                <a:tailEnd type="none" w="med" len="med"/>
              </a:ln>
            </p:spPr>
          </p:sp>
          <p:sp>
            <p:nvSpPr>
              <p:cNvPr id="67707" name="Rectangle 125"/>
              <p:cNvSpPr/>
              <p:nvPr/>
            </p:nvSpPr>
            <p:spPr>
              <a:xfrm>
                <a:off x="1778" y="1096"/>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08" name="Line 126"/>
              <p:cNvSpPr/>
              <p:nvPr/>
            </p:nvSpPr>
            <p:spPr>
              <a:xfrm>
                <a:off x="1778" y="1096"/>
                <a:ext cx="8" cy="1"/>
              </a:xfrm>
              <a:prstGeom prst="line">
                <a:avLst/>
              </a:prstGeom>
              <a:ln w="0" cap="flat" cmpd="sng">
                <a:solidFill>
                  <a:srgbClr val="FF0000"/>
                </a:solidFill>
                <a:prstDash val="solid"/>
                <a:round/>
                <a:headEnd type="none" w="med" len="med"/>
                <a:tailEnd type="none" w="med" len="med"/>
              </a:ln>
            </p:spPr>
          </p:sp>
          <p:sp>
            <p:nvSpPr>
              <p:cNvPr id="67709" name="Rectangle 127"/>
              <p:cNvSpPr/>
              <p:nvPr/>
            </p:nvSpPr>
            <p:spPr>
              <a:xfrm>
                <a:off x="1778" y="1088"/>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10" name="Line 128"/>
              <p:cNvSpPr/>
              <p:nvPr/>
            </p:nvSpPr>
            <p:spPr>
              <a:xfrm>
                <a:off x="1778" y="1088"/>
                <a:ext cx="8" cy="1"/>
              </a:xfrm>
              <a:prstGeom prst="line">
                <a:avLst/>
              </a:prstGeom>
              <a:ln w="0" cap="flat" cmpd="sng">
                <a:solidFill>
                  <a:srgbClr val="FF0000"/>
                </a:solidFill>
                <a:prstDash val="solid"/>
                <a:round/>
                <a:headEnd type="none" w="med" len="med"/>
                <a:tailEnd type="none" w="med" len="med"/>
              </a:ln>
            </p:spPr>
          </p:sp>
          <p:sp>
            <p:nvSpPr>
              <p:cNvPr id="67711" name="Line 129"/>
              <p:cNvSpPr/>
              <p:nvPr/>
            </p:nvSpPr>
            <p:spPr>
              <a:xfrm>
                <a:off x="1778" y="1088"/>
                <a:ext cx="1" cy="8"/>
              </a:xfrm>
              <a:prstGeom prst="line">
                <a:avLst/>
              </a:prstGeom>
              <a:ln w="0" cap="flat" cmpd="sng">
                <a:solidFill>
                  <a:srgbClr val="FF0000"/>
                </a:solidFill>
                <a:prstDash val="solid"/>
                <a:round/>
                <a:headEnd type="none" w="med" len="med"/>
                <a:tailEnd type="none" w="med" len="med"/>
              </a:ln>
            </p:spPr>
          </p:sp>
          <p:sp>
            <p:nvSpPr>
              <p:cNvPr id="67712" name="Rectangle 130"/>
              <p:cNvSpPr/>
              <p:nvPr/>
            </p:nvSpPr>
            <p:spPr>
              <a:xfrm>
                <a:off x="1786" y="1088"/>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13" name="Line 131"/>
              <p:cNvSpPr/>
              <p:nvPr/>
            </p:nvSpPr>
            <p:spPr>
              <a:xfrm>
                <a:off x="1786" y="1088"/>
                <a:ext cx="194" cy="1"/>
              </a:xfrm>
              <a:prstGeom prst="line">
                <a:avLst/>
              </a:prstGeom>
              <a:ln w="0" cap="flat" cmpd="sng">
                <a:solidFill>
                  <a:srgbClr val="FF0000"/>
                </a:solidFill>
                <a:prstDash val="solid"/>
                <a:round/>
                <a:headEnd type="none" w="med" len="med"/>
                <a:tailEnd type="none" w="med" len="med"/>
              </a:ln>
            </p:spPr>
          </p:sp>
          <p:sp>
            <p:nvSpPr>
              <p:cNvPr id="67714" name="Rectangle 132"/>
              <p:cNvSpPr/>
              <p:nvPr/>
            </p:nvSpPr>
            <p:spPr>
              <a:xfrm>
                <a:off x="1980" y="1096"/>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15" name="Line 133"/>
              <p:cNvSpPr/>
              <p:nvPr/>
            </p:nvSpPr>
            <p:spPr>
              <a:xfrm>
                <a:off x="1980" y="1096"/>
                <a:ext cx="9" cy="1"/>
              </a:xfrm>
              <a:prstGeom prst="line">
                <a:avLst/>
              </a:prstGeom>
              <a:ln w="0" cap="flat" cmpd="sng">
                <a:solidFill>
                  <a:srgbClr val="FF0000"/>
                </a:solidFill>
                <a:prstDash val="solid"/>
                <a:round/>
                <a:headEnd type="none" w="med" len="med"/>
                <a:tailEnd type="none" w="med" len="med"/>
              </a:ln>
            </p:spPr>
          </p:sp>
          <p:sp>
            <p:nvSpPr>
              <p:cNvPr id="67716" name="Rectangle 134"/>
              <p:cNvSpPr/>
              <p:nvPr/>
            </p:nvSpPr>
            <p:spPr>
              <a:xfrm>
                <a:off x="1980" y="1088"/>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17" name="Line 135"/>
              <p:cNvSpPr/>
              <p:nvPr/>
            </p:nvSpPr>
            <p:spPr>
              <a:xfrm>
                <a:off x="1980" y="1088"/>
                <a:ext cx="9" cy="1"/>
              </a:xfrm>
              <a:prstGeom prst="line">
                <a:avLst/>
              </a:prstGeom>
              <a:ln w="0" cap="flat" cmpd="sng">
                <a:solidFill>
                  <a:srgbClr val="FF0000"/>
                </a:solidFill>
                <a:prstDash val="solid"/>
                <a:round/>
                <a:headEnd type="none" w="med" len="med"/>
                <a:tailEnd type="none" w="med" len="med"/>
              </a:ln>
            </p:spPr>
          </p:sp>
          <p:sp>
            <p:nvSpPr>
              <p:cNvPr id="67718" name="Line 136"/>
              <p:cNvSpPr/>
              <p:nvPr/>
            </p:nvSpPr>
            <p:spPr>
              <a:xfrm>
                <a:off x="1980" y="1088"/>
                <a:ext cx="1" cy="8"/>
              </a:xfrm>
              <a:prstGeom prst="line">
                <a:avLst/>
              </a:prstGeom>
              <a:ln w="0" cap="flat" cmpd="sng">
                <a:solidFill>
                  <a:srgbClr val="FF0000"/>
                </a:solidFill>
                <a:prstDash val="solid"/>
                <a:round/>
                <a:headEnd type="none" w="med" len="med"/>
                <a:tailEnd type="none" w="med" len="med"/>
              </a:ln>
            </p:spPr>
          </p:sp>
          <p:sp>
            <p:nvSpPr>
              <p:cNvPr id="67719" name="Rectangle 137"/>
              <p:cNvSpPr/>
              <p:nvPr/>
            </p:nvSpPr>
            <p:spPr>
              <a:xfrm>
                <a:off x="1989" y="1088"/>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20" name="Line 138"/>
              <p:cNvSpPr/>
              <p:nvPr/>
            </p:nvSpPr>
            <p:spPr>
              <a:xfrm>
                <a:off x="1989" y="1088"/>
                <a:ext cx="194" cy="1"/>
              </a:xfrm>
              <a:prstGeom prst="line">
                <a:avLst/>
              </a:prstGeom>
              <a:ln w="0" cap="flat" cmpd="sng">
                <a:solidFill>
                  <a:srgbClr val="FF0000"/>
                </a:solidFill>
                <a:prstDash val="solid"/>
                <a:round/>
                <a:headEnd type="none" w="med" len="med"/>
                <a:tailEnd type="none" w="med" len="med"/>
              </a:ln>
            </p:spPr>
          </p:sp>
          <p:sp>
            <p:nvSpPr>
              <p:cNvPr id="67721" name="Rectangle 139"/>
              <p:cNvSpPr/>
              <p:nvPr/>
            </p:nvSpPr>
            <p:spPr>
              <a:xfrm>
                <a:off x="2183" y="1088"/>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22" name="Line 140"/>
              <p:cNvSpPr/>
              <p:nvPr/>
            </p:nvSpPr>
            <p:spPr>
              <a:xfrm>
                <a:off x="2183" y="1088"/>
                <a:ext cx="1" cy="11"/>
              </a:xfrm>
              <a:prstGeom prst="line">
                <a:avLst/>
              </a:prstGeom>
              <a:ln w="0" cap="flat" cmpd="sng">
                <a:solidFill>
                  <a:srgbClr val="FF0000"/>
                </a:solidFill>
                <a:prstDash val="solid"/>
                <a:round/>
                <a:headEnd type="none" w="med" len="med"/>
                <a:tailEnd type="none" w="med" len="med"/>
              </a:ln>
            </p:spPr>
          </p:sp>
          <p:sp>
            <p:nvSpPr>
              <p:cNvPr id="67723" name="Rectangle 141"/>
              <p:cNvSpPr/>
              <p:nvPr/>
            </p:nvSpPr>
            <p:spPr>
              <a:xfrm>
                <a:off x="2192" y="1088"/>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24" name="Line 142"/>
              <p:cNvSpPr/>
              <p:nvPr/>
            </p:nvSpPr>
            <p:spPr>
              <a:xfrm>
                <a:off x="2192" y="1088"/>
                <a:ext cx="194" cy="1"/>
              </a:xfrm>
              <a:prstGeom prst="line">
                <a:avLst/>
              </a:prstGeom>
              <a:ln w="0" cap="flat" cmpd="sng">
                <a:solidFill>
                  <a:srgbClr val="FF0000"/>
                </a:solidFill>
                <a:prstDash val="solid"/>
                <a:round/>
                <a:headEnd type="none" w="med" len="med"/>
                <a:tailEnd type="none" w="med" len="med"/>
              </a:ln>
            </p:spPr>
          </p:sp>
          <p:sp>
            <p:nvSpPr>
              <p:cNvPr id="67725" name="Rectangle 143"/>
              <p:cNvSpPr/>
              <p:nvPr/>
            </p:nvSpPr>
            <p:spPr>
              <a:xfrm>
                <a:off x="2386" y="1096"/>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26" name="Line 144"/>
              <p:cNvSpPr/>
              <p:nvPr/>
            </p:nvSpPr>
            <p:spPr>
              <a:xfrm>
                <a:off x="2386" y="1096"/>
                <a:ext cx="9" cy="1"/>
              </a:xfrm>
              <a:prstGeom prst="line">
                <a:avLst/>
              </a:prstGeom>
              <a:ln w="0" cap="flat" cmpd="sng">
                <a:solidFill>
                  <a:srgbClr val="FF0000"/>
                </a:solidFill>
                <a:prstDash val="solid"/>
                <a:round/>
                <a:headEnd type="none" w="med" len="med"/>
                <a:tailEnd type="none" w="med" len="med"/>
              </a:ln>
            </p:spPr>
          </p:sp>
          <p:sp>
            <p:nvSpPr>
              <p:cNvPr id="67727" name="Rectangle 145"/>
              <p:cNvSpPr/>
              <p:nvPr/>
            </p:nvSpPr>
            <p:spPr>
              <a:xfrm>
                <a:off x="2386" y="1088"/>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28" name="Line 146"/>
              <p:cNvSpPr/>
              <p:nvPr/>
            </p:nvSpPr>
            <p:spPr>
              <a:xfrm>
                <a:off x="2386" y="1088"/>
                <a:ext cx="9" cy="1"/>
              </a:xfrm>
              <a:prstGeom prst="line">
                <a:avLst/>
              </a:prstGeom>
              <a:ln w="0" cap="flat" cmpd="sng">
                <a:solidFill>
                  <a:srgbClr val="FF0000"/>
                </a:solidFill>
                <a:prstDash val="solid"/>
                <a:round/>
                <a:headEnd type="none" w="med" len="med"/>
                <a:tailEnd type="none" w="med" len="med"/>
              </a:ln>
            </p:spPr>
          </p:sp>
          <p:sp>
            <p:nvSpPr>
              <p:cNvPr id="67729" name="Line 147"/>
              <p:cNvSpPr/>
              <p:nvPr/>
            </p:nvSpPr>
            <p:spPr>
              <a:xfrm>
                <a:off x="2386" y="1088"/>
                <a:ext cx="1" cy="8"/>
              </a:xfrm>
              <a:prstGeom prst="line">
                <a:avLst/>
              </a:prstGeom>
              <a:ln w="0" cap="flat" cmpd="sng">
                <a:solidFill>
                  <a:srgbClr val="FF0000"/>
                </a:solidFill>
                <a:prstDash val="solid"/>
                <a:round/>
                <a:headEnd type="none" w="med" len="med"/>
                <a:tailEnd type="none" w="med" len="med"/>
              </a:ln>
            </p:spPr>
          </p:sp>
          <p:sp>
            <p:nvSpPr>
              <p:cNvPr id="67730" name="Rectangle 148"/>
              <p:cNvSpPr/>
              <p:nvPr/>
            </p:nvSpPr>
            <p:spPr>
              <a:xfrm>
                <a:off x="2395" y="1088"/>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31" name="Line 149"/>
              <p:cNvSpPr/>
              <p:nvPr/>
            </p:nvSpPr>
            <p:spPr>
              <a:xfrm>
                <a:off x="2395" y="1088"/>
                <a:ext cx="194" cy="1"/>
              </a:xfrm>
              <a:prstGeom prst="line">
                <a:avLst/>
              </a:prstGeom>
              <a:ln w="0" cap="flat" cmpd="sng">
                <a:solidFill>
                  <a:srgbClr val="FF0000"/>
                </a:solidFill>
                <a:prstDash val="solid"/>
                <a:round/>
                <a:headEnd type="none" w="med" len="med"/>
                <a:tailEnd type="none" w="med" len="med"/>
              </a:ln>
            </p:spPr>
          </p:sp>
          <p:sp>
            <p:nvSpPr>
              <p:cNvPr id="67732" name="Rectangle 150"/>
              <p:cNvSpPr/>
              <p:nvPr/>
            </p:nvSpPr>
            <p:spPr>
              <a:xfrm>
                <a:off x="2589" y="1096"/>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33" name="Line 151"/>
              <p:cNvSpPr/>
              <p:nvPr/>
            </p:nvSpPr>
            <p:spPr>
              <a:xfrm>
                <a:off x="2589" y="1096"/>
                <a:ext cx="8" cy="1"/>
              </a:xfrm>
              <a:prstGeom prst="line">
                <a:avLst/>
              </a:prstGeom>
              <a:ln w="0" cap="flat" cmpd="sng">
                <a:solidFill>
                  <a:srgbClr val="FF0000"/>
                </a:solidFill>
                <a:prstDash val="solid"/>
                <a:round/>
                <a:headEnd type="none" w="med" len="med"/>
                <a:tailEnd type="none" w="med" len="med"/>
              </a:ln>
            </p:spPr>
          </p:sp>
          <p:sp>
            <p:nvSpPr>
              <p:cNvPr id="67734" name="Rectangle 152"/>
              <p:cNvSpPr/>
              <p:nvPr/>
            </p:nvSpPr>
            <p:spPr>
              <a:xfrm>
                <a:off x="2589" y="1088"/>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35" name="Line 153"/>
              <p:cNvSpPr/>
              <p:nvPr/>
            </p:nvSpPr>
            <p:spPr>
              <a:xfrm>
                <a:off x="2589" y="1088"/>
                <a:ext cx="8" cy="1"/>
              </a:xfrm>
              <a:prstGeom prst="line">
                <a:avLst/>
              </a:prstGeom>
              <a:ln w="0" cap="flat" cmpd="sng">
                <a:solidFill>
                  <a:srgbClr val="FF0000"/>
                </a:solidFill>
                <a:prstDash val="solid"/>
                <a:round/>
                <a:headEnd type="none" w="med" len="med"/>
                <a:tailEnd type="none" w="med" len="med"/>
              </a:ln>
            </p:spPr>
          </p:sp>
          <p:sp>
            <p:nvSpPr>
              <p:cNvPr id="67736" name="Line 154"/>
              <p:cNvSpPr/>
              <p:nvPr/>
            </p:nvSpPr>
            <p:spPr>
              <a:xfrm>
                <a:off x="2589" y="1088"/>
                <a:ext cx="1" cy="8"/>
              </a:xfrm>
              <a:prstGeom prst="line">
                <a:avLst/>
              </a:prstGeom>
              <a:ln w="0" cap="flat" cmpd="sng">
                <a:solidFill>
                  <a:srgbClr val="FF0000"/>
                </a:solidFill>
                <a:prstDash val="solid"/>
                <a:round/>
                <a:headEnd type="none" w="med" len="med"/>
                <a:tailEnd type="none" w="med" len="med"/>
              </a:ln>
            </p:spPr>
          </p:sp>
          <p:sp>
            <p:nvSpPr>
              <p:cNvPr id="67737" name="Rectangle 155"/>
              <p:cNvSpPr/>
              <p:nvPr/>
            </p:nvSpPr>
            <p:spPr>
              <a:xfrm>
                <a:off x="2597" y="1088"/>
                <a:ext cx="192"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38" name="Line 156"/>
              <p:cNvSpPr/>
              <p:nvPr/>
            </p:nvSpPr>
            <p:spPr>
              <a:xfrm>
                <a:off x="2597" y="1088"/>
                <a:ext cx="192" cy="1"/>
              </a:xfrm>
              <a:prstGeom prst="line">
                <a:avLst/>
              </a:prstGeom>
              <a:ln w="0" cap="flat" cmpd="sng">
                <a:solidFill>
                  <a:srgbClr val="FF0000"/>
                </a:solidFill>
                <a:prstDash val="solid"/>
                <a:round/>
                <a:headEnd type="none" w="med" len="med"/>
                <a:tailEnd type="none" w="med" len="med"/>
              </a:ln>
            </p:spPr>
          </p:sp>
          <p:sp>
            <p:nvSpPr>
              <p:cNvPr id="67739" name="Rectangle 157"/>
              <p:cNvSpPr/>
              <p:nvPr/>
            </p:nvSpPr>
            <p:spPr>
              <a:xfrm>
                <a:off x="2789" y="1088"/>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40" name="Line 158"/>
              <p:cNvSpPr/>
              <p:nvPr/>
            </p:nvSpPr>
            <p:spPr>
              <a:xfrm>
                <a:off x="2789" y="1088"/>
                <a:ext cx="1" cy="11"/>
              </a:xfrm>
              <a:prstGeom prst="line">
                <a:avLst/>
              </a:prstGeom>
              <a:ln w="0" cap="flat" cmpd="sng">
                <a:solidFill>
                  <a:srgbClr val="FF0000"/>
                </a:solidFill>
                <a:prstDash val="solid"/>
                <a:round/>
                <a:headEnd type="none" w="med" len="med"/>
                <a:tailEnd type="none" w="med" len="med"/>
              </a:ln>
            </p:spPr>
          </p:sp>
          <p:sp>
            <p:nvSpPr>
              <p:cNvPr id="67741" name="Rectangle 159"/>
              <p:cNvSpPr/>
              <p:nvPr/>
            </p:nvSpPr>
            <p:spPr>
              <a:xfrm>
                <a:off x="563" y="1099"/>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42" name="Line 160"/>
              <p:cNvSpPr/>
              <p:nvPr/>
            </p:nvSpPr>
            <p:spPr>
              <a:xfrm>
                <a:off x="563" y="1099"/>
                <a:ext cx="1" cy="286"/>
              </a:xfrm>
              <a:prstGeom prst="line">
                <a:avLst/>
              </a:prstGeom>
              <a:ln w="0" cap="flat" cmpd="sng">
                <a:solidFill>
                  <a:srgbClr val="FF0000"/>
                </a:solidFill>
                <a:prstDash val="solid"/>
                <a:round/>
                <a:headEnd type="none" w="med" len="med"/>
                <a:tailEnd type="none" w="med" len="med"/>
              </a:ln>
            </p:spPr>
          </p:sp>
          <p:sp>
            <p:nvSpPr>
              <p:cNvPr id="67743" name="Rectangle 161"/>
              <p:cNvSpPr/>
              <p:nvPr/>
            </p:nvSpPr>
            <p:spPr>
              <a:xfrm>
                <a:off x="766" y="1099"/>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44" name="Line 162"/>
              <p:cNvSpPr/>
              <p:nvPr/>
            </p:nvSpPr>
            <p:spPr>
              <a:xfrm>
                <a:off x="766" y="1099"/>
                <a:ext cx="1" cy="286"/>
              </a:xfrm>
              <a:prstGeom prst="line">
                <a:avLst/>
              </a:prstGeom>
              <a:ln w="0" cap="flat" cmpd="sng">
                <a:solidFill>
                  <a:srgbClr val="FF0000"/>
                </a:solidFill>
                <a:prstDash val="solid"/>
                <a:round/>
                <a:headEnd type="none" w="med" len="med"/>
                <a:tailEnd type="none" w="med" len="med"/>
              </a:ln>
            </p:spPr>
          </p:sp>
          <p:sp>
            <p:nvSpPr>
              <p:cNvPr id="67745" name="Rectangle 163"/>
              <p:cNvSpPr/>
              <p:nvPr/>
            </p:nvSpPr>
            <p:spPr>
              <a:xfrm>
                <a:off x="969" y="1099"/>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46" name="Line 164"/>
              <p:cNvSpPr/>
              <p:nvPr/>
            </p:nvSpPr>
            <p:spPr>
              <a:xfrm>
                <a:off x="969" y="1099"/>
                <a:ext cx="1" cy="286"/>
              </a:xfrm>
              <a:prstGeom prst="line">
                <a:avLst/>
              </a:prstGeom>
              <a:ln w="0" cap="flat" cmpd="sng">
                <a:solidFill>
                  <a:srgbClr val="FF0000"/>
                </a:solidFill>
                <a:prstDash val="solid"/>
                <a:round/>
                <a:headEnd type="none" w="med" len="med"/>
                <a:tailEnd type="none" w="med" len="med"/>
              </a:ln>
            </p:spPr>
          </p:sp>
          <p:sp>
            <p:nvSpPr>
              <p:cNvPr id="67747" name="Rectangle 165"/>
              <p:cNvSpPr/>
              <p:nvPr/>
            </p:nvSpPr>
            <p:spPr>
              <a:xfrm>
                <a:off x="1169" y="1099"/>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48" name="Line 166"/>
              <p:cNvSpPr/>
              <p:nvPr/>
            </p:nvSpPr>
            <p:spPr>
              <a:xfrm>
                <a:off x="1169" y="1099"/>
                <a:ext cx="1" cy="286"/>
              </a:xfrm>
              <a:prstGeom prst="line">
                <a:avLst/>
              </a:prstGeom>
              <a:ln w="0" cap="flat" cmpd="sng">
                <a:solidFill>
                  <a:srgbClr val="FF0000"/>
                </a:solidFill>
                <a:prstDash val="solid"/>
                <a:round/>
                <a:headEnd type="none" w="med" len="med"/>
                <a:tailEnd type="none" w="med" len="med"/>
              </a:ln>
            </p:spPr>
          </p:sp>
          <p:sp>
            <p:nvSpPr>
              <p:cNvPr id="67749" name="Rectangle 167"/>
              <p:cNvSpPr/>
              <p:nvPr/>
            </p:nvSpPr>
            <p:spPr>
              <a:xfrm>
                <a:off x="1372" y="1099"/>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50" name="Line 168"/>
              <p:cNvSpPr/>
              <p:nvPr/>
            </p:nvSpPr>
            <p:spPr>
              <a:xfrm>
                <a:off x="1372" y="1099"/>
                <a:ext cx="1" cy="286"/>
              </a:xfrm>
              <a:prstGeom prst="line">
                <a:avLst/>
              </a:prstGeom>
              <a:ln w="0" cap="flat" cmpd="sng">
                <a:solidFill>
                  <a:srgbClr val="FF0000"/>
                </a:solidFill>
                <a:prstDash val="solid"/>
                <a:round/>
                <a:headEnd type="none" w="med" len="med"/>
                <a:tailEnd type="none" w="med" len="med"/>
              </a:ln>
            </p:spPr>
          </p:sp>
          <p:sp>
            <p:nvSpPr>
              <p:cNvPr id="67751" name="Rectangle 169"/>
              <p:cNvSpPr/>
              <p:nvPr/>
            </p:nvSpPr>
            <p:spPr>
              <a:xfrm>
                <a:off x="1575" y="1099"/>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52" name="Line 170"/>
              <p:cNvSpPr/>
              <p:nvPr/>
            </p:nvSpPr>
            <p:spPr>
              <a:xfrm>
                <a:off x="1575" y="1099"/>
                <a:ext cx="1" cy="286"/>
              </a:xfrm>
              <a:prstGeom prst="line">
                <a:avLst/>
              </a:prstGeom>
              <a:ln w="0" cap="flat" cmpd="sng">
                <a:solidFill>
                  <a:srgbClr val="FF0000"/>
                </a:solidFill>
                <a:prstDash val="solid"/>
                <a:round/>
                <a:headEnd type="none" w="med" len="med"/>
                <a:tailEnd type="none" w="med" len="med"/>
              </a:ln>
            </p:spPr>
          </p:sp>
          <p:sp>
            <p:nvSpPr>
              <p:cNvPr id="67753" name="Rectangle 171"/>
              <p:cNvSpPr/>
              <p:nvPr/>
            </p:nvSpPr>
            <p:spPr>
              <a:xfrm>
                <a:off x="1778" y="1099"/>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54" name="Line 172"/>
              <p:cNvSpPr/>
              <p:nvPr/>
            </p:nvSpPr>
            <p:spPr>
              <a:xfrm>
                <a:off x="1778" y="1099"/>
                <a:ext cx="1" cy="286"/>
              </a:xfrm>
              <a:prstGeom prst="line">
                <a:avLst/>
              </a:prstGeom>
              <a:ln w="0" cap="flat" cmpd="sng">
                <a:solidFill>
                  <a:srgbClr val="FF0000"/>
                </a:solidFill>
                <a:prstDash val="solid"/>
                <a:round/>
                <a:headEnd type="none" w="med" len="med"/>
                <a:tailEnd type="none" w="med" len="med"/>
              </a:ln>
            </p:spPr>
          </p:sp>
          <p:sp>
            <p:nvSpPr>
              <p:cNvPr id="67755" name="Rectangle 173"/>
              <p:cNvSpPr/>
              <p:nvPr/>
            </p:nvSpPr>
            <p:spPr>
              <a:xfrm>
                <a:off x="1980" y="1099"/>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56" name="Line 174"/>
              <p:cNvSpPr/>
              <p:nvPr/>
            </p:nvSpPr>
            <p:spPr>
              <a:xfrm>
                <a:off x="1980" y="1099"/>
                <a:ext cx="1" cy="286"/>
              </a:xfrm>
              <a:prstGeom prst="line">
                <a:avLst/>
              </a:prstGeom>
              <a:ln w="0" cap="flat" cmpd="sng">
                <a:solidFill>
                  <a:srgbClr val="FF0000"/>
                </a:solidFill>
                <a:prstDash val="solid"/>
                <a:round/>
                <a:headEnd type="none" w="med" len="med"/>
                <a:tailEnd type="none" w="med" len="med"/>
              </a:ln>
            </p:spPr>
          </p:sp>
          <p:sp>
            <p:nvSpPr>
              <p:cNvPr id="67757" name="Rectangle 175"/>
              <p:cNvSpPr/>
              <p:nvPr/>
            </p:nvSpPr>
            <p:spPr>
              <a:xfrm>
                <a:off x="2183" y="1099"/>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58" name="Line 176"/>
              <p:cNvSpPr/>
              <p:nvPr/>
            </p:nvSpPr>
            <p:spPr>
              <a:xfrm>
                <a:off x="2183" y="1099"/>
                <a:ext cx="1" cy="286"/>
              </a:xfrm>
              <a:prstGeom prst="line">
                <a:avLst/>
              </a:prstGeom>
              <a:ln w="0" cap="flat" cmpd="sng">
                <a:solidFill>
                  <a:srgbClr val="FF0000"/>
                </a:solidFill>
                <a:prstDash val="solid"/>
                <a:round/>
                <a:headEnd type="none" w="med" len="med"/>
                <a:tailEnd type="none" w="med" len="med"/>
              </a:ln>
            </p:spPr>
          </p:sp>
          <p:sp>
            <p:nvSpPr>
              <p:cNvPr id="67759" name="Rectangle 177"/>
              <p:cNvSpPr/>
              <p:nvPr/>
            </p:nvSpPr>
            <p:spPr>
              <a:xfrm>
                <a:off x="2386" y="1099"/>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60" name="Line 178"/>
              <p:cNvSpPr/>
              <p:nvPr/>
            </p:nvSpPr>
            <p:spPr>
              <a:xfrm>
                <a:off x="2386" y="1099"/>
                <a:ext cx="1" cy="286"/>
              </a:xfrm>
              <a:prstGeom prst="line">
                <a:avLst/>
              </a:prstGeom>
              <a:ln w="0" cap="flat" cmpd="sng">
                <a:solidFill>
                  <a:srgbClr val="FF0000"/>
                </a:solidFill>
                <a:prstDash val="solid"/>
                <a:round/>
                <a:headEnd type="none" w="med" len="med"/>
                <a:tailEnd type="none" w="med" len="med"/>
              </a:ln>
            </p:spPr>
          </p:sp>
          <p:sp>
            <p:nvSpPr>
              <p:cNvPr id="67761" name="Rectangle 179"/>
              <p:cNvSpPr/>
              <p:nvPr/>
            </p:nvSpPr>
            <p:spPr>
              <a:xfrm>
                <a:off x="2589" y="1099"/>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62" name="Line 180"/>
              <p:cNvSpPr/>
              <p:nvPr/>
            </p:nvSpPr>
            <p:spPr>
              <a:xfrm>
                <a:off x="2589" y="1099"/>
                <a:ext cx="1" cy="286"/>
              </a:xfrm>
              <a:prstGeom prst="line">
                <a:avLst/>
              </a:prstGeom>
              <a:ln w="0" cap="flat" cmpd="sng">
                <a:solidFill>
                  <a:srgbClr val="FF0000"/>
                </a:solidFill>
                <a:prstDash val="solid"/>
                <a:round/>
                <a:headEnd type="none" w="med" len="med"/>
                <a:tailEnd type="none" w="med" len="med"/>
              </a:ln>
            </p:spPr>
          </p:sp>
          <p:sp>
            <p:nvSpPr>
              <p:cNvPr id="67763" name="Rectangle 181"/>
              <p:cNvSpPr/>
              <p:nvPr/>
            </p:nvSpPr>
            <p:spPr>
              <a:xfrm>
                <a:off x="2789" y="1099"/>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64" name="Line 182"/>
              <p:cNvSpPr/>
              <p:nvPr/>
            </p:nvSpPr>
            <p:spPr>
              <a:xfrm>
                <a:off x="2789" y="1099"/>
                <a:ext cx="1" cy="286"/>
              </a:xfrm>
              <a:prstGeom prst="line">
                <a:avLst/>
              </a:prstGeom>
              <a:ln w="0" cap="flat" cmpd="sng">
                <a:solidFill>
                  <a:srgbClr val="FF0000"/>
                </a:solidFill>
                <a:prstDash val="solid"/>
                <a:round/>
                <a:headEnd type="none" w="med" len="med"/>
                <a:tailEnd type="none" w="med" len="med"/>
              </a:ln>
            </p:spPr>
          </p:sp>
          <p:sp>
            <p:nvSpPr>
              <p:cNvPr id="67765" name="Rectangle 183"/>
              <p:cNvSpPr/>
              <p:nvPr/>
            </p:nvSpPr>
            <p:spPr>
              <a:xfrm>
                <a:off x="671"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766" name="Rectangle 184"/>
              <p:cNvSpPr/>
              <p:nvPr/>
            </p:nvSpPr>
            <p:spPr>
              <a:xfrm>
                <a:off x="736"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67" name="Rectangle 185"/>
              <p:cNvSpPr/>
              <p:nvPr/>
            </p:nvSpPr>
            <p:spPr>
              <a:xfrm>
                <a:off x="874"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768" name="Rectangle 186"/>
              <p:cNvSpPr/>
              <p:nvPr/>
            </p:nvSpPr>
            <p:spPr>
              <a:xfrm>
                <a:off x="939"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69" name="Rectangle 187"/>
              <p:cNvSpPr/>
              <p:nvPr/>
            </p:nvSpPr>
            <p:spPr>
              <a:xfrm>
                <a:off x="1076"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770" name="Rectangle 188"/>
              <p:cNvSpPr/>
              <p:nvPr/>
            </p:nvSpPr>
            <p:spPr>
              <a:xfrm>
                <a:off x="1142"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71" name="Rectangle 189"/>
              <p:cNvSpPr/>
              <p:nvPr/>
            </p:nvSpPr>
            <p:spPr>
              <a:xfrm>
                <a:off x="1279"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772" name="Rectangle 190"/>
              <p:cNvSpPr/>
              <p:nvPr/>
            </p:nvSpPr>
            <p:spPr>
              <a:xfrm>
                <a:off x="1345"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73" name="Rectangle 191"/>
              <p:cNvSpPr/>
              <p:nvPr/>
            </p:nvSpPr>
            <p:spPr>
              <a:xfrm>
                <a:off x="1482"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774" name="Rectangle 192"/>
              <p:cNvSpPr/>
              <p:nvPr/>
            </p:nvSpPr>
            <p:spPr>
              <a:xfrm>
                <a:off x="1548"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75" name="Rectangle 193"/>
              <p:cNvSpPr/>
              <p:nvPr/>
            </p:nvSpPr>
            <p:spPr>
              <a:xfrm>
                <a:off x="1685"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776" name="Rectangle 194"/>
              <p:cNvSpPr/>
              <p:nvPr/>
            </p:nvSpPr>
            <p:spPr>
              <a:xfrm>
                <a:off x="1751"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77" name="Rectangle 195"/>
              <p:cNvSpPr/>
              <p:nvPr/>
            </p:nvSpPr>
            <p:spPr>
              <a:xfrm>
                <a:off x="1888"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778" name="Rectangle 196"/>
              <p:cNvSpPr/>
              <p:nvPr/>
            </p:nvSpPr>
            <p:spPr>
              <a:xfrm>
                <a:off x="1954"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79" name="Rectangle 197"/>
              <p:cNvSpPr/>
              <p:nvPr/>
            </p:nvSpPr>
            <p:spPr>
              <a:xfrm>
                <a:off x="2088"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780" name="Rectangle 198"/>
              <p:cNvSpPr/>
              <p:nvPr/>
            </p:nvSpPr>
            <p:spPr>
              <a:xfrm>
                <a:off x="2153"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81" name="Rectangle 199"/>
              <p:cNvSpPr/>
              <p:nvPr/>
            </p:nvSpPr>
            <p:spPr>
              <a:xfrm>
                <a:off x="2291"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782" name="Rectangle 200"/>
              <p:cNvSpPr/>
              <p:nvPr/>
            </p:nvSpPr>
            <p:spPr>
              <a:xfrm>
                <a:off x="2356"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83" name="Rectangle 201"/>
              <p:cNvSpPr/>
              <p:nvPr/>
            </p:nvSpPr>
            <p:spPr>
              <a:xfrm>
                <a:off x="2493"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784" name="Rectangle 202"/>
              <p:cNvSpPr/>
              <p:nvPr/>
            </p:nvSpPr>
            <p:spPr>
              <a:xfrm>
                <a:off x="2559"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85" name="Rectangle 203"/>
              <p:cNvSpPr/>
              <p:nvPr/>
            </p:nvSpPr>
            <p:spPr>
              <a:xfrm>
                <a:off x="2696"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786" name="Rectangle 204"/>
              <p:cNvSpPr/>
              <p:nvPr/>
            </p:nvSpPr>
            <p:spPr>
              <a:xfrm>
                <a:off x="2762"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87" name="Rectangle 205"/>
              <p:cNvSpPr/>
              <p:nvPr/>
            </p:nvSpPr>
            <p:spPr>
              <a:xfrm>
                <a:off x="563" y="1385"/>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88" name="Line 206"/>
              <p:cNvSpPr/>
              <p:nvPr/>
            </p:nvSpPr>
            <p:spPr>
              <a:xfrm>
                <a:off x="563" y="1385"/>
                <a:ext cx="1" cy="11"/>
              </a:xfrm>
              <a:prstGeom prst="line">
                <a:avLst/>
              </a:prstGeom>
              <a:ln w="0" cap="flat" cmpd="sng">
                <a:solidFill>
                  <a:srgbClr val="FF0000"/>
                </a:solidFill>
                <a:prstDash val="solid"/>
                <a:round/>
                <a:headEnd type="none" w="med" len="med"/>
                <a:tailEnd type="none" w="med" len="med"/>
              </a:ln>
            </p:spPr>
          </p:sp>
          <p:sp>
            <p:nvSpPr>
              <p:cNvPr id="67789" name="Rectangle 207"/>
              <p:cNvSpPr/>
              <p:nvPr/>
            </p:nvSpPr>
            <p:spPr>
              <a:xfrm>
                <a:off x="572" y="1385"/>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90" name="Line 208"/>
              <p:cNvSpPr/>
              <p:nvPr/>
            </p:nvSpPr>
            <p:spPr>
              <a:xfrm>
                <a:off x="572" y="1385"/>
                <a:ext cx="194" cy="1"/>
              </a:xfrm>
              <a:prstGeom prst="line">
                <a:avLst/>
              </a:prstGeom>
              <a:ln w="0" cap="flat" cmpd="sng">
                <a:solidFill>
                  <a:srgbClr val="FF0000"/>
                </a:solidFill>
                <a:prstDash val="solid"/>
                <a:round/>
                <a:headEnd type="none" w="med" len="med"/>
                <a:tailEnd type="none" w="med" len="med"/>
              </a:ln>
            </p:spPr>
          </p:sp>
          <p:sp>
            <p:nvSpPr>
              <p:cNvPr id="67791" name="Rectangle 209"/>
              <p:cNvSpPr/>
              <p:nvPr/>
            </p:nvSpPr>
            <p:spPr>
              <a:xfrm>
                <a:off x="766" y="1385"/>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92" name="Line 210"/>
              <p:cNvSpPr/>
              <p:nvPr/>
            </p:nvSpPr>
            <p:spPr>
              <a:xfrm>
                <a:off x="766" y="1385"/>
                <a:ext cx="1" cy="11"/>
              </a:xfrm>
              <a:prstGeom prst="line">
                <a:avLst/>
              </a:prstGeom>
              <a:ln w="0" cap="flat" cmpd="sng">
                <a:solidFill>
                  <a:srgbClr val="FF0000"/>
                </a:solidFill>
                <a:prstDash val="solid"/>
                <a:round/>
                <a:headEnd type="none" w="med" len="med"/>
                <a:tailEnd type="none" w="med" len="med"/>
              </a:ln>
            </p:spPr>
          </p:sp>
          <p:sp>
            <p:nvSpPr>
              <p:cNvPr id="67793" name="Rectangle 211"/>
              <p:cNvSpPr/>
              <p:nvPr/>
            </p:nvSpPr>
            <p:spPr>
              <a:xfrm>
                <a:off x="775" y="1385"/>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94" name="Line 212"/>
              <p:cNvSpPr/>
              <p:nvPr/>
            </p:nvSpPr>
            <p:spPr>
              <a:xfrm>
                <a:off x="775" y="1385"/>
                <a:ext cx="194" cy="1"/>
              </a:xfrm>
              <a:prstGeom prst="line">
                <a:avLst/>
              </a:prstGeom>
              <a:ln w="0" cap="flat" cmpd="sng">
                <a:solidFill>
                  <a:srgbClr val="FF0000"/>
                </a:solidFill>
                <a:prstDash val="solid"/>
                <a:round/>
                <a:headEnd type="none" w="med" len="med"/>
                <a:tailEnd type="none" w="med" len="med"/>
              </a:ln>
            </p:spPr>
          </p:sp>
          <p:sp>
            <p:nvSpPr>
              <p:cNvPr id="67795" name="Rectangle 213"/>
              <p:cNvSpPr/>
              <p:nvPr/>
            </p:nvSpPr>
            <p:spPr>
              <a:xfrm>
                <a:off x="969" y="1385"/>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96" name="Line 214"/>
              <p:cNvSpPr/>
              <p:nvPr/>
            </p:nvSpPr>
            <p:spPr>
              <a:xfrm>
                <a:off x="969" y="1385"/>
                <a:ext cx="1" cy="11"/>
              </a:xfrm>
              <a:prstGeom prst="line">
                <a:avLst/>
              </a:prstGeom>
              <a:ln w="0" cap="flat" cmpd="sng">
                <a:solidFill>
                  <a:srgbClr val="FF0000"/>
                </a:solidFill>
                <a:prstDash val="solid"/>
                <a:round/>
                <a:headEnd type="none" w="med" len="med"/>
                <a:tailEnd type="none" w="med" len="med"/>
              </a:ln>
            </p:spPr>
          </p:sp>
          <p:sp>
            <p:nvSpPr>
              <p:cNvPr id="67797" name="Rectangle 215"/>
              <p:cNvSpPr/>
              <p:nvPr/>
            </p:nvSpPr>
            <p:spPr>
              <a:xfrm>
                <a:off x="978" y="1385"/>
                <a:ext cx="191"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98" name="Line 216"/>
              <p:cNvSpPr/>
              <p:nvPr/>
            </p:nvSpPr>
            <p:spPr>
              <a:xfrm>
                <a:off x="978" y="1385"/>
                <a:ext cx="191" cy="1"/>
              </a:xfrm>
              <a:prstGeom prst="line">
                <a:avLst/>
              </a:prstGeom>
              <a:ln w="0" cap="flat" cmpd="sng">
                <a:solidFill>
                  <a:srgbClr val="FF0000"/>
                </a:solidFill>
                <a:prstDash val="solid"/>
                <a:round/>
                <a:headEnd type="none" w="med" len="med"/>
                <a:tailEnd type="none" w="med" len="med"/>
              </a:ln>
            </p:spPr>
          </p:sp>
          <p:sp>
            <p:nvSpPr>
              <p:cNvPr id="67799" name="Rectangle 217"/>
              <p:cNvSpPr/>
              <p:nvPr/>
            </p:nvSpPr>
            <p:spPr>
              <a:xfrm>
                <a:off x="1169" y="1385"/>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00" name="Line 218"/>
              <p:cNvSpPr/>
              <p:nvPr/>
            </p:nvSpPr>
            <p:spPr>
              <a:xfrm>
                <a:off x="1169" y="1385"/>
                <a:ext cx="1" cy="11"/>
              </a:xfrm>
              <a:prstGeom prst="line">
                <a:avLst/>
              </a:prstGeom>
              <a:ln w="0" cap="flat" cmpd="sng">
                <a:solidFill>
                  <a:srgbClr val="FF0000"/>
                </a:solidFill>
                <a:prstDash val="solid"/>
                <a:round/>
                <a:headEnd type="none" w="med" len="med"/>
                <a:tailEnd type="none" w="med" len="med"/>
              </a:ln>
            </p:spPr>
          </p:sp>
          <p:sp>
            <p:nvSpPr>
              <p:cNvPr id="67801" name="Rectangle 219"/>
              <p:cNvSpPr/>
              <p:nvPr/>
            </p:nvSpPr>
            <p:spPr>
              <a:xfrm>
                <a:off x="1178" y="1385"/>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02" name="Line 220"/>
              <p:cNvSpPr/>
              <p:nvPr/>
            </p:nvSpPr>
            <p:spPr>
              <a:xfrm>
                <a:off x="1178" y="1385"/>
                <a:ext cx="194" cy="1"/>
              </a:xfrm>
              <a:prstGeom prst="line">
                <a:avLst/>
              </a:prstGeom>
              <a:ln w="0" cap="flat" cmpd="sng">
                <a:solidFill>
                  <a:srgbClr val="FF0000"/>
                </a:solidFill>
                <a:prstDash val="solid"/>
                <a:round/>
                <a:headEnd type="none" w="med" len="med"/>
                <a:tailEnd type="none" w="med" len="med"/>
              </a:ln>
            </p:spPr>
          </p:sp>
          <p:sp>
            <p:nvSpPr>
              <p:cNvPr id="67803" name="Rectangle 221"/>
              <p:cNvSpPr/>
              <p:nvPr/>
            </p:nvSpPr>
            <p:spPr>
              <a:xfrm>
                <a:off x="1372" y="1385"/>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04" name="Line 222"/>
              <p:cNvSpPr/>
              <p:nvPr/>
            </p:nvSpPr>
            <p:spPr>
              <a:xfrm>
                <a:off x="1372" y="1385"/>
                <a:ext cx="1" cy="11"/>
              </a:xfrm>
              <a:prstGeom prst="line">
                <a:avLst/>
              </a:prstGeom>
              <a:ln w="0" cap="flat" cmpd="sng">
                <a:solidFill>
                  <a:srgbClr val="FF0000"/>
                </a:solidFill>
                <a:prstDash val="solid"/>
                <a:round/>
                <a:headEnd type="none" w="med" len="med"/>
                <a:tailEnd type="none" w="med" len="med"/>
              </a:ln>
            </p:spPr>
          </p:sp>
          <p:sp>
            <p:nvSpPr>
              <p:cNvPr id="67805" name="Rectangle 223"/>
              <p:cNvSpPr/>
              <p:nvPr/>
            </p:nvSpPr>
            <p:spPr>
              <a:xfrm>
                <a:off x="1380" y="1385"/>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06" name="Line 224"/>
              <p:cNvSpPr/>
              <p:nvPr/>
            </p:nvSpPr>
            <p:spPr>
              <a:xfrm>
                <a:off x="1380" y="1385"/>
                <a:ext cx="195" cy="1"/>
              </a:xfrm>
              <a:prstGeom prst="line">
                <a:avLst/>
              </a:prstGeom>
              <a:ln w="0" cap="flat" cmpd="sng">
                <a:solidFill>
                  <a:srgbClr val="FF0000"/>
                </a:solidFill>
                <a:prstDash val="solid"/>
                <a:round/>
                <a:headEnd type="none" w="med" len="med"/>
                <a:tailEnd type="none" w="med" len="med"/>
              </a:ln>
            </p:spPr>
          </p:sp>
          <p:sp>
            <p:nvSpPr>
              <p:cNvPr id="67807" name="Rectangle 225"/>
              <p:cNvSpPr/>
              <p:nvPr/>
            </p:nvSpPr>
            <p:spPr>
              <a:xfrm>
                <a:off x="1575" y="1385"/>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08" name="Line 226"/>
              <p:cNvSpPr/>
              <p:nvPr/>
            </p:nvSpPr>
            <p:spPr>
              <a:xfrm>
                <a:off x="1575" y="1385"/>
                <a:ext cx="1" cy="11"/>
              </a:xfrm>
              <a:prstGeom prst="line">
                <a:avLst/>
              </a:prstGeom>
              <a:ln w="0" cap="flat" cmpd="sng">
                <a:solidFill>
                  <a:srgbClr val="FF0000"/>
                </a:solidFill>
                <a:prstDash val="solid"/>
                <a:round/>
                <a:headEnd type="none" w="med" len="med"/>
                <a:tailEnd type="none" w="med" len="med"/>
              </a:ln>
            </p:spPr>
          </p:sp>
          <p:sp>
            <p:nvSpPr>
              <p:cNvPr id="67809" name="Rectangle 227"/>
              <p:cNvSpPr/>
              <p:nvPr/>
            </p:nvSpPr>
            <p:spPr>
              <a:xfrm>
                <a:off x="1583" y="1385"/>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10" name="Line 228"/>
              <p:cNvSpPr/>
              <p:nvPr/>
            </p:nvSpPr>
            <p:spPr>
              <a:xfrm>
                <a:off x="1583" y="1385"/>
                <a:ext cx="195" cy="1"/>
              </a:xfrm>
              <a:prstGeom prst="line">
                <a:avLst/>
              </a:prstGeom>
              <a:ln w="0" cap="flat" cmpd="sng">
                <a:solidFill>
                  <a:srgbClr val="FF0000"/>
                </a:solidFill>
                <a:prstDash val="solid"/>
                <a:round/>
                <a:headEnd type="none" w="med" len="med"/>
                <a:tailEnd type="none" w="med" len="med"/>
              </a:ln>
            </p:spPr>
          </p:sp>
          <p:sp>
            <p:nvSpPr>
              <p:cNvPr id="67811" name="Rectangle 229"/>
              <p:cNvSpPr/>
              <p:nvPr/>
            </p:nvSpPr>
            <p:spPr>
              <a:xfrm>
                <a:off x="1778" y="1385"/>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12" name="Line 230"/>
              <p:cNvSpPr/>
              <p:nvPr/>
            </p:nvSpPr>
            <p:spPr>
              <a:xfrm>
                <a:off x="1778" y="1385"/>
                <a:ext cx="1" cy="11"/>
              </a:xfrm>
              <a:prstGeom prst="line">
                <a:avLst/>
              </a:prstGeom>
              <a:ln w="0" cap="flat" cmpd="sng">
                <a:solidFill>
                  <a:srgbClr val="FF0000"/>
                </a:solidFill>
                <a:prstDash val="solid"/>
                <a:round/>
                <a:headEnd type="none" w="med" len="med"/>
                <a:tailEnd type="none" w="med" len="med"/>
              </a:ln>
            </p:spPr>
          </p:sp>
          <p:sp>
            <p:nvSpPr>
              <p:cNvPr id="67813" name="Rectangle 231"/>
              <p:cNvSpPr/>
              <p:nvPr/>
            </p:nvSpPr>
            <p:spPr>
              <a:xfrm>
                <a:off x="1786" y="1385"/>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14" name="Line 232"/>
              <p:cNvSpPr/>
              <p:nvPr/>
            </p:nvSpPr>
            <p:spPr>
              <a:xfrm>
                <a:off x="1786" y="1385"/>
                <a:ext cx="194" cy="1"/>
              </a:xfrm>
              <a:prstGeom prst="line">
                <a:avLst/>
              </a:prstGeom>
              <a:ln w="0" cap="flat" cmpd="sng">
                <a:solidFill>
                  <a:srgbClr val="FF0000"/>
                </a:solidFill>
                <a:prstDash val="solid"/>
                <a:round/>
                <a:headEnd type="none" w="med" len="med"/>
                <a:tailEnd type="none" w="med" len="med"/>
              </a:ln>
            </p:spPr>
          </p:sp>
          <p:sp>
            <p:nvSpPr>
              <p:cNvPr id="67815" name="Rectangle 233"/>
              <p:cNvSpPr/>
              <p:nvPr/>
            </p:nvSpPr>
            <p:spPr>
              <a:xfrm>
                <a:off x="1980" y="1385"/>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16" name="Line 234"/>
              <p:cNvSpPr/>
              <p:nvPr/>
            </p:nvSpPr>
            <p:spPr>
              <a:xfrm>
                <a:off x="1980" y="1385"/>
                <a:ext cx="1" cy="11"/>
              </a:xfrm>
              <a:prstGeom prst="line">
                <a:avLst/>
              </a:prstGeom>
              <a:ln w="0" cap="flat" cmpd="sng">
                <a:solidFill>
                  <a:srgbClr val="FF0000"/>
                </a:solidFill>
                <a:prstDash val="solid"/>
                <a:round/>
                <a:headEnd type="none" w="med" len="med"/>
                <a:tailEnd type="none" w="med" len="med"/>
              </a:ln>
            </p:spPr>
          </p:sp>
          <p:sp>
            <p:nvSpPr>
              <p:cNvPr id="67817" name="Rectangle 235"/>
              <p:cNvSpPr/>
              <p:nvPr/>
            </p:nvSpPr>
            <p:spPr>
              <a:xfrm>
                <a:off x="1989" y="1385"/>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18" name="Line 236"/>
              <p:cNvSpPr/>
              <p:nvPr/>
            </p:nvSpPr>
            <p:spPr>
              <a:xfrm>
                <a:off x="1989" y="1385"/>
                <a:ext cx="194" cy="1"/>
              </a:xfrm>
              <a:prstGeom prst="line">
                <a:avLst/>
              </a:prstGeom>
              <a:ln w="0" cap="flat" cmpd="sng">
                <a:solidFill>
                  <a:srgbClr val="FF0000"/>
                </a:solidFill>
                <a:prstDash val="solid"/>
                <a:round/>
                <a:headEnd type="none" w="med" len="med"/>
                <a:tailEnd type="none" w="med" len="med"/>
              </a:ln>
            </p:spPr>
          </p:sp>
          <p:sp>
            <p:nvSpPr>
              <p:cNvPr id="67819" name="Rectangle 237"/>
              <p:cNvSpPr/>
              <p:nvPr/>
            </p:nvSpPr>
            <p:spPr>
              <a:xfrm>
                <a:off x="2183" y="1385"/>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20" name="Line 238"/>
              <p:cNvSpPr/>
              <p:nvPr/>
            </p:nvSpPr>
            <p:spPr>
              <a:xfrm>
                <a:off x="2183" y="1385"/>
                <a:ext cx="1" cy="11"/>
              </a:xfrm>
              <a:prstGeom prst="line">
                <a:avLst/>
              </a:prstGeom>
              <a:ln w="0" cap="flat" cmpd="sng">
                <a:solidFill>
                  <a:srgbClr val="FF0000"/>
                </a:solidFill>
                <a:prstDash val="solid"/>
                <a:round/>
                <a:headEnd type="none" w="med" len="med"/>
                <a:tailEnd type="none" w="med" len="med"/>
              </a:ln>
            </p:spPr>
          </p:sp>
          <p:sp>
            <p:nvSpPr>
              <p:cNvPr id="67821" name="Rectangle 239"/>
              <p:cNvSpPr/>
              <p:nvPr/>
            </p:nvSpPr>
            <p:spPr>
              <a:xfrm>
                <a:off x="2192" y="1385"/>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22" name="Line 240"/>
              <p:cNvSpPr/>
              <p:nvPr/>
            </p:nvSpPr>
            <p:spPr>
              <a:xfrm>
                <a:off x="2192" y="1385"/>
                <a:ext cx="194" cy="1"/>
              </a:xfrm>
              <a:prstGeom prst="line">
                <a:avLst/>
              </a:prstGeom>
              <a:ln w="0" cap="flat" cmpd="sng">
                <a:solidFill>
                  <a:srgbClr val="FF0000"/>
                </a:solidFill>
                <a:prstDash val="solid"/>
                <a:round/>
                <a:headEnd type="none" w="med" len="med"/>
                <a:tailEnd type="none" w="med" len="med"/>
              </a:ln>
            </p:spPr>
          </p:sp>
          <p:sp>
            <p:nvSpPr>
              <p:cNvPr id="67823" name="Rectangle 241"/>
              <p:cNvSpPr/>
              <p:nvPr/>
            </p:nvSpPr>
            <p:spPr>
              <a:xfrm>
                <a:off x="2386" y="1385"/>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24" name="Line 242"/>
              <p:cNvSpPr/>
              <p:nvPr/>
            </p:nvSpPr>
            <p:spPr>
              <a:xfrm>
                <a:off x="2386" y="1385"/>
                <a:ext cx="1" cy="11"/>
              </a:xfrm>
              <a:prstGeom prst="line">
                <a:avLst/>
              </a:prstGeom>
              <a:ln w="0" cap="flat" cmpd="sng">
                <a:solidFill>
                  <a:srgbClr val="FF0000"/>
                </a:solidFill>
                <a:prstDash val="solid"/>
                <a:round/>
                <a:headEnd type="none" w="med" len="med"/>
                <a:tailEnd type="none" w="med" len="med"/>
              </a:ln>
            </p:spPr>
          </p:sp>
          <p:sp>
            <p:nvSpPr>
              <p:cNvPr id="67825" name="Rectangle 243"/>
              <p:cNvSpPr/>
              <p:nvPr/>
            </p:nvSpPr>
            <p:spPr>
              <a:xfrm>
                <a:off x="2395" y="1385"/>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26" name="Line 244"/>
              <p:cNvSpPr/>
              <p:nvPr/>
            </p:nvSpPr>
            <p:spPr>
              <a:xfrm>
                <a:off x="2395" y="1385"/>
                <a:ext cx="194" cy="1"/>
              </a:xfrm>
              <a:prstGeom prst="line">
                <a:avLst/>
              </a:prstGeom>
              <a:ln w="0" cap="flat" cmpd="sng">
                <a:solidFill>
                  <a:srgbClr val="FF0000"/>
                </a:solidFill>
                <a:prstDash val="solid"/>
                <a:round/>
                <a:headEnd type="none" w="med" len="med"/>
                <a:tailEnd type="none" w="med" len="med"/>
              </a:ln>
            </p:spPr>
          </p:sp>
          <p:sp>
            <p:nvSpPr>
              <p:cNvPr id="67827" name="Rectangle 245"/>
              <p:cNvSpPr/>
              <p:nvPr/>
            </p:nvSpPr>
            <p:spPr>
              <a:xfrm>
                <a:off x="2589" y="1385"/>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28" name="Line 246"/>
              <p:cNvSpPr/>
              <p:nvPr/>
            </p:nvSpPr>
            <p:spPr>
              <a:xfrm>
                <a:off x="2589" y="1385"/>
                <a:ext cx="1" cy="11"/>
              </a:xfrm>
              <a:prstGeom prst="line">
                <a:avLst/>
              </a:prstGeom>
              <a:ln w="0" cap="flat" cmpd="sng">
                <a:solidFill>
                  <a:srgbClr val="FF0000"/>
                </a:solidFill>
                <a:prstDash val="solid"/>
                <a:round/>
                <a:headEnd type="none" w="med" len="med"/>
                <a:tailEnd type="none" w="med" len="med"/>
              </a:ln>
            </p:spPr>
          </p:sp>
          <p:sp>
            <p:nvSpPr>
              <p:cNvPr id="67829" name="Rectangle 247"/>
              <p:cNvSpPr/>
              <p:nvPr/>
            </p:nvSpPr>
            <p:spPr>
              <a:xfrm>
                <a:off x="2597" y="1385"/>
                <a:ext cx="192"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30" name="Line 248"/>
              <p:cNvSpPr/>
              <p:nvPr/>
            </p:nvSpPr>
            <p:spPr>
              <a:xfrm>
                <a:off x="2597" y="1385"/>
                <a:ext cx="192" cy="1"/>
              </a:xfrm>
              <a:prstGeom prst="line">
                <a:avLst/>
              </a:prstGeom>
              <a:ln w="0" cap="flat" cmpd="sng">
                <a:solidFill>
                  <a:srgbClr val="FF0000"/>
                </a:solidFill>
                <a:prstDash val="solid"/>
                <a:round/>
                <a:headEnd type="none" w="med" len="med"/>
                <a:tailEnd type="none" w="med" len="med"/>
              </a:ln>
            </p:spPr>
          </p:sp>
          <p:sp>
            <p:nvSpPr>
              <p:cNvPr id="67831" name="Rectangle 249"/>
              <p:cNvSpPr/>
              <p:nvPr/>
            </p:nvSpPr>
            <p:spPr>
              <a:xfrm>
                <a:off x="2789" y="1385"/>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32" name="Line 250"/>
              <p:cNvSpPr/>
              <p:nvPr/>
            </p:nvSpPr>
            <p:spPr>
              <a:xfrm>
                <a:off x="2789" y="1385"/>
                <a:ext cx="1" cy="11"/>
              </a:xfrm>
              <a:prstGeom prst="line">
                <a:avLst/>
              </a:prstGeom>
              <a:ln w="0" cap="flat" cmpd="sng">
                <a:solidFill>
                  <a:srgbClr val="FF0000"/>
                </a:solidFill>
                <a:prstDash val="solid"/>
                <a:round/>
                <a:headEnd type="none" w="med" len="med"/>
                <a:tailEnd type="none" w="med" len="med"/>
              </a:ln>
            </p:spPr>
          </p:sp>
          <p:sp>
            <p:nvSpPr>
              <p:cNvPr id="67833" name="Rectangle 251"/>
              <p:cNvSpPr/>
              <p:nvPr/>
            </p:nvSpPr>
            <p:spPr>
              <a:xfrm>
                <a:off x="563" y="1396"/>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34" name="Line 252"/>
              <p:cNvSpPr/>
              <p:nvPr/>
            </p:nvSpPr>
            <p:spPr>
              <a:xfrm>
                <a:off x="563" y="1396"/>
                <a:ext cx="1" cy="286"/>
              </a:xfrm>
              <a:prstGeom prst="line">
                <a:avLst/>
              </a:prstGeom>
              <a:ln w="0" cap="flat" cmpd="sng">
                <a:solidFill>
                  <a:srgbClr val="FF0000"/>
                </a:solidFill>
                <a:prstDash val="solid"/>
                <a:round/>
                <a:headEnd type="none" w="med" len="med"/>
                <a:tailEnd type="none" w="med" len="med"/>
              </a:ln>
            </p:spPr>
          </p:sp>
          <p:sp>
            <p:nvSpPr>
              <p:cNvPr id="67835" name="Rectangle 253"/>
              <p:cNvSpPr/>
              <p:nvPr/>
            </p:nvSpPr>
            <p:spPr>
              <a:xfrm>
                <a:off x="766" y="1396"/>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36" name="Line 254"/>
              <p:cNvSpPr/>
              <p:nvPr/>
            </p:nvSpPr>
            <p:spPr>
              <a:xfrm>
                <a:off x="766" y="1396"/>
                <a:ext cx="1" cy="286"/>
              </a:xfrm>
              <a:prstGeom prst="line">
                <a:avLst/>
              </a:prstGeom>
              <a:ln w="0" cap="flat" cmpd="sng">
                <a:solidFill>
                  <a:srgbClr val="FF0000"/>
                </a:solidFill>
                <a:prstDash val="solid"/>
                <a:round/>
                <a:headEnd type="none" w="med" len="med"/>
                <a:tailEnd type="none" w="med" len="med"/>
              </a:ln>
            </p:spPr>
          </p:sp>
          <p:sp>
            <p:nvSpPr>
              <p:cNvPr id="67837" name="Rectangle 255"/>
              <p:cNvSpPr/>
              <p:nvPr/>
            </p:nvSpPr>
            <p:spPr>
              <a:xfrm>
                <a:off x="969" y="1396"/>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38" name="Line 256"/>
              <p:cNvSpPr/>
              <p:nvPr/>
            </p:nvSpPr>
            <p:spPr>
              <a:xfrm>
                <a:off x="969" y="1396"/>
                <a:ext cx="1" cy="286"/>
              </a:xfrm>
              <a:prstGeom prst="line">
                <a:avLst/>
              </a:prstGeom>
              <a:ln w="0" cap="flat" cmpd="sng">
                <a:solidFill>
                  <a:srgbClr val="FF0000"/>
                </a:solidFill>
                <a:prstDash val="solid"/>
                <a:round/>
                <a:headEnd type="none" w="med" len="med"/>
                <a:tailEnd type="none" w="med" len="med"/>
              </a:ln>
            </p:spPr>
          </p:sp>
          <p:sp>
            <p:nvSpPr>
              <p:cNvPr id="67839" name="Rectangle 257"/>
              <p:cNvSpPr/>
              <p:nvPr/>
            </p:nvSpPr>
            <p:spPr>
              <a:xfrm>
                <a:off x="1169" y="1396"/>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40" name="Line 258"/>
              <p:cNvSpPr/>
              <p:nvPr/>
            </p:nvSpPr>
            <p:spPr>
              <a:xfrm>
                <a:off x="1169" y="1396"/>
                <a:ext cx="1" cy="286"/>
              </a:xfrm>
              <a:prstGeom prst="line">
                <a:avLst/>
              </a:prstGeom>
              <a:ln w="0" cap="flat" cmpd="sng">
                <a:solidFill>
                  <a:srgbClr val="FF0000"/>
                </a:solidFill>
                <a:prstDash val="solid"/>
                <a:round/>
                <a:headEnd type="none" w="med" len="med"/>
                <a:tailEnd type="none" w="med" len="med"/>
              </a:ln>
            </p:spPr>
          </p:sp>
          <p:sp>
            <p:nvSpPr>
              <p:cNvPr id="67841" name="Rectangle 259"/>
              <p:cNvSpPr/>
              <p:nvPr/>
            </p:nvSpPr>
            <p:spPr>
              <a:xfrm>
                <a:off x="1372" y="1396"/>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42" name="Line 260"/>
              <p:cNvSpPr/>
              <p:nvPr/>
            </p:nvSpPr>
            <p:spPr>
              <a:xfrm>
                <a:off x="1372" y="1396"/>
                <a:ext cx="1" cy="286"/>
              </a:xfrm>
              <a:prstGeom prst="line">
                <a:avLst/>
              </a:prstGeom>
              <a:ln w="0" cap="flat" cmpd="sng">
                <a:solidFill>
                  <a:srgbClr val="FF0000"/>
                </a:solidFill>
                <a:prstDash val="solid"/>
                <a:round/>
                <a:headEnd type="none" w="med" len="med"/>
                <a:tailEnd type="none" w="med" len="med"/>
              </a:ln>
            </p:spPr>
          </p:sp>
          <p:sp>
            <p:nvSpPr>
              <p:cNvPr id="67843" name="Rectangle 261"/>
              <p:cNvSpPr/>
              <p:nvPr/>
            </p:nvSpPr>
            <p:spPr>
              <a:xfrm>
                <a:off x="1575" y="1396"/>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44" name="Line 262"/>
              <p:cNvSpPr/>
              <p:nvPr/>
            </p:nvSpPr>
            <p:spPr>
              <a:xfrm>
                <a:off x="1575" y="1396"/>
                <a:ext cx="1" cy="286"/>
              </a:xfrm>
              <a:prstGeom prst="line">
                <a:avLst/>
              </a:prstGeom>
              <a:ln w="0" cap="flat" cmpd="sng">
                <a:solidFill>
                  <a:srgbClr val="FF0000"/>
                </a:solidFill>
                <a:prstDash val="solid"/>
                <a:round/>
                <a:headEnd type="none" w="med" len="med"/>
                <a:tailEnd type="none" w="med" len="med"/>
              </a:ln>
            </p:spPr>
          </p:sp>
          <p:sp>
            <p:nvSpPr>
              <p:cNvPr id="67845" name="Rectangle 263"/>
              <p:cNvSpPr/>
              <p:nvPr/>
            </p:nvSpPr>
            <p:spPr>
              <a:xfrm>
                <a:off x="1778" y="1396"/>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46" name="Line 264"/>
              <p:cNvSpPr/>
              <p:nvPr/>
            </p:nvSpPr>
            <p:spPr>
              <a:xfrm>
                <a:off x="1778" y="1396"/>
                <a:ext cx="1" cy="286"/>
              </a:xfrm>
              <a:prstGeom prst="line">
                <a:avLst/>
              </a:prstGeom>
              <a:ln w="0" cap="flat" cmpd="sng">
                <a:solidFill>
                  <a:srgbClr val="FF0000"/>
                </a:solidFill>
                <a:prstDash val="solid"/>
                <a:round/>
                <a:headEnd type="none" w="med" len="med"/>
                <a:tailEnd type="none" w="med" len="med"/>
              </a:ln>
            </p:spPr>
          </p:sp>
          <p:sp>
            <p:nvSpPr>
              <p:cNvPr id="67847" name="Rectangle 265"/>
              <p:cNvSpPr/>
              <p:nvPr/>
            </p:nvSpPr>
            <p:spPr>
              <a:xfrm>
                <a:off x="1980" y="1396"/>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48" name="Line 266"/>
              <p:cNvSpPr/>
              <p:nvPr/>
            </p:nvSpPr>
            <p:spPr>
              <a:xfrm>
                <a:off x="1980" y="1396"/>
                <a:ext cx="1" cy="286"/>
              </a:xfrm>
              <a:prstGeom prst="line">
                <a:avLst/>
              </a:prstGeom>
              <a:ln w="0" cap="flat" cmpd="sng">
                <a:solidFill>
                  <a:srgbClr val="FF0000"/>
                </a:solidFill>
                <a:prstDash val="solid"/>
                <a:round/>
                <a:headEnd type="none" w="med" len="med"/>
                <a:tailEnd type="none" w="med" len="med"/>
              </a:ln>
            </p:spPr>
          </p:sp>
          <p:sp>
            <p:nvSpPr>
              <p:cNvPr id="67849" name="Rectangle 267"/>
              <p:cNvSpPr/>
              <p:nvPr/>
            </p:nvSpPr>
            <p:spPr>
              <a:xfrm>
                <a:off x="2183" y="1396"/>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50" name="Line 268"/>
              <p:cNvSpPr/>
              <p:nvPr/>
            </p:nvSpPr>
            <p:spPr>
              <a:xfrm>
                <a:off x="2183" y="1396"/>
                <a:ext cx="1" cy="286"/>
              </a:xfrm>
              <a:prstGeom prst="line">
                <a:avLst/>
              </a:prstGeom>
              <a:ln w="0" cap="flat" cmpd="sng">
                <a:solidFill>
                  <a:srgbClr val="FF0000"/>
                </a:solidFill>
                <a:prstDash val="solid"/>
                <a:round/>
                <a:headEnd type="none" w="med" len="med"/>
                <a:tailEnd type="none" w="med" len="med"/>
              </a:ln>
            </p:spPr>
          </p:sp>
          <p:sp>
            <p:nvSpPr>
              <p:cNvPr id="67851" name="Rectangle 269"/>
              <p:cNvSpPr/>
              <p:nvPr/>
            </p:nvSpPr>
            <p:spPr>
              <a:xfrm>
                <a:off x="2386" y="1396"/>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52" name="Line 270"/>
              <p:cNvSpPr/>
              <p:nvPr/>
            </p:nvSpPr>
            <p:spPr>
              <a:xfrm>
                <a:off x="2386" y="1396"/>
                <a:ext cx="1" cy="286"/>
              </a:xfrm>
              <a:prstGeom prst="line">
                <a:avLst/>
              </a:prstGeom>
              <a:ln w="0" cap="flat" cmpd="sng">
                <a:solidFill>
                  <a:srgbClr val="FF0000"/>
                </a:solidFill>
                <a:prstDash val="solid"/>
                <a:round/>
                <a:headEnd type="none" w="med" len="med"/>
                <a:tailEnd type="none" w="med" len="med"/>
              </a:ln>
            </p:spPr>
          </p:sp>
          <p:sp>
            <p:nvSpPr>
              <p:cNvPr id="67853" name="Rectangle 271"/>
              <p:cNvSpPr/>
              <p:nvPr/>
            </p:nvSpPr>
            <p:spPr>
              <a:xfrm>
                <a:off x="2589" y="1396"/>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54" name="Line 272"/>
              <p:cNvSpPr/>
              <p:nvPr/>
            </p:nvSpPr>
            <p:spPr>
              <a:xfrm>
                <a:off x="2589" y="1396"/>
                <a:ext cx="1" cy="286"/>
              </a:xfrm>
              <a:prstGeom prst="line">
                <a:avLst/>
              </a:prstGeom>
              <a:ln w="0" cap="flat" cmpd="sng">
                <a:solidFill>
                  <a:srgbClr val="FF0000"/>
                </a:solidFill>
                <a:prstDash val="solid"/>
                <a:round/>
                <a:headEnd type="none" w="med" len="med"/>
                <a:tailEnd type="none" w="med" len="med"/>
              </a:ln>
            </p:spPr>
          </p:sp>
          <p:sp>
            <p:nvSpPr>
              <p:cNvPr id="67855" name="Rectangle 273"/>
              <p:cNvSpPr/>
              <p:nvPr/>
            </p:nvSpPr>
            <p:spPr>
              <a:xfrm>
                <a:off x="2789" y="1396"/>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56" name="Line 274"/>
              <p:cNvSpPr/>
              <p:nvPr/>
            </p:nvSpPr>
            <p:spPr>
              <a:xfrm>
                <a:off x="2789" y="1396"/>
                <a:ext cx="1" cy="286"/>
              </a:xfrm>
              <a:prstGeom prst="line">
                <a:avLst/>
              </a:prstGeom>
              <a:ln w="0" cap="flat" cmpd="sng">
                <a:solidFill>
                  <a:srgbClr val="FF0000"/>
                </a:solidFill>
                <a:prstDash val="solid"/>
                <a:round/>
                <a:headEnd type="none" w="med" len="med"/>
                <a:tailEnd type="none" w="med" len="med"/>
              </a:ln>
            </p:spPr>
          </p:sp>
          <p:sp>
            <p:nvSpPr>
              <p:cNvPr id="67857" name="Rectangle 275"/>
              <p:cNvSpPr/>
              <p:nvPr/>
            </p:nvSpPr>
            <p:spPr>
              <a:xfrm>
                <a:off x="671"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67858" name="Group 276"/>
            <p:cNvGrpSpPr/>
            <p:nvPr/>
          </p:nvGrpSpPr>
          <p:grpSpPr>
            <a:xfrm>
              <a:off x="563" y="1682"/>
              <a:ext cx="2263" cy="774"/>
              <a:chOff x="563" y="1682"/>
              <a:chExt cx="2263" cy="774"/>
            </a:xfrm>
          </p:grpSpPr>
          <p:sp>
            <p:nvSpPr>
              <p:cNvPr id="67859" name="Rectangle 277"/>
              <p:cNvSpPr/>
              <p:nvPr/>
            </p:nvSpPr>
            <p:spPr>
              <a:xfrm>
                <a:off x="73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60" name="Rectangle 278"/>
              <p:cNvSpPr/>
              <p:nvPr/>
            </p:nvSpPr>
            <p:spPr>
              <a:xfrm>
                <a:off x="874"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861" name="Rectangle 279"/>
              <p:cNvSpPr/>
              <p:nvPr/>
            </p:nvSpPr>
            <p:spPr>
              <a:xfrm>
                <a:off x="939"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62" name="Rectangle 280"/>
              <p:cNvSpPr/>
              <p:nvPr/>
            </p:nvSpPr>
            <p:spPr>
              <a:xfrm>
                <a:off x="107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863" name="Rectangle 281"/>
              <p:cNvSpPr/>
              <p:nvPr/>
            </p:nvSpPr>
            <p:spPr>
              <a:xfrm>
                <a:off x="1142"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64" name="Rectangle 282"/>
              <p:cNvSpPr/>
              <p:nvPr/>
            </p:nvSpPr>
            <p:spPr>
              <a:xfrm>
                <a:off x="1279"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865" name="Rectangle 283"/>
              <p:cNvSpPr/>
              <p:nvPr/>
            </p:nvSpPr>
            <p:spPr>
              <a:xfrm>
                <a:off x="1345"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66" name="Rectangle 284"/>
              <p:cNvSpPr/>
              <p:nvPr/>
            </p:nvSpPr>
            <p:spPr>
              <a:xfrm>
                <a:off x="1482"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867" name="Rectangle 285"/>
              <p:cNvSpPr/>
              <p:nvPr/>
            </p:nvSpPr>
            <p:spPr>
              <a:xfrm>
                <a:off x="1548"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68" name="Rectangle 286"/>
              <p:cNvSpPr/>
              <p:nvPr/>
            </p:nvSpPr>
            <p:spPr>
              <a:xfrm>
                <a:off x="1685"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869" name="Rectangle 287"/>
              <p:cNvSpPr/>
              <p:nvPr/>
            </p:nvSpPr>
            <p:spPr>
              <a:xfrm>
                <a:off x="1751"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70" name="Rectangle 288"/>
              <p:cNvSpPr/>
              <p:nvPr/>
            </p:nvSpPr>
            <p:spPr>
              <a:xfrm>
                <a:off x="1888"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871" name="Rectangle 289"/>
              <p:cNvSpPr/>
              <p:nvPr/>
            </p:nvSpPr>
            <p:spPr>
              <a:xfrm>
                <a:off x="1954"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72" name="Rectangle 290"/>
              <p:cNvSpPr/>
              <p:nvPr/>
            </p:nvSpPr>
            <p:spPr>
              <a:xfrm>
                <a:off x="2088"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873" name="Rectangle 291"/>
              <p:cNvSpPr/>
              <p:nvPr/>
            </p:nvSpPr>
            <p:spPr>
              <a:xfrm>
                <a:off x="2153"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74" name="Rectangle 292"/>
              <p:cNvSpPr/>
              <p:nvPr/>
            </p:nvSpPr>
            <p:spPr>
              <a:xfrm>
                <a:off x="2291"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875" name="Rectangle 293"/>
              <p:cNvSpPr/>
              <p:nvPr/>
            </p:nvSpPr>
            <p:spPr>
              <a:xfrm>
                <a:off x="235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76" name="Rectangle 294"/>
              <p:cNvSpPr/>
              <p:nvPr/>
            </p:nvSpPr>
            <p:spPr>
              <a:xfrm>
                <a:off x="2493"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877" name="Rectangle 295"/>
              <p:cNvSpPr/>
              <p:nvPr/>
            </p:nvSpPr>
            <p:spPr>
              <a:xfrm>
                <a:off x="2559"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78" name="Rectangle 296"/>
              <p:cNvSpPr/>
              <p:nvPr/>
            </p:nvSpPr>
            <p:spPr>
              <a:xfrm>
                <a:off x="269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879" name="Rectangle 297"/>
              <p:cNvSpPr/>
              <p:nvPr/>
            </p:nvSpPr>
            <p:spPr>
              <a:xfrm>
                <a:off x="2762"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80" name="Rectangle 298"/>
              <p:cNvSpPr/>
              <p:nvPr/>
            </p:nvSpPr>
            <p:spPr>
              <a:xfrm>
                <a:off x="563"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81" name="Line 299"/>
              <p:cNvSpPr/>
              <p:nvPr/>
            </p:nvSpPr>
            <p:spPr>
              <a:xfrm>
                <a:off x="563" y="1682"/>
                <a:ext cx="1" cy="11"/>
              </a:xfrm>
              <a:prstGeom prst="line">
                <a:avLst/>
              </a:prstGeom>
              <a:ln w="0" cap="flat" cmpd="sng">
                <a:solidFill>
                  <a:srgbClr val="FF0000"/>
                </a:solidFill>
                <a:prstDash val="solid"/>
                <a:round/>
                <a:headEnd type="none" w="med" len="med"/>
                <a:tailEnd type="none" w="med" len="med"/>
              </a:ln>
            </p:spPr>
          </p:sp>
          <p:sp>
            <p:nvSpPr>
              <p:cNvPr id="67882" name="Rectangle 300"/>
              <p:cNvSpPr/>
              <p:nvPr/>
            </p:nvSpPr>
            <p:spPr>
              <a:xfrm>
                <a:off x="572"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83" name="Line 301"/>
              <p:cNvSpPr/>
              <p:nvPr/>
            </p:nvSpPr>
            <p:spPr>
              <a:xfrm>
                <a:off x="572" y="1682"/>
                <a:ext cx="194" cy="1"/>
              </a:xfrm>
              <a:prstGeom prst="line">
                <a:avLst/>
              </a:prstGeom>
              <a:ln w="0" cap="flat" cmpd="sng">
                <a:solidFill>
                  <a:srgbClr val="FF0000"/>
                </a:solidFill>
                <a:prstDash val="solid"/>
                <a:round/>
                <a:headEnd type="none" w="med" len="med"/>
                <a:tailEnd type="none" w="med" len="med"/>
              </a:ln>
            </p:spPr>
          </p:sp>
          <p:sp>
            <p:nvSpPr>
              <p:cNvPr id="67884" name="Rectangle 302"/>
              <p:cNvSpPr/>
              <p:nvPr/>
            </p:nvSpPr>
            <p:spPr>
              <a:xfrm>
                <a:off x="766"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85" name="Line 303"/>
              <p:cNvSpPr/>
              <p:nvPr/>
            </p:nvSpPr>
            <p:spPr>
              <a:xfrm>
                <a:off x="766" y="1682"/>
                <a:ext cx="1" cy="11"/>
              </a:xfrm>
              <a:prstGeom prst="line">
                <a:avLst/>
              </a:prstGeom>
              <a:ln w="0" cap="flat" cmpd="sng">
                <a:solidFill>
                  <a:srgbClr val="FF0000"/>
                </a:solidFill>
                <a:prstDash val="solid"/>
                <a:round/>
                <a:headEnd type="none" w="med" len="med"/>
                <a:tailEnd type="none" w="med" len="med"/>
              </a:ln>
            </p:spPr>
          </p:sp>
          <p:sp>
            <p:nvSpPr>
              <p:cNvPr id="67886" name="Rectangle 304"/>
              <p:cNvSpPr/>
              <p:nvPr/>
            </p:nvSpPr>
            <p:spPr>
              <a:xfrm>
                <a:off x="775"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87" name="Line 305"/>
              <p:cNvSpPr/>
              <p:nvPr/>
            </p:nvSpPr>
            <p:spPr>
              <a:xfrm>
                <a:off x="775" y="1682"/>
                <a:ext cx="194" cy="1"/>
              </a:xfrm>
              <a:prstGeom prst="line">
                <a:avLst/>
              </a:prstGeom>
              <a:ln w="0" cap="flat" cmpd="sng">
                <a:solidFill>
                  <a:srgbClr val="FF0000"/>
                </a:solidFill>
                <a:prstDash val="solid"/>
                <a:round/>
                <a:headEnd type="none" w="med" len="med"/>
                <a:tailEnd type="none" w="med" len="med"/>
              </a:ln>
            </p:spPr>
          </p:sp>
          <p:sp>
            <p:nvSpPr>
              <p:cNvPr id="67888" name="Rectangle 306"/>
              <p:cNvSpPr/>
              <p:nvPr/>
            </p:nvSpPr>
            <p:spPr>
              <a:xfrm>
                <a:off x="969"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89" name="Line 307"/>
              <p:cNvSpPr/>
              <p:nvPr/>
            </p:nvSpPr>
            <p:spPr>
              <a:xfrm>
                <a:off x="969" y="1682"/>
                <a:ext cx="1" cy="11"/>
              </a:xfrm>
              <a:prstGeom prst="line">
                <a:avLst/>
              </a:prstGeom>
              <a:ln w="0" cap="flat" cmpd="sng">
                <a:solidFill>
                  <a:srgbClr val="FF0000"/>
                </a:solidFill>
                <a:prstDash val="solid"/>
                <a:round/>
                <a:headEnd type="none" w="med" len="med"/>
                <a:tailEnd type="none" w="med" len="med"/>
              </a:ln>
            </p:spPr>
          </p:sp>
          <p:sp>
            <p:nvSpPr>
              <p:cNvPr id="67890" name="Rectangle 308"/>
              <p:cNvSpPr/>
              <p:nvPr/>
            </p:nvSpPr>
            <p:spPr>
              <a:xfrm>
                <a:off x="978" y="1682"/>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91" name="Line 309"/>
              <p:cNvSpPr/>
              <p:nvPr/>
            </p:nvSpPr>
            <p:spPr>
              <a:xfrm>
                <a:off x="978" y="1682"/>
                <a:ext cx="191" cy="1"/>
              </a:xfrm>
              <a:prstGeom prst="line">
                <a:avLst/>
              </a:prstGeom>
              <a:ln w="0" cap="flat" cmpd="sng">
                <a:solidFill>
                  <a:srgbClr val="FF0000"/>
                </a:solidFill>
                <a:prstDash val="solid"/>
                <a:round/>
                <a:headEnd type="none" w="med" len="med"/>
                <a:tailEnd type="none" w="med" len="med"/>
              </a:ln>
            </p:spPr>
          </p:sp>
          <p:sp>
            <p:nvSpPr>
              <p:cNvPr id="67892" name="Rectangle 310"/>
              <p:cNvSpPr/>
              <p:nvPr/>
            </p:nvSpPr>
            <p:spPr>
              <a:xfrm>
                <a:off x="1169"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93" name="Line 311"/>
              <p:cNvSpPr/>
              <p:nvPr/>
            </p:nvSpPr>
            <p:spPr>
              <a:xfrm>
                <a:off x="1169" y="1682"/>
                <a:ext cx="1" cy="11"/>
              </a:xfrm>
              <a:prstGeom prst="line">
                <a:avLst/>
              </a:prstGeom>
              <a:ln w="0" cap="flat" cmpd="sng">
                <a:solidFill>
                  <a:srgbClr val="FF0000"/>
                </a:solidFill>
                <a:prstDash val="solid"/>
                <a:round/>
                <a:headEnd type="none" w="med" len="med"/>
                <a:tailEnd type="none" w="med" len="med"/>
              </a:ln>
            </p:spPr>
          </p:sp>
          <p:sp>
            <p:nvSpPr>
              <p:cNvPr id="67894" name="Rectangle 312"/>
              <p:cNvSpPr/>
              <p:nvPr/>
            </p:nvSpPr>
            <p:spPr>
              <a:xfrm>
                <a:off x="1178"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95" name="Line 313"/>
              <p:cNvSpPr/>
              <p:nvPr/>
            </p:nvSpPr>
            <p:spPr>
              <a:xfrm>
                <a:off x="1178" y="1682"/>
                <a:ext cx="194" cy="1"/>
              </a:xfrm>
              <a:prstGeom prst="line">
                <a:avLst/>
              </a:prstGeom>
              <a:ln w="0" cap="flat" cmpd="sng">
                <a:solidFill>
                  <a:srgbClr val="FF0000"/>
                </a:solidFill>
                <a:prstDash val="solid"/>
                <a:round/>
                <a:headEnd type="none" w="med" len="med"/>
                <a:tailEnd type="none" w="med" len="med"/>
              </a:ln>
            </p:spPr>
          </p:sp>
          <p:sp>
            <p:nvSpPr>
              <p:cNvPr id="67896" name="Rectangle 314"/>
              <p:cNvSpPr/>
              <p:nvPr/>
            </p:nvSpPr>
            <p:spPr>
              <a:xfrm>
                <a:off x="1372"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97" name="Line 315"/>
              <p:cNvSpPr/>
              <p:nvPr/>
            </p:nvSpPr>
            <p:spPr>
              <a:xfrm>
                <a:off x="1372" y="1682"/>
                <a:ext cx="1" cy="11"/>
              </a:xfrm>
              <a:prstGeom prst="line">
                <a:avLst/>
              </a:prstGeom>
              <a:ln w="0" cap="flat" cmpd="sng">
                <a:solidFill>
                  <a:srgbClr val="FF0000"/>
                </a:solidFill>
                <a:prstDash val="solid"/>
                <a:round/>
                <a:headEnd type="none" w="med" len="med"/>
                <a:tailEnd type="none" w="med" len="med"/>
              </a:ln>
            </p:spPr>
          </p:sp>
          <p:sp>
            <p:nvSpPr>
              <p:cNvPr id="67898" name="Rectangle 316"/>
              <p:cNvSpPr/>
              <p:nvPr/>
            </p:nvSpPr>
            <p:spPr>
              <a:xfrm>
                <a:off x="1380" y="1682"/>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99" name="Line 317"/>
              <p:cNvSpPr/>
              <p:nvPr/>
            </p:nvSpPr>
            <p:spPr>
              <a:xfrm>
                <a:off x="1380" y="1682"/>
                <a:ext cx="195" cy="1"/>
              </a:xfrm>
              <a:prstGeom prst="line">
                <a:avLst/>
              </a:prstGeom>
              <a:ln w="0" cap="flat" cmpd="sng">
                <a:solidFill>
                  <a:srgbClr val="FF0000"/>
                </a:solidFill>
                <a:prstDash val="solid"/>
                <a:round/>
                <a:headEnd type="none" w="med" len="med"/>
                <a:tailEnd type="none" w="med" len="med"/>
              </a:ln>
            </p:spPr>
          </p:sp>
          <p:sp>
            <p:nvSpPr>
              <p:cNvPr id="67900" name="Rectangle 318"/>
              <p:cNvSpPr/>
              <p:nvPr/>
            </p:nvSpPr>
            <p:spPr>
              <a:xfrm>
                <a:off x="1575"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01" name="Line 319"/>
              <p:cNvSpPr/>
              <p:nvPr/>
            </p:nvSpPr>
            <p:spPr>
              <a:xfrm>
                <a:off x="1575" y="1682"/>
                <a:ext cx="1" cy="11"/>
              </a:xfrm>
              <a:prstGeom prst="line">
                <a:avLst/>
              </a:prstGeom>
              <a:ln w="0" cap="flat" cmpd="sng">
                <a:solidFill>
                  <a:srgbClr val="FF0000"/>
                </a:solidFill>
                <a:prstDash val="solid"/>
                <a:round/>
                <a:headEnd type="none" w="med" len="med"/>
                <a:tailEnd type="none" w="med" len="med"/>
              </a:ln>
            </p:spPr>
          </p:sp>
          <p:sp>
            <p:nvSpPr>
              <p:cNvPr id="67902" name="Rectangle 320"/>
              <p:cNvSpPr/>
              <p:nvPr/>
            </p:nvSpPr>
            <p:spPr>
              <a:xfrm>
                <a:off x="1583" y="1682"/>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03" name="Line 321"/>
              <p:cNvSpPr/>
              <p:nvPr/>
            </p:nvSpPr>
            <p:spPr>
              <a:xfrm>
                <a:off x="1583" y="1682"/>
                <a:ext cx="195" cy="1"/>
              </a:xfrm>
              <a:prstGeom prst="line">
                <a:avLst/>
              </a:prstGeom>
              <a:ln w="0" cap="flat" cmpd="sng">
                <a:solidFill>
                  <a:srgbClr val="FF0000"/>
                </a:solidFill>
                <a:prstDash val="solid"/>
                <a:round/>
                <a:headEnd type="none" w="med" len="med"/>
                <a:tailEnd type="none" w="med" len="med"/>
              </a:ln>
            </p:spPr>
          </p:sp>
          <p:sp>
            <p:nvSpPr>
              <p:cNvPr id="67904" name="Rectangle 322"/>
              <p:cNvSpPr/>
              <p:nvPr/>
            </p:nvSpPr>
            <p:spPr>
              <a:xfrm>
                <a:off x="1778"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05" name="Line 323"/>
              <p:cNvSpPr/>
              <p:nvPr/>
            </p:nvSpPr>
            <p:spPr>
              <a:xfrm>
                <a:off x="1778" y="1682"/>
                <a:ext cx="1" cy="11"/>
              </a:xfrm>
              <a:prstGeom prst="line">
                <a:avLst/>
              </a:prstGeom>
              <a:ln w="0" cap="flat" cmpd="sng">
                <a:solidFill>
                  <a:srgbClr val="FF0000"/>
                </a:solidFill>
                <a:prstDash val="solid"/>
                <a:round/>
                <a:headEnd type="none" w="med" len="med"/>
                <a:tailEnd type="none" w="med" len="med"/>
              </a:ln>
            </p:spPr>
          </p:sp>
          <p:sp>
            <p:nvSpPr>
              <p:cNvPr id="67906" name="Rectangle 324"/>
              <p:cNvSpPr/>
              <p:nvPr/>
            </p:nvSpPr>
            <p:spPr>
              <a:xfrm>
                <a:off x="1786"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07" name="Line 325"/>
              <p:cNvSpPr/>
              <p:nvPr/>
            </p:nvSpPr>
            <p:spPr>
              <a:xfrm>
                <a:off x="1786" y="1682"/>
                <a:ext cx="194" cy="1"/>
              </a:xfrm>
              <a:prstGeom prst="line">
                <a:avLst/>
              </a:prstGeom>
              <a:ln w="0" cap="flat" cmpd="sng">
                <a:solidFill>
                  <a:srgbClr val="FF0000"/>
                </a:solidFill>
                <a:prstDash val="solid"/>
                <a:round/>
                <a:headEnd type="none" w="med" len="med"/>
                <a:tailEnd type="none" w="med" len="med"/>
              </a:ln>
            </p:spPr>
          </p:sp>
          <p:sp>
            <p:nvSpPr>
              <p:cNvPr id="67908" name="Rectangle 326"/>
              <p:cNvSpPr/>
              <p:nvPr/>
            </p:nvSpPr>
            <p:spPr>
              <a:xfrm>
                <a:off x="1980"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09" name="Line 327"/>
              <p:cNvSpPr/>
              <p:nvPr/>
            </p:nvSpPr>
            <p:spPr>
              <a:xfrm>
                <a:off x="1980" y="1682"/>
                <a:ext cx="1" cy="11"/>
              </a:xfrm>
              <a:prstGeom prst="line">
                <a:avLst/>
              </a:prstGeom>
              <a:ln w="0" cap="flat" cmpd="sng">
                <a:solidFill>
                  <a:srgbClr val="FF0000"/>
                </a:solidFill>
                <a:prstDash val="solid"/>
                <a:round/>
                <a:headEnd type="none" w="med" len="med"/>
                <a:tailEnd type="none" w="med" len="med"/>
              </a:ln>
            </p:spPr>
          </p:sp>
          <p:sp>
            <p:nvSpPr>
              <p:cNvPr id="67910" name="Rectangle 328"/>
              <p:cNvSpPr/>
              <p:nvPr/>
            </p:nvSpPr>
            <p:spPr>
              <a:xfrm>
                <a:off x="1989"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11" name="Line 329"/>
              <p:cNvSpPr/>
              <p:nvPr/>
            </p:nvSpPr>
            <p:spPr>
              <a:xfrm>
                <a:off x="1989" y="1682"/>
                <a:ext cx="194" cy="1"/>
              </a:xfrm>
              <a:prstGeom prst="line">
                <a:avLst/>
              </a:prstGeom>
              <a:ln w="0" cap="flat" cmpd="sng">
                <a:solidFill>
                  <a:srgbClr val="FF0000"/>
                </a:solidFill>
                <a:prstDash val="solid"/>
                <a:round/>
                <a:headEnd type="none" w="med" len="med"/>
                <a:tailEnd type="none" w="med" len="med"/>
              </a:ln>
            </p:spPr>
          </p:sp>
          <p:sp>
            <p:nvSpPr>
              <p:cNvPr id="67912" name="Rectangle 330"/>
              <p:cNvSpPr/>
              <p:nvPr/>
            </p:nvSpPr>
            <p:spPr>
              <a:xfrm>
                <a:off x="2183"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13" name="Line 331"/>
              <p:cNvSpPr/>
              <p:nvPr/>
            </p:nvSpPr>
            <p:spPr>
              <a:xfrm>
                <a:off x="2183" y="1682"/>
                <a:ext cx="1" cy="11"/>
              </a:xfrm>
              <a:prstGeom prst="line">
                <a:avLst/>
              </a:prstGeom>
              <a:ln w="0" cap="flat" cmpd="sng">
                <a:solidFill>
                  <a:srgbClr val="FF0000"/>
                </a:solidFill>
                <a:prstDash val="solid"/>
                <a:round/>
                <a:headEnd type="none" w="med" len="med"/>
                <a:tailEnd type="none" w="med" len="med"/>
              </a:ln>
            </p:spPr>
          </p:sp>
          <p:sp>
            <p:nvSpPr>
              <p:cNvPr id="67914" name="Rectangle 332"/>
              <p:cNvSpPr/>
              <p:nvPr/>
            </p:nvSpPr>
            <p:spPr>
              <a:xfrm>
                <a:off x="2192"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15" name="Line 333"/>
              <p:cNvSpPr/>
              <p:nvPr/>
            </p:nvSpPr>
            <p:spPr>
              <a:xfrm>
                <a:off x="2192" y="1682"/>
                <a:ext cx="194" cy="1"/>
              </a:xfrm>
              <a:prstGeom prst="line">
                <a:avLst/>
              </a:prstGeom>
              <a:ln w="0" cap="flat" cmpd="sng">
                <a:solidFill>
                  <a:srgbClr val="FF0000"/>
                </a:solidFill>
                <a:prstDash val="solid"/>
                <a:round/>
                <a:headEnd type="none" w="med" len="med"/>
                <a:tailEnd type="none" w="med" len="med"/>
              </a:ln>
            </p:spPr>
          </p:sp>
          <p:sp>
            <p:nvSpPr>
              <p:cNvPr id="67916" name="Rectangle 334"/>
              <p:cNvSpPr/>
              <p:nvPr/>
            </p:nvSpPr>
            <p:spPr>
              <a:xfrm>
                <a:off x="2386"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17" name="Line 335"/>
              <p:cNvSpPr/>
              <p:nvPr/>
            </p:nvSpPr>
            <p:spPr>
              <a:xfrm>
                <a:off x="2386" y="1682"/>
                <a:ext cx="1" cy="11"/>
              </a:xfrm>
              <a:prstGeom prst="line">
                <a:avLst/>
              </a:prstGeom>
              <a:ln w="0" cap="flat" cmpd="sng">
                <a:solidFill>
                  <a:srgbClr val="FF0000"/>
                </a:solidFill>
                <a:prstDash val="solid"/>
                <a:round/>
                <a:headEnd type="none" w="med" len="med"/>
                <a:tailEnd type="none" w="med" len="med"/>
              </a:ln>
            </p:spPr>
          </p:sp>
          <p:sp>
            <p:nvSpPr>
              <p:cNvPr id="67918" name="Rectangle 336"/>
              <p:cNvSpPr/>
              <p:nvPr/>
            </p:nvSpPr>
            <p:spPr>
              <a:xfrm>
                <a:off x="2395"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19" name="Line 337"/>
              <p:cNvSpPr/>
              <p:nvPr/>
            </p:nvSpPr>
            <p:spPr>
              <a:xfrm>
                <a:off x="2395" y="1682"/>
                <a:ext cx="194" cy="1"/>
              </a:xfrm>
              <a:prstGeom prst="line">
                <a:avLst/>
              </a:prstGeom>
              <a:ln w="0" cap="flat" cmpd="sng">
                <a:solidFill>
                  <a:srgbClr val="FF0000"/>
                </a:solidFill>
                <a:prstDash val="solid"/>
                <a:round/>
                <a:headEnd type="none" w="med" len="med"/>
                <a:tailEnd type="none" w="med" len="med"/>
              </a:ln>
            </p:spPr>
          </p:sp>
          <p:sp>
            <p:nvSpPr>
              <p:cNvPr id="67920" name="Rectangle 338"/>
              <p:cNvSpPr/>
              <p:nvPr/>
            </p:nvSpPr>
            <p:spPr>
              <a:xfrm>
                <a:off x="2589"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21" name="Line 339"/>
              <p:cNvSpPr/>
              <p:nvPr/>
            </p:nvSpPr>
            <p:spPr>
              <a:xfrm>
                <a:off x="2589" y="1682"/>
                <a:ext cx="1" cy="11"/>
              </a:xfrm>
              <a:prstGeom prst="line">
                <a:avLst/>
              </a:prstGeom>
              <a:ln w="0" cap="flat" cmpd="sng">
                <a:solidFill>
                  <a:srgbClr val="FF0000"/>
                </a:solidFill>
                <a:prstDash val="solid"/>
                <a:round/>
                <a:headEnd type="none" w="med" len="med"/>
                <a:tailEnd type="none" w="med" len="med"/>
              </a:ln>
            </p:spPr>
          </p:sp>
          <p:sp>
            <p:nvSpPr>
              <p:cNvPr id="67922" name="Rectangle 340"/>
              <p:cNvSpPr/>
              <p:nvPr/>
            </p:nvSpPr>
            <p:spPr>
              <a:xfrm>
                <a:off x="2597" y="1682"/>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23" name="Line 341"/>
              <p:cNvSpPr/>
              <p:nvPr/>
            </p:nvSpPr>
            <p:spPr>
              <a:xfrm>
                <a:off x="2597" y="1682"/>
                <a:ext cx="192" cy="1"/>
              </a:xfrm>
              <a:prstGeom prst="line">
                <a:avLst/>
              </a:prstGeom>
              <a:ln w="0" cap="flat" cmpd="sng">
                <a:solidFill>
                  <a:srgbClr val="FF0000"/>
                </a:solidFill>
                <a:prstDash val="solid"/>
                <a:round/>
                <a:headEnd type="none" w="med" len="med"/>
                <a:tailEnd type="none" w="med" len="med"/>
              </a:ln>
            </p:spPr>
          </p:sp>
          <p:sp>
            <p:nvSpPr>
              <p:cNvPr id="67924" name="Rectangle 342"/>
              <p:cNvSpPr/>
              <p:nvPr/>
            </p:nvSpPr>
            <p:spPr>
              <a:xfrm>
                <a:off x="2789"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25" name="Line 343"/>
              <p:cNvSpPr/>
              <p:nvPr/>
            </p:nvSpPr>
            <p:spPr>
              <a:xfrm>
                <a:off x="2789" y="1682"/>
                <a:ext cx="1" cy="11"/>
              </a:xfrm>
              <a:prstGeom prst="line">
                <a:avLst/>
              </a:prstGeom>
              <a:ln w="0" cap="flat" cmpd="sng">
                <a:solidFill>
                  <a:srgbClr val="FF0000"/>
                </a:solidFill>
                <a:prstDash val="solid"/>
                <a:round/>
                <a:headEnd type="none" w="med" len="med"/>
                <a:tailEnd type="none" w="med" len="med"/>
              </a:ln>
            </p:spPr>
          </p:sp>
          <p:sp>
            <p:nvSpPr>
              <p:cNvPr id="67926" name="Rectangle 344"/>
              <p:cNvSpPr/>
              <p:nvPr/>
            </p:nvSpPr>
            <p:spPr>
              <a:xfrm>
                <a:off x="563"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27" name="Line 345"/>
              <p:cNvSpPr/>
              <p:nvPr/>
            </p:nvSpPr>
            <p:spPr>
              <a:xfrm>
                <a:off x="563" y="1693"/>
                <a:ext cx="1" cy="286"/>
              </a:xfrm>
              <a:prstGeom prst="line">
                <a:avLst/>
              </a:prstGeom>
              <a:ln w="0" cap="flat" cmpd="sng">
                <a:solidFill>
                  <a:srgbClr val="FF0000"/>
                </a:solidFill>
                <a:prstDash val="solid"/>
                <a:round/>
                <a:headEnd type="none" w="med" len="med"/>
                <a:tailEnd type="none" w="med" len="med"/>
              </a:ln>
            </p:spPr>
          </p:sp>
          <p:sp>
            <p:nvSpPr>
              <p:cNvPr id="67928" name="Rectangle 346"/>
              <p:cNvSpPr/>
              <p:nvPr/>
            </p:nvSpPr>
            <p:spPr>
              <a:xfrm>
                <a:off x="766"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29" name="Line 347"/>
              <p:cNvSpPr/>
              <p:nvPr/>
            </p:nvSpPr>
            <p:spPr>
              <a:xfrm>
                <a:off x="766" y="1693"/>
                <a:ext cx="1" cy="286"/>
              </a:xfrm>
              <a:prstGeom prst="line">
                <a:avLst/>
              </a:prstGeom>
              <a:ln w="0" cap="flat" cmpd="sng">
                <a:solidFill>
                  <a:srgbClr val="FF0000"/>
                </a:solidFill>
                <a:prstDash val="solid"/>
                <a:round/>
                <a:headEnd type="none" w="med" len="med"/>
                <a:tailEnd type="none" w="med" len="med"/>
              </a:ln>
            </p:spPr>
          </p:sp>
          <p:sp>
            <p:nvSpPr>
              <p:cNvPr id="67930" name="Rectangle 348"/>
              <p:cNvSpPr/>
              <p:nvPr/>
            </p:nvSpPr>
            <p:spPr>
              <a:xfrm>
                <a:off x="969"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31" name="Line 349"/>
              <p:cNvSpPr/>
              <p:nvPr/>
            </p:nvSpPr>
            <p:spPr>
              <a:xfrm>
                <a:off x="969" y="1693"/>
                <a:ext cx="1" cy="286"/>
              </a:xfrm>
              <a:prstGeom prst="line">
                <a:avLst/>
              </a:prstGeom>
              <a:ln w="0" cap="flat" cmpd="sng">
                <a:solidFill>
                  <a:srgbClr val="FF0000"/>
                </a:solidFill>
                <a:prstDash val="solid"/>
                <a:round/>
                <a:headEnd type="none" w="med" len="med"/>
                <a:tailEnd type="none" w="med" len="med"/>
              </a:ln>
            </p:spPr>
          </p:sp>
          <p:sp>
            <p:nvSpPr>
              <p:cNvPr id="67932" name="Rectangle 350"/>
              <p:cNvSpPr/>
              <p:nvPr/>
            </p:nvSpPr>
            <p:spPr>
              <a:xfrm>
                <a:off x="1169"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33" name="Line 351"/>
              <p:cNvSpPr/>
              <p:nvPr/>
            </p:nvSpPr>
            <p:spPr>
              <a:xfrm>
                <a:off x="1169" y="1693"/>
                <a:ext cx="1" cy="286"/>
              </a:xfrm>
              <a:prstGeom prst="line">
                <a:avLst/>
              </a:prstGeom>
              <a:ln w="0" cap="flat" cmpd="sng">
                <a:solidFill>
                  <a:srgbClr val="FF0000"/>
                </a:solidFill>
                <a:prstDash val="solid"/>
                <a:round/>
                <a:headEnd type="none" w="med" len="med"/>
                <a:tailEnd type="none" w="med" len="med"/>
              </a:ln>
            </p:spPr>
          </p:sp>
          <p:sp>
            <p:nvSpPr>
              <p:cNvPr id="67934" name="Rectangle 352"/>
              <p:cNvSpPr/>
              <p:nvPr/>
            </p:nvSpPr>
            <p:spPr>
              <a:xfrm>
                <a:off x="1372"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35" name="Line 353"/>
              <p:cNvSpPr/>
              <p:nvPr/>
            </p:nvSpPr>
            <p:spPr>
              <a:xfrm>
                <a:off x="1372" y="1693"/>
                <a:ext cx="1" cy="286"/>
              </a:xfrm>
              <a:prstGeom prst="line">
                <a:avLst/>
              </a:prstGeom>
              <a:ln w="0" cap="flat" cmpd="sng">
                <a:solidFill>
                  <a:srgbClr val="FF0000"/>
                </a:solidFill>
                <a:prstDash val="solid"/>
                <a:round/>
                <a:headEnd type="none" w="med" len="med"/>
                <a:tailEnd type="none" w="med" len="med"/>
              </a:ln>
            </p:spPr>
          </p:sp>
          <p:sp>
            <p:nvSpPr>
              <p:cNvPr id="67936" name="Rectangle 354"/>
              <p:cNvSpPr/>
              <p:nvPr/>
            </p:nvSpPr>
            <p:spPr>
              <a:xfrm>
                <a:off x="1575"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37" name="Line 355"/>
              <p:cNvSpPr/>
              <p:nvPr/>
            </p:nvSpPr>
            <p:spPr>
              <a:xfrm>
                <a:off x="1575" y="1693"/>
                <a:ext cx="1" cy="286"/>
              </a:xfrm>
              <a:prstGeom prst="line">
                <a:avLst/>
              </a:prstGeom>
              <a:ln w="0" cap="flat" cmpd="sng">
                <a:solidFill>
                  <a:srgbClr val="FF0000"/>
                </a:solidFill>
                <a:prstDash val="solid"/>
                <a:round/>
                <a:headEnd type="none" w="med" len="med"/>
                <a:tailEnd type="none" w="med" len="med"/>
              </a:ln>
            </p:spPr>
          </p:sp>
          <p:sp>
            <p:nvSpPr>
              <p:cNvPr id="67938" name="Rectangle 356"/>
              <p:cNvSpPr/>
              <p:nvPr/>
            </p:nvSpPr>
            <p:spPr>
              <a:xfrm>
                <a:off x="1778"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39" name="Line 357"/>
              <p:cNvSpPr/>
              <p:nvPr/>
            </p:nvSpPr>
            <p:spPr>
              <a:xfrm>
                <a:off x="1778" y="1693"/>
                <a:ext cx="1" cy="286"/>
              </a:xfrm>
              <a:prstGeom prst="line">
                <a:avLst/>
              </a:prstGeom>
              <a:ln w="0" cap="flat" cmpd="sng">
                <a:solidFill>
                  <a:srgbClr val="FF0000"/>
                </a:solidFill>
                <a:prstDash val="solid"/>
                <a:round/>
                <a:headEnd type="none" w="med" len="med"/>
                <a:tailEnd type="none" w="med" len="med"/>
              </a:ln>
            </p:spPr>
          </p:sp>
          <p:sp>
            <p:nvSpPr>
              <p:cNvPr id="67940" name="Rectangle 358"/>
              <p:cNvSpPr/>
              <p:nvPr/>
            </p:nvSpPr>
            <p:spPr>
              <a:xfrm>
                <a:off x="1980"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41" name="Line 359"/>
              <p:cNvSpPr/>
              <p:nvPr/>
            </p:nvSpPr>
            <p:spPr>
              <a:xfrm>
                <a:off x="1980" y="1693"/>
                <a:ext cx="1" cy="286"/>
              </a:xfrm>
              <a:prstGeom prst="line">
                <a:avLst/>
              </a:prstGeom>
              <a:ln w="0" cap="flat" cmpd="sng">
                <a:solidFill>
                  <a:srgbClr val="FF0000"/>
                </a:solidFill>
                <a:prstDash val="solid"/>
                <a:round/>
                <a:headEnd type="none" w="med" len="med"/>
                <a:tailEnd type="none" w="med" len="med"/>
              </a:ln>
            </p:spPr>
          </p:sp>
          <p:sp>
            <p:nvSpPr>
              <p:cNvPr id="67942" name="Rectangle 360"/>
              <p:cNvSpPr/>
              <p:nvPr/>
            </p:nvSpPr>
            <p:spPr>
              <a:xfrm>
                <a:off x="2183"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43" name="Line 361"/>
              <p:cNvSpPr/>
              <p:nvPr/>
            </p:nvSpPr>
            <p:spPr>
              <a:xfrm>
                <a:off x="2183" y="1693"/>
                <a:ext cx="1" cy="286"/>
              </a:xfrm>
              <a:prstGeom prst="line">
                <a:avLst/>
              </a:prstGeom>
              <a:ln w="0" cap="flat" cmpd="sng">
                <a:solidFill>
                  <a:srgbClr val="FF0000"/>
                </a:solidFill>
                <a:prstDash val="solid"/>
                <a:round/>
                <a:headEnd type="none" w="med" len="med"/>
                <a:tailEnd type="none" w="med" len="med"/>
              </a:ln>
            </p:spPr>
          </p:sp>
          <p:sp>
            <p:nvSpPr>
              <p:cNvPr id="67944" name="Rectangle 362"/>
              <p:cNvSpPr/>
              <p:nvPr/>
            </p:nvSpPr>
            <p:spPr>
              <a:xfrm>
                <a:off x="2386"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45" name="Line 363"/>
              <p:cNvSpPr/>
              <p:nvPr/>
            </p:nvSpPr>
            <p:spPr>
              <a:xfrm>
                <a:off x="2386" y="1693"/>
                <a:ext cx="1" cy="286"/>
              </a:xfrm>
              <a:prstGeom prst="line">
                <a:avLst/>
              </a:prstGeom>
              <a:ln w="0" cap="flat" cmpd="sng">
                <a:solidFill>
                  <a:srgbClr val="FF0000"/>
                </a:solidFill>
                <a:prstDash val="solid"/>
                <a:round/>
                <a:headEnd type="none" w="med" len="med"/>
                <a:tailEnd type="none" w="med" len="med"/>
              </a:ln>
            </p:spPr>
          </p:sp>
          <p:sp>
            <p:nvSpPr>
              <p:cNvPr id="67946" name="Rectangle 364"/>
              <p:cNvSpPr/>
              <p:nvPr/>
            </p:nvSpPr>
            <p:spPr>
              <a:xfrm>
                <a:off x="2589"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47" name="Line 365"/>
              <p:cNvSpPr/>
              <p:nvPr/>
            </p:nvSpPr>
            <p:spPr>
              <a:xfrm>
                <a:off x="2589" y="1693"/>
                <a:ext cx="1" cy="286"/>
              </a:xfrm>
              <a:prstGeom prst="line">
                <a:avLst/>
              </a:prstGeom>
              <a:ln w="0" cap="flat" cmpd="sng">
                <a:solidFill>
                  <a:srgbClr val="FF0000"/>
                </a:solidFill>
                <a:prstDash val="solid"/>
                <a:round/>
                <a:headEnd type="none" w="med" len="med"/>
                <a:tailEnd type="none" w="med" len="med"/>
              </a:ln>
            </p:spPr>
          </p:sp>
          <p:sp>
            <p:nvSpPr>
              <p:cNvPr id="67948" name="Rectangle 366"/>
              <p:cNvSpPr/>
              <p:nvPr/>
            </p:nvSpPr>
            <p:spPr>
              <a:xfrm>
                <a:off x="2789"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49" name="Line 367"/>
              <p:cNvSpPr/>
              <p:nvPr/>
            </p:nvSpPr>
            <p:spPr>
              <a:xfrm>
                <a:off x="2789" y="1693"/>
                <a:ext cx="1" cy="286"/>
              </a:xfrm>
              <a:prstGeom prst="line">
                <a:avLst/>
              </a:prstGeom>
              <a:ln w="0" cap="flat" cmpd="sng">
                <a:solidFill>
                  <a:srgbClr val="FF0000"/>
                </a:solidFill>
                <a:prstDash val="solid"/>
                <a:round/>
                <a:headEnd type="none" w="med" len="med"/>
                <a:tailEnd type="none" w="med" len="med"/>
              </a:ln>
            </p:spPr>
          </p:sp>
          <p:sp>
            <p:nvSpPr>
              <p:cNvPr id="67950" name="Rectangle 368"/>
              <p:cNvSpPr/>
              <p:nvPr/>
            </p:nvSpPr>
            <p:spPr>
              <a:xfrm>
                <a:off x="671"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51" name="Rectangle 369"/>
              <p:cNvSpPr/>
              <p:nvPr/>
            </p:nvSpPr>
            <p:spPr>
              <a:xfrm>
                <a:off x="73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52" name="Rectangle 370"/>
              <p:cNvSpPr/>
              <p:nvPr/>
            </p:nvSpPr>
            <p:spPr>
              <a:xfrm>
                <a:off x="874"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53" name="Rectangle 371"/>
              <p:cNvSpPr/>
              <p:nvPr/>
            </p:nvSpPr>
            <p:spPr>
              <a:xfrm>
                <a:off x="939"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54" name="Rectangle 372"/>
              <p:cNvSpPr/>
              <p:nvPr/>
            </p:nvSpPr>
            <p:spPr>
              <a:xfrm>
                <a:off x="107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955" name="Rectangle 373"/>
              <p:cNvSpPr/>
              <p:nvPr/>
            </p:nvSpPr>
            <p:spPr>
              <a:xfrm>
                <a:off x="1142"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56" name="Rectangle 374"/>
              <p:cNvSpPr/>
              <p:nvPr/>
            </p:nvSpPr>
            <p:spPr>
              <a:xfrm>
                <a:off x="1279"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57" name="Rectangle 375"/>
              <p:cNvSpPr/>
              <p:nvPr/>
            </p:nvSpPr>
            <p:spPr>
              <a:xfrm>
                <a:off x="1345"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58" name="Rectangle 376"/>
              <p:cNvSpPr/>
              <p:nvPr/>
            </p:nvSpPr>
            <p:spPr>
              <a:xfrm>
                <a:off x="1482"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59" name="Rectangle 377"/>
              <p:cNvSpPr/>
              <p:nvPr/>
            </p:nvSpPr>
            <p:spPr>
              <a:xfrm>
                <a:off x="1548"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60" name="Rectangle 378"/>
              <p:cNvSpPr/>
              <p:nvPr/>
            </p:nvSpPr>
            <p:spPr>
              <a:xfrm>
                <a:off x="1685"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61" name="Rectangle 379"/>
              <p:cNvSpPr/>
              <p:nvPr/>
            </p:nvSpPr>
            <p:spPr>
              <a:xfrm>
                <a:off x="1751"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62" name="Rectangle 380"/>
              <p:cNvSpPr/>
              <p:nvPr/>
            </p:nvSpPr>
            <p:spPr>
              <a:xfrm>
                <a:off x="1888"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63" name="Rectangle 381"/>
              <p:cNvSpPr/>
              <p:nvPr/>
            </p:nvSpPr>
            <p:spPr>
              <a:xfrm>
                <a:off x="1954"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64" name="Rectangle 382"/>
              <p:cNvSpPr/>
              <p:nvPr/>
            </p:nvSpPr>
            <p:spPr>
              <a:xfrm>
                <a:off x="2088"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65" name="Rectangle 383"/>
              <p:cNvSpPr/>
              <p:nvPr/>
            </p:nvSpPr>
            <p:spPr>
              <a:xfrm>
                <a:off x="2153"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66" name="Rectangle 384"/>
              <p:cNvSpPr/>
              <p:nvPr/>
            </p:nvSpPr>
            <p:spPr>
              <a:xfrm>
                <a:off x="2291"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967" name="Rectangle 385"/>
              <p:cNvSpPr/>
              <p:nvPr/>
            </p:nvSpPr>
            <p:spPr>
              <a:xfrm>
                <a:off x="235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68" name="Rectangle 386"/>
              <p:cNvSpPr/>
              <p:nvPr/>
            </p:nvSpPr>
            <p:spPr>
              <a:xfrm>
                <a:off x="2493"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69" name="Rectangle 387"/>
              <p:cNvSpPr/>
              <p:nvPr/>
            </p:nvSpPr>
            <p:spPr>
              <a:xfrm>
                <a:off x="2559"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70" name="Rectangle 388"/>
              <p:cNvSpPr/>
              <p:nvPr/>
            </p:nvSpPr>
            <p:spPr>
              <a:xfrm>
                <a:off x="269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971" name="Rectangle 389"/>
              <p:cNvSpPr/>
              <p:nvPr/>
            </p:nvSpPr>
            <p:spPr>
              <a:xfrm>
                <a:off x="2762"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72" name="Rectangle 390"/>
              <p:cNvSpPr/>
              <p:nvPr/>
            </p:nvSpPr>
            <p:spPr>
              <a:xfrm>
                <a:off x="563"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73" name="Line 391"/>
              <p:cNvSpPr/>
              <p:nvPr/>
            </p:nvSpPr>
            <p:spPr>
              <a:xfrm>
                <a:off x="563" y="1979"/>
                <a:ext cx="1" cy="11"/>
              </a:xfrm>
              <a:prstGeom prst="line">
                <a:avLst/>
              </a:prstGeom>
              <a:ln w="0" cap="flat" cmpd="sng">
                <a:solidFill>
                  <a:srgbClr val="FF0000"/>
                </a:solidFill>
                <a:prstDash val="solid"/>
                <a:round/>
                <a:headEnd type="none" w="med" len="med"/>
                <a:tailEnd type="none" w="med" len="med"/>
              </a:ln>
            </p:spPr>
          </p:sp>
          <p:sp>
            <p:nvSpPr>
              <p:cNvPr id="67974" name="Rectangle 392"/>
              <p:cNvSpPr/>
              <p:nvPr/>
            </p:nvSpPr>
            <p:spPr>
              <a:xfrm>
                <a:off x="572"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75" name="Line 393"/>
              <p:cNvSpPr/>
              <p:nvPr/>
            </p:nvSpPr>
            <p:spPr>
              <a:xfrm>
                <a:off x="572" y="1979"/>
                <a:ext cx="194" cy="1"/>
              </a:xfrm>
              <a:prstGeom prst="line">
                <a:avLst/>
              </a:prstGeom>
              <a:ln w="0" cap="flat" cmpd="sng">
                <a:solidFill>
                  <a:srgbClr val="FF0000"/>
                </a:solidFill>
                <a:prstDash val="solid"/>
                <a:round/>
                <a:headEnd type="none" w="med" len="med"/>
                <a:tailEnd type="none" w="med" len="med"/>
              </a:ln>
            </p:spPr>
          </p:sp>
          <p:sp>
            <p:nvSpPr>
              <p:cNvPr id="67976" name="Rectangle 394"/>
              <p:cNvSpPr/>
              <p:nvPr/>
            </p:nvSpPr>
            <p:spPr>
              <a:xfrm>
                <a:off x="766"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77" name="Line 395"/>
              <p:cNvSpPr/>
              <p:nvPr/>
            </p:nvSpPr>
            <p:spPr>
              <a:xfrm>
                <a:off x="766" y="1979"/>
                <a:ext cx="1" cy="11"/>
              </a:xfrm>
              <a:prstGeom prst="line">
                <a:avLst/>
              </a:prstGeom>
              <a:ln w="0" cap="flat" cmpd="sng">
                <a:solidFill>
                  <a:srgbClr val="FF0000"/>
                </a:solidFill>
                <a:prstDash val="solid"/>
                <a:round/>
                <a:headEnd type="none" w="med" len="med"/>
                <a:tailEnd type="none" w="med" len="med"/>
              </a:ln>
            </p:spPr>
          </p:sp>
          <p:sp>
            <p:nvSpPr>
              <p:cNvPr id="67978" name="Rectangle 396"/>
              <p:cNvSpPr/>
              <p:nvPr/>
            </p:nvSpPr>
            <p:spPr>
              <a:xfrm>
                <a:off x="775"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79" name="Line 397"/>
              <p:cNvSpPr/>
              <p:nvPr/>
            </p:nvSpPr>
            <p:spPr>
              <a:xfrm>
                <a:off x="775" y="1979"/>
                <a:ext cx="194" cy="1"/>
              </a:xfrm>
              <a:prstGeom prst="line">
                <a:avLst/>
              </a:prstGeom>
              <a:ln w="0" cap="flat" cmpd="sng">
                <a:solidFill>
                  <a:srgbClr val="FF0000"/>
                </a:solidFill>
                <a:prstDash val="solid"/>
                <a:round/>
                <a:headEnd type="none" w="med" len="med"/>
                <a:tailEnd type="none" w="med" len="med"/>
              </a:ln>
            </p:spPr>
          </p:sp>
          <p:sp>
            <p:nvSpPr>
              <p:cNvPr id="67980" name="Rectangle 398"/>
              <p:cNvSpPr/>
              <p:nvPr/>
            </p:nvSpPr>
            <p:spPr>
              <a:xfrm>
                <a:off x="969"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81" name="Line 399"/>
              <p:cNvSpPr/>
              <p:nvPr/>
            </p:nvSpPr>
            <p:spPr>
              <a:xfrm>
                <a:off x="969" y="1979"/>
                <a:ext cx="1" cy="11"/>
              </a:xfrm>
              <a:prstGeom prst="line">
                <a:avLst/>
              </a:prstGeom>
              <a:ln w="0" cap="flat" cmpd="sng">
                <a:solidFill>
                  <a:srgbClr val="FF0000"/>
                </a:solidFill>
                <a:prstDash val="solid"/>
                <a:round/>
                <a:headEnd type="none" w="med" len="med"/>
                <a:tailEnd type="none" w="med" len="med"/>
              </a:ln>
            </p:spPr>
          </p:sp>
          <p:sp>
            <p:nvSpPr>
              <p:cNvPr id="67982" name="Rectangle 400"/>
              <p:cNvSpPr/>
              <p:nvPr/>
            </p:nvSpPr>
            <p:spPr>
              <a:xfrm>
                <a:off x="978" y="1979"/>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83" name="Line 401"/>
              <p:cNvSpPr/>
              <p:nvPr/>
            </p:nvSpPr>
            <p:spPr>
              <a:xfrm>
                <a:off x="978" y="1979"/>
                <a:ext cx="191" cy="1"/>
              </a:xfrm>
              <a:prstGeom prst="line">
                <a:avLst/>
              </a:prstGeom>
              <a:ln w="0" cap="flat" cmpd="sng">
                <a:solidFill>
                  <a:srgbClr val="FF0000"/>
                </a:solidFill>
                <a:prstDash val="solid"/>
                <a:round/>
                <a:headEnd type="none" w="med" len="med"/>
                <a:tailEnd type="none" w="med" len="med"/>
              </a:ln>
            </p:spPr>
          </p:sp>
          <p:sp>
            <p:nvSpPr>
              <p:cNvPr id="67984" name="Rectangle 402"/>
              <p:cNvSpPr/>
              <p:nvPr/>
            </p:nvSpPr>
            <p:spPr>
              <a:xfrm>
                <a:off x="1169"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85" name="Line 403"/>
              <p:cNvSpPr/>
              <p:nvPr/>
            </p:nvSpPr>
            <p:spPr>
              <a:xfrm>
                <a:off x="1169" y="1979"/>
                <a:ext cx="1" cy="11"/>
              </a:xfrm>
              <a:prstGeom prst="line">
                <a:avLst/>
              </a:prstGeom>
              <a:ln w="0" cap="flat" cmpd="sng">
                <a:solidFill>
                  <a:srgbClr val="FF0000"/>
                </a:solidFill>
                <a:prstDash val="solid"/>
                <a:round/>
                <a:headEnd type="none" w="med" len="med"/>
                <a:tailEnd type="none" w="med" len="med"/>
              </a:ln>
            </p:spPr>
          </p:sp>
          <p:sp>
            <p:nvSpPr>
              <p:cNvPr id="67986" name="Rectangle 404"/>
              <p:cNvSpPr/>
              <p:nvPr/>
            </p:nvSpPr>
            <p:spPr>
              <a:xfrm>
                <a:off x="1178"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87" name="Line 405"/>
              <p:cNvSpPr/>
              <p:nvPr/>
            </p:nvSpPr>
            <p:spPr>
              <a:xfrm>
                <a:off x="1178" y="1979"/>
                <a:ext cx="194" cy="1"/>
              </a:xfrm>
              <a:prstGeom prst="line">
                <a:avLst/>
              </a:prstGeom>
              <a:ln w="0" cap="flat" cmpd="sng">
                <a:solidFill>
                  <a:srgbClr val="FF0000"/>
                </a:solidFill>
                <a:prstDash val="solid"/>
                <a:round/>
                <a:headEnd type="none" w="med" len="med"/>
                <a:tailEnd type="none" w="med" len="med"/>
              </a:ln>
            </p:spPr>
          </p:sp>
          <p:sp>
            <p:nvSpPr>
              <p:cNvPr id="67988" name="Rectangle 406"/>
              <p:cNvSpPr/>
              <p:nvPr/>
            </p:nvSpPr>
            <p:spPr>
              <a:xfrm>
                <a:off x="1372"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89" name="Line 407"/>
              <p:cNvSpPr/>
              <p:nvPr/>
            </p:nvSpPr>
            <p:spPr>
              <a:xfrm>
                <a:off x="1372" y="1979"/>
                <a:ext cx="1" cy="11"/>
              </a:xfrm>
              <a:prstGeom prst="line">
                <a:avLst/>
              </a:prstGeom>
              <a:ln w="0" cap="flat" cmpd="sng">
                <a:solidFill>
                  <a:srgbClr val="FF0000"/>
                </a:solidFill>
                <a:prstDash val="solid"/>
                <a:round/>
                <a:headEnd type="none" w="med" len="med"/>
                <a:tailEnd type="none" w="med" len="med"/>
              </a:ln>
            </p:spPr>
          </p:sp>
          <p:sp>
            <p:nvSpPr>
              <p:cNvPr id="67990" name="Rectangle 408"/>
              <p:cNvSpPr/>
              <p:nvPr/>
            </p:nvSpPr>
            <p:spPr>
              <a:xfrm>
                <a:off x="1380" y="1979"/>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91" name="Line 409"/>
              <p:cNvSpPr/>
              <p:nvPr/>
            </p:nvSpPr>
            <p:spPr>
              <a:xfrm>
                <a:off x="1380" y="1979"/>
                <a:ext cx="195" cy="1"/>
              </a:xfrm>
              <a:prstGeom prst="line">
                <a:avLst/>
              </a:prstGeom>
              <a:ln w="0" cap="flat" cmpd="sng">
                <a:solidFill>
                  <a:srgbClr val="FF0000"/>
                </a:solidFill>
                <a:prstDash val="solid"/>
                <a:round/>
                <a:headEnd type="none" w="med" len="med"/>
                <a:tailEnd type="none" w="med" len="med"/>
              </a:ln>
            </p:spPr>
          </p:sp>
          <p:sp>
            <p:nvSpPr>
              <p:cNvPr id="67992" name="Rectangle 410"/>
              <p:cNvSpPr/>
              <p:nvPr/>
            </p:nvSpPr>
            <p:spPr>
              <a:xfrm>
                <a:off x="1575"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93" name="Line 411"/>
              <p:cNvSpPr/>
              <p:nvPr/>
            </p:nvSpPr>
            <p:spPr>
              <a:xfrm>
                <a:off x="1575" y="1979"/>
                <a:ext cx="1" cy="11"/>
              </a:xfrm>
              <a:prstGeom prst="line">
                <a:avLst/>
              </a:prstGeom>
              <a:ln w="0" cap="flat" cmpd="sng">
                <a:solidFill>
                  <a:srgbClr val="FF0000"/>
                </a:solidFill>
                <a:prstDash val="solid"/>
                <a:round/>
                <a:headEnd type="none" w="med" len="med"/>
                <a:tailEnd type="none" w="med" len="med"/>
              </a:ln>
            </p:spPr>
          </p:sp>
          <p:sp>
            <p:nvSpPr>
              <p:cNvPr id="67994" name="Rectangle 412"/>
              <p:cNvSpPr/>
              <p:nvPr/>
            </p:nvSpPr>
            <p:spPr>
              <a:xfrm>
                <a:off x="1583" y="1979"/>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95" name="Line 413"/>
              <p:cNvSpPr/>
              <p:nvPr/>
            </p:nvSpPr>
            <p:spPr>
              <a:xfrm>
                <a:off x="1583" y="1979"/>
                <a:ext cx="195" cy="1"/>
              </a:xfrm>
              <a:prstGeom prst="line">
                <a:avLst/>
              </a:prstGeom>
              <a:ln w="0" cap="flat" cmpd="sng">
                <a:solidFill>
                  <a:srgbClr val="FF0000"/>
                </a:solidFill>
                <a:prstDash val="solid"/>
                <a:round/>
                <a:headEnd type="none" w="med" len="med"/>
                <a:tailEnd type="none" w="med" len="med"/>
              </a:ln>
            </p:spPr>
          </p:sp>
          <p:sp>
            <p:nvSpPr>
              <p:cNvPr id="67996" name="Rectangle 414"/>
              <p:cNvSpPr/>
              <p:nvPr/>
            </p:nvSpPr>
            <p:spPr>
              <a:xfrm>
                <a:off x="1778"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97" name="Line 415"/>
              <p:cNvSpPr/>
              <p:nvPr/>
            </p:nvSpPr>
            <p:spPr>
              <a:xfrm>
                <a:off x="1778" y="1979"/>
                <a:ext cx="1" cy="11"/>
              </a:xfrm>
              <a:prstGeom prst="line">
                <a:avLst/>
              </a:prstGeom>
              <a:ln w="0" cap="flat" cmpd="sng">
                <a:solidFill>
                  <a:srgbClr val="FF0000"/>
                </a:solidFill>
                <a:prstDash val="solid"/>
                <a:round/>
                <a:headEnd type="none" w="med" len="med"/>
                <a:tailEnd type="none" w="med" len="med"/>
              </a:ln>
            </p:spPr>
          </p:sp>
          <p:sp>
            <p:nvSpPr>
              <p:cNvPr id="67998" name="Rectangle 416"/>
              <p:cNvSpPr/>
              <p:nvPr/>
            </p:nvSpPr>
            <p:spPr>
              <a:xfrm>
                <a:off x="1786"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99" name="Line 417"/>
              <p:cNvSpPr/>
              <p:nvPr/>
            </p:nvSpPr>
            <p:spPr>
              <a:xfrm>
                <a:off x="1786" y="1979"/>
                <a:ext cx="194" cy="1"/>
              </a:xfrm>
              <a:prstGeom prst="line">
                <a:avLst/>
              </a:prstGeom>
              <a:ln w="0" cap="flat" cmpd="sng">
                <a:solidFill>
                  <a:srgbClr val="FF0000"/>
                </a:solidFill>
                <a:prstDash val="solid"/>
                <a:round/>
                <a:headEnd type="none" w="med" len="med"/>
                <a:tailEnd type="none" w="med" len="med"/>
              </a:ln>
            </p:spPr>
          </p:sp>
          <p:sp>
            <p:nvSpPr>
              <p:cNvPr id="68000" name="Rectangle 418"/>
              <p:cNvSpPr/>
              <p:nvPr/>
            </p:nvSpPr>
            <p:spPr>
              <a:xfrm>
                <a:off x="1980"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01" name="Line 419"/>
              <p:cNvSpPr/>
              <p:nvPr/>
            </p:nvSpPr>
            <p:spPr>
              <a:xfrm>
                <a:off x="1980" y="1979"/>
                <a:ext cx="1" cy="11"/>
              </a:xfrm>
              <a:prstGeom prst="line">
                <a:avLst/>
              </a:prstGeom>
              <a:ln w="0" cap="flat" cmpd="sng">
                <a:solidFill>
                  <a:srgbClr val="FF0000"/>
                </a:solidFill>
                <a:prstDash val="solid"/>
                <a:round/>
                <a:headEnd type="none" w="med" len="med"/>
                <a:tailEnd type="none" w="med" len="med"/>
              </a:ln>
            </p:spPr>
          </p:sp>
          <p:sp>
            <p:nvSpPr>
              <p:cNvPr id="68002" name="Rectangle 420"/>
              <p:cNvSpPr/>
              <p:nvPr/>
            </p:nvSpPr>
            <p:spPr>
              <a:xfrm>
                <a:off x="1989"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03" name="Line 421"/>
              <p:cNvSpPr/>
              <p:nvPr/>
            </p:nvSpPr>
            <p:spPr>
              <a:xfrm>
                <a:off x="1989" y="1979"/>
                <a:ext cx="194" cy="1"/>
              </a:xfrm>
              <a:prstGeom prst="line">
                <a:avLst/>
              </a:prstGeom>
              <a:ln w="0" cap="flat" cmpd="sng">
                <a:solidFill>
                  <a:srgbClr val="FF0000"/>
                </a:solidFill>
                <a:prstDash val="solid"/>
                <a:round/>
                <a:headEnd type="none" w="med" len="med"/>
                <a:tailEnd type="none" w="med" len="med"/>
              </a:ln>
            </p:spPr>
          </p:sp>
          <p:sp>
            <p:nvSpPr>
              <p:cNvPr id="68004" name="Rectangle 422"/>
              <p:cNvSpPr/>
              <p:nvPr/>
            </p:nvSpPr>
            <p:spPr>
              <a:xfrm>
                <a:off x="2183"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05" name="Line 423"/>
              <p:cNvSpPr/>
              <p:nvPr/>
            </p:nvSpPr>
            <p:spPr>
              <a:xfrm>
                <a:off x="2183" y="1979"/>
                <a:ext cx="1" cy="11"/>
              </a:xfrm>
              <a:prstGeom prst="line">
                <a:avLst/>
              </a:prstGeom>
              <a:ln w="0" cap="flat" cmpd="sng">
                <a:solidFill>
                  <a:srgbClr val="FF0000"/>
                </a:solidFill>
                <a:prstDash val="solid"/>
                <a:round/>
                <a:headEnd type="none" w="med" len="med"/>
                <a:tailEnd type="none" w="med" len="med"/>
              </a:ln>
            </p:spPr>
          </p:sp>
          <p:sp>
            <p:nvSpPr>
              <p:cNvPr id="68006" name="Rectangle 424"/>
              <p:cNvSpPr/>
              <p:nvPr/>
            </p:nvSpPr>
            <p:spPr>
              <a:xfrm>
                <a:off x="2192"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07" name="Line 425"/>
              <p:cNvSpPr/>
              <p:nvPr/>
            </p:nvSpPr>
            <p:spPr>
              <a:xfrm>
                <a:off x="2192" y="1979"/>
                <a:ext cx="194" cy="1"/>
              </a:xfrm>
              <a:prstGeom prst="line">
                <a:avLst/>
              </a:prstGeom>
              <a:ln w="0" cap="flat" cmpd="sng">
                <a:solidFill>
                  <a:srgbClr val="FF0000"/>
                </a:solidFill>
                <a:prstDash val="solid"/>
                <a:round/>
                <a:headEnd type="none" w="med" len="med"/>
                <a:tailEnd type="none" w="med" len="med"/>
              </a:ln>
            </p:spPr>
          </p:sp>
          <p:sp>
            <p:nvSpPr>
              <p:cNvPr id="68008" name="Rectangle 426"/>
              <p:cNvSpPr/>
              <p:nvPr/>
            </p:nvSpPr>
            <p:spPr>
              <a:xfrm>
                <a:off x="2386"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09" name="Line 427"/>
              <p:cNvSpPr/>
              <p:nvPr/>
            </p:nvSpPr>
            <p:spPr>
              <a:xfrm>
                <a:off x="2386" y="1979"/>
                <a:ext cx="1" cy="11"/>
              </a:xfrm>
              <a:prstGeom prst="line">
                <a:avLst/>
              </a:prstGeom>
              <a:ln w="0" cap="flat" cmpd="sng">
                <a:solidFill>
                  <a:srgbClr val="FF0000"/>
                </a:solidFill>
                <a:prstDash val="solid"/>
                <a:round/>
                <a:headEnd type="none" w="med" len="med"/>
                <a:tailEnd type="none" w="med" len="med"/>
              </a:ln>
            </p:spPr>
          </p:sp>
          <p:sp>
            <p:nvSpPr>
              <p:cNvPr id="68010" name="Rectangle 428"/>
              <p:cNvSpPr/>
              <p:nvPr/>
            </p:nvSpPr>
            <p:spPr>
              <a:xfrm>
                <a:off x="2395"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11" name="Line 429"/>
              <p:cNvSpPr/>
              <p:nvPr/>
            </p:nvSpPr>
            <p:spPr>
              <a:xfrm>
                <a:off x="2395" y="1979"/>
                <a:ext cx="194" cy="1"/>
              </a:xfrm>
              <a:prstGeom prst="line">
                <a:avLst/>
              </a:prstGeom>
              <a:ln w="0" cap="flat" cmpd="sng">
                <a:solidFill>
                  <a:srgbClr val="FF0000"/>
                </a:solidFill>
                <a:prstDash val="solid"/>
                <a:round/>
                <a:headEnd type="none" w="med" len="med"/>
                <a:tailEnd type="none" w="med" len="med"/>
              </a:ln>
            </p:spPr>
          </p:sp>
          <p:sp>
            <p:nvSpPr>
              <p:cNvPr id="68012" name="Rectangle 430"/>
              <p:cNvSpPr/>
              <p:nvPr/>
            </p:nvSpPr>
            <p:spPr>
              <a:xfrm>
                <a:off x="2589"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13" name="Line 431"/>
              <p:cNvSpPr/>
              <p:nvPr/>
            </p:nvSpPr>
            <p:spPr>
              <a:xfrm>
                <a:off x="2589" y="1979"/>
                <a:ext cx="1" cy="11"/>
              </a:xfrm>
              <a:prstGeom prst="line">
                <a:avLst/>
              </a:prstGeom>
              <a:ln w="0" cap="flat" cmpd="sng">
                <a:solidFill>
                  <a:srgbClr val="FF0000"/>
                </a:solidFill>
                <a:prstDash val="solid"/>
                <a:round/>
                <a:headEnd type="none" w="med" len="med"/>
                <a:tailEnd type="none" w="med" len="med"/>
              </a:ln>
            </p:spPr>
          </p:sp>
          <p:sp>
            <p:nvSpPr>
              <p:cNvPr id="68014" name="Rectangle 432"/>
              <p:cNvSpPr/>
              <p:nvPr/>
            </p:nvSpPr>
            <p:spPr>
              <a:xfrm>
                <a:off x="2597" y="1979"/>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15" name="Line 433"/>
              <p:cNvSpPr/>
              <p:nvPr/>
            </p:nvSpPr>
            <p:spPr>
              <a:xfrm>
                <a:off x="2597" y="1979"/>
                <a:ext cx="192" cy="1"/>
              </a:xfrm>
              <a:prstGeom prst="line">
                <a:avLst/>
              </a:prstGeom>
              <a:ln w="0" cap="flat" cmpd="sng">
                <a:solidFill>
                  <a:srgbClr val="FF0000"/>
                </a:solidFill>
                <a:prstDash val="solid"/>
                <a:round/>
                <a:headEnd type="none" w="med" len="med"/>
                <a:tailEnd type="none" w="med" len="med"/>
              </a:ln>
            </p:spPr>
          </p:sp>
          <p:sp>
            <p:nvSpPr>
              <p:cNvPr id="68016" name="Rectangle 434"/>
              <p:cNvSpPr/>
              <p:nvPr/>
            </p:nvSpPr>
            <p:spPr>
              <a:xfrm>
                <a:off x="2789"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17" name="Line 435"/>
              <p:cNvSpPr/>
              <p:nvPr/>
            </p:nvSpPr>
            <p:spPr>
              <a:xfrm>
                <a:off x="2789" y="1979"/>
                <a:ext cx="1" cy="11"/>
              </a:xfrm>
              <a:prstGeom prst="line">
                <a:avLst/>
              </a:prstGeom>
              <a:ln w="0" cap="flat" cmpd="sng">
                <a:solidFill>
                  <a:srgbClr val="FF0000"/>
                </a:solidFill>
                <a:prstDash val="solid"/>
                <a:round/>
                <a:headEnd type="none" w="med" len="med"/>
                <a:tailEnd type="none" w="med" len="med"/>
              </a:ln>
            </p:spPr>
          </p:sp>
          <p:sp>
            <p:nvSpPr>
              <p:cNvPr id="68018" name="Rectangle 436"/>
              <p:cNvSpPr/>
              <p:nvPr/>
            </p:nvSpPr>
            <p:spPr>
              <a:xfrm>
                <a:off x="563"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19" name="Line 437"/>
              <p:cNvSpPr/>
              <p:nvPr/>
            </p:nvSpPr>
            <p:spPr>
              <a:xfrm>
                <a:off x="563" y="1990"/>
                <a:ext cx="1" cy="283"/>
              </a:xfrm>
              <a:prstGeom prst="line">
                <a:avLst/>
              </a:prstGeom>
              <a:ln w="0" cap="flat" cmpd="sng">
                <a:solidFill>
                  <a:srgbClr val="FF0000"/>
                </a:solidFill>
                <a:prstDash val="solid"/>
                <a:round/>
                <a:headEnd type="none" w="med" len="med"/>
                <a:tailEnd type="none" w="med" len="med"/>
              </a:ln>
            </p:spPr>
          </p:sp>
          <p:sp>
            <p:nvSpPr>
              <p:cNvPr id="68020" name="Rectangle 438"/>
              <p:cNvSpPr/>
              <p:nvPr/>
            </p:nvSpPr>
            <p:spPr>
              <a:xfrm>
                <a:off x="766"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21" name="Line 439"/>
              <p:cNvSpPr/>
              <p:nvPr/>
            </p:nvSpPr>
            <p:spPr>
              <a:xfrm>
                <a:off x="766" y="1990"/>
                <a:ext cx="1" cy="283"/>
              </a:xfrm>
              <a:prstGeom prst="line">
                <a:avLst/>
              </a:prstGeom>
              <a:ln w="0" cap="flat" cmpd="sng">
                <a:solidFill>
                  <a:srgbClr val="FF0000"/>
                </a:solidFill>
                <a:prstDash val="solid"/>
                <a:round/>
                <a:headEnd type="none" w="med" len="med"/>
                <a:tailEnd type="none" w="med" len="med"/>
              </a:ln>
            </p:spPr>
          </p:sp>
          <p:sp>
            <p:nvSpPr>
              <p:cNvPr id="68022" name="Rectangle 440"/>
              <p:cNvSpPr/>
              <p:nvPr/>
            </p:nvSpPr>
            <p:spPr>
              <a:xfrm>
                <a:off x="969"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23" name="Line 441"/>
              <p:cNvSpPr/>
              <p:nvPr/>
            </p:nvSpPr>
            <p:spPr>
              <a:xfrm>
                <a:off x="969" y="1990"/>
                <a:ext cx="1" cy="283"/>
              </a:xfrm>
              <a:prstGeom prst="line">
                <a:avLst/>
              </a:prstGeom>
              <a:ln w="0" cap="flat" cmpd="sng">
                <a:solidFill>
                  <a:srgbClr val="FF0000"/>
                </a:solidFill>
                <a:prstDash val="solid"/>
                <a:round/>
                <a:headEnd type="none" w="med" len="med"/>
                <a:tailEnd type="none" w="med" len="med"/>
              </a:ln>
            </p:spPr>
          </p:sp>
          <p:sp>
            <p:nvSpPr>
              <p:cNvPr id="68024" name="Rectangle 442"/>
              <p:cNvSpPr/>
              <p:nvPr/>
            </p:nvSpPr>
            <p:spPr>
              <a:xfrm>
                <a:off x="1169"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25" name="Line 443"/>
              <p:cNvSpPr/>
              <p:nvPr/>
            </p:nvSpPr>
            <p:spPr>
              <a:xfrm>
                <a:off x="1169" y="1990"/>
                <a:ext cx="1" cy="283"/>
              </a:xfrm>
              <a:prstGeom prst="line">
                <a:avLst/>
              </a:prstGeom>
              <a:ln w="0" cap="flat" cmpd="sng">
                <a:solidFill>
                  <a:srgbClr val="FF0000"/>
                </a:solidFill>
                <a:prstDash val="solid"/>
                <a:round/>
                <a:headEnd type="none" w="med" len="med"/>
                <a:tailEnd type="none" w="med" len="med"/>
              </a:ln>
            </p:spPr>
          </p:sp>
          <p:sp>
            <p:nvSpPr>
              <p:cNvPr id="68026" name="Rectangle 444"/>
              <p:cNvSpPr/>
              <p:nvPr/>
            </p:nvSpPr>
            <p:spPr>
              <a:xfrm>
                <a:off x="1372"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27" name="Line 445"/>
              <p:cNvSpPr/>
              <p:nvPr/>
            </p:nvSpPr>
            <p:spPr>
              <a:xfrm>
                <a:off x="1372" y="1990"/>
                <a:ext cx="1" cy="283"/>
              </a:xfrm>
              <a:prstGeom prst="line">
                <a:avLst/>
              </a:prstGeom>
              <a:ln w="0" cap="flat" cmpd="sng">
                <a:solidFill>
                  <a:srgbClr val="FF0000"/>
                </a:solidFill>
                <a:prstDash val="solid"/>
                <a:round/>
                <a:headEnd type="none" w="med" len="med"/>
                <a:tailEnd type="none" w="med" len="med"/>
              </a:ln>
            </p:spPr>
          </p:sp>
          <p:sp>
            <p:nvSpPr>
              <p:cNvPr id="68028" name="Rectangle 446"/>
              <p:cNvSpPr/>
              <p:nvPr/>
            </p:nvSpPr>
            <p:spPr>
              <a:xfrm>
                <a:off x="1575"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29" name="Line 447"/>
              <p:cNvSpPr/>
              <p:nvPr/>
            </p:nvSpPr>
            <p:spPr>
              <a:xfrm>
                <a:off x="1575" y="1990"/>
                <a:ext cx="1" cy="283"/>
              </a:xfrm>
              <a:prstGeom prst="line">
                <a:avLst/>
              </a:prstGeom>
              <a:ln w="0" cap="flat" cmpd="sng">
                <a:solidFill>
                  <a:srgbClr val="FF0000"/>
                </a:solidFill>
                <a:prstDash val="solid"/>
                <a:round/>
                <a:headEnd type="none" w="med" len="med"/>
                <a:tailEnd type="none" w="med" len="med"/>
              </a:ln>
            </p:spPr>
          </p:sp>
          <p:sp>
            <p:nvSpPr>
              <p:cNvPr id="68030" name="Rectangle 448"/>
              <p:cNvSpPr/>
              <p:nvPr/>
            </p:nvSpPr>
            <p:spPr>
              <a:xfrm>
                <a:off x="1778"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31" name="Line 449"/>
              <p:cNvSpPr/>
              <p:nvPr/>
            </p:nvSpPr>
            <p:spPr>
              <a:xfrm>
                <a:off x="1778" y="1990"/>
                <a:ext cx="1" cy="283"/>
              </a:xfrm>
              <a:prstGeom prst="line">
                <a:avLst/>
              </a:prstGeom>
              <a:ln w="0" cap="flat" cmpd="sng">
                <a:solidFill>
                  <a:srgbClr val="FF0000"/>
                </a:solidFill>
                <a:prstDash val="solid"/>
                <a:round/>
                <a:headEnd type="none" w="med" len="med"/>
                <a:tailEnd type="none" w="med" len="med"/>
              </a:ln>
            </p:spPr>
          </p:sp>
          <p:sp>
            <p:nvSpPr>
              <p:cNvPr id="68032" name="Rectangle 450"/>
              <p:cNvSpPr/>
              <p:nvPr/>
            </p:nvSpPr>
            <p:spPr>
              <a:xfrm>
                <a:off x="1980"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33" name="Line 451"/>
              <p:cNvSpPr/>
              <p:nvPr/>
            </p:nvSpPr>
            <p:spPr>
              <a:xfrm>
                <a:off x="1980" y="1990"/>
                <a:ext cx="1" cy="283"/>
              </a:xfrm>
              <a:prstGeom prst="line">
                <a:avLst/>
              </a:prstGeom>
              <a:ln w="0" cap="flat" cmpd="sng">
                <a:solidFill>
                  <a:srgbClr val="FF0000"/>
                </a:solidFill>
                <a:prstDash val="solid"/>
                <a:round/>
                <a:headEnd type="none" w="med" len="med"/>
                <a:tailEnd type="none" w="med" len="med"/>
              </a:ln>
            </p:spPr>
          </p:sp>
          <p:sp>
            <p:nvSpPr>
              <p:cNvPr id="68034" name="Rectangle 452"/>
              <p:cNvSpPr/>
              <p:nvPr/>
            </p:nvSpPr>
            <p:spPr>
              <a:xfrm>
                <a:off x="2183"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35" name="Line 453"/>
              <p:cNvSpPr/>
              <p:nvPr/>
            </p:nvSpPr>
            <p:spPr>
              <a:xfrm>
                <a:off x="2183" y="1990"/>
                <a:ext cx="1" cy="283"/>
              </a:xfrm>
              <a:prstGeom prst="line">
                <a:avLst/>
              </a:prstGeom>
              <a:ln w="0" cap="flat" cmpd="sng">
                <a:solidFill>
                  <a:srgbClr val="FF0000"/>
                </a:solidFill>
                <a:prstDash val="solid"/>
                <a:round/>
                <a:headEnd type="none" w="med" len="med"/>
                <a:tailEnd type="none" w="med" len="med"/>
              </a:ln>
            </p:spPr>
          </p:sp>
          <p:sp>
            <p:nvSpPr>
              <p:cNvPr id="68036" name="Rectangle 454"/>
              <p:cNvSpPr/>
              <p:nvPr/>
            </p:nvSpPr>
            <p:spPr>
              <a:xfrm>
                <a:off x="2386"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37" name="Line 455"/>
              <p:cNvSpPr/>
              <p:nvPr/>
            </p:nvSpPr>
            <p:spPr>
              <a:xfrm>
                <a:off x="2386" y="1990"/>
                <a:ext cx="1" cy="283"/>
              </a:xfrm>
              <a:prstGeom prst="line">
                <a:avLst/>
              </a:prstGeom>
              <a:ln w="0" cap="flat" cmpd="sng">
                <a:solidFill>
                  <a:srgbClr val="FF0000"/>
                </a:solidFill>
                <a:prstDash val="solid"/>
                <a:round/>
                <a:headEnd type="none" w="med" len="med"/>
                <a:tailEnd type="none" w="med" len="med"/>
              </a:ln>
            </p:spPr>
          </p:sp>
          <p:sp>
            <p:nvSpPr>
              <p:cNvPr id="68038" name="Rectangle 456"/>
              <p:cNvSpPr/>
              <p:nvPr/>
            </p:nvSpPr>
            <p:spPr>
              <a:xfrm>
                <a:off x="2589"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39" name="Line 457"/>
              <p:cNvSpPr/>
              <p:nvPr/>
            </p:nvSpPr>
            <p:spPr>
              <a:xfrm>
                <a:off x="2589" y="1990"/>
                <a:ext cx="1" cy="283"/>
              </a:xfrm>
              <a:prstGeom prst="line">
                <a:avLst/>
              </a:prstGeom>
              <a:ln w="0" cap="flat" cmpd="sng">
                <a:solidFill>
                  <a:srgbClr val="FF0000"/>
                </a:solidFill>
                <a:prstDash val="solid"/>
                <a:round/>
                <a:headEnd type="none" w="med" len="med"/>
                <a:tailEnd type="none" w="med" len="med"/>
              </a:ln>
            </p:spPr>
          </p:sp>
          <p:sp>
            <p:nvSpPr>
              <p:cNvPr id="68040" name="Rectangle 458"/>
              <p:cNvSpPr/>
              <p:nvPr/>
            </p:nvSpPr>
            <p:spPr>
              <a:xfrm>
                <a:off x="2789"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41" name="Line 459"/>
              <p:cNvSpPr/>
              <p:nvPr/>
            </p:nvSpPr>
            <p:spPr>
              <a:xfrm>
                <a:off x="2789" y="1990"/>
                <a:ext cx="1" cy="283"/>
              </a:xfrm>
              <a:prstGeom prst="line">
                <a:avLst/>
              </a:prstGeom>
              <a:ln w="0" cap="flat" cmpd="sng">
                <a:solidFill>
                  <a:srgbClr val="FF0000"/>
                </a:solidFill>
                <a:prstDash val="solid"/>
                <a:round/>
                <a:headEnd type="none" w="med" len="med"/>
                <a:tailEnd type="none" w="med" len="med"/>
              </a:ln>
            </p:spPr>
          </p:sp>
          <p:sp>
            <p:nvSpPr>
              <p:cNvPr id="68042" name="Rectangle 460"/>
              <p:cNvSpPr/>
              <p:nvPr/>
            </p:nvSpPr>
            <p:spPr>
              <a:xfrm>
                <a:off x="671"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43" name="Rectangle 461"/>
              <p:cNvSpPr/>
              <p:nvPr/>
            </p:nvSpPr>
            <p:spPr>
              <a:xfrm>
                <a:off x="73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44" name="Rectangle 462"/>
              <p:cNvSpPr/>
              <p:nvPr/>
            </p:nvSpPr>
            <p:spPr>
              <a:xfrm>
                <a:off x="874"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45" name="Rectangle 463"/>
              <p:cNvSpPr/>
              <p:nvPr/>
            </p:nvSpPr>
            <p:spPr>
              <a:xfrm>
                <a:off x="939"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46" name="Rectangle 464"/>
              <p:cNvSpPr/>
              <p:nvPr/>
            </p:nvSpPr>
            <p:spPr>
              <a:xfrm>
                <a:off x="107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47" name="Rectangle 465"/>
              <p:cNvSpPr/>
              <p:nvPr/>
            </p:nvSpPr>
            <p:spPr>
              <a:xfrm>
                <a:off x="1142"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48" name="Rectangle 466"/>
              <p:cNvSpPr/>
              <p:nvPr/>
            </p:nvSpPr>
            <p:spPr>
              <a:xfrm>
                <a:off x="1279"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049" name="Rectangle 467"/>
              <p:cNvSpPr/>
              <p:nvPr/>
            </p:nvSpPr>
            <p:spPr>
              <a:xfrm>
                <a:off x="1345"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50" name="Rectangle 468"/>
              <p:cNvSpPr/>
              <p:nvPr/>
            </p:nvSpPr>
            <p:spPr>
              <a:xfrm>
                <a:off x="1482"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51" name="Rectangle 469"/>
              <p:cNvSpPr/>
              <p:nvPr/>
            </p:nvSpPr>
            <p:spPr>
              <a:xfrm>
                <a:off x="1548"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52" name="Rectangle 470"/>
              <p:cNvSpPr/>
              <p:nvPr/>
            </p:nvSpPr>
            <p:spPr>
              <a:xfrm>
                <a:off x="1685"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53" name="Rectangle 471"/>
              <p:cNvSpPr/>
              <p:nvPr/>
            </p:nvSpPr>
            <p:spPr>
              <a:xfrm>
                <a:off x="1751"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54" name="Rectangle 472"/>
              <p:cNvSpPr/>
              <p:nvPr/>
            </p:nvSpPr>
            <p:spPr>
              <a:xfrm>
                <a:off x="1888"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55" name="Rectangle 473"/>
              <p:cNvSpPr/>
              <p:nvPr/>
            </p:nvSpPr>
            <p:spPr>
              <a:xfrm>
                <a:off x="1954"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56" name="Rectangle 474"/>
              <p:cNvSpPr/>
              <p:nvPr/>
            </p:nvSpPr>
            <p:spPr>
              <a:xfrm>
                <a:off x="2088"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57" name="Rectangle 475"/>
              <p:cNvSpPr/>
              <p:nvPr/>
            </p:nvSpPr>
            <p:spPr>
              <a:xfrm>
                <a:off x="2153"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58" name="Rectangle 476"/>
              <p:cNvSpPr/>
              <p:nvPr/>
            </p:nvSpPr>
            <p:spPr>
              <a:xfrm>
                <a:off x="2291"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grpSp>
        <p:grpSp>
          <p:nvGrpSpPr>
            <p:cNvPr id="68059" name="Group 477"/>
            <p:cNvGrpSpPr/>
            <p:nvPr/>
          </p:nvGrpSpPr>
          <p:grpSpPr>
            <a:xfrm>
              <a:off x="563" y="2273"/>
              <a:ext cx="2263" cy="777"/>
              <a:chOff x="563" y="2273"/>
              <a:chExt cx="2263" cy="777"/>
            </a:xfrm>
          </p:grpSpPr>
          <p:sp>
            <p:nvSpPr>
              <p:cNvPr id="68060" name="Rectangle 478"/>
              <p:cNvSpPr/>
              <p:nvPr/>
            </p:nvSpPr>
            <p:spPr>
              <a:xfrm>
                <a:off x="235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61" name="Rectangle 479"/>
              <p:cNvSpPr/>
              <p:nvPr/>
            </p:nvSpPr>
            <p:spPr>
              <a:xfrm>
                <a:off x="2493"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62" name="Rectangle 480"/>
              <p:cNvSpPr/>
              <p:nvPr/>
            </p:nvSpPr>
            <p:spPr>
              <a:xfrm>
                <a:off x="2559"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63" name="Rectangle 481"/>
              <p:cNvSpPr/>
              <p:nvPr/>
            </p:nvSpPr>
            <p:spPr>
              <a:xfrm>
                <a:off x="269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64" name="Rectangle 482"/>
              <p:cNvSpPr/>
              <p:nvPr/>
            </p:nvSpPr>
            <p:spPr>
              <a:xfrm>
                <a:off x="2762"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65" name="Rectangle 483"/>
              <p:cNvSpPr/>
              <p:nvPr/>
            </p:nvSpPr>
            <p:spPr>
              <a:xfrm>
                <a:off x="563"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66" name="Line 484"/>
              <p:cNvSpPr/>
              <p:nvPr/>
            </p:nvSpPr>
            <p:spPr>
              <a:xfrm>
                <a:off x="563" y="2273"/>
                <a:ext cx="1" cy="12"/>
              </a:xfrm>
              <a:prstGeom prst="line">
                <a:avLst/>
              </a:prstGeom>
              <a:ln w="0" cap="flat" cmpd="sng">
                <a:solidFill>
                  <a:srgbClr val="FF0000"/>
                </a:solidFill>
                <a:prstDash val="solid"/>
                <a:round/>
                <a:headEnd type="none" w="med" len="med"/>
                <a:tailEnd type="none" w="med" len="med"/>
              </a:ln>
            </p:spPr>
          </p:sp>
          <p:sp>
            <p:nvSpPr>
              <p:cNvPr id="68067" name="Rectangle 485"/>
              <p:cNvSpPr/>
              <p:nvPr/>
            </p:nvSpPr>
            <p:spPr>
              <a:xfrm>
                <a:off x="572"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68" name="Line 486"/>
              <p:cNvSpPr/>
              <p:nvPr/>
            </p:nvSpPr>
            <p:spPr>
              <a:xfrm>
                <a:off x="572" y="2273"/>
                <a:ext cx="194" cy="1"/>
              </a:xfrm>
              <a:prstGeom prst="line">
                <a:avLst/>
              </a:prstGeom>
              <a:ln w="0" cap="flat" cmpd="sng">
                <a:solidFill>
                  <a:srgbClr val="FF0000"/>
                </a:solidFill>
                <a:prstDash val="solid"/>
                <a:round/>
                <a:headEnd type="none" w="med" len="med"/>
                <a:tailEnd type="none" w="med" len="med"/>
              </a:ln>
            </p:spPr>
          </p:sp>
          <p:sp>
            <p:nvSpPr>
              <p:cNvPr id="68069" name="Rectangle 487"/>
              <p:cNvSpPr/>
              <p:nvPr/>
            </p:nvSpPr>
            <p:spPr>
              <a:xfrm>
                <a:off x="766"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70" name="Line 488"/>
              <p:cNvSpPr/>
              <p:nvPr/>
            </p:nvSpPr>
            <p:spPr>
              <a:xfrm>
                <a:off x="766" y="2273"/>
                <a:ext cx="1" cy="12"/>
              </a:xfrm>
              <a:prstGeom prst="line">
                <a:avLst/>
              </a:prstGeom>
              <a:ln w="0" cap="flat" cmpd="sng">
                <a:solidFill>
                  <a:srgbClr val="FF0000"/>
                </a:solidFill>
                <a:prstDash val="solid"/>
                <a:round/>
                <a:headEnd type="none" w="med" len="med"/>
                <a:tailEnd type="none" w="med" len="med"/>
              </a:ln>
            </p:spPr>
          </p:sp>
          <p:sp>
            <p:nvSpPr>
              <p:cNvPr id="68071" name="Rectangle 489"/>
              <p:cNvSpPr/>
              <p:nvPr/>
            </p:nvSpPr>
            <p:spPr>
              <a:xfrm>
                <a:off x="775"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72" name="Line 490"/>
              <p:cNvSpPr/>
              <p:nvPr/>
            </p:nvSpPr>
            <p:spPr>
              <a:xfrm>
                <a:off x="775" y="2273"/>
                <a:ext cx="194" cy="1"/>
              </a:xfrm>
              <a:prstGeom prst="line">
                <a:avLst/>
              </a:prstGeom>
              <a:ln w="0" cap="flat" cmpd="sng">
                <a:solidFill>
                  <a:srgbClr val="FF0000"/>
                </a:solidFill>
                <a:prstDash val="solid"/>
                <a:round/>
                <a:headEnd type="none" w="med" len="med"/>
                <a:tailEnd type="none" w="med" len="med"/>
              </a:ln>
            </p:spPr>
          </p:sp>
          <p:sp>
            <p:nvSpPr>
              <p:cNvPr id="68073" name="Rectangle 491"/>
              <p:cNvSpPr/>
              <p:nvPr/>
            </p:nvSpPr>
            <p:spPr>
              <a:xfrm>
                <a:off x="969"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74" name="Line 492"/>
              <p:cNvSpPr/>
              <p:nvPr/>
            </p:nvSpPr>
            <p:spPr>
              <a:xfrm>
                <a:off x="969" y="2273"/>
                <a:ext cx="1" cy="12"/>
              </a:xfrm>
              <a:prstGeom prst="line">
                <a:avLst/>
              </a:prstGeom>
              <a:ln w="0" cap="flat" cmpd="sng">
                <a:solidFill>
                  <a:srgbClr val="FF0000"/>
                </a:solidFill>
                <a:prstDash val="solid"/>
                <a:round/>
                <a:headEnd type="none" w="med" len="med"/>
                <a:tailEnd type="none" w="med" len="med"/>
              </a:ln>
            </p:spPr>
          </p:sp>
          <p:sp>
            <p:nvSpPr>
              <p:cNvPr id="68075" name="Rectangle 493"/>
              <p:cNvSpPr/>
              <p:nvPr/>
            </p:nvSpPr>
            <p:spPr>
              <a:xfrm>
                <a:off x="978" y="2273"/>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76" name="Line 494"/>
              <p:cNvSpPr/>
              <p:nvPr/>
            </p:nvSpPr>
            <p:spPr>
              <a:xfrm>
                <a:off x="978" y="2273"/>
                <a:ext cx="191" cy="1"/>
              </a:xfrm>
              <a:prstGeom prst="line">
                <a:avLst/>
              </a:prstGeom>
              <a:ln w="0" cap="flat" cmpd="sng">
                <a:solidFill>
                  <a:srgbClr val="FF0000"/>
                </a:solidFill>
                <a:prstDash val="solid"/>
                <a:round/>
                <a:headEnd type="none" w="med" len="med"/>
                <a:tailEnd type="none" w="med" len="med"/>
              </a:ln>
            </p:spPr>
          </p:sp>
          <p:sp>
            <p:nvSpPr>
              <p:cNvPr id="68077" name="Rectangle 495"/>
              <p:cNvSpPr/>
              <p:nvPr/>
            </p:nvSpPr>
            <p:spPr>
              <a:xfrm>
                <a:off x="1169"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78" name="Line 496"/>
              <p:cNvSpPr/>
              <p:nvPr/>
            </p:nvSpPr>
            <p:spPr>
              <a:xfrm>
                <a:off x="1169" y="2273"/>
                <a:ext cx="1" cy="12"/>
              </a:xfrm>
              <a:prstGeom prst="line">
                <a:avLst/>
              </a:prstGeom>
              <a:ln w="0" cap="flat" cmpd="sng">
                <a:solidFill>
                  <a:srgbClr val="FF0000"/>
                </a:solidFill>
                <a:prstDash val="solid"/>
                <a:round/>
                <a:headEnd type="none" w="med" len="med"/>
                <a:tailEnd type="none" w="med" len="med"/>
              </a:ln>
            </p:spPr>
          </p:sp>
          <p:sp>
            <p:nvSpPr>
              <p:cNvPr id="68079" name="Rectangle 497"/>
              <p:cNvSpPr/>
              <p:nvPr/>
            </p:nvSpPr>
            <p:spPr>
              <a:xfrm>
                <a:off x="1178"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80" name="Line 498"/>
              <p:cNvSpPr/>
              <p:nvPr/>
            </p:nvSpPr>
            <p:spPr>
              <a:xfrm>
                <a:off x="1178" y="2273"/>
                <a:ext cx="194" cy="1"/>
              </a:xfrm>
              <a:prstGeom prst="line">
                <a:avLst/>
              </a:prstGeom>
              <a:ln w="0" cap="flat" cmpd="sng">
                <a:solidFill>
                  <a:srgbClr val="FF0000"/>
                </a:solidFill>
                <a:prstDash val="solid"/>
                <a:round/>
                <a:headEnd type="none" w="med" len="med"/>
                <a:tailEnd type="none" w="med" len="med"/>
              </a:ln>
            </p:spPr>
          </p:sp>
          <p:sp>
            <p:nvSpPr>
              <p:cNvPr id="68081" name="Rectangle 499"/>
              <p:cNvSpPr/>
              <p:nvPr/>
            </p:nvSpPr>
            <p:spPr>
              <a:xfrm>
                <a:off x="1372"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82" name="Line 500"/>
              <p:cNvSpPr/>
              <p:nvPr/>
            </p:nvSpPr>
            <p:spPr>
              <a:xfrm>
                <a:off x="1372" y="2273"/>
                <a:ext cx="1" cy="12"/>
              </a:xfrm>
              <a:prstGeom prst="line">
                <a:avLst/>
              </a:prstGeom>
              <a:ln w="0" cap="flat" cmpd="sng">
                <a:solidFill>
                  <a:srgbClr val="FF0000"/>
                </a:solidFill>
                <a:prstDash val="solid"/>
                <a:round/>
                <a:headEnd type="none" w="med" len="med"/>
                <a:tailEnd type="none" w="med" len="med"/>
              </a:ln>
            </p:spPr>
          </p:sp>
          <p:sp>
            <p:nvSpPr>
              <p:cNvPr id="68083" name="Rectangle 501"/>
              <p:cNvSpPr/>
              <p:nvPr/>
            </p:nvSpPr>
            <p:spPr>
              <a:xfrm>
                <a:off x="1380" y="2273"/>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84" name="Line 502"/>
              <p:cNvSpPr/>
              <p:nvPr/>
            </p:nvSpPr>
            <p:spPr>
              <a:xfrm>
                <a:off x="1380" y="2273"/>
                <a:ext cx="195" cy="1"/>
              </a:xfrm>
              <a:prstGeom prst="line">
                <a:avLst/>
              </a:prstGeom>
              <a:ln w="0" cap="flat" cmpd="sng">
                <a:solidFill>
                  <a:srgbClr val="FF0000"/>
                </a:solidFill>
                <a:prstDash val="solid"/>
                <a:round/>
                <a:headEnd type="none" w="med" len="med"/>
                <a:tailEnd type="none" w="med" len="med"/>
              </a:ln>
            </p:spPr>
          </p:sp>
          <p:sp>
            <p:nvSpPr>
              <p:cNvPr id="68085" name="Rectangle 503"/>
              <p:cNvSpPr/>
              <p:nvPr/>
            </p:nvSpPr>
            <p:spPr>
              <a:xfrm>
                <a:off x="1575"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86" name="Line 504"/>
              <p:cNvSpPr/>
              <p:nvPr/>
            </p:nvSpPr>
            <p:spPr>
              <a:xfrm>
                <a:off x="1575" y="2273"/>
                <a:ext cx="1" cy="12"/>
              </a:xfrm>
              <a:prstGeom prst="line">
                <a:avLst/>
              </a:prstGeom>
              <a:ln w="0" cap="flat" cmpd="sng">
                <a:solidFill>
                  <a:srgbClr val="FF0000"/>
                </a:solidFill>
                <a:prstDash val="solid"/>
                <a:round/>
                <a:headEnd type="none" w="med" len="med"/>
                <a:tailEnd type="none" w="med" len="med"/>
              </a:ln>
            </p:spPr>
          </p:sp>
          <p:sp>
            <p:nvSpPr>
              <p:cNvPr id="68087" name="Rectangle 505"/>
              <p:cNvSpPr/>
              <p:nvPr/>
            </p:nvSpPr>
            <p:spPr>
              <a:xfrm>
                <a:off x="1583" y="2273"/>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88" name="Line 506"/>
              <p:cNvSpPr/>
              <p:nvPr/>
            </p:nvSpPr>
            <p:spPr>
              <a:xfrm>
                <a:off x="1583" y="2273"/>
                <a:ext cx="195" cy="1"/>
              </a:xfrm>
              <a:prstGeom prst="line">
                <a:avLst/>
              </a:prstGeom>
              <a:ln w="0" cap="flat" cmpd="sng">
                <a:solidFill>
                  <a:srgbClr val="FF0000"/>
                </a:solidFill>
                <a:prstDash val="solid"/>
                <a:round/>
                <a:headEnd type="none" w="med" len="med"/>
                <a:tailEnd type="none" w="med" len="med"/>
              </a:ln>
            </p:spPr>
          </p:sp>
          <p:sp>
            <p:nvSpPr>
              <p:cNvPr id="68089" name="Rectangle 507"/>
              <p:cNvSpPr/>
              <p:nvPr/>
            </p:nvSpPr>
            <p:spPr>
              <a:xfrm>
                <a:off x="1778"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90" name="Line 508"/>
              <p:cNvSpPr/>
              <p:nvPr/>
            </p:nvSpPr>
            <p:spPr>
              <a:xfrm>
                <a:off x="1778" y="2273"/>
                <a:ext cx="1" cy="12"/>
              </a:xfrm>
              <a:prstGeom prst="line">
                <a:avLst/>
              </a:prstGeom>
              <a:ln w="0" cap="flat" cmpd="sng">
                <a:solidFill>
                  <a:srgbClr val="FF0000"/>
                </a:solidFill>
                <a:prstDash val="solid"/>
                <a:round/>
                <a:headEnd type="none" w="med" len="med"/>
                <a:tailEnd type="none" w="med" len="med"/>
              </a:ln>
            </p:spPr>
          </p:sp>
          <p:sp>
            <p:nvSpPr>
              <p:cNvPr id="68091" name="Rectangle 509"/>
              <p:cNvSpPr/>
              <p:nvPr/>
            </p:nvSpPr>
            <p:spPr>
              <a:xfrm>
                <a:off x="1786"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92" name="Line 510"/>
              <p:cNvSpPr/>
              <p:nvPr/>
            </p:nvSpPr>
            <p:spPr>
              <a:xfrm>
                <a:off x="1786" y="2273"/>
                <a:ext cx="194" cy="1"/>
              </a:xfrm>
              <a:prstGeom prst="line">
                <a:avLst/>
              </a:prstGeom>
              <a:ln w="0" cap="flat" cmpd="sng">
                <a:solidFill>
                  <a:srgbClr val="FF0000"/>
                </a:solidFill>
                <a:prstDash val="solid"/>
                <a:round/>
                <a:headEnd type="none" w="med" len="med"/>
                <a:tailEnd type="none" w="med" len="med"/>
              </a:ln>
            </p:spPr>
          </p:sp>
          <p:sp>
            <p:nvSpPr>
              <p:cNvPr id="68093" name="Rectangle 511"/>
              <p:cNvSpPr/>
              <p:nvPr/>
            </p:nvSpPr>
            <p:spPr>
              <a:xfrm>
                <a:off x="1980"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94" name="Line 512"/>
              <p:cNvSpPr/>
              <p:nvPr/>
            </p:nvSpPr>
            <p:spPr>
              <a:xfrm>
                <a:off x="1980" y="2273"/>
                <a:ext cx="1" cy="12"/>
              </a:xfrm>
              <a:prstGeom prst="line">
                <a:avLst/>
              </a:prstGeom>
              <a:ln w="0" cap="flat" cmpd="sng">
                <a:solidFill>
                  <a:srgbClr val="FF0000"/>
                </a:solidFill>
                <a:prstDash val="solid"/>
                <a:round/>
                <a:headEnd type="none" w="med" len="med"/>
                <a:tailEnd type="none" w="med" len="med"/>
              </a:ln>
            </p:spPr>
          </p:sp>
          <p:sp>
            <p:nvSpPr>
              <p:cNvPr id="68095" name="Rectangle 513"/>
              <p:cNvSpPr/>
              <p:nvPr/>
            </p:nvSpPr>
            <p:spPr>
              <a:xfrm>
                <a:off x="1989"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96" name="Line 514"/>
              <p:cNvSpPr/>
              <p:nvPr/>
            </p:nvSpPr>
            <p:spPr>
              <a:xfrm>
                <a:off x="1989" y="2273"/>
                <a:ext cx="194" cy="1"/>
              </a:xfrm>
              <a:prstGeom prst="line">
                <a:avLst/>
              </a:prstGeom>
              <a:ln w="0" cap="flat" cmpd="sng">
                <a:solidFill>
                  <a:srgbClr val="FF0000"/>
                </a:solidFill>
                <a:prstDash val="solid"/>
                <a:round/>
                <a:headEnd type="none" w="med" len="med"/>
                <a:tailEnd type="none" w="med" len="med"/>
              </a:ln>
            </p:spPr>
          </p:sp>
          <p:sp>
            <p:nvSpPr>
              <p:cNvPr id="68097" name="Rectangle 515"/>
              <p:cNvSpPr/>
              <p:nvPr/>
            </p:nvSpPr>
            <p:spPr>
              <a:xfrm>
                <a:off x="2183"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98" name="Line 516"/>
              <p:cNvSpPr/>
              <p:nvPr/>
            </p:nvSpPr>
            <p:spPr>
              <a:xfrm>
                <a:off x="2183" y="2273"/>
                <a:ext cx="1" cy="12"/>
              </a:xfrm>
              <a:prstGeom prst="line">
                <a:avLst/>
              </a:prstGeom>
              <a:ln w="0" cap="flat" cmpd="sng">
                <a:solidFill>
                  <a:srgbClr val="FF0000"/>
                </a:solidFill>
                <a:prstDash val="solid"/>
                <a:round/>
                <a:headEnd type="none" w="med" len="med"/>
                <a:tailEnd type="none" w="med" len="med"/>
              </a:ln>
            </p:spPr>
          </p:sp>
          <p:sp>
            <p:nvSpPr>
              <p:cNvPr id="68099" name="Rectangle 517"/>
              <p:cNvSpPr/>
              <p:nvPr/>
            </p:nvSpPr>
            <p:spPr>
              <a:xfrm>
                <a:off x="2192"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00" name="Line 518"/>
              <p:cNvSpPr/>
              <p:nvPr/>
            </p:nvSpPr>
            <p:spPr>
              <a:xfrm>
                <a:off x="2192" y="2273"/>
                <a:ext cx="194" cy="1"/>
              </a:xfrm>
              <a:prstGeom prst="line">
                <a:avLst/>
              </a:prstGeom>
              <a:ln w="0" cap="flat" cmpd="sng">
                <a:solidFill>
                  <a:srgbClr val="FF0000"/>
                </a:solidFill>
                <a:prstDash val="solid"/>
                <a:round/>
                <a:headEnd type="none" w="med" len="med"/>
                <a:tailEnd type="none" w="med" len="med"/>
              </a:ln>
            </p:spPr>
          </p:sp>
          <p:sp>
            <p:nvSpPr>
              <p:cNvPr id="68101" name="Rectangle 519"/>
              <p:cNvSpPr/>
              <p:nvPr/>
            </p:nvSpPr>
            <p:spPr>
              <a:xfrm>
                <a:off x="2386"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02" name="Line 520"/>
              <p:cNvSpPr/>
              <p:nvPr/>
            </p:nvSpPr>
            <p:spPr>
              <a:xfrm>
                <a:off x="2386" y="2273"/>
                <a:ext cx="1" cy="12"/>
              </a:xfrm>
              <a:prstGeom prst="line">
                <a:avLst/>
              </a:prstGeom>
              <a:ln w="0" cap="flat" cmpd="sng">
                <a:solidFill>
                  <a:srgbClr val="FF0000"/>
                </a:solidFill>
                <a:prstDash val="solid"/>
                <a:round/>
                <a:headEnd type="none" w="med" len="med"/>
                <a:tailEnd type="none" w="med" len="med"/>
              </a:ln>
            </p:spPr>
          </p:sp>
          <p:sp>
            <p:nvSpPr>
              <p:cNvPr id="68103" name="Rectangle 521"/>
              <p:cNvSpPr/>
              <p:nvPr/>
            </p:nvSpPr>
            <p:spPr>
              <a:xfrm>
                <a:off x="2395"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04" name="Line 522"/>
              <p:cNvSpPr/>
              <p:nvPr/>
            </p:nvSpPr>
            <p:spPr>
              <a:xfrm>
                <a:off x="2395" y="2273"/>
                <a:ext cx="194" cy="1"/>
              </a:xfrm>
              <a:prstGeom prst="line">
                <a:avLst/>
              </a:prstGeom>
              <a:ln w="0" cap="flat" cmpd="sng">
                <a:solidFill>
                  <a:srgbClr val="FF0000"/>
                </a:solidFill>
                <a:prstDash val="solid"/>
                <a:round/>
                <a:headEnd type="none" w="med" len="med"/>
                <a:tailEnd type="none" w="med" len="med"/>
              </a:ln>
            </p:spPr>
          </p:sp>
          <p:sp>
            <p:nvSpPr>
              <p:cNvPr id="68105" name="Rectangle 523"/>
              <p:cNvSpPr/>
              <p:nvPr/>
            </p:nvSpPr>
            <p:spPr>
              <a:xfrm>
                <a:off x="2589"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06" name="Line 524"/>
              <p:cNvSpPr/>
              <p:nvPr/>
            </p:nvSpPr>
            <p:spPr>
              <a:xfrm>
                <a:off x="2589" y="2273"/>
                <a:ext cx="1" cy="12"/>
              </a:xfrm>
              <a:prstGeom prst="line">
                <a:avLst/>
              </a:prstGeom>
              <a:ln w="0" cap="flat" cmpd="sng">
                <a:solidFill>
                  <a:srgbClr val="FF0000"/>
                </a:solidFill>
                <a:prstDash val="solid"/>
                <a:round/>
                <a:headEnd type="none" w="med" len="med"/>
                <a:tailEnd type="none" w="med" len="med"/>
              </a:ln>
            </p:spPr>
          </p:sp>
          <p:sp>
            <p:nvSpPr>
              <p:cNvPr id="68107" name="Rectangle 525"/>
              <p:cNvSpPr/>
              <p:nvPr/>
            </p:nvSpPr>
            <p:spPr>
              <a:xfrm>
                <a:off x="2597" y="2273"/>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08" name="Line 526"/>
              <p:cNvSpPr/>
              <p:nvPr/>
            </p:nvSpPr>
            <p:spPr>
              <a:xfrm>
                <a:off x="2597" y="2273"/>
                <a:ext cx="192" cy="1"/>
              </a:xfrm>
              <a:prstGeom prst="line">
                <a:avLst/>
              </a:prstGeom>
              <a:ln w="0" cap="flat" cmpd="sng">
                <a:solidFill>
                  <a:srgbClr val="FF0000"/>
                </a:solidFill>
                <a:prstDash val="solid"/>
                <a:round/>
                <a:headEnd type="none" w="med" len="med"/>
                <a:tailEnd type="none" w="med" len="med"/>
              </a:ln>
            </p:spPr>
          </p:sp>
          <p:sp>
            <p:nvSpPr>
              <p:cNvPr id="68109" name="Rectangle 527"/>
              <p:cNvSpPr/>
              <p:nvPr/>
            </p:nvSpPr>
            <p:spPr>
              <a:xfrm>
                <a:off x="2789"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10" name="Line 528"/>
              <p:cNvSpPr/>
              <p:nvPr/>
            </p:nvSpPr>
            <p:spPr>
              <a:xfrm>
                <a:off x="2789" y="2273"/>
                <a:ext cx="1" cy="12"/>
              </a:xfrm>
              <a:prstGeom prst="line">
                <a:avLst/>
              </a:prstGeom>
              <a:ln w="0" cap="flat" cmpd="sng">
                <a:solidFill>
                  <a:srgbClr val="FF0000"/>
                </a:solidFill>
                <a:prstDash val="solid"/>
                <a:round/>
                <a:headEnd type="none" w="med" len="med"/>
                <a:tailEnd type="none" w="med" len="med"/>
              </a:ln>
            </p:spPr>
          </p:sp>
          <p:sp>
            <p:nvSpPr>
              <p:cNvPr id="68111" name="Rectangle 529"/>
              <p:cNvSpPr/>
              <p:nvPr/>
            </p:nvSpPr>
            <p:spPr>
              <a:xfrm>
                <a:off x="563"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12" name="Line 530"/>
              <p:cNvSpPr/>
              <p:nvPr/>
            </p:nvSpPr>
            <p:spPr>
              <a:xfrm>
                <a:off x="563" y="2285"/>
                <a:ext cx="1" cy="285"/>
              </a:xfrm>
              <a:prstGeom prst="line">
                <a:avLst/>
              </a:prstGeom>
              <a:ln w="0" cap="flat" cmpd="sng">
                <a:solidFill>
                  <a:srgbClr val="FF0000"/>
                </a:solidFill>
                <a:prstDash val="solid"/>
                <a:round/>
                <a:headEnd type="none" w="med" len="med"/>
                <a:tailEnd type="none" w="med" len="med"/>
              </a:ln>
            </p:spPr>
          </p:sp>
          <p:sp>
            <p:nvSpPr>
              <p:cNvPr id="68113" name="Rectangle 531"/>
              <p:cNvSpPr/>
              <p:nvPr/>
            </p:nvSpPr>
            <p:spPr>
              <a:xfrm>
                <a:off x="766"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14" name="Line 532"/>
              <p:cNvSpPr/>
              <p:nvPr/>
            </p:nvSpPr>
            <p:spPr>
              <a:xfrm>
                <a:off x="766" y="2285"/>
                <a:ext cx="1" cy="285"/>
              </a:xfrm>
              <a:prstGeom prst="line">
                <a:avLst/>
              </a:prstGeom>
              <a:ln w="0" cap="flat" cmpd="sng">
                <a:solidFill>
                  <a:srgbClr val="FF0000"/>
                </a:solidFill>
                <a:prstDash val="solid"/>
                <a:round/>
                <a:headEnd type="none" w="med" len="med"/>
                <a:tailEnd type="none" w="med" len="med"/>
              </a:ln>
            </p:spPr>
          </p:sp>
          <p:sp>
            <p:nvSpPr>
              <p:cNvPr id="68115" name="Rectangle 533"/>
              <p:cNvSpPr/>
              <p:nvPr/>
            </p:nvSpPr>
            <p:spPr>
              <a:xfrm>
                <a:off x="969"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16" name="Line 534"/>
              <p:cNvSpPr/>
              <p:nvPr/>
            </p:nvSpPr>
            <p:spPr>
              <a:xfrm>
                <a:off x="969" y="2285"/>
                <a:ext cx="1" cy="285"/>
              </a:xfrm>
              <a:prstGeom prst="line">
                <a:avLst/>
              </a:prstGeom>
              <a:ln w="0" cap="flat" cmpd="sng">
                <a:solidFill>
                  <a:srgbClr val="FF0000"/>
                </a:solidFill>
                <a:prstDash val="solid"/>
                <a:round/>
                <a:headEnd type="none" w="med" len="med"/>
                <a:tailEnd type="none" w="med" len="med"/>
              </a:ln>
            </p:spPr>
          </p:sp>
          <p:sp>
            <p:nvSpPr>
              <p:cNvPr id="68117" name="Rectangle 535"/>
              <p:cNvSpPr/>
              <p:nvPr/>
            </p:nvSpPr>
            <p:spPr>
              <a:xfrm>
                <a:off x="1169"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18" name="Line 536"/>
              <p:cNvSpPr/>
              <p:nvPr/>
            </p:nvSpPr>
            <p:spPr>
              <a:xfrm>
                <a:off x="1169" y="2285"/>
                <a:ext cx="1" cy="285"/>
              </a:xfrm>
              <a:prstGeom prst="line">
                <a:avLst/>
              </a:prstGeom>
              <a:ln w="0" cap="flat" cmpd="sng">
                <a:solidFill>
                  <a:srgbClr val="FF0000"/>
                </a:solidFill>
                <a:prstDash val="solid"/>
                <a:round/>
                <a:headEnd type="none" w="med" len="med"/>
                <a:tailEnd type="none" w="med" len="med"/>
              </a:ln>
            </p:spPr>
          </p:sp>
          <p:sp>
            <p:nvSpPr>
              <p:cNvPr id="68119" name="Rectangle 537"/>
              <p:cNvSpPr/>
              <p:nvPr/>
            </p:nvSpPr>
            <p:spPr>
              <a:xfrm>
                <a:off x="1372"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20" name="Line 538"/>
              <p:cNvSpPr/>
              <p:nvPr/>
            </p:nvSpPr>
            <p:spPr>
              <a:xfrm>
                <a:off x="1372" y="2285"/>
                <a:ext cx="1" cy="285"/>
              </a:xfrm>
              <a:prstGeom prst="line">
                <a:avLst/>
              </a:prstGeom>
              <a:ln w="0" cap="flat" cmpd="sng">
                <a:solidFill>
                  <a:srgbClr val="FF0000"/>
                </a:solidFill>
                <a:prstDash val="solid"/>
                <a:round/>
                <a:headEnd type="none" w="med" len="med"/>
                <a:tailEnd type="none" w="med" len="med"/>
              </a:ln>
            </p:spPr>
          </p:sp>
          <p:sp>
            <p:nvSpPr>
              <p:cNvPr id="68121" name="Rectangle 539"/>
              <p:cNvSpPr/>
              <p:nvPr/>
            </p:nvSpPr>
            <p:spPr>
              <a:xfrm>
                <a:off x="1575"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22" name="Line 540"/>
              <p:cNvSpPr/>
              <p:nvPr/>
            </p:nvSpPr>
            <p:spPr>
              <a:xfrm>
                <a:off x="1575" y="2285"/>
                <a:ext cx="1" cy="285"/>
              </a:xfrm>
              <a:prstGeom prst="line">
                <a:avLst/>
              </a:prstGeom>
              <a:ln w="0" cap="flat" cmpd="sng">
                <a:solidFill>
                  <a:srgbClr val="FF0000"/>
                </a:solidFill>
                <a:prstDash val="solid"/>
                <a:round/>
                <a:headEnd type="none" w="med" len="med"/>
                <a:tailEnd type="none" w="med" len="med"/>
              </a:ln>
            </p:spPr>
          </p:sp>
          <p:sp>
            <p:nvSpPr>
              <p:cNvPr id="68123" name="Rectangle 541"/>
              <p:cNvSpPr/>
              <p:nvPr/>
            </p:nvSpPr>
            <p:spPr>
              <a:xfrm>
                <a:off x="1778"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24" name="Line 542"/>
              <p:cNvSpPr/>
              <p:nvPr/>
            </p:nvSpPr>
            <p:spPr>
              <a:xfrm>
                <a:off x="1778" y="2285"/>
                <a:ext cx="1" cy="285"/>
              </a:xfrm>
              <a:prstGeom prst="line">
                <a:avLst/>
              </a:prstGeom>
              <a:ln w="0" cap="flat" cmpd="sng">
                <a:solidFill>
                  <a:srgbClr val="FF0000"/>
                </a:solidFill>
                <a:prstDash val="solid"/>
                <a:round/>
                <a:headEnd type="none" w="med" len="med"/>
                <a:tailEnd type="none" w="med" len="med"/>
              </a:ln>
            </p:spPr>
          </p:sp>
          <p:sp>
            <p:nvSpPr>
              <p:cNvPr id="68125" name="Rectangle 543"/>
              <p:cNvSpPr/>
              <p:nvPr/>
            </p:nvSpPr>
            <p:spPr>
              <a:xfrm>
                <a:off x="1980"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26" name="Line 544"/>
              <p:cNvSpPr/>
              <p:nvPr/>
            </p:nvSpPr>
            <p:spPr>
              <a:xfrm>
                <a:off x="1980" y="2285"/>
                <a:ext cx="1" cy="285"/>
              </a:xfrm>
              <a:prstGeom prst="line">
                <a:avLst/>
              </a:prstGeom>
              <a:ln w="0" cap="flat" cmpd="sng">
                <a:solidFill>
                  <a:srgbClr val="FF0000"/>
                </a:solidFill>
                <a:prstDash val="solid"/>
                <a:round/>
                <a:headEnd type="none" w="med" len="med"/>
                <a:tailEnd type="none" w="med" len="med"/>
              </a:ln>
            </p:spPr>
          </p:sp>
          <p:sp>
            <p:nvSpPr>
              <p:cNvPr id="68127" name="Rectangle 545"/>
              <p:cNvSpPr/>
              <p:nvPr/>
            </p:nvSpPr>
            <p:spPr>
              <a:xfrm>
                <a:off x="2183"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28" name="Line 546"/>
              <p:cNvSpPr/>
              <p:nvPr/>
            </p:nvSpPr>
            <p:spPr>
              <a:xfrm>
                <a:off x="2183" y="2285"/>
                <a:ext cx="1" cy="285"/>
              </a:xfrm>
              <a:prstGeom prst="line">
                <a:avLst/>
              </a:prstGeom>
              <a:ln w="0" cap="flat" cmpd="sng">
                <a:solidFill>
                  <a:srgbClr val="FF0000"/>
                </a:solidFill>
                <a:prstDash val="solid"/>
                <a:round/>
                <a:headEnd type="none" w="med" len="med"/>
                <a:tailEnd type="none" w="med" len="med"/>
              </a:ln>
            </p:spPr>
          </p:sp>
          <p:sp>
            <p:nvSpPr>
              <p:cNvPr id="68129" name="Rectangle 547"/>
              <p:cNvSpPr/>
              <p:nvPr/>
            </p:nvSpPr>
            <p:spPr>
              <a:xfrm>
                <a:off x="2386"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30" name="Line 548"/>
              <p:cNvSpPr/>
              <p:nvPr/>
            </p:nvSpPr>
            <p:spPr>
              <a:xfrm>
                <a:off x="2386" y="2285"/>
                <a:ext cx="1" cy="285"/>
              </a:xfrm>
              <a:prstGeom prst="line">
                <a:avLst/>
              </a:prstGeom>
              <a:ln w="0" cap="flat" cmpd="sng">
                <a:solidFill>
                  <a:srgbClr val="FF0000"/>
                </a:solidFill>
                <a:prstDash val="solid"/>
                <a:round/>
                <a:headEnd type="none" w="med" len="med"/>
                <a:tailEnd type="none" w="med" len="med"/>
              </a:ln>
            </p:spPr>
          </p:sp>
          <p:sp>
            <p:nvSpPr>
              <p:cNvPr id="68131" name="Rectangle 549"/>
              <p:cNvSpPr/>
              <p:nvPr/>
            </p:nvSpPr>
            <p:spPr>
              <a:xfrm>
                <a:off x="2589"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32" name="Line 550"/>
              <p:cNvSpPr/>
              <p:nvPr/>
            </p:nvSpPr>
            <p:spPr>
              <a:xfrm>
                <a:off x="2589" y="2285"/>
                <a:ext cx="1" cy="285"/>
              </a:xfrm>
              <a:prstGeom prst="line">
                <a:avLst/>
              </a:prstGeom>
              <a:ln w="0" cap="flat" cmpd="sng">
                <a:solidFill>
                  <a:srgbClr val="FF0000"/>
                </a:solidFill>
                <a:prstDash val="solid"/>
                <a:round/>
                <a:headEnd type="none" w="med" len="med"/>
                <a:tailEnd type="none" w="med" len="med"/>
              </a:ln>
            </p:spPr>
          </p:sp>
          <p:sp>
            <p:nvSpPr>
              <p:cNvPr id="68133" name="Rectangle 551"/>
              <p:cNvSpPr/>
              <p:nvPr/>
            </p:nvSpPr>
            <p:spPr>
              <a:xfrm>
                <a:off x="2789"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34" name="Line 552"/>
              <p:cNvSpPr/>
              <p:nvPr/>
            </p:nvSpPr>
            <p:spPr>
              <a:xfrm>
                <a:off x="2789" y="2285"/>
                <a:ext cx="1" cy="285"/>
              </a:xfrm>
              <a:prstGeom prst="line">
                <a:avLst/>
              </a:prstGeom>
              <a:ln w="0" cap="flat" cmpd="sng">
                <a:solidFill>
                  <a:srgbClr val="FF0000"/>
                </a:solidFill>
                <a:prstDash val="solid"/>
                <a:round/>
                <a:headEnd type="none" w="med" len="med"/>
                <a:tailEnd type="none" w="med" len="med"/>
              </a:ln>
            </p:spPr>
          </p:sp>
          <p:sp>
            <p:nvSpPr>
              <p:cNvPr id="68135" name="Rectangle 553"/>
              <p:cNvSpPr/>
              <p:nvPr/>
            </p:nvSpPr>
            <p:spPr>
              <a:xfrm>
                <a:off x="671"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36" name="Rectangle 554"/>
              <p:cNvSpPr/>
              <p:nvPr/>
            </p:nvSpPr>
            <p:spPr>
              <a:xfrm>
                <a:off x="73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37" name="Rectangle 555"/>
              <p:cNvSpPr/>
              <p:nvPr/>
            </p:nvSpPr>
            <p:spPr>
              <a:xfrm>
                <a:off x="874"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38" name="Rectangle 556"/>
              <p:cNvSpPr/>
              <p:nvPr/>
            </p:nvSpPr>
            <p:spPr>
              <a:xfrm>
                <a:off x="939"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39" name="Rectangle 557"/>
              <p:cNvSpPr/>
              <p:nvPr/>
            </p:nvSpPr>
            <p:spPr>
              <a:xfrm>
                <a:off x="107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40" name="Rectangle 558"/>
              <p:cNvSpPr/>
              <p:nvPr/>
            </p:nvSpPr>
            <p:spPr>
              <a:xfrm>
                <a:off x="1142"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41" name="Rectangle 559"/>
              <p:cNvSpPr/>
              <p:nvPr/>
            </p:nvSpPr>
            <p:spPr>
              <a:xfrm>
                <a:off x="1279"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42" name="Rectangle 560"/>
              <p:cNvSpPr/>
              <p:nvPr/>
            </p:nvSpPr>
            <p:spPr>
              <a:xfrm>
                <a:off x="1345"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43" name="Rectangle 561"/>
              <p:cNvSpPr/>
              <p:nvPr/>
            </p:nvSpPr>
            <p:spPr>
              <a:xfrm>
                <a:off x="1482"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144" name="Rectangle 562"/>
              <p:cNvSpPr/>
              <p:nvPr/>
            </p:nvSpPr>
            <p:spPr>
              <a:xfrm>
                <a:off x="1548"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45" name="Rectangle 563"/>
              <p:cNvSpPr/>
              <p:nvPr/>
            </p:nvSpPr>
            <p:spPr>
              <a:xfrm>
                <a:off x="1685"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46" name="Rectangle 564"/>
              <p:cNvSpPr/>
              <p:nvPr/>
            </p:nvSpPr>
            <p:spPr>
              <a:xfrm>
                <a:off x="1751"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47" name="Rectangle 565"/>
              <p:cNvSpPr/>
              <p:nvPr/>
            </p:nvSpPr>
            <p:spPr>
              <a:xfrm>
                <a:off x="1888"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48" name="Rectangle 566"/>
              <p:cNvSpPr/>
              <p:nvPr/>
            </p:nvSpPr>
            <p:spPr>
              <a:xfrm>
                <a:off x="1954"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49" name="Rectangle 567"/>
              <p:cNvSpPr/>
              <p:nvPr/>
            </p:nvSpPr>
            <p:spPr>
              <a:xfrm>
                <a:off x="2088"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50" name="Rectangle 568"/>
              <p:cNvSpPr/>
              <p:nvPr/>
            </p:nvSpPr>
            <p:spPr>
              <a:xfrm>
                <a:off x="2153"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51" name="Rectangle 569"/>
              <p:cNvSpPr/>
              <p:nvPr/>
            </p:nvSpPr>
            <p:spPr>
              <a:xfrm>
                <a:off x="2291"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52" name="Rectangle 570"/>
              <p:cNvSpPr/>
              <p:nvPr/>
            </p:nvSpPr>
            <p:spPr>
              <a:xfrm>
                <a:off x="235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53" name="Rectangle 571"/>
              <p:cNvSpPr/>
              <p:nvPr/>
            </p:nvSpPr>
            <p:spPr>
              <a:xfrm>
                <a:off x="2493"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154" name="Rectangle 572"/>
              <p:cNvSpPr/>
              <p:nvPr/>
            </p:nvSpPr>
            <p:spPr>
              <a:xfrm>
                <a:off x="2559"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55" name="Rectangle 573"/>
              <p:cNvSpPr/>
              <p:nvPr/>
            </p:nvSpPr>
            <p:spPr>
              <a:xfrm>
                <a:off x="269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156" name="Rectangle 574"/>
              <p:cNvSpPr/>
              <p:nvPr/>
            </p:nvSpPr>
            <p:spPr>
              <a:xfrm>
                <a:off x="2762"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57" name="Rectangle 575"/>
              <p:cNvSpPr/>
              <p:nvPr/>
            </p:nvSpPr>
            <p:spPr>
              <a:xfrm>
                <a:off x="563"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58" name="Line 576"/>
              <p:cNvSpPr/>
              <p:nvPr/>
            </p:nvSpPr>
            <p:spPr>
              <a:xfrm>
                <a:off x="563" y="2570"/>
                <a:ext cx="1" cy="12"/>
              </a:xfrm>
              <a:prstGeom prst="line">
                <a:avLst/>
              </a:prstGeom>
              <a:ln w="0" cap="flat" cmpd="sng">
                <a:solidFill>
                  <a:srgbClr val="FF0000"/>
                </a:solidFill>
                <a:prstDash val="solid"/>
                <a:round/>
                <a:headEnd type="none" w="med" len="med"/>
                <a:tailEnd type="none" w="med" len="med"/>
              </a:ln>
            </p:spPr>
          </p:sp>
          <p:sp>
            <p:nvSpPr>
              <p:cNvPr id="68159" name="Rectangle 577"/>
              <p:cNvSpPr/>
              <p:nvPr/>
            </p:nvSpPr>
            <p:spPr>
              <a:xfrm>
                <a:off x="572"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60" name="Line 578"/>
              <p:cNvSpPr/>
              <p:nvPr/>
            </p:nvSpPr>
            <p:spPr>
              <a:xfrm>
                <a:off x="572" y="2570"/>
                <a:ext cx="194" cy="1"/>
              </a:xfrm>
              <a:prstGeom prst="line">
                <a:avLst/>
              </a:prstGeom>
              <a:ln w="0" cap="flat" cmpd="sng">
                <a:solidFill>
                  <a:srgbClr val="FF0000"/>
                </a:solidFill>
                <a:prstDash val="solid"/>
                <a:round/>
                <a:headEnd type="none" w="med" len="med"/>
                <a:tailEnd type="none" w="med" len="med"/>
              </a:ln>
            </p:spPr>
          </p:sp>
          <p:sp>
            <p:nvSpPr>
              <p:cNvPr id="68161" name="Rectangle 579"/>
              <p:cNvSpPr/>
              <p:nvPr/>
            </p:nvSpPr>
            <p:spPr>
              <a:xfrm>
                <a:off x="766"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62" name="Line 580"/>
              <p:cNvSpPr/>
              <p:nvPr/>
            </p:nvSpPr>
            <p:spPr>
              <a:xfrm>
                <a:off x="766" y="2570"/>
                <a:ext cx="1" cy="12"/>
              </a:xfrm>
              <a:prstGeom prst="line">
                <a:avLst/>
              </a:prstGeom>
              <a:ln w="0" cap="flat" cmpd="sng">
                <a:solidFill>
                  <a:srgbClr val="FF0000"/>
                </a:solidFill>
                <a:prstDash val="solid"/>
                <a:round/>
                <a:headEnd type="none" w="med" len="med"/>
                <a:tailEnd type="none" w="med" len="med"/>
              </a:ln>
            </p:spPr>
          </p:sp>
          <p:sp>
            <p:nvSpPr>
              <p:cNvPr id="68163" name="Rectangle 581"/>
              <p:cNvSpPr/>
              <p:nvPr/>
            </p:nvSpPr>
            <p:spPr>
              <a:xfrm>
                <a:off x="775"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64" name="Line 582"/>
              <p:cNvSpPr/>
              <p:nvPr/>
            </p:nvSpPr>
            <p:spPr>
              <a:xfrm>
                <a:off x="775" y="2570"/>
                <a:ext cx="194" cy="1"/>
              </a:xfrm>
              <a:prstGeom prst="line">
                <a:avLst/>
              </a:prstGeom>
              <a:ln w="0" cap="flat" cmpd="sng">
                <a:solidFill>
                  <a:srgbClr val="FF0000"/>
                </a:solidFill>
                <a:prstDash val="solid"/>
                <a:round/>
                <a:headEnd type="none" w="med" len="med"/>
                <a:tailEnd type="none" w="med" len="med"/>
              </a:ln>
            </p:spPr>
          </p:sp>
          <p:sp>
            <p:nvSpPr>
              <p:cNvPr id="68165" name="Rectangle 583"/>
              <p:cNvSpPr/>
              <p:nvPr/>
            </p:nvSpPr>
            <p:spPr>
              <a:xfrm>
                <a:off x="969"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66" name="Line 584"/>
              <p:cNvSpPr/>
              <p:nvPr/>
            </p:nvSpPr>
            <p:spPr>
              <a:xfrm>
                <a:off x="969" y="2570"/>
                <a:ext cx="1" cy="12"/>
              </a:xfrm>
              <a:prstGeom prst="line">
                <a:avLst/>
              </a:prstGeom>
              <a:ln w="0" cap="flat" cmpd="sng">
                <a:solidFill>
                  <a:srgbClr val="FF0000"/>
                </a:solidFill>
                <a:prstDash val="solid"/>
                <a:round/>
                <a:headEnd type="none" w="med" len="med"/>
                <a:tailEnd type="none" w="med" len="med"/>
              </a:ln>
            </p:spPr>
          </p:sp>
          <p:sp>
            <p:nvSpPr>
              <p:cNvPr id="68167" name="Rectangle 585"/>
              <p:cNvSpPr/>
              <p:nvPr/>
            </p:nvSpPr>
            <p:spPr>
              <a:xfrm>
                <a:off x="978" y="2570"/>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68" name="Line 586"/>
              <p:cNvSpPr/>
              <p:nvPr/>
            </p:nvSpPr>
            <p:spPr>
              <a:xfrm>
                <a:off x="978" y="2570"/>
                <a:ext cx="191" cy="1"/>
              </a:xfrm>
              <a:prstGeom prst="line">
                <a:avLst/>
              </a:prstGeom>
              <a:ln w="0" cap="flat" cmpd="sng">
                <a:solidFill>
                  <a:srgbClr val="FF0000"/>
                </a:solidFill>
                <a:prstDash val="solid"/>
                <a:round/>
                <a:headEnd type="none" w="med" len="med"/>
                <a:tailEnd type="none" w="med" len="med"/>
              </a:ln>
            </p:spPr>
          </p:sp>
          <p:sp>
            <p:nvSpPr>
              <p:cNvPr id="68169" name="Rectangle 587"/>
              <p:cNvSpPr/>
              <p:nvPr/>
            </p:nvSpPr>
            <p:spPr>
              <a:xfrm>
                <a:off x="1169"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70" name="Line 588"/>
              <p:cNvSpPr/>
              <p:nvPr/>
            </p:nvSpPr>
            <p:spPr>
              <a:xfrm>
                <a:off x="1169" y="2570"/>
                <a:ext cx="1" cy="12"/>
              </a:xfrm>
              <a:prstGeom prst="line">
                <a:avLst/>
              </a:prstGeom>
              <a:ln w="0" cap="flat" cmpd="sng">
                <a:solidFill>
                  <a:srgbClr val="FF0000"/>
                </a:solidFill>
                <a:prstDash val="solid"/>
                <a:round/>
                <a:headEnd type="none" w="med" len="med"/>
                <a:tailEnd type="none" w="med" len="med"/>
              </a:ln>
            </p:spPr>
          </p:sp>
          <p:sp>
            <p:nvSpPr>
              <p:cNvPr id="68171" name="Rectangle 589"/>
              <p:cNvSpPr/>
              <p:nvPr/>
            </p:nvSpPr>
            <p:spPr>
              <a:xfrm>
                <a:off x="1178"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72" name="Line 590"/>
              <p:cNvSpPr/>
              <p:nvPr/>
            </p:nvSpPr>
            <p:spPr>
              <a:xfrm>
                <a:off x="1178" y="2570"/>
                <a:ext cx="194" cy="1"/>
              </a:xfrm>
              <a:prstGeom prst="line">
                <a:avLst/>
              </a:prstGeom>
              <a:ln w="0" cap="flat" cmpd="sng">
                <a:solidFill>
                  <a:srgbClr val="FF0000"/>
                </a:solidFill>
                <a:prstDash val="solid"/>
                <a:round/>
                <a:headEnd type="none" w="med" len="med"/>
                <a:tailEnd type="none" w="med" len="med"/>
              </a:ln>
            </p:spPr>
          </p:sp>
          <p:sp>
            <p:nvSpPr>
              <p:cNvPr id="68173" name="Rectangle 591"/>
              <p:cNvSpPr/>
              <p:nvPr/>
            </p:nvSpPr>
            <p:spPr>
              <a:xfrm>
                <a:off x="1372"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74" name="Line 592"/>
              <p:cNvSpPr/>
              <p:nvPr/>
            </p:nvSpPr>
            <p:spPr>
              <a:xfrm>
                <a:off x="1372" y="2570"/>
                <a:ext cx="1" cy="12"/>
              </a:xfrm>
              <a:prstGeom prst="line">
                <a:avLst/>
              </a:prstGeom>
              <a:ln w="0" cap="flat" cmpd="sng">
                <a:solidFill>
                  <a:srgbClr val="FF0000"/>
                </a:solidFill>
                <a:prstDash val="solid"/>
                <a:round/>
                <a:headEnd type="none" w="med" len="med"/>
                <a:tailEnd type="none" w="med" len="med"/>
              </a:ln>
            </p:spPr>
          </p:sp>
          <p:sp>
            <p:nvSpPr>
              <p:cNvPr id="68175" name="Rectangle 593"/>
              <p:cNvSpPr/>
              <p:nvPr/>
            </p:nvSpPr>
            <p:spPr>
              <a:xfrm>
                <a:off x="1380" y="2570"/>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76" name="Line 594"/>
              <p:cNvSpPr/>
              <p:nvPr/>
            </p:nvSpPr>
            <p:spPr>
              <a:xfrm>
                <a:off x="1380" y="2570"/>
                <a:ext cx="195" cy="1"/>
              </a:xfrm>
              <a:prstGeom prst="line">
                <a:avLst/>
              </a:prstGeom>
              <a:ln w="0" cap="flat" cmpd="sng">
                <a:solidFill>
                  <a:srgbClr val="FF0000"/>
                </a:solidFill>
                <a:prstDash val="solid"/>
                <a:round/>
                <a:headEnd type="none" w="med" len="med"/>
                <a:tailEnd type="none" w="med" len="med"/>
              </a:ln>
            </p:spPr>
          </p:sp>
          <p:sp>
            <p:nvSpPr>
              <p:cNvPr id="68177" name="Rectangle 595"/>
              <p:cNvSpPr/>
              <p:nvPr/>
            </p:nvSpPr>
            <p:spPr>
              <a:xfrm>
                <a:off x="1575"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78" name="Line 596"/>
              <p:cNvSpPr/>
              <p:nvPr/>
            </p:nvSpPr>
            <p:spPr>
              <a:xfrm>
                <a:off x="1575" y="2570"/>
                <a:ext cx="1" cy="12"/>
              </a:xfrm>
              <a:prstGeom prst="line">
                <a:avLst/>
              </a:prstGeom>
              <a:ln w="0" cap="flat" cmpd="sng">
                <a:solidFill>
                  <a:srgbClr val="FF0000"/>
                </a:solidFill>
                <a:prstDash val="solid"/>
                <a:round/>
                <a:headEnd type="none" w="med" len="med"/>
                <a:tailEnd type="none" w="med" len="med"/>
              </a:ln>
            </p:spPr>
          </p:sp>
          <p:sp>
            <p:nvSpPr>
              <p:cNvPr id="68179" name="Rectangle 597"/>
              <p:cNvSpPr/>
              <p:nvPr/>
            </p:nvSpPr>
            <p:spPr>
              <a:xfrm>
                <a:off x="1583" y="2570"/>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80" name="Line 598"/>
              <p:cNvSpPr/>
              <p:nvPr/>
            </p:nvSpPr>
            <p:spPr>
              <a:xfrm>
                <a:off x="1583" y="2570"/>
                <a:ext cx="195" cy="1"/>
              </a:xfrm>
              <a:prstGeom prst="line">
                <a:avLst/>
              </a:prstGeom>
              <a:ln w="0" cap="flat" cmpd="sng">
                <a:solidFill>
                  <a:srgbClr val="FF0000"/>
                </a:solidFill>
                <a:prstDash val="solid"/>
                <a:round/>
                <a:headEnd type="none" w="med" len="med"/>
                <a:tailEnd type="none" w="med" len="med"/>
              </a:ln>
            </p:spPr>
          </p:sp>
          <p:sp>
            <p:nvSpPr>
              <p:cNvPr id="68181" name="Rectangle 599"/>
              <p:cNvSpPr/>
              <p:nvPr/>
            </p:nvSpPr>
            <p:spPr>
              <a:xfrm>
                <a:off x="1778"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82" name="Line 600"/>
              <p:cNvSpPr/>
              <p:nvPr/>
            </p:nvSpPr>
            <p:spPr>
              <a:xfrm>
                <a:off x="1778" y="2570"/>
                <a:ext cx="1" cy="12"/>
              </a:xfrm>
              <a:prstGeom prst="line">
                <a:avLst/>
              </a:prstGeom>
              <a:ln w="0" cap="flat" cmpd="sng">
                <a:solidFill>
                  <a:srgbClr val="FF0000"/>
                </a:solidFill>
                <a:prstDash val="solid"/>
                <a:round/>
                <a:headEnd type="none" w="med" len="med"/>
                <a:tailEnd type="none" w="med" len="med"/>
              </a:ln>
            </p:spPr>
          </p:sp>
          <p:sp>
            <p:nvSpPr>
              <p:cNvPr id="68183" name="Rectangle 601"/>
              <p:cNvSpPr/>
              <p:nvPr/>
            </p:nvSpPr>
            <p:spPr>
              <a:xfrm>
                <a:off x="1786"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84" name="Line 602"/>
              <p:cNvSpPr/>
              <p:nvPr/>
            </p:nvSpPr>
            <p:spPr>
              <a:xfrm>
                <a:off x="1786" y="2570"/>
                <a:ext cx="194" cy="1"/>
              </a:xfrm>
              <a:prstGeom prst="line">
                <a:avLst/>
              </a:prstGeom>
              <a:ln w="0" cap="flat" cmpd="sng">
                <a:solidFill>
                  <a:srgbClr val="FF0000"/>
                </a:solidFill>
                <a:prstDash val="solid"/>
                <a:round/>
                <a:headEnd type="none" w="med" len="med"/>
                <a:tailEnd type="none" w="med" len="med"/>
              </a:ln>
            </p:spPr>
          </p:sp>
          <p:sp>
            <p:nvSpPr>
              <p:cNvPr id="68185" name="Rectangle 603"/>
              <p:cNvSpPr/>
              <p:nvPr/>
            </p:nvSpPr>
            <p:spPr>
              <a:xfrm>
                <a:off x="1980"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86" name="Line 604"/>
              <p:cNvSpPr/>
              <p:nvPr/>
            </p:nvSpPr>
            <p:spPr>
              <a:xfrm>
                <a:off x="1980" y="2570"/>
                <a:ext cx="1" cy="12"/>
              </a:xfrm>
              <a:prstGeom prst="line">
                <a:avLst/>
              </a:prstGeom>
              <a:ln w="0" cap="flat" cmpd="sng">
                <a:solidFill>
                  <a:srgbClr val="FF0000"/>
                </a:solidFill>
                <a:prstDash val="solid"/>
                <a:round/>
                <a:headEnd type="none" w="med" len="med"/>
                <a:tailEnd type="none" w="med" len="med"/>
              </a:ln>
            </p:spPr>
          </p:sp>
          <p:sp>
            <p:nvSpPr>
              <p:cNvPr id="68187" name="Rectangle 605"/>
              <p:cNvSpPr/>
              <p:nvPr/>
            </p:nvSpPr>
            <p:spPr>
              <a:xfrm>
                <a:off x="1989"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88" name="Line 606"/>
              <p:cNvSpPr/>
              <p:nvPr/>
            </p:nvSpPr>
            <p:spPr>
              <a:xfrm>
                <a:off x="1989" y="2570"/>
                <a:ext cx="194" cy="1"/>
              </a:xfrm>
              <a:prstGeom prst="line">
                <a:avLst/>
              </a:prstGeom>
              <a:ln w="0" cap="flat" cmpd="sng">
                <a:solidFill>
                  <a:srgbClr val="FF0000"/>
                </a:solidFill>
                <a:prstDash val="solid"/>
                <a:round/>
                <a:headEnd type="none" w="med" len="med"/>
                <a:tailEnd type="none" w="med" len="med"/>
              </a:ln>
            </p:spPr>
          </p:sp>
          <p:sp>
            <p:nvSpPr>
              <p:cNvPr id="68189" name="Rectangle 607"/>
              <p:cNvSpPr/>
              <p:nvPr/>
            </p:nvSpPr>
            <p:spPr>
              <a:xfrm>
                <a:off x="2183"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90" name="Line 608"/>
              <p:cNvSpPr/>
              <p:nvPr/>
            </p:nvSpPr>
            <p:spPr>
              <a:xfrm>
                <a:off x="2183" y="2570"/>
                <a:ext cx="1" cy="12"/>
              </a:xfrm>
              <a:prstGeom prst="line">
                <a:avLst/>
              </a:prstGeom>
              <a:ln w="0" cap="flat" cmpd="sng">
                <a:solidFill>
                  <a:srgbClr val="FF0000"/>
                </a:solidFill>
                <a:prstDash val="solid"/>
                <a:round/>
                <a:headEnd type="none" w="med" len="med"/>
                <a:tailEnd type="none" w="med" len="med"/>
              </a:ln>
            </p:spPr>
          </p:sp>
          <p:sp>
            <p:nvSpPr>
              <p:cNvPr id="68191" name="Rectangle 609"/>
              <p:cNvSpPr/>
              <p:nvPr/>
            </p:nvSpPr>
            <p:spPr>
              <a:xfrm>
                <a:off x="2192"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92" name="Line 610"/>
              <p:cNvSpPr/>
              <p:nvPr/>
            </p:nvSpPr>
            <p:spPr>
              <a:xfrm>
                <a:off x="2192" y="2570"/>
                <a:ext cx="194" cy="1"/>
              </a:xfrm>
              <a:prstGeom prst="line">
                <a:avLst/>
              </a:prstGeom>
              <a:ln w="0" cap="flat" cmpd="sng">
                <a:solidFill>
                  <a:srgbClr val="FF0000"/>
                </a:solidFill>
                <a:prstDash val="solid"/>
                <a:round/>
                <a:headEnd type="none" w="med" len="med"/>
                <a:tailEnd type="none" w="med" len="med"/>
              </a:ln>
            </p:spPr>
          </p:sp>
          <p:sp>
            <p:nvSpPr>
              <p:cNvPr id="68193" name="Rectangle 611"/>
              <p:cNvSpPr/>
              <p:nvPr/>
            </p:nvSpPr>
            <p:spPr>
              <a:xfrm>
                <a:off x="2386"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94" name="Line 612"/>
              <p:cNvSpPr/>
              <p:nvPr/>
            </p:nvSpPr>
            <p:spPr>
              <a:xfrm>
                <a:off x="2386" y="2570"/>
                <a:ext cx="1" cy="12"/>
              </a:xfrm>
              <a:prstGeom prst="line">
                <a:avLst/>
              </a:prstGeom>
              <a:ln w="0" cap="flat" cmpd="sng">
                <a:solidFill>
                  <a:srgbClr val="FF0000"/>
                </a:solidFill>
                <a:prstDash val="solid"/>
                <a:round/>
                <a:headEnd type="none" w="med" len="med"/>
                <a:tailEnd type="none" w="med" len="med"/>
              </a:ln>
            </p:spPr>
          </p:sp>
          <p:sp>
            <p:nvSpPr>
              <p:cNvPr id="68195" name="Rectangle 613"/>
              <p:cNvSpPr/>
              <p:nvPr/>
            </p:nvSpPr>
            <p:spPr>
              <a:xfrm>
                <a:off x="2395"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96" name="Line 614"/>
              <p:cNvSpPr/>
              <p:nvPr/>
            </p:nvSpPr>
            <p:spPr>
              <a:xfrm>
                <a:off x="2395" y="2570"/>
                <a:ext cx="194" cy="1"/>
              </a:xfrm>
              <a:prstGeom prst="line">
                <a:avLst/>
              </a:prstGeom>
              <a:ln w="0" cap="flat" cmpd="sng">
                <a:solidFill>
                  <a:srgbClr val="FF0000"/>
                </a:solidFill>
                <a:prstDash val="solid"/>
                <a:round/>
                <a:headEnd type="none" w="med" len="med"/>
                <a:tailEnd type="none" w="med" len="med"/>
              </a:ln>
            </p:spPr>
          </p:sp>
          <p:sp>
            <p:nvSpPr>
              <p:cNvPr id="68197" name="Rectangle 615"/>
              <p:cNvSpPr/>
              <p:nvPr/>
            </p:nvSpPr>
            <p:spPr>
              <a:xfrm>
                <a:off x="2589"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98" name="Line 616"/>
              <p:cNvSpPr/>
              <p:nvPr/>
            </p:nvSpPr>
            <p:spPr>
              <a:xfrm>
                <a:off x="2589" y="2570"/>
                <a:ext cx="1" cy="12"/>
              </a:xfrm>
              <a:prstGeom prst="line">
                <a:avLst/>
              </a:prstGeom>
              <a:ln w="0" cap="flat" cmpd="sng">
                <a:solidFill>
                  <a:srgbClr val="FF0000"/>
                </a:solidFill>
                <a:prstDash val="solid"/>
                <a:round/>
                <a:headEnd type="none" w="med" len="med"/>
                <a:tailEnd type="none" w="med" len="med"/>
              </a:ln>
            </p:spPr>
          </p:sp>
          <p:sp>
            <p:nvSpPr>
              <p:cNvPr id="68199" name="Rectangle 617"/>
              <p:cNvSpPr/>
              <p:nvPr/>
            </p:nvSpPr>
            <p:spPr>
              <a:xfrm>
                <a:off x="2597" y="2570"/>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00" name="Line 618"/>
              <p:cNvSpPr/>
              <p:nvPr/>
            </p:nvSpPr>
            <p:spPr>
              <a:xfrm>
                <a:off x="2597" y="2570"/>
                <a:ext cx="192" cy="1"/>
              </a:xfrm>
              <a:prstGeom prst="line">
                <a:avLst/>
              </a:prstGeom>
              <a:ln w="0" cap="flat" cmpd="sng">
                <a:solidFill>
                  <a:srgbClr val="FF0000"/>
                </a:solidFill>
                <a:prstDash val="solid"/>
                <a:round/>
                <a:headEnd type="none" w="med" len="med"/>
                <a:tailEnd type="none" w="med" len="med"/>
              </a:ln>
            </p:spPr>
          </p:sp>
          <p:sp>
            <p:nvSpPr>
              <p:cNvPr id="68201" name="Rectangle 619"/>
              <p:cNvSpPr/>
              <p:nvPr/>
            </p:nvSpPr>
            <p:spPr>
              <a:xfrm>
                <a:off x="2789"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02" name="Line 620"/>
              <p:cNvSpPr/>
              <p:nvPr/>
            </p:nvSpPr>
            <p:spPr>
              <a:xfrm>
                <a:off x="2789" y="2570"/>
                <a:ext cx="1" cy="12"/>
              </a:xfrm>
              <a:prstGeom prst="line">
                <a:avLst/>
              </a:prstGeom>
              <a:ln w="0" cap="flat" cmpd="sng">
                <a:solidFill>
                  <a:srgbClr val="FF0000"/>
                </a:solidFill>
                <a:prstDash val="solid"/>
                <a:round/>
                <a:headEnd type="none" w="med" len="med"/>
                <a:tailEnd type="none" w="med" len="med"/>
              </a:ln>
            </p:spPr>
          </p:sp>
          <p:sp>
            <p:nvSpPr>
              <p:cNvPr id="68203" name="Rectangle 621"/>
              <p:cNvSpPr/>
              <p:nvPr/>
            </p:nvSpPr>
            <p:spPr>
              <a:xfrm>
                <a:off x="563"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04" name="Line 622"/>
              <p:cNvSpPr/>
              <p:nvPr/>
            </p:nvSpPr>
            <p:spPr>
              <a:xfrm>
                <a:off x="563" y="2582"/>
                <a:ext cx="1" cy="285"/>
              </a:xfrm>
              <a:prstGeom prst="line">
                <a:avLst/>
              </a:prstGeom>
              <a:ln w="0" cap="flat" cmpd="sng">
                <a:solidFill>
                  <a:srgbClr val="FF0000"/>
                </a:solidFill>
                <a:prstDash val="solid"/>
                <a:round/>
                <a:headEnd type="none" w="med" len="med"/>
                <a:tailEnd type="none" w="med" len="med"/>
              </a:ln>
            </p:spPr>
          </p:sp>
          <p:sp>
            <p:nvSpPr>
              <p:cNvPr id="68205" name="Rectangle 623"/>
              <p:cNvSpPr/>
              <p:nvPr/>
            </p:nvSpPr>
            <p:spPr>
              <a:xfrm>
                <a:off x="766"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06" name="Line 624"/>
              <p:cNvSpPr/>
              <p:nvPr/>
            </p:nvSpPr>
            <p:spPr>
              <a:xfrm>
                <a:off x="766" y="2582"/>
                <a:ext cx="1" cy="285"/>
              </a:xfrm>
              <a:prstGeom prst="line">
                <a:avLst/>
              </a:prstGeom>
              <a:ln w="0" cap="flat" cmpd="sng">
                <a:solidFill>
                  <a:srgbClr val="FF0000"/>
                </a:solidFill>
                <a:prstDash val="solid"/>
                <a:round/>
                <a:headEnd type="none" w="med" len="med"/>
                <a:tailEnd type="none" w="med" len="med"/>
              </a:ln>
            </p:spPr>
          </p:sp>
          <p:sp>
            <p:nvSpPr>
              <p:cNvPr id="68207" name="Rectangle 625"/>
              <p:cNvSpPr/>
              <p:nvPr/>
            </p:nvSpPr>
            <p:spPr>
              <a:xfrm>
                <a:off x="969"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08" name="Line 626"/>
              <p:cNvSpPr/>
              <p:nvPr/>
            </p:nvSpPr>
            <p:spPr>
              <a:xfrm>
                <a:off x="969" y="2582"/>
                <a:ext cx="1" cy="285"/>
              </a:xfrm>
              <a:prstGeom prst="line">
                <a:avLst/>
              </a:prstGeom>
              <a:ln w="0" cap="flat" cmpd="sng">
                <a:solidFill>
                  <a:srgbClr val="FF0000"/>
                </a:solidFill>
                <a:prstDash val="solid"/>
                <a:round/>
                <a:headEnd type="none" w="med" len="med"/>
                <a:tailEnd type="none" w="med" len="med"/>
              </a:ln>
            </p:spPr>
          </p:sp>
          <p:sp>
            <p:nvSpPr>
              <p:cNvPr id="68209" name="Rectangle 627"/>
              <p:cNvSpPr/>
              <p:nvPr/>
            </p:nvSpPr>
            <p:spPr>
              <a:xfrm>
                <a:off x="1169"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10" name="Line 628"/>
              <p:cNvSpPr/>
              <p:nvPr/>
            </p:nvSpPr>
            <p:spPr>
              <a:xfrm>
                <a:off x="1169" y="2582"/>
                <a:ext cx="1" cy="285"/>
              </a:xfrm>
              <a:prstGeom prst="line">
                <a:avLst/>
              </a:prstGeom>
              <a:ln w="0" cap="flat" cmpd="sng">
                <a:solidFill>
                  <a:srgbClr val="FF0000"/>
                </a:solidFill>
                <a:prstDash val="solid"/>
                <a:round/>
                <a:headEnd type="none" w="med" len="med"/>
                <a:tailEnd type="none" w="med" len="med"/>
              </a:ln>
            </p:spPr>
          </p:sp>
          <p:sp>
            <p:nvSpPr>
              <p:cNvPr id="68211" name="Rectangle 629"/>
              <p:cNvSpPr/>
              <p:nvPr/>
            </p:nvSpPr>
            <p:spPr>
              <a:xfrm>
                <a:off x="1372"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12" name="Line 630"/>
              <p:cNvSpPr/>
              <p:nvPr/>
            </p:nvSpPr>
            <p:spPr>
              <a:xfrm>
                <a:off x="1372" y="2582"/>
                <a:ext cx="1" cy="285"/>
              </a:xfrm>
              <a:prstGeom prst="line">
                <a:avLst/>
              </a:prstGeom>
              <a:ln w="0" cap="flat" cmpd="sng">
                <a:solidFill>
                  <a:srgbClr val="FF0000"/>
                </a:solidFill>
                <a:prstDash val="solid"/>
                <a:round/>
                <a:headEnd type="none" w="med" len="med"/>
                <a:tailEnd type="none" w="med" len="med"/>
              </a:ln>
            </p:spPr>
          </p:sp>
          <p:sp>
            <p:nvSpPr>
              <p:cNvPr id="68213" name="Rectangle 631"/>
              <p:cNvSpPr/>
              <p:nvPr/>
            </p:nvSpPr>
            <p:spPr>
              <a:xfrm>
                <a:off x="1575"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14" name="Line 632"/>
              <p:cNvSpPr/>
              <p:nvPr/>
            </p:nvSpPr>
            <p:spPr>
              <a:xfrm>
                <a:off x="1575" y="2582"/>
                <a:ext cx="1" cy="285"/>
              </a:xfrm>
              <a:prstGeom prst="line">
                <a:avLst/>
              </a:prstGeom>
              <a:ln w="0" cap="flat" cmpd="sng">
                <a:solidFill>
                  <a:srgbClr val="FF0000"/>
                </a:solidFill>
                <a:prstDash val="solid"/>
                <a:round/>
                <a:headEnd type="none" w="med" len="med"/>
                <a:tailEnd type="none" w="med" len="med"/>
              </a:ln>
            </p:spPr>
          </p:sp>
          <p:sp>
            <p:nvSpPr>
              <p:cNvPr id="68215" name="Rectangle 633"/>
              <p:cNvSpPr/>
              <p:nvPr/>
            </p:nvSpPr>
            <p:spPr>
              <a:xfrm>
                <a:off x="1778"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16" name="Line 634"/>
              <p:cNvSpPr/>
              <p:nvPr/>
            </p:nvSpPr>
            <p:spPr>
              <a:xfrm>
                <a:off x="1778" y="2582"/>
                <a:ext cx="1" cy="285"/>
              </a:xfrm>
              <a:prstGeom prst="line">
                <a:avLst/>
              </a:prstGeom>
              <a:ln w="0" cap="flat" cmpd="sng">
                <a:solidFill>
                  <a:srgbClr val="FF0000"/>
                </a:solidFill>
                <a:prstDash val="solid"/>
                <a:round/>
                <a:headEnd type="none" w="med" len="med"/>
                <a:tailEnd type="none" w="med" len="med"/>
              </a:ln>
            </p:spPr>
          </p:sp>
          <p:sp>
            <p:nvSpPr>
              <p:cNvPr id="68217" name="Rectangle 635"/>
              <p:cNvSpPr/>
              <p:nvPr/>
            </p:nvSpPr>
            <p:spPr>
              <a:xfrm>
                <a:off x="1980"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18" name="Line 636"/>
              <p:cNvSpPr/>
              <p:nvPr/>
            </p:nvSpPr>
            <p:spPr>
              <a:xfrm>
                <a:off x="1980" y="2582"/>
                <a:ext cx="1" cy="285"/>
              </a:xfrm>
              <a:prstGeom prst="line">
                <a:avLst/>
              </a:prstGeom>
              <a:ln w="0" cap="flat" cmpd="sng">
                <a:solidFill>
                  <a:srgbClr val="FF0000"/>
                </a:solidFill>
                <a:prstDash val="solid"/>
                <a:round/>
                <a:headEnd type="none" w="med" len="med"/>
                <a:tailEnd type="none" w="med" len="med"/>
              </a:ln>
            </p:spPr>
          </p:sp>
          <p:sp>
            <p:nvSpPr>
              <p:cNvPr id="68219" name="Rectangle 637"/>
              <p:cNvSpPr/>
              <p:nvPr/>
            </p:nvSpPr>
            <p:spPr>
              <a:xfrm>
                <a:off x="2183"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20" name="Line 638"/>
              <p:cNvSpPr/>
              <p:nvPr/>
            </p:nvSpPr>
            <p:spPr>
              <a:xfrm>
                <a:off x="2183" y="2582"/>
                <a:ext cx="1" cy="285"/>
              </a:xfrm>
              <a:prstGeom prst="line">
                <a:avLst/>
              </a:prstGeom>
              <a:ln w="0" cap="flat" cmpd="sng">
                <a:solidFill>
                  <a:srgbClr val="FF0000"/>
                </a:solidFill>
                <a:prstDash val="solid"/>
                <a:round/>
                <a:headEnd type="none" w="med" len="med"/>
                <a:tailEnd type="none" w="med" len="med"/>
              </a:ln>
            </p:spPr>
          </p:sp>
          <p:sp>
            <p:nvSpPr>
              <p:cNvPr id="68221" name="Rectangle 639"/>
              <p:cNvSpPr/>
              <p:nvPr/>
            </p:nvSpPr>
            <p:spPr>
              <a:xfrm>
                <a:off x="2386"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22" name="Line 640"/>
              <p:cNvSpPr/>
              <p:nvPr/>
            </p:nvSpPr>
            <p:spPr>
              <a:xfrm>
                <a:off x="2386" y="2582"/>
                <a:ext cx="1" cy="285"/>
              </a:xfrm>
              <a:prstGeom prst="line">
                <a:avLst/>
              </a:prstGeom>
              <a:ln w="0" cap="flat" cmpd="sng">
                <a:solidFill>
                  <a:srgbClr val="FF0000"/>
                </a:solidFill>
                <a:prstDash val="solid"/>
                <a:round/>
                <a:headEnd type="none" w="med" len="med"/>
                <a:tailEnd type="none" w="med" len="med"/>
              </a:ln>
            </p:spPr>
          </p:sp>
          <p:sp>
            <p:nvSpPr>
              <p:cNvPr id="68223" name="Rectangle 641"/>
              <p:cNvSpPr/>
              <p:nvPr/>
            </p:nvSpPr>
            <p:spPr>
              <a:xfrm>
                <a:off x="2589"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24" name="Line 642"/>
              <p:cNvSpPr/>
              <p:nvPr/>
            </p:nvSpPr>
            <p:spPr>
              <a:xfrm>
                <a:off x="2589" y="2582"/>
                <a:ext cx="1" cy="285"/>
              </a:xfrm>
              <a:prstGeom prst="line">
                <a:avLst/>
              </a:prstGeom>
              <a:ln w="0" cap="flat" cmpd="sng">
                <a:solidFill>
                  <a:srgbClr val="FF0000"/>
                </a:solidFill>
                <a:prstDash val="solid"/>
                <a:round/>
                <a:headEnd type="none" w="med" len="med"/>
                <a:tailEnd type="none" w="med" len="med"/>
              </a:ln>
            </p:spPr>
          </p:sp>
          <p:sp>
            <p:nvSpPr>
              <p:cNvPr id="68225" name="Rectangle 643"/>
              <p:cNvSpPr/>
              <p:nvPr/>
            </p:nvSpPr>
            <p:spPr>
              <a:xfrm>
                <a:off x="2789"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26" name="Line 644"/>
              <p:cNvSpPr/>
              <p:nvPr/>
            </p:nvSpPr>
            <p:spPr>
              <a:xfrm>
                <a:off x="2789" y="2582"/>
                <a:ext cx="1" cy="285"/>
              </a:xfrm>
              <a:prstGeom prst="line">
                <a:avLst/>
              </a:prstGeom>
              <a:ln w="0" cap="flat" cmpd="sng">
                <a:solidFill>
                  <a:srgbClr val="FF0000"/>
                </a:solidFill>
                <a:prstDash val="solid"/>
                <a:round/>
                <a:headEnd type="none" w="med" len="med"/>
                <a:tailEnd type="none" w="med" len="med"/>
              </a:ln>
            </p:spPr>
          </p:sp>
          <p:sp>
            <p:nvSpPr>
              <p:cNvPr id="68227" name="Rectangle 645"/>
              <p:cNvSpPr/>
              <p:nvPr/>
            </p:nvSpPr>
            <p:spPr>
              <a:xfrm>
                <a:off x="671"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28" name="Rectangle 646"/>
              <p:cNvSpPr/>
              <p:nvPr/>
            </p:nvSpPr>
            <p:spPr>
              <a:xfrm>
                <a:off x="73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29" name="Rectangle 647"/>
              <p:cNvSpPr/>
              <p:nvPr/>
            </p:nvSpPr>
            <p:spPr>
              <a:xfrm>
                <a:off x="874"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30" name="Rectangle 648"/>
              <p:cNvSpPr/>
              <p:nvPr/>
            </p:nvSpPr>
            <p:spPr>
              <a:xfrm>
                <a:off x="939"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31" name="Rectangle 649"/>
              <p:cNvSpPr/>
              <p:nvPr/>
            </p:nvSpPr>
            <p:spPr>
              <a:xfrm>
                <a:off x="107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32" name="Rectangle 650"/>
              <p:cNvSpPr/>
              <p:nvPr/>
            </p:nvSpPr>
            <p:spPr>
              <a:xfrm>
                <a:off x="1142"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33" name="Rectangle 651"/>
              <p:cNvSpPr/>
              <p:nvPr/>
            </p:nvSpPr>
            <p:spPr>
              <a:xfrm>
                <a:off x="1279"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34" name="Rectangle 652"/>
              <p:cNvSpPr/>
              <p:nvPr/>
            </p:nvSpPr>
            <p:spPr>
              <a:xfrm>
                <a:off x="1345"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35" name="Rectangle 653"/>
              <p:cNvSpPr/>
              <p:nvPr/>
            </p:nvSpPr>
            <p:spPr>
              <a:xfrm>
                <a:off x="1482"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36" name="Rectangle 654"/>
              <p:cNvSpPr/>
              <p:nvPr/>
            </p:nvSpPr>
            <p:spPr>
              <a:xfrm>
                <a:off x="1548"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37" name="Rectangle 655"/>
              <p:cNvSpPr/>
              <p:nvPr/>
            </p:nvSpPr>
            <p:spPr>
              <a:xfrm>
                <a:off x="1685"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238" name="Rectangle 656"/>
              <p:cNvSpPr/>
              <p:nvPr/>
            </p:nvSpPr>
            <p:spPr>
              <a:xfrm>
                <a:off x="1751"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39" name="Rectangle 657"/>
              <p:cNvSpPr/>
              <p:nvPr/>
            </p:nvSpPr>
            <p:spPr>
              <a:xfrm>
                <a:off x="1888"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40" name="Rectangle 658"/>
              <p:cNvSpPr/>
              <p:nvPr/>
            </p:nvSpPr>
            <p:spPr>
              <a:xfrm>
                <a:off x="1954"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41" name="Rectangle 659"/>
              <p:cNvSpPr/>
              <p:nvPr/>
            </p:nvSpPr>
            <p:spPr>
              <a:xfrm>
                <a:off x="2088"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42" name="Rectangle 660"/>
              <p:cNvSpPr/>
              <p:nvPr/>
            </p:nvSpPr>
            <p:spPr>
              <a:xfrm>
                <a:off x="2153"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43" name="Rectangle 661"/>
              <p:cNvSpPr/>
              <p:nvPr/>
            </p:nvSpPr>
            <p:spPr>
              <a:xfrm>
                <a:off x="2291"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44" name="Rectangle 662"/>
              <p:cNvSpPr/>
              <p:nvPr/>
            </p:nvSpPr>
            <p:spPr>
              <a:xfrm>
                <a:off x="235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45" name="Rectangle 663"/>
              <p:cNvSpPr/>
              <p:nvPr/>
            </p:nvSpPr>
            <p:spPr>
              <a:xfrm>
                <a:off x="2493"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246" name="Rectangle 664"/>
              <p:cNvSpPr/>
              <p:nvPr/>
            </p:nvSpPr>
            <p:spPr>
              <a:xfrm>
                <a:off x="2559"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47" name="Rectangle 665"/>
              <p:cNvSpPr/>
              <p:nvPr/>
            </p:nvSpPr>
            <p:spPr>
              <a:xfrm>
                <a:off x="269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48" name="Rectangle 666"/>
              <p:cNvSpPr/>
              <p:nvPr/>
            </p:nvSpPr>
            <p:spPr>
              <a:xfrm>
                <a:off x="2762"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49" name="Rectangle 667"/>
              <p:cNvSpPr/>
              <p:nvPr/>
            </p:nvSpPr>
            <p:spPr>
              <a:xfrm>
                <a:off x="563"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50" name="Line 668"/>
              <p:cNvSpPr/>
              <p:nvPr/>
            </p:nvSpPr>
            <p:spPr>
              <a:xfrm>
                <a:off x="563" y="2867"/>
                <a:ext cx="1" cy="12"/>
              </a:xfrm>
              <a:prstGeom prst="line">
                <a:avLst/>
              </a:prstGeom>
              <a:ln w="0" cap="flat" cmpd="sng">
                <a:solidFill>
                  <a:srgbClr val="FF0000"/>
                </a:solidFill>
                <a:prstDash val="solid"/>
                <a:round/>
                <a:headEnd type="none" w="med" len="med"/>
                <a:tailEnd type="none" w="med" len="med"/>
              </a:ln>
            </p:spPr>
          </p:sp>
          <p:sp>
            <p:nvSpPr>
              <p:cNvPr id="68251" name="Rectangle 669"/>
              <p:cNvSpPr/>
              <p:nvPr/>
            </p:nvSpPr>
            <p:spPr>
              <a:xfrm>
                <a:off x="572"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52" name="Line 670"/>
              <p:cNvSpPr/>
              <p:nvPr/>
            </p:nvSpPr>
            <p:spPr>
              <a:xfrm>
                <a:off x="572" y="2867"/>
                <a:ext cx="194" cy="1"/>
              </a:xfrm>
              <a:prstGeom prst="line">
                <a:avLst/>
              </a:prstGeom>
              <a:ln w="0" cap="flat" cmpd="sng">
                <a:solidFill>
                  <a:srgbClr val="FF0000"/>
                </a:solidFill>
                <a:prstDash val="solid"/>
                <a:round/>
                <a:headEnd type="none" w="med" len="med"/>
                <a:tailEnd type="none" w="med" len="med"/>
              </a:ln>
            </p:spPr>
          </p:sp>
          <p:sp>
            <p:nvSpPr>
              <p:cNvPr id="68253" name="Rectangle 671"/>
              <p:cNvSpPr/>
              <p:nvPr/>
            </p:nvSpPr>
            <p:spPr>
              <a:xfrm>
                <a:off x="766"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54" name="Line 672"/>
              <p:cNvSpPr/>
              <p:nvPr/>
            </p:nvSpPr>
            <p:spPr>
              <a:xfrm>
                <a:off x="766" y="2867"/>
                <a:ext cx="1" cy="12"/>
              </a:xfrm>
              <a:prstGeom prst="line">
                <a:avLst/>
              </a:prstGeom>
              <a:ln w="0" cap="flat" cmpd="sng">
                <a:solidFill>
                  <a:srgbClr val="FF0000"/>
                </a:solidFill>
                <a:prstDash val="solid"/>
                <a:round/>
                <a:headEnd type="none" w="med" len="med"/>
                <a:tailEnd type="none" w="med" len="med"/>
              </a:ln>
            </p:spPr>
          </p:sp>
          <p:sp>
            <p:nvSpPr>
              <p:cNvPr id="68255" name="Rectangle 673"/>
              <p:cNvSpPr/>
              <p:nvPr/>
            </p:nvSpPr>
            <p:spPr>
              <a:xfrm>
                <a:off x="775"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56" name="Line 674"/>
              <p:cNvSpPr/>
              <p:nvPr/>
            </p:nvSpPr>
            <p:spPr>
              <a:xfrm>
                <a:off x="775" y="2867"/>
                <a:ext cx="194" cy="1"/>
              </a:xfrm>
              <a:prstGeom prst="line">
                <a:avLst/>
              </a:prstGeom>
              <a:ln w="0" cap="flat" cmpd="sng">
                <a:solidFill>
                  <a:srgbClr val="FF0000"/>
                </a:solidFill>
                <a:prstDash val="solid"/>
                <a:round/>
                <a:headEnd type="none" w="med" len="med"/>
                <a:tailEnd type="none" w="med" len="med"/>
              </a:ln>
            </p:spPr>
          </p:sp>
          <p:sp>
            <p:nvSpPr>
              <p:cNvPr id="68257" name="Rectangle 675"/>
              <p:cNvSpPr/>
              <p:nvPr/>
            </p:nvSpPr>
            <p:spPr>
              <a:xfrm>
                <a:off x="969"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58" name="Line 676"/>
              <p:cNvSpPr/>
              <p:nvPr/>
            </p:nvSpPr>
            <p:spPr>
              <a:xfrm>
                <a:off x="969" y="2867"/>
                <a:ext cx="1" cy="12"/>
              </a:xfrm>
              <a:prstGeom prst="line">
                <a:avLst/>
              </a:prstGeom>
              <a:ln w="0" cap="flat" cmpd="sng">
                <a:solidFill>
                  <a:srgbClr val="FF0000"/>
                </a:solidFill>
                <a:prstDash val="solid"/>
                <a:round/>
                <a:headEnd type="none" w="med" len="med"/>
                <a:tailEnd type="none" w="med" len="med"/>
              </a:ln>
            </p:spPr>
          </p:sp>
          <p:sp>
            <p:nvSpPr>
              <p:cNvPr id="68259" name="Rectangle 677"/>
              <p:cNvSpPr/>
              <p:nvPr/>
            </p:nvSpPr>
            <p:spPr>
              <a:xfrm>
                <a:off x="978" y="2867"/>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68260" name="Group 678"/>
            <p:cNvGrpSpPr/>
            <p:nvPr/>
          </p:nvGrpSpPr>
          <p:grpSpPr>
            <a:xfrm>
              <a:off x="563" y="2867"/>
              <a:ext cx="2263" cy="775"/>
              <a:chOff x="563" y="2867"/>
              <a:chExt cx="2263" cy="775"/>
            </a:xfrm>
          </p:grpSpPr>
          <p:sp>
            <p:nvSpPr>
              <p:cNvPr id="68261" name="Line 679"/>
              <p:cNvSpPr/>
              <p:nvPr/>
            </p:nvSpPr>
            <p:spPr>
              <a:xfrm>
                <a:off x="978" y="2867"/>
                <a:ext cx="191" cy="1"/>
              </a:xfrm>
              <a:prstGeom prst="line">
                <a:avLst/>
              </a:prstGeom>
              <a:ln w="0" cap="flat" cmpd="sng">
                <a:solidFill>
                  <a:srgbClr val="FF0000"/>
                </a:solidFill>
                <a:prstDash val="solid"/>
                <a:round/>
                <a:headEnd type="none" w="med" len="med"/>
                <a:tailEnd type="none" w="med" len="med"/>
              </a:ln>
            </p:spPr>
          </p:sp>
          <p:sp>
            <p:nvSpPr>
              <p:cNvPr id="68262" name="Rectangle 680"/>
              <p:cNvSpPr/>
              <p:nvPr/>
            </p:nvSpPr>
            <p:spPr>
              <a:xfrm>
                <a:off x="1169"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63" name="Line 681"/>
              <p:cNvSpPr/>
              <p:nvPr/>
            </p:nvSpPr>
            <p:spPr>
              <a:xfrm>
                <a:off x="1169" y="2867"/>
                <a:ext cx="1" cy="12"/>
              </a:xfrm>
              <a:prstGeom prst="line">
                <a:avLst/>
              </a:prstGeom>
              <a:ln w="0" cap="flat" cmpd="sng">
                <a:solidFill>
                  <a:srgbClr val="FF0000"/>
                </a:solidFill>
                <a:prstDash val="solid"/>
                <a:round/>
                <a:headEnd type="none" w="med" len="med"/>
                <a:tailEnd type="none" w="med" len="med"/>
              </a:ln>
            </p:spPr>
          </p:sp>
          <p:sp>
            <p:nvSpPr>
              <p:cNvPr id="68264" name="Rectangle 682"/>
              <p:cNvSpPr/>
              <p:nvPr/>
            </p:nvSpPr>
            <p:spPr>
              <a:xfrm>
                <a:off x="1178"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65" name="Line 683"/>
              <p:cNvSpPr/>
              <p:nvPr/>
            </p:nvSpPr>
            <p:spPr>
              <a:xfrm>
                <a:off x="1178" y="2867"/>
                <a:ext cx="194" cy="1"/>
              </a:xfrm>
              <a:prstGeom prst="line">
                <a:avLst/>
              </a:prstGeom>
              <a:ln w="0" cap="flat" cmpd="sng">
                <a:solidFill>
                  <a:srgbClr val="FF0000"/>
                </a:solidFill>
                <a:prstDash val="solid"/>
                <a:round/>
                <a:headEnd type="none" w="med" len="med"/>
                <a:tailEnd type="none" w="med" len="med"/>
              </a:ln>
            </p:spPr>
          </p:sp>
          <p:sp>
            <p:nvSpPr>
              <p:cNvPr id="68266" name="Rectangle 684"/>
              <p:cNvSpPr/>
              <p:nvPr/>
            </p:nvSpPr>
            <p:spPr>
              <a:xfrm>
                <a:off x="1372"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67" name="Line 685"/>
              <p:cNvSpPr/>
              <p:nvPr/>
            </p:nvSpPr>
            <p:spPr>
              <a:xfrm>
                <a:off x="1372" y="2867"/>
                <a:ext cx="1" cy="12"/>
              </a:xfrm>
              <a:prstGeom prst="line">
                <a:avLst/>
              </a:prstGeom>
              <a:ln w="0" cap="flat" cmpd="sng">
                <a:solidFill>
                  <a:srgbClr val="FF0000"/>
                </a:solidFill>
                <a:prstDash val="solid"/>
                <a:round/>
                <a:headEnd type="none" w="med" len="med"/>
                <a:tailEnd type="none" w="med" len="med"/>
              </a:ln>
            </p:spPr>
          </p:sp>
          <p:sp>
            <p:nvSpPr>
              <p:cNvPr id="68268" name="Rectangle 686"/>
              <p:cNvSpPr/>
              <p:nvPr/>
            </p:nvSpPr>
            <p:spPr>
              <a:xfrm>
                <a:off x="1380" y="2867"/>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69" name="Line 687"/>
              <p:cNvSpPr/>
              <p:nvPr/>
            </p:nvSpPr>
            <p:spPr>
              <a:xfrm>
                <a:off x="1380" y="2867"/>
                <a:ext cx="195" cy="1"/>
              </a:xfrm>
              <a:prstGeom prst="line">
                <a:avLst/>
              </a:prstGeom>
              <a:ln w="0" cap="flat" cmpd="sng">
                <a:solidFill>
                  <a:srgbClr val="FF0000"/>
                </a:solidFill>
                <a:prstDash val="solid"/>
                <a:round/>
                <a:headEnd type="none" w="med" len="med"/>
                <a:tailEnd type="none" w="med" len="med"/>
              </a:ln>
            </p:spPr>
          </p:sp>
          <p:sp>
            <p:nvSpPr>
              <p:cNvPr id="68270" name="Rectangle 688"/>
              <p:cNvSpPr/>
              <p:nvPr/>
            </p:nvSpPr>
            <p:spPr>
              <a:xfrm>
                <a:off x="1575"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71" name="Line 689"/>
              <p:cNvSpPr/>
              <p:nvPr/>
            </p:nvSpPr>
            <p:spPr>
              <a:xfrm>
                <a:off x="1575" y="2867"/>
                <a:ext cx="1" cy="12"/>
              </a:xfrm>
              <a:prstGeom prst="line">
                <a:avLst/>
              </a:prstGeom>
              <a:ln w="0" cap="flat" cmpd="sng">
                <a:solidFill>
                  <a:srgbClr val="FF0000"/>
                </a:solidFill>
                <a:prstDash val="solid"/>
                <a:round/>
                <a:headEnd type="none" w="med" len="med"/>
                <a:tailEnd type="none" w="med" len="med"/>
              </a:ln>
            </p:spPr>
          </p:sp>
          <p:sp>
            <p:nvSpPr>
              <p:cNvPr id="68272" name="Rectangle 690"/>
              <p:cNvSpPr/>
              <p:nvPr/>
            </p:nvSpPr>
            <p:spPr>
              <a:xfrm>
                <a:off x="1583" y="2867"/>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73" name="Line 691"/>
              <p:cNvSpPr/>
              <p:nvPr/>
            </p:nvSpPr>
            <p:spPr>
              <a:xfrm>
                <a:off x="1583" y="2867"/>
                <a:ext cx="195" cy="1"/>
              </a:xfrm>
              <a:prstGeom prst="line">
                <a:avLst/>
              </a:prstGeom>
              <a:ln w="0" cap="flat" cmpd="sng">
                <a:solidFill>
                  <a:srgbClr val="FF0000"/>
                </a:solidFill>
                <a:prstDash val="solid"/>
                <a:round/>
                <a:headEnd type="none" w="med" len="med"/>
                <a:tailEnd type="none" w="med" len="med"/>
              </a:ln>
            </p:spPr>
          </p:sp>
          <p:sp>
            <p:nvSpPr>
              <p:cNvPr id="68274" name="Rectangle 692"/>
              <p:cNvSpPr/>
              <p:nvPr/>
            </p:nvSpPr>
            <p:spPr>
              <a:xfrm>
                <a:off x="1778"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75" name="Line 693"/>
              <p:cNvSpPr/>
              <p:nvPr/>
            </p:nvSpPr>
            <p:spPr>
              <a:xfrm>
                <a:off x="1778" y="2867"/>
                <a:ext cx="1" cy="12"/>
              </a:xfrm>
              <a:prstGeom prst="line">
                <a:avLst/>
              </a:prstGeom>
              <a:ln w="0" cap="flat" cmpd="sng">
                <a:solidFill>
                  <a:srgbClr val="FF0000"/>
                </a:solidFill>
                <a:prstDash val="solid"/>
                <a:round/>
                <a:headEnd type="none" w="med" len="med"/>
                <a:tailEnd type="none" w="med" len="med"/>
              </a:ln>
            </p:spPr>
          </p:sp>
          <p:sp>
            <p:nvSpPr>
              <p:cNvPr id="68276" name="Rectangle 694"/>
              <p:cNvSpPr/>
              <p:nvPr/>
            </p:nvSpPr>
            <p:spPr>
              <a:xfrm>
                <a:off x="1786"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77" name="Line 695"/>
              <p:cNvSpPr/>
              <p:nvPr/>
            </p:nvSpPr>
            <p:spPr>
              <a:xfrm>
                <a:off x="1786" y="2867"/>
                <a:ext cx="194" cy="1"/>
              </a:xfrm>
              <a:prstGeom prst="line">
                <a:avLst/>
              </a:prstGeom>
              <a:ln w="0" cap="flat" cmpd="sng">
                <a:solidFill>
                  <a:srgbClr val="FF0000"/>
                </a:solidFill>
                <a:prstDash val="solid"/>
                <a:round/>
                <a:headEnd type="none" w="med" len="med"/>
                <a:tailEnd type="none" w="med" len="med"/>
              </a:ln>
            </p:spPr>
          </p:sp>
          <p:sp>
            <p:nvSpPr>
              <p:cNvPr id="68278" name="Rectangle 696"/>
              <p:cNvSpPr/>
              <p:nvPr/>
            </p:nvSpPr>
            <p:spPr>
              <a:xfrm>
                <a:off x="1980"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79" name="Line 697"/>
              <p:cNvSpPr/>
              <p:nvPr/>
            </p:nvSpPr>
            <p:spPr>
              <a:xfrm>
                <a:off x="1980" y="2867"/>
                <a:ext cx="1" cy="12"/>
              </a:xfrm>
              <a:prstGeom prst="line">
                <a:avLst/>
              </a:prstGeom>
              <a:ln w="0" cap="flat" cmpd="sng">
                <a:solidFill>
                  <a:srgbClr val="FF0000"/>
                </a:solidFill>
                <a:prstDash val="solid"/>
                <a:round/>
                <a:headEnd type="none" w="med" len="med"/>
                <a:tailEnd type="none" w="med" len="med"/>
              </a:ln>
            </p:spPr>
          </p:sp>
          <p:sp>
            <p:nvSpPr>
              <p:cNvPr id="68280" name="Rectangle 698"/>
              <p:cNvSpPr/>
              <p:nvPr/>
            </p:nvSpPr>
            <p:spPr>
              <a:xfrm>
                <a:off x="1989"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81" name="Line 699"/>
              <p:cNvSpPr/>
              <p:nvPr/>
            </p:nvSpPr>
            <p:spPr>
              <a:xfrm>
                <a:off x="1989" y="2867"/>
                <a:ext cx="194" cy="1"/>
              </a:xfrm>
              <a:prstGeom prst="line">
                <a:avLst/>
              </a:prstGeom>
              <a:ln w="0" cap="flat" cmpd="sng">
                <a:solidFill>
                  <a:srgbClr val="FF0000"/>
                </a:solidFill>
                <a:prstDash val="solid"/>
                <a:round/>
                <a:headEnd type="none" w="med" len="med"/>
                <a:tailEnd type="none" w="med" len="med"/>
              </a:ln>
            </p:spPr>
          </p:sp>
          <p:sp>
            <p:nvSpPr>
              <p:cNvPr id="68282" name="Rectangle 700"/>
              <p:cNvSpPr/>
              <p:nvPr/>
            </p:nvSpPr>
            <p:spPr>
              <a:xfrm>
                <a:off x="2183"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83" name="Line 701"/>
              <p:cNvSpPr/>
              <p:nvPr/>
            </p:nvSpPr>
            <p:spPr>
              <a:xfrm>
                <a:off x="2183" y="2867"/>
                <a:ext cx="1" cy="12"/>
              </a:xfrm>
              <a:prstGeom prst="line">
                <a:avLst/>
              </a:prstGeom>
              <a:ln w="0" cap="flat" cmpd="sng">
                <a:solidFill>
                  <a:srgbClr val="FF0000"/>
                </a:solidFill>
                <a:prstDash val="solid"/>
                <a:round/>
                <a:headEnd type="none" w="med" len="med"/>
                <a:tailEnd type="none" w="med" len="med"/>
              </a:ln>
            </p:spPr>
          </p:sp>
          <p:sp>
            <p:nvSpPr>
              <p:cNvPr id="68284" name="Rectangle 702"/>
              <p:cNvSpPr/>
              <p:nvPr/>
            </p:nvSpPr>
            <p:spPr>
              <a:xfrm>
                <a:off x="2192"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85" name="Line 703"/>
              <p:cNvSpPr/>
              <p:nvPr/>
            </p:nvSpPr>
            <p:spPr>
              <a:xfrm>
                <a:off x="2192" y="2867"/>
                <a:ext cx="194" cy="1"/>
              </a:xfrm>
              <a:prstGeom prst="line">
                <a:avLst/>
              </a:prstGeom>
              <a:ln w="0" cap="flat" cmpd="sng">
                <a:solidFill>
                  <a:srgbClr val="FF0000"/>
                </a:solidFill>
                <a:prstDash val="solid"/>
                <a:round/>
                <a:headEnd type="none" w="med" len="med"/>
                <a:tailEnd type="none" w="med" len="med"/>
              </a:ln>
            </p:spPr>
          </p:sp>
          <p:sp>
            <p:nvSpPr>
              <p:cNvPr id="68286" name="Rectangle 704"/>
              <p:cNvSpPr/>
              <p:nvPr/>
            </p:nvSpPr>
            <p:spPr>
              <a:xfrm>
                <a:off x="2386"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87" name="Line 705"/>
              <p:cNvSpPr/>
              <p:nvPr/>
            </p:nvSpPr>
            <p:spPr>
              <a:xfrm>
                <a:off x="2386" y="2867"/>
                <a:ext cx="1" cy="12"/>
              </a:xfrm>
              <a:prstGeom prst="line">
                <a:avLst/>
              </a:prstGeom>
              <a:ln w="0" cap="flat" cmpd="sng">
                <a:solidFill>
                  <a:srgbClr val="FF0000"/>
                </a:solidFill>
                <a:prstDash val="solid"/>
                <a:round/>
                <a:headEnd type="none" w="med" len="med"/>
                <a:tailEnd type="none" w="med" len="med"/>
              </a:ln>
            </p:spPr>
          </p:sp>
          <p:sp>
            <p:nvSpPr>
              <p:cNvPr id="68288" name="Rectangle 706"/>
              <p:cNvSpPr/>
              <p:nvPr/>
            </p:nvSpPr>
            <p:spPr>
              <a:xfrm>
                <a:off x="2395"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89" name="Line 707"/>
              <p:cNvSpPr/>
              <p:nvPr/>
            </p:nvSpPr>
            <p:spPr>
              <a:xfrm>
                <a:off x="2395" y="2867"/>
                <a:ext cx="194" cy="1"/>
              </a:xfrm>
              <a:prstGeom prst="line">
                <a:avLst/>
              </a:prstGeom>
              <a:ln w="0" cap="flat" cmpd="sng">
                <a:solidFill>
                  <a:srgbClr val="FF0000"/>
                </a:solidFill>
                <a:prstDash val="solid"/>
                <a:round/>
                <a:headEnd type="none" w="med" len="med"/>
                <a:tailEnd type="none" w="med" len="med"/>
              </a:ln>
            </p:spPr>
          </p:sp>
          <p:sp>
            <p:nvSpPr>
              <p:cNvPr id="68290" name="Rectangle 708"/>
              <p:cNvSpPr/>
              <p:nvPr/>
            </p:nvSpPr>
            <p:spPr>
              <a:xfrm>
                <a:off x="2589"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91" name="Line 709"/>
              <p:cNvSpPr/>
              <p:nvPr/>
            </p:nvSpPr>
            <p:spPr>
              <a:xfrm>
                <a:off x="2589" y="2867"/>
                <a:ext cx="1" cy="12"/>
              </a:xfrm>
              <a:prstGeom prst="line">
                <a:avLst/>
              </a:prstGeom>
              <a:ln w="0" cap="flat" cmpd="sng">
                <a:solidFill>
                  <a:srgbClr val="FF0000"/>
                </a:solidFill>
                <a:prstDash val="solid"/>
                <a:round/>
                <a:headEnd type="none" w="med" len="med"/>
                <a:tailEnd type="none" w="med" len="med"/>
              </a:ln>
            </p:spPr>
          </p:sp>
          <p:sp>
            <p:nvSpPr>
              <p:cNvPr id="68292" name="Rectangle 710"/>
              <p:cNvSpPr/>
              <p:nvPr/>
            </p:nvSpPr>
            <p:spPr>
              <a:xfrm>
                <a:off x="2597" y="2867"/>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93" name="Line 711"/>
              <p:cNvSpPr/>
              <p:nvPr/>
            </p:nvSpPr>
            <p:spPr>
              <a:xfrm>
                <a:off x="2597" y="2867"/>
                <a:ext cx="192" cy="1"/>
              </a:xfrm>
              <a:prstGeom prst="line">
                <a:avLst/>
              </a:prstGeom>
              <a:ln w="0" cap="flat" cmpd="sng">
                <a:solidFill>
                  <a:srgbClr val="FF0000"/>
                </a:solidFill>
                <a:prstDash val="solid"/>
                <a:round/>
                <a:headEnd type="none" w="med" len="med"/>
                <a:tailEnd type="none" w="med" len="med"/>
              </a:ln>
            </p:spPr>
          </p:sp>
          <p:sp>
            <p:nvSpPr>
              <p:cNvPr id="68294" name="Rectangle 712"/>
              <p:cNvSpPr/>
              <p:nvPr/>
            </p:nvSpPr>
            <p:spPr>
              <a:xfrm>
                <a:off x="2789"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95" name="Line 713"/>
              <p:cNvSpPr/>
              <p:nvPr/>
            </p:nvSpPr>
            <p:spPr>
              <a:xfrm>
                <a:off x="2789" y="2867"/>
                <a:ext cx="1" cy="12"/>
              </a:xfrm>
              <a:prstGeom prst="line">
                <a:avLst/>
              </a:prstGeom>
              <a:ln w="0" cap="flat" cmpd="sng">
                <a:solidFill>
                  <a:srgbClr val="FF0000"/>
                </a:solidFill>
                <a:prstDash val="solid"/>
                <a:round/>
                <a:headEnd type="none" w="med" len="med"/>
                <a:tailEnd type="none" w="med" len="med"/>
              </a:ln>
            </p:spPr>
          </p:sp>
          <p:sp>
            <p:nvSpPr>
              <p:cNvPr id="68296" name="Rectangle 714"/>
              <p:cNvSpPr/>
              <p:nvPr/>
            </p:nvSpPr>
            <p:spPr>
              <a:xfrm>
                <a:off x="563"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97" name="Line 715"/>
              <p:cNvSpPr/>
              <p:nvPr/>
            </p:nvSpPr>
            <p:spPr>
              <a:xfrm>
                <a:off x="563" y="2879"/>
                <a:ext cx="1" cy="285"/>
              </a:xfrm>
              <a:prstGeom prst="line">
                <a:avLst/>
              </a:prstGeom>
              <a:ln w="0" cap="flat" cmpd="sng">
                <a:solidFill>
                  <a:srgbClr val="FF0000"/>
                </a:solidFill>
                <a:prstDash val="solid"/>
                <a:round/>
                <a:headEnd type="none" w="med" len="med"/>
                <a:tailEnd type="none" w="med" len="med"/>
              </a:ln>
            </p:spPr>
          </p:sp>
          <p:sp>
            <p:nvSpPr>
              <p:cNvPr id="68298" name="Rectangle 716"/>
              <p:cNvSpPr/>
              <p:nvPr/>
            </p:nvSpPr>
            <p:spPr>
              <a:xfrm>
                <a:off x="766"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99" name="Line 717"/>
              <p:cNvSpPr/>
              <p:nvPr/>
            </p:nvSpPr>
            <p:spPr>
              <a:xfrm>
                <a:off x="766" y="2879"/>
                <a:ext cx="1" cy="285"/>
              </a:xfrm>
              <a:prstGeom prst="line">
                <a:avLst/>
              </a:prstGeom>
              <a:ln w="0" cap="flat" cmpd="sng">
                <a:solidFill>
                  <a:srgbClr val="FF0000"/>
                </a:solidFill>
                <a:prstDash val="solid"/>
                <a:round/>
                <a:headEnd type="none" w="med" len="med"/>
                <a:tailEnd type="none" w="med" len="med"/>
              </a:ln>
            </p:spPr>
          </p:sp>
          <p:sp>
            <p:nvSpPr>
              <p:cNvPr id="68300" name="Rectangle 718"/>
              <p:cNvSpPr/>
              <p:nvPr/>
            </p:nvSpPr>
            <p:spPr>
              <a:xfrm>
                <a:off x="969"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01" name="Line 719"/>
              <p:cNvSpPr/>
              <p:nvPr/>
            </p:nvSpPr>
            <p:spPr>
              <a:xfrm>
                <a:off x="969" y="2879"/>
                <a:ext cx="1" cy="285"/>
              </a:xfrm>
              <a:prstGeom prst="line">
                <a:avLst/>
              </a:prstGeom>
              <a:ln w="0" cap="flat" cmpd="sng">
                <a:solidFill>
                  <a:srgbClr val="FF0000"/>
                </a:solidFill>
                <a:prstDash val="solid"/>
                <a:round/>
                <a:headEnd type="none" w="med" len="med"/>
                <a:tailEnd type="none" w="med" len="med"/>
              </a:ln>
            </p:spPr>
          </p:sp>
          <p:sp>
            <p:nvSpPr>
              <p:cNvPr id="68302" name="Rectangle 720"/>
              <p:cNvSpPr/>
              <p:nvPr/>
            </p:nvSpPr>
            <p:spPr>
              <a:xfrm>
                <a:off x="1169"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03" name="Line 721"/>
              <p:cNvSpPr/>
              <p:nvPr/>
            </p:nvSpPr>
            <p:spPr>
              <a:xfrm>
                <a:off x="1169" y="2879"/>
                <a:ext cx="1" cy="285"/>
              </a:xfrm>
              <a:prstGeom prst="line">
                <a:avLst/>
              </a:prstGeom>
              <a:ln w="0" cap="flat" cmpd="sng">
                <a:solidFill>
                  <a:srgbClr val="FF0000"/>
                </a:solidFill>
                <a:prstDash val="solid"/>
                <a:round/>
                <a:headEnd type="none" w="med" len="med"/>
                <a:tailEnd type="none" w="med" len="med"/>
              </a:ln>
            </p:spPr>
          </p:sp>
          <p:sp>
            <p:nvSpPr>
              <p:cNvPr id="68304" name="Rectangle 722"/>
              <p:cNvSpPr/>
              <p:nvPr/>
            </p:nvSpPr>
            <p:spPr>
              <a:xfrm>
                <a:off x="1372"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05" name="Line 723"/>
              <p:cNvSpPr/>
              <p:nvPr/>
            </p:nvSpPr>
            <p:spPr>
              <a:xfrm>
                <a:off x="1372" y="2879"/>
                <a:ext cx="1" cy="285"/>
              </a:xfrm>
              <a:prstGeom prst="line">
                <a:avLst/>
              </a:prstGeom>
              <a:ln w="0" cap="flat" cmpd="sng">
                <a:solidFill>
                  <a:srgbClr val="FF0000"/>
                </a:solidFill>
                <a:prstDash val="solid"/>
                <a:round/>
                <a:headEnd type="none" w="med" len="med"/>
                <a:tailEnd type="none" w="med" len="med"/>
              </a:ln>
            </p:spPr>
          </p:sp>
          <p:sp>
            <p:nvSpPr>
              <p:cNvPr id="68306" name="Rectangle 724"/>
              <p:cNvSpPr/>
              <p:nvPr/>
            </p:nvSpPr>
            <p:spPr>
              <a:xfrm>
                <a:off x="1575"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07" name="Line 725"/>
              <p:cNvSpPr/>
              <p:nvPr/>
            </p:nvSpPr>
            <p:spPr>
              <a:xfrm>
                <a:off x="1575" y="2879"/>
                <a:ext cx="1" cy="285"/>
              </a:xfrm>
              <a:prstGeom prst="line">
                <a:avLst/>
              </a:prstGeom>
              <a:ln w="0" cap="flat" cmpd="sng">
                <a:solidFill>
                  <a:srgbClr val="FF0000"/>
                </a:solidFill>
                <a:prstDash val="solid"/>
                <a:round/>
                <a:headEnd type="none" w="med" len="med"/>
                <a:tailEnd type="none" w="med" len="med"/>
              </a:ln>
            </p:spPr>
          </p:sp>
          <p:sp>
            <p:nvSpPr>
              <p:cNvPr id="68308" name="Rectangle 726"/>
              <p:cNvSpPr/>
              <p:nvPr/>
            </p:nvSpPr>
            <p:spPr>
              <a:xfrm>
                <a:off x="1778"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09" name="Line 727"/>
              <p:cNvSpPr/>
              <p:nvPr/>
            </p:nvSpPr>
            <p:spPr>
              <a:xfrm>
                <a:off x="1778" y="2879"/>
                <a:ext cx="1" cy="285"/>
              </a:xfrm>
              <a:prstGeom prst="line">
                <a:avLst/>
              </a:prstGeom>
              <a:ln w="0" cap="flat" cmpd="sng">
                <a:solidFill>
                  <a:srgbClr val="FF0000"/>
                </a:solidFill>
                <a:prstDash val="solid"/>
                <a:round/>
                <a:headEnd type="none" w="med" len="med"/>
                <a:tailEnd type="none" w="med" len="med"/>
              </a:ln>
            </p:spPr>
          </p:sp>
          <p:sp>
            <p:nvSpPr>
              <p:cNvPr id="68310" name="Rectangle 728"/>
              <p:cNvSpPr/>
              <p:nvPr/>
            </p:nvSpPr>
            <p:spPr>
              <a:xfrm>
                <a:off x="1980"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11" name="Line 729"/>
              <p:cNvSpPr/>
              <p:nvPr/>
            </p:nvSpPr>
            <p:spPr>
              <a:xfrm>
                <a:off x="1980" y="2879"/>
                <a:ext cx="1" cy="285"/>
              </a:xfrm>
              <a:prstGeom prst="line">
                <a:avLst/>
              </a:prstGeom>
              <a:ln w="0" cap="flat" cmpd="sng">
                <a:solidFill>
                  <a:srgbClr val="FF0000"/>
                </a:solidFill>
                <a:prstDash val="solid"/>
                <a:round/>
                <a:headEnd type="none" w="med" len="med"/>
                <a:tailEnd type="none" w="med" len="med"/>
              </a:ln>
            </p:spPr>
          </p:sp>
          <p:sp>
            <p:nvSpPr>
              <p:cNvPr id="68312" name="Rectangle 730"/>
              <p:cNvSpPr/>
              <p:nvPr/>
            </p:nvSpPr>
            <p:spPr>
              <a:xfrm>
                <a:off x="2183"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13" name="Line 731"/>
              <p:cNvSpPr/>
              <p:nvPr/>
            </p:nvSpPr>
            <p:spPr>
              <a:xfrm>
                <a:off x="2183" y="2879"/>
                <a:ext cx="1" cy="285"/>
              </a:xfrm>
              <a:prstGeom prst="line">
                <a:avLst/>
              </a:prstGeom>
              <a:ln w="0" cap="flat" cmpd="sng">
                <a:solidFill>
                  <a:srgbClr val="FF0000"/>
                </a:solidFill>
                <a:prstDash val="solid"/>
                <a:round/>
                <a:headEnd type="none" w="med" len="med"/>
                <a:tailEnd type="none" w="med" len="med"/>
              </a:ln>
            </p:spPr>
          </p:sp>
          <p:sp>
            <p:nvSpPr>
              <p:cNvPr id="68314" name="Rectangle 732"/>
              <p:cNvSpPr/>
              <p:nvPr/>
            </p:nvSpPr>
            <p:spPr>
              <a:xfrm>
                <a:off x="2386"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15" name="Line 733"/>
              <p:cNvSpPr/>
              <p:nvPr/>
            </p:nvSpPr>
            <p:spPr>
              <a:xfrm>
                <a:off x="2386" y="2879"/>
                <a:ext cx="1" cy="285"/>
              </a:xfrm>
              <a:prstGeom prst="line">
                <a:avLst/>
              </a:prstGeom>
              <a:ln w="0" cap="flat" cmpd="sng">
                <a:solidFill>
                  <a:srgbClr val="FF0000"/>
                </a:solidFill>
                <a:prstDash val="solid"/>
                <a:round/>
                <a:headEnd type="none" w="med" len="med"/>
                <a:tailEnd type="none" w="med" len="med"/>
              </a:ln>
            </p:spPr>
          </p:sp>
          <p:sp>
            <p:nvSpPr>
              <p:cNvPr id="68316" name="Rectangle 734"/>
              <p:cNvSpPr/>
              <p:nvPr/>
            </p:nvSpPr>
            <p:spPr>
              <a:xfrm>
                <a:off x="2589"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17" name="Line 735"/>
              <p:cNvSpPr/>
              <p:nvPr/>
            </p:nvSpPr>
            <p:spPr>
              <a:xfrm>
                <a:off x="2589" y="2879"/>
                <a:ext cx="1" cy="285"/>
              </a:xfrm>
              <a:prstGeom prst="line">
                <a:avLst/>
              </a:prstGeom>
              <a:ln w="0" cap="flat" cmpd="sng">
                <a:solidFill>
                  <a:srgbClr val="FF0000"/>
                </a:solidFill>
                <a:prstDash val="solid"/>
                <a:round/>
                <a:headEnd type="none" w="med" len="med"/>
                <a:tailEnd type="none" w="med" len="med"/>
              </a:ln>
            </p:spPr>
          </p:sp>
          <p:sp>
            <p:nvSpPr>
              <p:cNvPr id="68318" name="Rectangle 736"/>
              <p:cNvSpPr/>
              <p:nvPr/>
            </p:nvSpPr>
            <p:spPr>
              <a:xfrm>
                <a:off x="2789"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19" name="Line 737"/>
              <p:cNvSpPr/>
              <p:nvPr/>
            </p:nvSpPr>
            <p:spPr>
              <a:xfrm>
                <a:off x="2789" y="2879"/>
                <a:ext cx="1" cy="285"/>
              </a:xfrm>
              <a:prstGeom prst="line">
                <a:avLst/>
              </a:prstGeom>
              <a:ln w="0" cap="flat" cmpd="sng">
                <a:solidFill>
                  <a:srgbClr val="FF0000"/>
                </a:solidFill>
                <a:prstDash val="solid"/>
                <a:round/>
                <a:headEnd type="none" w="med" len="med"/>
                <a:tailEnd type="none" w="med" len="med"/>
              </a:ln>
            </p:spPr>
          </p:sp>
          <p:sp>
            <p:nvSpPr>
              <p:cNvPr id="68320" name="Rectangle 738"/>
              <p:cNvSpPr/>
              <p:nvPr/>
            </p:nvSpPr>
            <p:spPr>
              <a:xfrm>
                <a:off x="671"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21" name="Rectangle 739"/>
              <p:cNvSpPr/>
              <p:nvPr/>
            </p:nvSpPr>
            <p:spPr>
              <a:xfrm>
                <a:off x="73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22" name="Rectangle 740"/>
              <p:cNvSpPr/>
              <p:nvPr/>
            </p:nvSpPr>
            <p:spPr>
              <a:xfrm>
                <a:off x="874"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23" name="Rectangle 741"/>
              <p:cNvSpPr/>
              <p:nvPr/>
            </p:nvSpPr>
            <p:spPr>
              <a:xfrm>
                <a:off x="939"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24" name="Rectangle 742"/>
              <p:cNvSpPr/>
              <p:nvPr/>
            </p:nvSpPr>
            <p:spPr>
              <a:xfrm>
                <a:off x="107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25" name="Rectangle 743"/>
              <p:cNvSpPr/>
              <p:nvPr/>
            </p:nvSpPr>
            <p:spPr>
              <a:xfrm>
                <a:off x="1142"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26" name="Rectangle 744"/>
              <p:cNvSpPr/>
              <p:nvPr/>
            </p:nvSpPr>
            <p:spPr>
              <a:xfrm>
                <a:off x="1279"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27" name="Rectangle 745"/>
              <p:cNvSpPr/>
              <p:nvPr/>
            </p:nvSpPr>
            <p:spPr>
              <a:xfrm>
                <a:off x="1345"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28" name="Rectangle 746"/>
              <p:cNvSpPr/>
              <p:nvPr/>
            </p:nvSpPr>
            <p:spPr>
              <a:xfrm>
                <a:off x="1482"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29" name="Rectangle 747"/>
              <p:cNvSpPr/>
              <p:nvPr/>
            </p:nvSpPr>
            <p:spPr>
              <a:xfrm>
                <a:off x="1548"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30" name="Rectangle 748"/>
              <p:cNvSpPr/>
              <p:nvPr/>
            </p:nvSpPr>
            <p:spPr>
              <a:xfrm>
                <a:off x="1685"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31" name="Rectangle 749"/>
              <p:cNvSpPr/>
              <p:nvPr/>
            </p:nvSpPr>
            <p:spPr>
              <a:xfrm>
                <a:off x="1751"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32" name="Rectangle 750"/>
              <p:cNvSpPr/>
              <p:nvPr/>
            </p:nvSpPr>
            <p:spPr>
              <a:xfrm>
                <a:off x="1888"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333" name="Rectangle 751"/>
              <p:cNvSpPr/>
              <p:nvPr/>
            </p:nvSpPr>
            <p:spPr>
              <a:xfrm>
                <a:off x="1954"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34" name="Rectangle 752"/>
              <p:cNvSpPr/>
              <p:nvPr/>
            </p:nvSpPr>
            <p:spPr>
              <a:xfrm>
                <a:off x="2088"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35" name="Rectangle 753"/>
              <p:cNvSpPr/>
              <p:nvPr/>
            </p:nvSpPr>
            <p:spPr>
              <a:xfrm>
                <a:off x="2153"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36" name="Rectangle 754"/>
              <p:cNvSpPr/>
              <p:nvPr/>
            </p:nvSpPr>
            <p:spPr>
              <a:xfrm>
                <a:off x="2291"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37" name="Rectangle 755"/>
              <p:cNvSpPr/>
              <p:nvPr/>
            </p:nvSpPr>
            <p:spPr>
              <a:xfrm>
                <a:off x="235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38" name="Rectangle 756"/>
              <p:cNvSpPr/>
              <p:nvPr/>
            </p:nvSpPr>
            <p:spPr>
              <a:xfrm>
                <a:off x="2493"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39" name="Rectangle 757"/>
              <p:cNvSpPr/>
              <p:nvPr/>
            </p:nvSpPr>
            <p:spPr>
              <a:xfrm>
                <a:off x="2559"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40" name="Rectangle 758"/>
              <p:cNvSpPr/>
              <p:nvPr/>
            </p:nvSpPr>
            <p:spPr>
              <a:xfrm>
                <a:off x="269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341" name="Rectangle 759"/>
              <p:cNvSpPr/>
              <p:nvPr/>
            </p:nvSpPr>
            <p:spPr>
              <a:xfrm>
                <a:off x="2762"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42" name="Rectangle 760"/>
              <p:cNvSpPr/>
              <p:nvPr/>
            </p:nvSpPr>
            <p:spPr>
              <a:xfrm>
                <a:off x="563"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43" name="Line 761"/>
              <p:cNvSpPr/>
              <p:nvPr/>
            </p:nvSpPr>
            <p:spPr>
              <a:xfrm>
                <a:off x="563" y="3164"/>
                <a:ext cx="1" cy="12"/>
              </a:xfrm>
              <a:prstGeom prst="line">
                <a:avLst/>
              </a:prstGeom>
              <a:ln w="0" cap="flat" cmpd="sng">
                <a:solidFill>
                  <a:srgbClr val="FF0000"/>
                </a:solidFill>
                <a:prstDash val="solid"/>
                <a:round/>
                <a:headEnd type="none" w="med" len="med"/>
                <a:tailEnd type="none" w="med" len="med"/>
              </a:ln>
            </p:spPr>
          </p:sp>
          <p:sp>
            <p:nvSpPr>
              <p:cNvPr id="68344" name="Rectangle 762"/>
              <p:cNvSpPr/>
              <p:nvPr/>
            </p:nvSpPr>
            <p:spPr>
              <a:xfrm>
                <a:off x="572"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45" name="Line 763"/>
              <p:cNvSpPr/>
              <p:nvPr/>
            </p:nvSpPr>
            <p:spPr>
              <a:xfrm>
                <a:off x="572" y="3164"/>
                <a:ext cx="194" cy="1"/>
              </a:xfrm>
              <a:prstGeom prst="line">
                <a:avLst/>
              </a:prstGeom>
              <a:ln w="0" cap="flat" cmpd="sng">
                <a:solidFill>
                  <a:srgbClr val="FF0000"/>
                </a:solidFill>
                <a:prstDash val="solid"/>
                <a:round/>
                <a:headEnd type="none" w="med" len="med"/>
                <a:tailEnd type="none" w="med" len="med"/>
              </a:ln>
            </p:spPr>
          </p:sp>
          <p:sp>
            <p:nvSpPr>
              <p:cNvPr id="68346" name="Rectangle 764"/>
              <p:cNvSpPr/>
              <p:nvPr/>
            </p:nvSpPr>
            <p:spPr>
              <a:xfrm>
                <a:off x="766"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47" name="Line 765"/>
              <p:cNvSpPr/>
              <p:nvPr/>
            </p:nvSpPr>
            <p:spPr>
              <a:xfrm>
                <a:off x="766" y="3164"/>
                <a:ext cx="1" cy="12"/>
              </a:xfrm>
              <a:prstGeom prst="line">
                <a:avLst/>
              </a:prstGeom>
              <a:ln w="0" cap="flat" cmpd="sng">
                <a:solidFill>
                  <a:srgbClr val="FF0000"/>
                </a:solidFill>
                <a:prstDash val="solid"/>
                <a:round/>
                <a:headEnd type="none" w="med" len="med"/>
                <a:tailEnd type="none" w="med" len="med"/>
              </a:ln>
            </p:spPr>
          </p:sp>
          <p:sp>
            <p:nvSpPr>
              <p:cNvPr id="68348" name="Rectangle 766"/>
              <p:cNvSpPr/>
              <p:nvPr/>
            </p:nvSpPr>
            <p:spPr>
              <a:xfrm>
                <a:off x="775"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49" name="Line 767"/>
              <p:cNvSpPr/>
              <p:nvPr/>
            </p:nvSpPr>
            <p:spPr>
              <a:xfrm>
                <a:off x="775" y="3164"/>
                <a:ext cx="194" cy="1"/>
              </a:xfrm>
              <a:prstGeom prst="line">
                <a:avLst/>
              </a:prstGeom>
              <a:ln w="0" cap="flat" cmpd="sng">
                <a:solidFill>
                  <a:srgbClr val="FF0000"/>
                </a:solidFill>
                <a:prstDash val="solid"/>
                <a:round/>
                <a:headEnd type="none" w="med" len="med"/>
                <a:tailEnd type="none" w="med" len="med"/>
              </a:ln>
            </p:spPr>
          </p:sp>
          <p:sp>
            <p:nvSpPr>
              <p:cNvPr id="68350" name="Rectangle 768"/>
              <p:cNvSpPr/>
              <p:nvPr/>
            </p:nvSpPr>
            <p:spPr>
              <a:xfrm>
                <a:off x="969"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51" name="Line 769"/>
              <p:cNvSpPr/>
              <p:nvPr/>
            </p:nvSpPr>
            <p:spPr>
              <a:xfrm>
                <a:off x="969" y="3164"/>
                <a:ext cx="1" cy="12"/>
              </a:xfrm>
              <a:prstGeom prst="line">
                <a:avLst/>
              </a:prstGeom>
              <a:ln w="0" cap="flat" cmpd="sng">
                <a:solidFill>
                  <a:srgbClr val="FF0000"/>
                </a:solidFill>
                <a:prstDash val="solid"/>
                <a:round/>
                <a:headEnd type="none" w="med" len="med"/>
                <a:tailEnd type="none" w="med" len="med"/>
              </a:ln>
            </p:spPr>
          </p:sp>
          <p:sp>
            <p:nvSpPr>
              <p:cNvPr id="68352" name="Rectangle 770"/>
              <p:cNvSpPr/>
              <p:nvPr/>
            </p:nvSpPr>
            <p:spPr>
              <a:xfrm>
                <a:off x="978" y="3164"/>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53" name="Line 771"/>
              <p:cNvSpPr/>
              <p:nvPr/>
            </p:nvSpPr>
            <p:spPr>
              <a:xfrm>
                <a:off x="978" y="3164"/>
                <a:ext cx="191" cy="1"/>
              </a:xfrm>
              <a:prstGeom prst="line">
                <a:avLst/>
              </a:prstGeom>
              <a:ln w="0" cap="flat" cmpd="sng">
                <a:solidFill>
                  <a:srgbClr val="FF0000"/>
                </a:solidFill>
                <a:prstDash val="solid"/>
                <a:round/>
                <a:headEnd type="none" w="med" len="med"/>
                <a:tailEnd type="none" w="med" len="med"/>
              </a:ln>
            </p:spPr>
          </p:sp>
          <p:sp>
            <p:nvSpPr>
              <p:cNvPr id="68354" name="Rectangle 772"/>
              <p:cNvSpPr/>
              <p:nvPr/>
            </p:nvSpPr>
            <p:spPr>
              <a:xfrm>
                <a:off x="1169"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55" name="Line 773"/>
              <p:cNvSpPr/>
              <p:nvPr/>
            </p:nvSpPr>
            <p:spPr>
              <a:xfrm>
                <a:off x="1169" y="3164"/>
                <a:ext cx="1" cy="12"/>
              </a:xfrm>
              <a:prstGeom prst="line">
                <a:avLst/>
              </a:prstGeom>
              <a:ln w="0" cap="flat" cmpd="sng">
                <a:solidFill>
                  <a:srgbClr val="FF0000"/>
                </a:solidFill>
                <a:prstDash val="solid"/>
                <a:round/>
                <a:headEnd type="none" w="med" len="med"/>
                <a:tailEnd type="none" w="med" len="med"/>
              </a:ln>
            </p:spPr>
          </p:sp>
          <p:sp>
            <p:nvSpPr>
              <p:cNvPr id="68356" name="Rectangle 774"/>
              <p:cNvSpPr/>
              <p:nvPr/>
            </p:nvSpPr>
            <p:spPr>
              <a:xfrm>
                <a:off x="1178"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57" name="Line 775"/>
              <p:cNvSpPr/>
              <p:nvPr/>
            </p:nvSpPr>
            <p:spPr>
              <a:xfrm>
                <a:off x="1178" y="3164"/>
                <a:ext cx="194" cy="1"/>
              </a:xfrm>
              <a:prstGeom prst="line">
                <a:avLst/>
              </a:prstGeom>
              <a:ln w="0" cap="flat" cmpd="sng">
                <a:solidFill>
                  <a:srgbClr val="FF0000"/>
                </a:solidFill>
                <a:prstDash val="solid"/>
                <a:round/>
                <a:headEnd type="none" w="med" len="med"/>
                <a:tailEnd type="none" w="med" len="med"/>
              </a:ln>
            </p:spPr>
          </p:sp>
          <p:sp>
            <p:nvSpPr>
              <p:cNvPr id="68358" name="Rectangle 776"/>
              <p:cNvSpPr/>
              <p:nvPr/>
            </p:nvSpPr>
            <p:spPr>
              <a:xfrm>
                <a:off x="1372"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59" name="Line 777"/>
              <p:cNvSpPr/>
              <p:nvPr/>
            </p:nvSpPr>
            <p:spPr>
              <a:xfrm>
                <a:off x="1372" y="3164"/>
                <a:ext cx="1" cy="12"/>
              </a:xfrm>
              <a:prstGeom prst="line">
                <a:avLst/>
              </a:prstGeom>
              <a:ln w="0" cap="flat" cmpd="sng">
                <a:solidFill>
                  <a:srgbClr val="FF0000"/>
                </a:solidFill>
                <a:prstDash val="solid"/>
                <a:round/>
                <a:headEnd type="none" w="med" len="med"/>
                <a:tailEnd type="none" w="med" len="med"/>
              </a:ln>
            </p:spPr>
          </p:sp>
          <p:sp>
            <p:nvSpPr>
              <p:cNvPr id="68360" name="Rectangle 778"/>
              <p:cNvSpPr/>
              <p:nvPr/>
            </p:nvSpPr>
            <p:spPr>
              <a:xfrm>
                <a:off x="1380" y="3164"/>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61" name="Line 779"/>
              <p:cNvSpPr/>
              <p:nvPr/>
            </p:nvSpPr>
            <p:spPr>
              <a:xfrm>
                <a:off x="1380" y="3164"/>
                <a:ext cx="195" cy="1"/>
              </a:xfrm>
              <a:prstGeom prst="line">
                <a:avLst/>
              </a:prstGeom>
              <a:ln w="0" cap="flat" cmpd="sng">
                <a:solidFill>
                  <a:srgbClr val="FF0000"/>
                </a:solidFill>
                <a:prstDash val="solid"/>
                <a:round/>
                <a:headEnd type="none" w="med" len="med"/>
                <a:tailEnd type="none" w="med" len="med"/>
              </a:ln>
            </p:spPr>
          </p:sp>
          <p:sp>
            <p:nvSpPr>
              <p:cNvPr id="68362" name="Rectangle 780"/>
              <p:cNvSpPr/>
              <p:nvPr/>
            </p:nvSpPr>
            <p:spPr>
              <a:xfrm>
                <a:off x="1575"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63" name="Line 781"/>
              <p:cNvSpPr/>
              <p:nvPr/>
            </p:nvSpPr>
            <p:spPr>
              <a:xfrm>
                <a:off x="1575" y="3164"/>
                <a:ext cx="1" cy="12"/>
              </a:xfrm>
              <a:prstGeom prst="line">
                <a:avLst/>
              </a:prstGeom>
              <a:ln w="0" cap="flat" cmpd="sng">
                <a:solidFill>
                  <a:srgbClr val="FF0000"/>
                </a:solidFill>
                <a:prstDash val="solid"/>
                <a:round/>
                <a:headEnd type="none" w="med" len="med"/>
                <a:tailEnd type="none" w="med" len="med"/>
              </a:ln>
            </p:spPr>
          </p:sp>
          <p:sp>
            <p:nvSpPr>
              <p:cNvPr id="68364" name="Rectangle 782"/>
              <p:cNvSpPr/>
              <p:nvPr/>
            </p:nvSpPr>
            <p:spPr>
              <a:xfrm>
                <a:off x="1583" y="3164"/>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65" name="Line 783"/>
              <p:cNvSpPr/>
              <p:nvPr/>
            </p:nvSpPr>
            <p:spPr>
              <a:xfrm>
                <a:off x="1583" y="3164"/>
                <a:ext cx="195" cy="1"/>
              </a:xfrm>
              <a:prstGeom prst="line">
                <a:avLst/>
              </a:prstGeom>
              <a:ln w="0" cap="flat" cmpd="sng">
                <a:solidFill>
                  <a:srgbClr val="FF0000"/>
                </a:solidFill>
                <a:prstDash val="solid"/>
                <a:round/>
                <a:headEnd type="none" w="med" len="med"/>
                <a:tailEnd type="none" w="med" len="med"/>
              </a:ln>
            </p:spPr>
          </p:sp>
          <p:sp>
            <p:nvSpPr>
              <p:cNvPr id="68366" name="Rectangle 784"/>
              <p:cNvSpPr/>
              <p:nvPr/>
            </p:nvSpPr>
            <p:spPr>
              <a:xfrm>
                <a:off x="1778"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67" name="Line 785"/>
              <p:cNvSpPr/>
              <p:nvPr/>
            </p:nvSpPr>
            <p:spPr>
              <a:xfrm>
                <a:off x="1778" y="3164"/>
                <a:ext cx="1" cy="12"/>
              </a:xfrm>
              <a:prstGeom prst="line">
                <a:avLst/>
              </a:prstGeom>
              <a:ln w="0" cap="flat" cmpd="sng">
                <a:solidFill>
                  <a:srgbClr val="FF0000"/>
                </a:solidFill>
                <a:prstDash val="solid"/>
                <a:round/>
                <a:headEnd type="none" w="med" len="med"/>
                <a:tailEnd type="none" w="med" len="med"/>
              </a:ln>
            </p:spPr>
          </p:sp>
          <p:sp>
            <p:nvSpPr>
              <p:cNvPr id="68368" name="Rectangle 786"/>
              <p:cNvSpPr/>
              <p:nvPr/>
            </p:nvSpPr>
            <p:spPr>
              <a:xfrm>
                <a:off x="1786"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69" name="Line 787"/>
              <p:cNvSpPr/>
              <p:nvPr/>
            </p:nvSpPr>
            <p:spPr>
              <a:xfrm>
                <a:off x="1786" y="3164"/>
                <a:ext cx="194" cy="1"/>
              </a:xfrm>
              <a:prstGeom prst="line">
                <a:avLst/>
              </a:prstGeom>
              <a:ln w="0" cap="flat" cmpd="sng">
                <a:solidFill>
                  <a:srgbClr val="FF0000"/>
                </a:solidFill>
                <a:prstDash val="solid"/>
                <a:round/>
                <a:headEnd type="none" w="med" len="med"/>
                <a:tailEnd type="none" w="med" len="med"/>
              </a:ln>
            </p:spPr>
          </p:sp>
          <p:sp>
            <p:nvSpPr>
              <p:cNvPr id="68370" name="Rectangle 788"/>
              <p:cNvSpPr/>
              <p:nvPr/>
            </p:nvSpPr>
            <p:spPr>
              <a:xfrm>
                <a:off x="1980"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71" name="Line 789"/>
              <p:cNvSpPr/>
              <p:nvPr/>
            </p:nvSpPr>
            <p:spPr>
              <a:xfrm>
                <a:off x="1980" y="3164"/>
                <a:ext cx="1" cy="12"/>
              </a:xfrm>
              <a:prstGeom prst="line">
                <a:avLst/>
              </a:prstGeom>
              <a:ln w="0" cap="flat" cmpd="sng">
                <a:solidFill>
                  <a:srgbClr val="FF0000"/>
                </a:solidFill>
                <a:prstDash val="solid"/>
                <a:round/>
                <a:headEnd type="none" w="med" len="med"/>
                <a:tailEnd type="none" w="med" len="med"/>
              </a:ln>
            </p:spPr>
          </p:sp>
          <p:sp>
            <p:nvSpPr>
              <p:cNvPr id="68372" name="Rectangle 790"/>
              <p:cNvSpPr/>
              <p:nvPr/>
            </p:nvSpPr>
            <p:spPr>
              <a:xfrm>
                <a:off x="1989"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73" name="Line 791"/>
              <p:cNvSpPr/>
              <p:nvPr/>
            </p:nvSpPr>
            <p:spPr>
              <a:xfrm>
                <a:off x="1989" y="3164"/>
                <a:ext cx="194" cy="1"/>
              </a:xfrm>
              <a:prstGeom prst="line">
                <a:avLst/>
              </a:prstGeom>
              <a:ln w="0" cap="flat" cmpd="sng">
                <a:solidFill>
                  <a:srgbClr val="FF0000"/>
                </a:solidFill>
                <a:prstDash val="solid"/>
                <a:round/>
                <a:headEnd type="none" w="med" len="med"/>
                <a:tailEnd type="none" w="med" len="med"/>
              </a:ln>
            </p:spPr>
          </p:sp>
          <p:sp>
            <p:nvSpPr>
              <p:cNvPr id="68374" name="Rectangle 792"/>
              <p:cNvSpPr/>
              <p:nvPr/>
            </p:nvSpPr>
            <p:spPr>
              <a:xfrm>
                <a:off x="2183"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75" name="Line 793"/>
              <p:cNvSpPr/>
              <p:nvPr/>
            </p:nvSpPr>
            <p:spPr>
              <a:xfrm>
                <a:off x="2183" y="3164"/>
                <a:ext cx="1" cy="12"/>
              </a:xfrm>
              <a:prstGeom prst="line">
                <a:avLst/>
              </a:prstGeom>
              <a:ln w="0" cap="flat" cmpd="sng">
                <a:solidFill>
                  <a:srgbClr val="FF0000"/>
                </a:solidFill>
                <a:prstDash val="solid"/>
                <a:round/>
                <a:headEnd type="none" w="med" len="med"/>
                <a:tailEnd type="none" w="med" len="med"/>
              </a:ln>
            </p:spPr>
          </p:sp>
          <p:sp>
            <p:nvSpPr>
              <p:cNvPr id="68376" name="Rectangle 794"/>
              <p:cNvSpPr/>
              <p:nvPr/>
            </p:nvSpPr>
            <p:spPr>
              <a:xfrm>
                <a:off x="2192"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77" name="Line 795"/>
              <p:cNvSpPr/>
              <p:nvPr/>
            </p:nvSpPr>
            <p:spPr>
              <a:xfrm>
                <a:off x="2192" y="3164"/>
                <a:ext cx="194" cy="1"/>
              </a:xfrm>
              <a:prstGeom prst="line">
                <a:avLst/>
              </a:prstGeom>
              <a:ln w="0" cap="flat" cmpd="sng">
                <a:solidFill>
                  <a:srgbClr val="FF0000"/>
                </a:solidFill>
                <a:prstDash val="solid"/>
                <a:round/>
                <a:headEnd type="none" w="med" len="med"/>
                <a:tailEnd type="none" w="med" len="med"/>
              </a:ln>
            </p:spPr>
          </p:sp>
          <p:sp>
            <p:nvSpPr>
              <p:cNvPr id="68378" name="Rectangle 796"/>
              <p:cNvSpPr/>
              <p:nvPr/>
            </p:nvSpPr>
            <p:spPr>
              <a:xfrm>
                <a:off x="2386"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79" name="Line 797"/>
              <p:cNvSpPr/>
              <p:nvPr/>
            </p:nvSpPr>
            <p:spPr>
              <a:xfrm>
                <a:off x="2386" y="3164"/>
                <a:ext cx="1" cy="12"/>
              </a:xfrm>
              <a:prstGeom prst="line">
                <a:avLst/>
              </a:prstGeom>
              <a:ln w="0" cap="flat" cmpd="sng">
                <a:solidFill>
                  <a:srgbClr val="FF0000"/>
                </a:solidFill>
                <a:prstDash val="solid"/>
                <a:round/>
                <a:headEnd type="none" w="med" len="med"/>
                <a:tailEnd type="none" w="med" len="med"/>
              </a:ln>
            </p:spPr>
          </p:sp>
          <p:sp>
            <p:nvSpPr>
              <p:cNvPr id="68380" name="Rectangle 798"/>
              <p:cNvSpPr/>
              <p:nvPr/>
            </p:nvSpPr>
            <p:spPr>
              <a:xfrm>
                <a:off x="2395"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81" name="Line 799"/>
              <p:cNvSpPr/>
              <p:nvPr/>
            </p:nvSpPr>
            <p:spPr>
              <a:xfrm>
                <a:off x="2395" y="3164"/>
                <a:ext cx="194" cy="1"/>
              </a:xfrm>
              <a:prstGeom prst="line">
                <a:avLst/>
              </a:prstGeom>
              <a:ln w="0" cap="flat" cmpd="sng">
                <a:solidFill>
                  <a:srgbClr val="FF0000"/>
                </a:solidFill>
                <a:prstDash val="solid"/>
                <a:round/>
                <a:headEnd type="none" w="med" len="med"/>
                <a:tailEnd type="none" w="med" len="med"/>
              </a:ln>
            </p:spPr>
          </p:sp>
          <p:sp>
            <p:nvSpPr>
              <p:cNvPr id="68382" name="Rectangle 800"/>
              <p:cNvSpPr/>
              <p:nvPr/>
            </p:nvSpPr>
            <p:spPr>
              <a:xfrm>
                <a:off x="2589"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83" name="Line 801"/>
              <p:cNvSpPr/>
              <p:nvPr/>
            </p:nvSpPr>
            <p:spPr>
              <a:xfrm>
                <a:off x="2589" y="3164"/>
                <a:ext cx="1" cy="12"/>
              </a:xfrm>
              <a:prstGeom prst="line">
                <a:avLst/>
              </a:prstGeom>
              <a:ln w="0" cap="flat" cmpd="sng">
                <a:solidFill>
                  <a:srgbClr val="FF0000"/>
                </a:solidFill>
                <a:prstDash val="solid"/>
                <a:round/>
                <a:headEnd type="none" w="med" len="med"/>
                <a:tailEnd type="none" w="med" len="med"/>
              </a:ln>
            </p:spPr>
          </p:sp>
          <p:sp>
            <p:nvSpPr>
              <p:cNvPr id="68384" name="Rectangle 802"/>
              <p:cNvSpPr/>
              <p:nvPr/>
            </p:nvSpPr>
            <p:spPr>
              <a:xfrm>
                <a:off x="2597" y="3164"/>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85" name="Line 803"/>
              <p:cNvSpPr/>
              <p:nvPr/>
            </p:nvSpPr>
            <p:spPr>
              <a:xfrm>
                <a:off x="2597" y="3164"/>
                <a:ext cx="192" cy="1"/>
              </a:xfrm>
              <a:prstGeom prst="line">
                <a:avLst/>
              </a:prstGeom>
              <a:ln w="0" cap="flat" cmpd="sng">
                <a:solidFill>
                  <a:srgbClr val="FF0000"/>
                </a:solidFill>
                <a:prstDash val="solid"/>
                <a:round/>
                <a:headEnd type="none" w="med" len="med"/>
                <a:tailEnd type="none" w="med" len="med"/>
              </a:ln>
            </p:spPr>
          </p:sp>
          <p:sp>
            <p:nvSpPr>
              <p:cNvPr id="68386" name="Rectangle 804"/>
              <p:cNvSpPr/>
              <p:nvPr/>
            </p:nvSpPr>
            <p:spPr>
              <a:xfrm>
                <a:off x="2789"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87" name="Line 805"/>
              <p:cNvSpPr/>
              <p:nvPr/>
            </p:nvSpPr>
            <p:spPr>
              <a:xfrm>
                <a:off x="2789" y="3164"/>
                <a:ext cx="1" cy="12"/>
              </a:xfrm>
              <a:prstGeom prst="line">
                <a:avLst/>
              </a:prstGeom>
              <a:ln w="0" cap="flat" cmpd="sng">
                <a:solidFill>
                  <a:srgbClr val="FF0000"/>
                </a:solidFill>
                <a:prstDash val="solid"/>
                <a:round/>
                <a:headEnd type="none" w="med" len="med"/>
                <a:tailEnd type="none" w="med" len="med"/>
              </a:ln>
            </p:spPr>
          </p:sp>
          <p:sp>
            <p:nvSpPr>
              <p:cNvPr id="68388" name="Rectangle 806"/>
              <p:cNvSpPr/>
              <p:nvPr/>
            </p:nvSpPr>
            <p:spPr>
              <a:xfrm>
                <a:off x="563"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89" name="Line 807"/>
              <p:cNvSpPr/>
              <p:nvPr/>
            </p:nvSpPr>
            <p:spPr>
              <a:xfrm>
                <a:off x="563" y="3176"/>
                <a:ext cx="1" cy="283"/>
              </a:xfrm>
              <a:prstGeom prst="line">
                <a:avLst/>
              </a:prstGeom>
              <a:ln w="0" cap="flat" cmpd="sng">
                <a:solidFill>
                  <a:srgbClr val="FF0000"/>
                </a:solidFill>
                <a:prstDash val="solid"/>
                <a:round/>
                <a:headEnd type="none" w="med" len="med"/>
                <a:tailEnd type="none" w="med" len="med"/>
              </a:ln>
            </p:spPr>
          </p:sp>
          <p:sp>
            <p:nvSpPr>
              <p:cNvPr id="68390" name="Rectangle 808"/>
              <p:cNvSpPr/>
              <p:nvPr/>
            </p:nvSpPr>
            <p:spPr>
              <a:xfrm>
                <a:off x="766"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91" name="Line 809"/>
              <p:cNvSpPr/>
              <p:nvPr/>
            </p:nvSpPr>
            <p:spPr>
              <a:xfrm>
                <a:off x="766" y="3176"/>
                <a:ext cx="1" cy="283"/>
              </a:xfrm>
              <a:prstGeom prst="line">
                <a:avLst/>
              </a:prstGeom>
              <a:ln w="0" cap="flat" cmpd="sng">
                <a:solidFill>
                  <a:srgbClr val="FF0000"/>
                </a:solidFill>
                <a:prstDash val="solid"/>
                <a:round/>
                <a:headEnd type="none" w="med" len="med"/>
                <a:tailEnd type="none" w="med" len="med"/>
              </a:ln>
            </p:spPr>
          </p:sp>
          <p:sp>
            <p:nvSpPr>
              <p:cNvPr id="68392" name="Rectangle 810"/>
              <p:cNvSpPr/>
              <p:nvPr/>
            </p:nvSpPr>
            <p:spPr>
              <a:xfrm>
                <a:off x="969"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93" name="Line 811"/>
              <p:cNvSpPr/>
              <p:nvPr/>
            </p:nvSpPr>
            <p:spPr>
              <a:xfrm>
                <a:off x="969" y="3176"/>
                <a:ext cx="1" cy="283"/>
              </a:xfrm>
              <a:prstGeom prst="line">
                <a:avLst/>
              </a:prstGeom>
              <a:ln w="0" cap="flat" cmpd="sng">
                <a:solidFill>
                  <a:srgbClr val="FF0000"/>
                </a:solidFill>
                <a:prstDash val="solid"/>
                <a:round/>
                <a:headEnd type="none" w="med" len="med"/>
                <a:tailEnd type="none" w="med" len="med"/>
              </a:ln>
            </p:spPr>
          </p:sp>
          <p:sp>
            <p:nvSpPr>
              <p:cNvPr id="68394" name="Rectangle 812"/>
              <p:cNvSpPr/>
              <p:nvPr/>
            </p:nvSpPr>
            <p:spPr>
              <a:xfrm>
                <a:off x="1169"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95" name="Line 813"/>
              <p:cNvSpPr/>
              <p:nvPr/>
            </p:nvSpPr>
            <p:spPr>
              <a:xfrm>
                <a:off x="1169" y="3176"/>
                <a:ext cx="1" cy="283"/>
              </a:xfrm>
              <a:prstGeom prst="line">
                <a:avLst/>
              </a:prstGeom>
              <a:ln w="0" cap="flat" cmpd="sng">
                <a:solidFill>
                  <a:srgbClr val="FF0000"/>
                </a:solidFill>
                <a:prstDash val="solid"/>
                <a:round/>
                <a:headEnd type="none" w="med" len="med"/>
                <a:tailEnd type="none" w="med" len="med"/>
              </a:ln>
            </p:spPr>
          </p:sp>
          <p:sp>
            <p:nvSpPr>
              <p:cNvPr id="68396" name="Rectangle 814"/>
              <p:cNvSpPr/>
              <p:nvPr/>
            </p:nvSpPr>
            <p:spPr>
              <a:xfrm>
                <a:off x="1372"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97" name="Line 815"/>
              <p:cNvSpPr/>
              <p:nvPr/>
            </p:nvSpPr>
            <p:spPr>
              <a:xfrm>
                <a:off x="1372" y="3176"/>
                <a:ext cx="1" cy="283"/>
              </a:xfrm>
              <a:prstGeom prst="line">
                <a:avLst/>
              </a:prstGeom>
              <a:ln w="0" cap="flat" cmpd="sng">
                <a:solidFill>
                  <a:srgbClr val="FF0000"/>
                </a:solidFill>
                <a:prstDash val="solid"/>
                <a:round/>
                <a:headEnd type="none" w="med" len="med"/>
                <a:tailEnd type="none" w="med" len="med"/>
              </a:ln>
            </p:spPr>
          </p:sp>
          <p:sp>
            <p:nvSpPr>
              <p:cNvPr id="68398" name="Rectangle 816"/>
              <p:cNvSpPr/>
              <p:nvPr/>
            </p:nvSpPr>
            <p:spPr>
              <a:xfrm>
                <a:off x="1575"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99" name="Line 817"/>
              <p:cNvSpPr/>
              <p:nvPr/>
            </p:nvSpPr>
            <p:spPr>
              <a:xfrm>
                <a:off x="1575" y="3176"/>
                <a:ext cx="1" cy="283"/>
              </a:xfrm>
              <a:prstGeom prst="line">
                <a:avLst/>
              </a:prstGeom>
              <a:ln w="0" cap="flat" cmpd="sng">
                <a:solidFill>
                  <a:srgbClr val="FF0000"/>
                </a:solidFill>
                <a:prstDash val="solid"/>
                <a:round/>
                <a:headEnd type="none" w="med" len="med"/>
                <a:tailEnd type="none" w="med" len="med"/>
              </a:ln>
            </p:spPr>
          </p:sp>
          <p:sp>
            <p:nvSpPr>
              <p:cNvPr id="68400" name="Rectangle 818"/>
              <p:cNvSpPr/>
              <p:nvPr/>
            </p:nvSpPr>
            <p:spPr>
              <a:xfrm>
                <a:off x="1778"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01" name="Line 819"/>
              <p:cNvSpPr/>
              <p:nvPr/>
            </p:nvSpPr>
            <p:spPr>
              <a:xfrm>
                <a:off x="1778" y="3176"/>
                <a:ext cx="1" cy="283"/>
              </a:xfrm>
              <a:prstGeom prst="line">
                <a:avLst/>
              </a:prstGeom>
              <a:ln w="0" cap="flat" cmpd="sng">
                <a:solidFill>
                  <a:srgbClr val="FF0000"/>
                </a:solidFill>
                <a:prstDash val="solid"/>
                <a:round/>
                <a:headEnd type="none" w="med" len="med"/>
                <a:tailEnd type="none" w="med" len="med"/>
              </a:ln>
            </p:spPr>
          </p:sp>
          <p:sp>
            <p:nvSpPr>
              <p:cNvPr id="68402" name="Rectangle 820"/>
              <p:cNvSpPr/>
              <p:nvPr/>
            </p:nvSpPr>
            <p:spPr>
              <a:xfrm>
                <a:off x="1980"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03" name="Line 821"/>
              <p:cNvSpPr/>
              <p:nvPr/>
            </p:nvSpPr>
            <p:spPr>
              <a:xfrm>
                <a:off x="1980" y="3176"/>
                <a:ext cx="1" cy="283"/>
              </a:xfrm>
              <a:prstGeom prst="line">
                <a:avLst/>
              </a:prstGeom>
              <a:ln w="0" cap="flat" cmpd="sng">
                <a:solidFill>
                  <a:srgbClr val="FF0000"/>
                </a:solidFill>
                <a:prstDash val="solid"/>
                <a:round/>
                <a:headEnd type="none" w="med" len="med"/>
                <a:tailEnd type="none" w="med" len="med"/>
              </a:ln>
            </p:spPr>
          </p:sp>
          <p:sp>
            <p:nvSpPr>
              <p:cNvPr id="68404" name="Rectangle 822"/>
              <p:cNvSpPr/>
              <p:nvPr/>
            </p:nvSpPr>
            <p:spPr>
              <a:xfrm>
                <a:off x="2183"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05" name="Line 823"/>
              <p:cNvSpPr/>
              <p:nvPr/>
            </p:nvSpPr>
            <p:spPr>
              <a:xfrm>
                <a:off x="2183" y="3176"/>
                <a:ext cx="1" cy="283"/>
              </a:xfrm>
              <a:prstGeom prst="line">
                <a:avLst/>
              </a:prstGeom>
              <a:ln w="0" cap="flat" cmpd="sng">
                <a:solidFill>
                  <a:srgbClr val="FF0000"/>
                </a:solidFill>
                <a:prstDash val="solid"/>
                <a:round/>
                <a:headEnd type="none" w="med" len="med"/>
                <a:tailEnd type="none" w="med" len="med"/>
              </a:ln>
            </p:spPr>
          </p:sp>
          <p:sp>
            <p:nvSpPr>
              <p:cNvPr id="68406" name="Rectangle 824"/>
              <p:cNvSpPr/>
              <p:nvPr/>
            </p:nvSpPr>
            <p:spPr>
              <a:xfrm>
                <a:off x="2386"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07" name="Line 825"/>
              <p:cNvSpPr/>
              <p:nvPr/>
            </p:nvSpPr>
            <p:spPr>
              <a:xfrm>
                <a:off x="2386" y="3176"/>
                <a:ext cx="1" cy="283"/>
              </a:xfrm>
              <a:prstGeom prst="line">
                <a:avLst/>
              </a:prstGeom>
              <a:ln w="0" cap="flat" cmpd="sng">
                <a:solidFill>
                  <a:srgbClr val="FF0000"/>
                </a:solidFill>
                <a:prstDash val="solid"/>
                <a:round/>
                <a:headEnd type="none" w="med" len="med"/>
                <a:tailEnd type="none" w="med" len="med"/>
              </a:ln>
            </p:spPr>
          </p:sp>
          <p:sp>
            <p:nvSpPr>
              <p:cNvPr id="68408" name="Rectangle 826"/>
              <p:cNvSpPr/>
              <p:nvPr/>
            </p:nvSpPr>
            <p:spPr>
              <a:xfrm>
                <a:off x="2589"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09" name="Line 827"/>
              <p:cNvSpPr/>
              <p:nvPr/>
            </p:nvSpPr>
            <p:spPr>
              <a:xfrm>
                <a:off x="2589" y="3176"/>
                <a:ext cx="1" cy="283"/>
              </a:xfrm>
              <a:prstGeom prst="line">
                <a:avLst/>
              </a:prstGeom>
              <a:ln w="0" cap="flat" cmpd="sng">
                <a:solidFill>
                  <a:srgbClr val="FF0000"/>
                </a:solidFill>
                <a:prstDash val="solid"/>
                <a:round/>
                <a:headEnd type="none" w="med" len="med"/>
                <a:tailEnd type="none" w="med" len="med"/>
              </a:ln>
            </p:spPr>
          </p:sp>
          <p:sp>
            <p:nvSpPr>
              <p:cNvPr id="68410" name="Rectangle 828"/>
              <p:cNvSpPr/>
              <p:nvPr/>
            </p:nvSpPr>
            <p:spPr>
              <a:xfrm>
                <a:off x="2789"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11" name="Line 829"/>
              <p:cNvSpPr/>
              <p:nvPr/>
            </p:nvSpPr>
            <p:spPr>
              <a:xfrm>
                <a:off x="2789" y="3176"/>
                <a:ext cx="1" cy="283"/>
              </a:xfrm>
              <a:prstGeom prst="line">
                <a:avLst/>
              </a:prstGeom>
              <a:ln w="0" cap="flat" cmpd="sng">
                <a:solidFill>
                  <a:srgbClr val="FF0000"/>
                </a:solidFill>
                <a:prstDash val="solid"/>
                <a:round/>
                <a:headEnd type="none" w="med" len="med"/>
                <a:tailEnd type="none" w="med" len="med"/>
              </a:ln>
            </p:spPr>
          </p:sp>
          <p:sp>
            <p:nvSpPr>
              <p:cNvPr id="68412" name="Rectangle 830"/>
              <p:cNvSpPr/>
              <p:nvPr/>
            </p:nvSpPr>
            <p:spPr>
              <a:xfrm>
                <a:off x="671"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13" name="Rectangle 831"/>
              <p:cNvSpPr/>
              <p:nvPr/>
            </p:nvSpPr>
            <p:spPr>
              <a:xfrm>
                <a:off x="73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14" name="Rectangle 832"/>
              <p:cNvSpPr/>
              <p:nvPr/>
            </p:nvSpPr>
            <p:spPr>
              <a:xfrm>
                <a:off x="874"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15" name="Rectangle 833"/>
              <p:cNvSpPr/>
              <p:nvPr/>
            </p:nvSpPr>
            <p:spPr>
              <a:xfrm>
                <a:off x="939"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16" name="Rectangle 834"/>
              <p:cNvSpPr/>
              <p:nvPr/>
            </p:nvSpPr>
            <p:spPr>
              <a:xfrm>
                <a:off x="107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17" name="Rectangle 835"/>
              <p:cNvSpPr/>
              <p:nvPr/>
            </p:nvSpPr>
            <p:spPr>
              <a:xfrm>
                <a:off x="1142"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18" name="Rectangle 836"/>
              <p:cNvSpPr/>
              <p:nvPr/>
            </p:nvSpPr>
            <p:spPr>
              <a:xfrm>
                <a:off x="1279"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19" name="Rectangle 837"/>
              <p:cNvSpPr/>
              <p:nvPr/>
            </p:nvSpPr>
            <p:spPr>
              <a:xfrm>
                <a:off x="1345"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20" name="Rectangle 838"/>
              <p:cNvSpPr/>
              <p:nvPr/>
            </p:nvSpPr>
            <p:spPr>
              <a:xfrm>
                <a:off x="1482"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21" name="Rectangle 839"/>
              <p:cNvSpPr/>
              <p:nvPr/>
            </p:nvSpPr>
            <p:spPr>
              <a:xfrm>
                <a:off x="1548"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22" name="Rectangle 840"/>
              <p:cNvSpPr/>
              <p:nvPr/>
            </p:nvSpPr>
            <p:spPr>
              <a:xfrm>
                <a:off x="1685"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23" name="Rectangle 841"/>
              <p:cNvSpPr/>
              <p:nvPr/>
            </p:nvSpPr>
            <p:spPr>
              <a:xfrm>
                <a:off x="1751"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24" name="Rectangle 842"/>
              <p:cNvSpPr/>
              <p:nvPr/>
            </p:nvSpPr>
            <p:spPr>
              <a:xfrm>
                <a:off x="1888"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25" name="Rectangle 843"/>
              <p:cNvSpPr/>
              <p:nvPr/>
            </p:nvSpPr>
            <p:spPr>
              <a:xfrm>
                <a:off x="1954"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26" name="Rectangle 844"/>
              <p:cNvSpPr/>
              <p:nvPr/>
            </p:nvSpPr>
            <p:spPr>
              <a:xfrm>
                <a:off x="2088"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427" name="Rectangle 845"/>
              <p:cNvSpPr/>
              <p:nvPr/>
            </p:nvSpPr>
            <p:spPr>
              <a:xfrm>
                <a:off x="2153"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28" name="Rectangle 846"/>
              <p:cNvSpPr/>
              <p:nvPr/>
            </p:nvSpPr>
            <p:spPr>
              <a:xfrm>
                <a:off x="2291"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29" name="Rectangle 847"/>
              <p:cNvSpPr/>
              <p:nvPr/>
            </p:nvSpPr>
            <p:spPr>
              <a:xfrm>
                <a:off x="235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30" name="Rectangle 848"/>
              <p:cNvSpPr/>
              <p:nvPr/>
            </p:nvSpPr>
            <p:spPr>
              <a:xfrm>
                <a:off x="2493"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31" name="Rectangle 849"/>
              <p:cNvSpPr/>
              <p:nvPr/>
            </p:nvSpPr>
            <p:spPr>
              <a:xfrm>
                <a:off x="2559"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32" name="Rectangle 850"/>
              <p:cNvSpPr/>
              <p:nvPr/>
            </p:nvSpPr>
            <p:spPr>
              <a:xfrm>
                <a:off x="269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33" name="Rectangle 851"/>
              <p:cNvSpPr/>
              <p:nvPr/>
            </p:nvSpPr>
            <p:spPr>
              <a:xfrm>
                <a:off x="2762"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34" name="Rectangle 852"/>
              <p:cNvSpPr/>
              <p:nvPr/>
            </p:nvSpPr>
            <p:spPr>
              <a:xfrm>
                <a:off x="563"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35" name="Line 853"/>
              <p:cNvSpPr/>
              <p:nvPr/>
            </p:nvSpPr>
            <p:spPr>
              <a:xfrm>
                <a:off x="563" y="3459"/>
                <a:ext cx="1" cy="11"/>
              </a:xfrm>
              <a:prstGeom prst="line">
                <a:avLst/>
              </a:prstGeom>
              <a:ln w="0" cap="flat" cmpd="sng">
                <a:solidFill>
                  <a:srgbClr val="FF0000"/>
                </a:solidFill>
                <a:prstDash val="solid"/>
                <a:round/>
                <a:headEnd type="none" w="med" len="med"/>
                <a:tailEnd type="none" w="med" len="med"/>
              </a:ln>
            </p:spPr>
          </p:sp>
          <p:sp>
            <p:nvSpPr>
              <p:cNvPr id="68436" name="Rectangle 854"/>
              <p:cNvSpPr/>
              <p:nvPr/>
            </p:nvSpPr>
            <p:spPr>
              <a:xfrm>
                <a:off x="572"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37" name="Line 855"/>
              <p:cNvSpPr/>
              <p:nvPr/>
            </p:nvSpPr>
            <p:spPr>
              <a:xfrm>
                <a:off x="572" y="3459"/>
                <a:ext cx="194" cy="1"/>
              </a:xfrm>
              <a:prstGeom prst="line">
                <a:avLst/>
              </a:prstGeom>
              <a:ln w="0" cap="flat" cmpd="sng">
                <a:solidFill>
                  <a:srgbClr val="FF0000"/>
                </a:solidFill>
                <a:prstDash val="solid"/>
                <a:round/>
                <a:headEnd type="none" w="med" len="med"/>
                <a:tailEnd type="none" w="med" len="med"/>
              </a:ln>
            </p:spPr>
          </p:sp>
          <p:sp>
            <p:nvSpPr>
              <p:cNvPr id="68438" name="Rectangle 856"/>
              <p:cNvSpPr/>
              <p:nvPr/>
            </p:nvSpPr>
            <p:spPr>
              <a:xfrm>
                <a:off x="766"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39" name="Line 857"/>
              <p:cNvSpPr/>
              <p:nvPr/>
            </p:nvSpPr>
            <p:spPr>
              <a:xfrm>
                <a:off x="766" y="3459"/>
                <a:ext cx="1" cy="11"/>
              </a:xfrm>
              <a:prstGeom prst="line">
                <a:avLst/>
              </a:prstGeom>
              <a:ln w="0" cap="flat" cmpd="sng">
                <a:solidFill>
                  <a:srgbClr val="FF0000"/>
                </a:solidFill>
                <a:prstDash val="solid"/>
                <a:round/>
                <a:headEnd type="none" w="med" len="med"/>
                <a:tailEnd type="none" w="med" len="med"/>
              </a:ln>
            </p:spPr>
          </p:sp>
          <p:sp>
            <p:nvSpPr>
              <p:cNvPr id="68440" name="Rectangle 858"/>
              <p:cNvSpPr/>
              <p:nvPr/>
            </p:nvSpPr>
            <p:spPr>
              <a:xfrm>
                <a:off x="775"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41" name="Line 859"/>
              <p:cNvSpPr/>
              <p:nvPr/>
            </p:nvSpPr>
            <p:spPr>
              <a:xfrm>
                <a:off x="775" y="3459"/>
                <a:ext cx="194" cy="1"/>
              </a:xfrm>
              <a:prstGeom prst="line">
                <a:avLst/>
              </a:prstGeom>
              <a:ln w="0" cap="flat" cmpd="sng">
                <a:solidFill>
                  <a:srgbClr val="FF0000"/>
                </a:solidFill>
                <a:prstDash val="solid"/>
                <a:round/>
                <a:headEnd type="none" w="med" len="med"/>
                <a:tailEnd type="none" w="med" len="med"/>
              </a:ln>
            </p:spPr>
          </p:sp>
          <p:sp>
            <p:nvSpPr>
              <p:cNvPr id="68442" name="Rectangle 860"/>
              <p:cNvSpPr/>
              <p:nvPr/>
            </p:nvSpPr>
            <p:spPr>
              <a:xfrm>
                <a:off x="969"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43" name="Line 861"/>
              <p:cNvSpPr/>
              <p:nvPr/>
            </p:nvSpPr>
            <p:spPr>
              <a:xfrm>
                <a:off x="969" y="3459"/>
                <a:ext cx="1" cy="11"/>
              </a:xfrm>
              <a:prstGeom prst="line">
                <a:avLst/>
              </a:prstGeom>
              <a:ln w="0" cap="flat" cmpd="sng">
                <a:solidFill>
                  <a:srgbClr val="FF0000"/>
                </a:solidFill>
                <a:prstDash val="solid"/>
                <a:round/>
                <a:headEnd type="none" w="med" len="med"/>
                <a:tailEnd type="none" w="med" len="med"/>
              </a:ln>
            </p:spPr>
          </p:sp>
          <p:sp>
            <p:nvSpPr>
              <p:cNvPr id="68444" name="Rectangle 862"/>
              <p:cNvSpPr/>
              <p:nvPr/>
            </p:nvSpPr>
            <p:spPr>
              <a:xfrm>
                <a:off x="978" y="3459"/>
                <a:ext cx="191"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45" name="Line 863"/>
              <p:cNvSpPr/>
              <p:nvPr/>
            </p:nvSpPr>
            <p:spPr>
              <a:xfrm>
                <a:off x="978" y="3459"/>
                <a:ext cx="191" cy="1"/>
              </a:xfrm>
              <a:prstGeom prst="line">
                <a:avLst/>
              </a:prstGeom>
              <a:ln w="0" cap="flat" cmpd="sng">
                <a:solidFill>
                  <a:srgbClr val="FF0000"/>
                </a:solidFill>
                <a:prstDash val="solid"/>
                <a:round/>
                <a:headEnd type="none" w="med" len="med"/>
                <a:tailEnd type="none" w="med" len="med"/>
              </a:ln>
            </p:spPr>
          </p:sp>
          <p:sp>
            <p:nvSpPr>
              <p:cNvPr id="68446" name="Rectangle 864"/>
              <p:cNvSpPr/>
              <p:nvPr/>
            </p:nvSpPr>
            <p:spPr>
              <a:xfrm>
                <a:off x="1169"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47" name="Line 865"/>
              <p:cNvSpPr/>
              <p:nvPr/>
            </p:nvSpPr>
            <p:spPr>
              <a:xfrm>
                <a:off x="1169" y="3459"/>
                <a:ext cx="1" cy="11"/>
              </a:xfrm>
              <a:prstGeom prst="line">
                <a:avLst/>
              </a:prstGeom>
              <a:ln w="0" cap="flat" cmpd="sng">
                <a:solidFill>
                  <a:srgbClr val="FF0000"/>
                </a:solidFill>
                <a:prstDash val="solid"/>
                <a:round/>
                <a:headEnd type="none" w="med" len="med"/>
                <a:tailEnd type="none" w="med" len="med"/>
              </a:ln>
            </p:spPr>
          </p:sp>
          <p:sp>
            <p:nvSpPr>
              <p:cNvPr id="68448" name="Rectangle 866"/>
              <p:cNvSpPr/>
              <p:nvPr/>
            </p:nvSpPr>
            <p:spPr>
              <a:xfrm>
                <a:off x="1178"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49" name="Line 867"/>
              <p:cNvSpPr/>
              <p:nvPr/>
            </p:nvSpPr>
            <p:spPr>
              <a:xfrm>
                <a:off x="1178" y="3459"/>
                <a:ext cx="194" cy="1"/>
              </a:xfrm>
              <a:prstGeom prst="line">
                <a:avLst/>
              </a:prstGeom>
              <a:ln w="0" cap="flat" cmpd="sng">
                <a:solidFill>
                  <a:srgbClr val="FF0000"/>
                </a:solidFill>
                <a:prstDash val="solid"/>
                <a:round/>
                <a:headEnd type="none" w="med" len="med"/>
                <a:tailEnd type="none" w="med" len="med"/>
              </a:ln>
            </p:spPr>
          </p:sp>
          <p:sp>
            <p:nvSpPr>
              <p:cNvPr id="68450" name="Rectangle 868"/>
              <p:cNvSpPr/>
              <p:nvPr/>
            </p:nvSpPr>
            <p:spPr>
              <a:xfrm>
                <a:off x="1372"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51" name="Line 869"/>
              <p:cNvSpPr/>
              <p:nvPr/>
            </p:nvSpPr>
            <p:spPr>
              <a:xfrm>
                <a:off x="1372" y="3459"/>
                <a:ext cx="1" cy="11"/>
              </a:xfrm>
              <a:prstGeom prst="line">
                <a:avLst/>
              </a:prstGeom>
              <a:ln w="0" cap="flat" cmpd="sng">
                <a:solidFill>
                  <a:srgbClr val="FF0000"/>
                </a:solidFill>
                <a:prstDash val="solid"/>
                <a:round/>
                <a:headEnd type="none" w="med" len="med"/>
                <a:tailEnd type="none" w="med" len="med"/>
              </a:ln>
            </p:spPr>
          </p:sp>
          <p:sp>
            <p:nvSpPr>
              <p:cNvPr id="68452" name="Rectangle 870"/>
              <p:cNvSpPr/>
              <p:nvPr/>
            </p:nvSpPr>
            <p:spPr>
              <a:xfrm>
                <a:off x="1380" y="3459"/>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53" name="Line 871"/>
              <p:cNvSpPr/>
              <p:nvPr/>
            </p:nvSpPr>
            <p:spPr>
              <a:xfrm>
                <a:off x="1380" y="3459"/>
                <a:ext cx="195" cy="1"/>
              </a:xfrm>
              <a:prstGeom prst="line">
                <a:avLst/>
              </a:prstGeom>
              <a:ln w="0" cap="flat" cmpd="sng">
                <a:solidFill>
                  <a:srgbClr val="FF0000"/>
                </a:solidFill>
                <a:prstDash val="solid"/>
                <a:round/>
                <a:headEnd type="none" w="med" len="med"/>
                <a:tailEnd type="none" w="med" len="med"/>
              </a:ln>
            </p:spPr>
          </p:sp>
          <p:sp>
            <p:nvSpPr>
              <p:cNvPr id="68454" name="Rectangle 872"/>
              <p:cNvSpPr/>
              <p:nvPr/>
            </p:nvSpPr>
            <p:spPr>
              <a:xfrm>
                <a:off x="1575"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55" name="Line 873"/>
              <p:cNvSpPr/>
              <p:nvPr/>
            </p:nvSpPr>
            <p:spPr>
              <a:xfrm>
                <a:off x="1575" y="3459"/>
                <a:ext cx="1" cy="11"/>
              </a:xfrm>
              <a:prstGeom prst="line">
                <a:avLst/>
              </a:prstGeom>
              <a:ln w="0" cap="flat" cmpd="sng">
                <a:solidFill>
                  <a:srgbClr val="FF0000"/>
                </a:solidFill>
                <a:prstDash val="solid"/>
                <a:round/>
                <a:headEnd type="none" w="med" len="med"/>
                <a:tailEnd type="none" w="med" len="med"/>
              </a:ln>
            </p:spPr>
          </p:sp>
          <p:sp>
            <p:nvSpPr>
              <p:cNvPr id="68456" name="Rectangle 874"/>
              <p:cNvSpPr/>
              <p:nvPr/>
            </p:nvSpPr>
            <p:spPr>
              <a:xfrm>
                <a:off x="1583" y="3459"/>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57" name="Line 875"/>
              <p:cNvSpPr/>
              <p:nvPr/>
            </p:nvSpPr>
            <p:spPr>
              <a:xfrm>
                <a:off x="1583" y="3459"/>
                <a:ext cx="195" cy="1"/>
              </a:xfrm>
              <a:prstGeom prst="line">
                <a:avLst/>
              </a:prstGeom>
              <a:ln w="0" cap="flat" cmpd="sng">
                <a:solidFill>
                  <a:srgbClr val="FF0000"/>
                </a:solidFill>
                <a:prstDash val="solid"/>
                <a:round/>
                <a:headEnd type="none" w="med" len="med"/>
                <a:tailEnd type="none" w="med" len="med"/>
              </a:ln>
            </p:spPr>
          </p:sp>
          <p:sp>
            <p:nvSpPr>
              <p:cNvPr id="68458" name="Rectangle 876"/>
              <p:cNvSpPr/>
              <p:nvPr/>
            </p:nvSpPr>
            <p:spPr>
              <a:xfrm>
                <a:off x="1778"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59" name="Line 877"/>
              <p:cNvSpPr/>
              <p:nvPr/>
            </p:nvSpPr>
            <p:spPr>
              <a:xfrm>
                <a:off x="1778" y="3459"/>
                <a:ext cx="1" cy="11"/>
              </a:xfrm>
              <a:prstGeom prst="line">
                <a:avLst/>
              </a:prstGeom>
              <a:ln w="0" cap="flat" cmpd="sng">
                <a:solidFill>
                  <a:srgbClr val="FF0000"/>
                </a:solidFill>
                <a:prstDash val="solid"/>
                <a:round/>
                <a:headEnd type="none" w="med" len="med"/>
                <a:tailEnd type="none" w="med" len="med"/>
              </a:ln>
            </p:spPr>
          </p:sp>
          <p:sp>
            <p:nvSpPr>
              <p:cNvPr id="68460" name="Rectangle 878"/>
              <p:cNvSpPr/>
              <p:nvPr/>
            </p:nvSpPr>
            <p:spPr>
              <a:xfrm>
                <a:off x="1786"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68461" name="Line 879"/>
            <p:cNvSpPr/>
            <p:nvPr/>
          </p:nvSpPr>
          <p:spPr>
            <a:xfrm>
              <a:off x="1786" y="3459"/>
              <a:ext cx="194" cy="1"/>
            </a:xfrm>
            <a:prstGeom prst="line">
              <a:avLst/>
            </a:prstGeom>
            <a:ln w="0" cap="flat" cmpd="sng">
              <a:solidFill>
                <a:srgbClr val="FF0000"/>
              </a:solidFill>
              <a:prstDash val="solid"/>
              <a:round/>
              <a:headEnd type="none" w="med" len="med"/>
              <a:tailEnd type="none" w="med" len="med"/>
            </a:ln>
          </p:spPr>
        </p:sp>
        <p:sp>
          <p:nvSpPr>
            <p:cNvPr id="68462" name="Rectangle 880"/>
            <p:cNvSpPr/>
            <p:nvPr/>
          </p:nvSpPr>
          <p:spPr>
            <a:xfrm>
              <a:off x="1980"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63" name="Line 881"/>
            <p:cNvSpPr/>
            <p:nvPr/>
          </p:nvSpPr>
          <p:spPr>
            <a:xfrm>
              <a:off x="1980" y="3459"/>
              <a:ext cx="1" cy="11"/>
            </a:xfrm>
            <a:prstGeom prst="line">
              <a:avLst/>
            </a:prstGeom>
            <a:ln w="0" cap="flat" cmpd="sng">
              <a:solidFill>
                <a:srgbClr val="FF0000"/>
              </a:solidFill>
              <a:prstDash val="solid"/>
              <a:round/>
              <a:headEnd type="none" w="med" len="med"/>
              <a:tailEnd type="none" w="med" len="med"/>
            </a:ln>
          </p:spPr>
        </p:sp>
        <p:sp>
          <p:nvSpPr>
            <p:cNvPr id="68464" name="Rectangle 882"/>
            <p:cNvSpPr/>
            <p:nvPr/>
          </p:nvSpPr>
          <p:spPr>
            <a:xfrm>
              <a:off x="1989"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65" name="Line 883"/>
            <p:cNvSpPr/>
            <p:nvPr/>
          </p:nvSpPr>
          <p:spPr>
            <a:xfrm>
              <a:off x="1989" y="3459"/>
              <a:ext cx="194" cy="1"/>
            </a:xfrm>
            <a:prstGeom prst="line">
              <a:avLst/>
            </a:prstGeom>
            <a:ln w="0" cap="flat" cmpd="sng">
              <a:solidFill>
                <a:srgbClr val="FF0000"/>
              </a:solidFill>
              <a:prstDash val="solid"/>
              <a:round/>
              <a:headEnd type="none" w="med" len="med"/>
              <a:tailEnd type="none" w="med" len="med"/>
            </a:ln>
          </p:spPr>
        </p:sp>
        <p:sp>
          <p:nvSpPr>
            <p:cNvPr id="68466" name="Rectangle 884"/>
            <p:cNvSpPr/>
            <p:nvPr/>
          </p:nvSpPr>
          <p:spPr>
            <a:xfrm>
              <a:off x="2183"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67" name="Line 885"/>
            <p:cNvSpPr/>
            <p:nvPr/>
          </p:nvSpPr>
          <p:spPr>
            <a:xfrm>
              <a:off x="2183" y="3459"/>
              <a:ext cx="1" cy="11"/>
            </a:xfrm>
            <a:prstGeom prst="line">
              <a:avLst/>
            </a:prstGeom>
            <a:ln w="0" cap="flat" cmpd="sng">
              <a:solidFill>
                <a:srgbClr val="FF0000"/>
              </a:solidFill>
              <a:prstDash val="solid"/>
              <a:round/>
              <a:headEnd type="none" w="med" len="med"/>
              <a:tailEnd type="none" w="med" len="med"/>
            </a:ln>
          </p:spPr>
        </p:sp>
        <p:sp>
          <p:nvSpPr>
            <p:cNvPr id="68468" name="Rectangle 886"/>
            <p:cNvSpPr/>
            <p:nvPr/>
          </p:nvSpPr>
          <p:spPr>
            <a:xfrm>
              <a:off x="2192"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69" name="Line 887"/>
            <p:cNvSpPr/>
            <p:nvPr/>
          </p:nvSpPr>
          <p:spPr>
            <a:xfrm>
              <a:off x="2192" y="3459"/>
              <a:ext cx="194" cy="1"/>
            </a:xfrm>
            <a:prstGeom prst="line">
              <a:avLst/>
            </a:prstGeom>
            <a:ln w="0" cap="flat" cmpd="sng">
              <a:solidFill>
                <a:srgbClr val="FF0000"/>
              </a:solidFill>
              <a:prstDash val="solid"/>
              <a:round/>
              <a:headEnd type="none" w="med" len="med"/>
              <a:tailEnd type="none" w="med" len="med"/>
            </a:ln>
          </p:spPr>
        </p:sp>
        <p:sp>
          <p:nvSpPr>
            <p:cNvPr id="68470" name="Rectangle 888"/>
            <p:cNvSpPr/>
            <p:nvPr/>
          </p:nvSpPr>
          <p:spPr>
            <a:xfrm>
              <a:off x="2386"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71" name="Line 889"/>
            <p:cNvSpPr/>
            <p:nvPr/>
          </p:nvSpPr>
          <p:spPr>
            <a:xfrm>
              <a:off x="2386" y="3459"/>
              <a:ext cx="1" cy="11"/>
            </a:xfrm>
            <a:prstGeom prst="line">
              <a:avLst/>
            </a:prstGeom>
            <a:ln w="0" cap="flat" cmpd="sng">
              <a:solidFill>
                <a:srgbClr val="FF0000"/>
              </a:solidFill>
              <a:prstDash val="solid"/>
              <a:round/>
              <a:headEnd type="none" w="med" len="med"/>
              <a:tailEnd type="none" w="med" len="med"/>
            </a:ln>
          </p:spPr>
        </p:sp>
        <p:sp>
          <p:nvSpPr>
            <p:cNvPr id="68472" name="Rectangle 890"/>
            <p:cNvSpPr/>
            <p:nvPr/>
          </p:nvSpPr>
          <p:spPr>
            <a:xfrm>
              <a:off x="2395"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73" name="Line 891"/>
            <p:cNvSpPr/>
            <p:nvPr/>
          </p:nvSpPr>
          <p:spPr>
            <a:xfrm>
              <a:off x="2395" y="3459"/>
              <a:ext cx="194" cy="1"/>
            </a:xfrm>
            <a:prstGeom prst="line">
              <a:avLst/>
            </a:prstGeom>
            <a:ln w="0" cap="flat" cmpd="sng">
              <a:solidFill>
                <a:srgbClr val="FF0000"/>
              </a:solidFill>
              <a:prstDash val="solid"/>
              <a:round/>
              <a:headEnd type="none" w="med" len="med"/>
              <a:tailEnd type="none" w="med" len="med"/>
            </a:ln>
          </p:spPr>
        </p:sp>
        <p:sp>
          <p:nvSpPr>
            <p:cNvPr id="68474" name="Rectangle 892"/>
            <p:cNvSpPr/>
            <p:nvPr/>
          </p:nvSpPr>
          <p:spPr>
            <a:xfrm>
              <a:off x="2589"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75" name="Line 893"/>
            <p:cNvSpPr/>
            <p:nvPr/>
          </p:nvSpPr>
          <p:spPr>
            <a:xfrm>
              <a:off x="2589" y="3459"/>
              <a:ext cx="1" cy="11"/>
            </a:xfrm>
            <a:prstGeom prst="line">
              <a:avLst/>
            </a:prstGeom>
            <a:ln w="0" cap="flat" cmpd="sng">
              <a:solidFill>
                <a:srgbClr val="FF0000"/>
              </a:solidFill>
              <a:prstDash val="solid"/>
              <a:round/>
              <a:headEnd type="none" w="med" len="med"/>
              <a:tailEnd type="none" w="med" len="med"/>
            </a:ln>
          </p:spPr>
        </p:sp>
        <p:sp>
          <p:nvSpPr>
            <p:cNvPr id="68476" name="Rectangle 894"/>
            <p:cNvSpPr/>
            <p:nvPr/>
          </p:nvSpPr>
          <p:spPr>
            <a:xfrm>
              <a:off x="2597" y="3459"/>
              <a:ext cx="192"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77" name="Line 895"/>
            <p:cNvSpPr/>
            <p:nvPr/>
          </p:nvSpPr>
          <p:spPr>
            <a:xfrm>
              <a:off x="2597" y="3459"/>
              <a:ext cx="192" cy="1"/>
            </a:xfrm>
            <a:prstGeom prst="line">
              <a:avLst/>
            </a:prstGeom>
            <a:ln w="0" cap="flat" cmpd="sng">
              <a:solidFill>
                <a:srgbClr val="FF0000"/>
              </a:solidFill>
              <a:prstDash val="solid"/>
              <a:round/>
              <a:headEnd type="none" w="med" len="med"/>
              <a:tailEnd type="none" w="med" len="med"/>
            </a:ln>
          </p:spPr>
        </p:sp>
        <p:sp>
          <p:nvSpPr>
            <p:cNvPr id="68478" name="Rectangle 896"/>
            <p:cNvSpPr/>
            <p:nvPr/>
          </p:nvSpPr>
          <p:spPr>
            <a:xfrm>
              <a:off x="2789"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79" name="Line 897"/>
            <p:cNvSpPr/>
            <p:nvPr/>
          </p:nvSpPr>
          <p:spPr>
            <a:xfrm>
              <a:off x="2789" y="3459"/>
              <a:ext cx="1" cy="11"/>
            </a:xfrm>
            <a:prstGeom prst="line">
              <a:avLst/>
            </a:prstGeom>
            <a:ln w="0" cap="flat" cmpd="sng">
              <a:solidFill>
                <a:srgbClr val="FF0000"/>
              </a:solidFill>
              <a:prstDash val="solid"/>
              <a:round/>
              <a:headEnd type="none" w="med" len="med"/>
              <a:tailEnd type="none" w="med" len="med"/>
            </a:ln>
          </p:spPr>
        </p:sp>
        <p:sp>
          <p:nvSpPr>
            <p:cNvPr id="68480" name="Rectangle 898"/>
            <p:cNvSpPr/>
            <p:nvPr/>
          </p:nvSpPr>
          <p:spPr>
            <a:xfrm>
              <a:off x="563" y="3470"/>
              <a:ext cx="9"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81" name="Line 899"/>
            <p:cNvSpPr/>
            <p:nvPr/>
          </p:nvSpPr>
          <p:spPr>
            <a:xfrm>
              <a:off x="563" y="3470"/>
              <a:ext cx="1" cy="288"/>
            </a:xfrm>
            <a:prstGeom prst="line">
              <a:avLst/>
            </a:prstGeom>
            <a:ln w="0" cap="flat" cmpd="sng">
              <a:solidFill>
                <a:srgbClr val="FF0000"/>
              </a:solidFill>
              <a:prstDash val="solid"/>
              <a:round/>
              <a:headEnd type="none" w="med" len="med"/>
              <a:tailEnd type="none" w="med" len="med"/>
            </a:ln>
          </p:spPr>
        </p:sp>
        <p:sp>
          <p:nvSpPr>
            <p:cNvPr id="68482" name="Rectangle 900"/>
            <p:cNvSpPr/>
            <p:nvPr/>
          </p:nvSpPr>
          <p:spPr>
            <a:xfrm>
              <a:off x="563"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83" name="Line 901"/>
            <p:cNvSpPr/>
            <p:nvPr/>
          </p:nvSpPr>
          <p:spPr>
            <a:xfrm>
              <a:off x="563" y="3758"/>
              <a:ext cx="9" cy="1"/>
            </a:xfrm>
            <a:prstGeom prst="line">
              <a:avLst/>
            </a:prstGeom>
            <a:ln w="0" cap="flat" cmpd="sng">
              <a:solidFill>
                <a:srgbClr val="FF0000"/>
              </a:solidFill>
              <a:prstDash val="solid"/>
              <a:round/>
              <a:headEnd type="none" w="med" len="med"/>
              <a:tailEnd type="none" w="med" len="med"/>
            </a:ln>
          </p:spPr>
        </p:sp>
        <p:sp>
          <p:nvSpPr>
            <p:cNvPr id="68484" name="Line 902"/>
            <p:cNvSpPr/>
            <p:nvPr/>
          </p:nvSpPr>
          <p:spPr>
            <a:xfrm>
              <a:off x="563" y="3758"/>
              <a:ext cx="1" cy="9"/>
            </a:xfrm>
            <a:prstGeom prst="line">
              <a:avLst/>
            </a:prstGeom>
            <a:ln w="0" cap="flat" cmpd="sng">
              <a:solidFill>
                <a:srgbClr val="FF0000"/>
              </a:solidFill>
              <a:prstDash val="solid"/>
              <a:round/>
              <a:headEnd type="none" w="med" len="med"/>
              <a:tailEnd type="none" w="med" len="med"/>
            </a:ln>
          </p:spPr>
        </p:sp>
        <p:sp>
          <p:nvSpPr>
            <p:cNvPr id="68485" name="Rectangle 903"/>
            <p:cNvSpPr/>
            <p:nvPr/>
          </p:nvSpPr>
          <p:spPr>
            <a:xfrm>
              <a:off x="563"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86" name="Line 904"/>
            <p:cNvSpPr/>
            <p:nvPr/>
          </p:nvSpPr>
          <p:spPr>
            <a:xfrm>
              <a:off x="563" y="3758"/>
              <a:ext cx="9" cy="1"/>
            </a:xfrm>
            <a:prstGeom prst="line">
              <a:avLst/>
            </a:prstGeom>
            <a:ln w="0" cap="flat" cmpd="sng">
              <a:solidFill>
                <a:srgbClr val="FF0000"/>
              </a:solidFill>
              <a:prstDash val="solid"/>
              <a:round/>
              <a:headEnd type="none" w="med" len="med"/>
              <a:tailEnd type="none" w="med" len="med"/>
            </a:ln>
          </p:spPr>
        </p:sp>
        <p:sp>
          <p:nvSpPr>
            <p:cNvPr id="68487" name="Line 905"/>
            <p:cNvSpPr/>
            <p:nvPr/>
          </p:nvSpPr>
          <p:spPr>
            <a:xfrm>
              <a:off x="563" y="3758"/>
              <a:ext cx="1" cy="9"/>
            </a:xfrm>
            <a:prstGeom prst="line">
              <a:avLst/>
            </a:prstGeom>
            <a:ln w="0" cap="flat" cmpd="sng">
              <a:solidFill>
                <a:srgbClr val="FF0000"/>
              </a:solidFill>
              <a:prstDash val="solid"/>
              <a:round/>
              <a:headEnd type="none" w="med" len="med"/>
              <a:tailEnd type="none" w="med" len="med"/>
            </a:ln>
          </p:spPr>
        </p:sp>
        <p:sp>
          <p:nvSpPr>
            <p:cNvPr id="68488" name="Rectangle 906"/>
            <p:cNvSpPr/>
            <p:nvPr/>
          </p:nvSpPr>
          <p:spPr>
            <a:xfrm>
              <a:off x="572" y="3758"/>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89" name="Line 907"/>
            <p:cNvSpPr/>
            <p:nvPr/>
          </p:nvSpPr>
          <p:spPr>
            <a:xfrm>
              <a:off x="572" y="3758"/>
              <a:ext cx="194" cy="1"/>
            </a:xfrm>
            <a:prstGeom prst="line">
              <a:avLst/>
            </a:prstGeom>
            <a:ln w="0" cap="flat" cmpd="sng">
              <a:solidFill>
                <a:srgbClr val="FF0000"/>
              </a:solidFill>
              <a:prstDash val="solid"/>
              <a:round/>
              <a:headEnd type="none" w="med" len="med"/>
              <a:tailEnd type="none" w="med" len="med"/>
            </a:ln>
          </p:spPr>
        </p:sp>
        <p:sp>
          <p:nvSpPr>
            <p:cNvPr id="68490" name="Rectangle 908"/>
            <p:cNvSpPr/>
            <p:nvPr/>
          </p:nvSpPr>
          <p:spPr>
            <a:xfrm>
              <a:off x="766" y="3470"/>
              <a:ext cx="9"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91" name="Line 909"/>
            <p:cNvSpPr/>
            <p:nvPr/>
          </p:nvSpPr>
          <p:spPr>
            <a:xfrm>
              <a:off x="766" y="3470"/>
              <a:ext cx="1" cy="288"/>
            </a:xfrm>
            <a:prstGeom prst="line">
              <a:avLst/>
            </a:prstGeom>
            <a:ln w="0" cap="flat" cmpd="sng">
              <a:solidFill>
                <a:srgbClr val="FF0000"/>
              </a:solidFill>
              <a:prstDash val="solid"/>
              <a:round/>
              <a:headEnd type="none" w="med" len="med"/>
              <a:tailEnd type="none" w="med" len="med"/>
            </a:ln>
          </p:spPr>
        </p:sp>
        <p:sp>
          <p:nvSpPr>
            <p:cNvPr id="68492" name="Rectangle 910"/>
            <p:cNvSpPr/>
            <p:nvPr/>
          </p:nvSpPr>
          <p:spPr>
            <a:xfrm>
              <a:off x="766"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93" name="Line 911"/>
            <p:cNvSpPr/>
            <p:nvPr/>
          </p:nvSpPr>
          <p:spPr>
            <a:xfrm>
              <a:off x="766" y="3758"/>
              <a:ext cx="9" cy="1"/>
            </a:xfrm>
            <a:prstGeom prst="line">
              <a:avLst/>
            </a:prstGeom>
            <a:ln w="0" cap="flat" cmpd="sng">
              <a:solidFill>
                <a:srgbClr val="FF0000"/>
              </a:solidFill>
              <a:prstDash val="solid"/>
              <a:round/>
              <a:headEnd type="none" w="med" len="med"/>
              <a:tailEnd type="none" w="med" len="med"/>
            </a:ln>
          </p:spPr>
        </p:sp>
        <p:sp>
          <p:nvSpPr>
            <p:cNvPr id="68494" name="Line 912"/>
            <p:cNvSpPr/>
            <p:nvPr/>
          </p:nvSpPr>
          <p:spPr>
            <a:xfrm>
              <a:off x="766" y="3758"/>
              <a:ext cx="1" cy="9"/>
            </a:xfrm>
            <a:prstGeom prst="line">
              <a:avLst/>
            </a:prstGeom>
            <a:ln w="0" cap="flat" cmpd="sng">
              <a:solidFill>
                <a:srgbClr val="FF0000"/>
              </a:solidFill>
              <a:prstDash val="solid"/>
              <a:round/>
              <a:headEnd type="none" w="med" len="med"/>
              <a:tailEnd type="none" w="med" len="med"/>
            </a:ln>
          </p:spPr>
        </p:sp>
        <p:sp>
          <p:nvSpPr>
            <p:cNvPr id="68495" name="Rectangle 913"/>
            <p:cNvSpPr/>
            <p:nvPr/>
          </p:nvSpPr>
          <p:spPr>
            <a:xfrm>
              <a:off x="775" y="3758"/>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96" name="Line 914"/>
            <p:cNvSpPr/>
            <p:nvPr/>
          </p:nvSpPr>
          <p:spPr>
            <a:xfrm>
              <a:off x="775" y="3758"/>
              <a:ext cx="194" cy="1"/>
            </a:xfrm>
            <a:prstGeom prst="line">
              <a:avLst/>
            </a:prstGeom>
            <a:ln w="0" cap="flat" cmpd="sng">
              <a:solidFill>
                <a:srgbClr val="FF0000"/>
              </a:solidFill>
              <a:prstDash val="solid"/>
              <a:round/>
              <a:headEnd type="none" w="med" len="med"/>
              <a:tailEnd type="none" w="med" len="med"/>
            </a:ln>
          </p:spPr>
        </p:sp>
        <p:sp>
          <p:nvSpPr>
            <p:cNvPr id="68497" name="Rectangle 915"/>
            <p:cNvSpPr/>
            <p:nvPr/>
          </p:nvSpPr>
          <p:spPr>
            <a:xfrm>
              <a:off x="969" y="3470"/>
              <a:ext cx="9"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98" name="Line 916"/>
            <p:cNvSpPr/>
            <p:nvPr/>
          </p:nvSpPr>
          <p:spPr>
            <a:xfrm>
              <a:off x="969" y="3470"/>
              <a:ext cx="1" cy="288"/>
            </a:xfrm>
            <a:prstGeom prst="line">
              <a:avLst/>
            </a:prstGeom>
            <a:ln w="0" cap="flat" cmpd="sng">
              <a:solidFill>
                <a:srgbClr val="FF0000"/>
              </a:solidFill>
              <a:prstDash val="solid"/>
              <a:round/>
              <a:headEnd type="none" w="med" len="med"/>
              <a:tailEnd type="none" w="med" len="med"/>
            </a:ln>
          </p:spPr>
        </p:sp>
        <p:sp>
          <p:nvSpPr>
            <p:cNvPr id="68499" name="Rectangle 917"/>
            <p:cNvSpPr/>
            <p:nvPr/>
          </p:nvSpPr>
          <p:spPr>
            <a:xfrm>
              <a:off x="969"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00" name="Line 918"/>
            <p:cNvSpPr/>
            <p:nvPr/>
          </p:nvSpPr>
          <p:spPr>
            <a:xfrm>
              <a:off x="969" y="3758"/>
              <a:ext cx="9" cy="1"/>
            </a:xfrm>
            <a:prstGeom prst="line">
              <a:avLst/>
            </a:prstGeom>
            <a:ln w="0" cap="flat" cmpd="sng">
              <a:solidFill>
                <a:srgbClr val="FF0000"/>
              </a:solidFill>
              <a:prstDash val="solid"/>
              <a:round/>
              <a:headEnd type="none" w="med" len="med"/>
              <a:tailEnd type="none" w="med" len="med"/>
            </a:ln>
          </p:spPr>
        </p:sp>
        <p:sp>
          <p:nvSpPr>
            <p:cNvPr id="68501" name="Line 919"/>
            <p:cNvSpPr/>
            <p:nvPr/>
          </p:nvSpPr>
          <p:spPr>
            <a:xfrm>
              <a:off x="969" y="3758"/>
              <a:ext cx="1" cy="9"/>
            </a:xfrm>
            <a:prstGeom prst="line">
              <a:avLst/>
            </a:prstGeom>
            <a:ln w="0" cap="flat" cmpd="sng">
              <a:solidFill>
                <a:srgbClr val="FF0000"/>
              </a:solidFill>
              <a:prstDash val="solid"/>
              <a:round/>
              <a:headEnd type="none" w="med" len="med"/>
              <a:tailEnd type="none" w="med" len="med"/>
            </a:ln>
          </p:spPr>
        </p:sp>
        <p:sp>
          <p:nvSpPr>
            <p:cNvPr id="68502" name="Rectangle 920"/>
            <p:cNvSpPr/>
            <p:nvPr/>
          </p:nvSpPr>
          <p:spPr>
            <a:xfrm>
              <a:off x="978" y="3758"/>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03" name="Line 921"/>
            <p:cNvSpPr/>
            <p:nvPr/>
          </p:nvSpPr>
          <p:spPr>
            <a:xfrm>
              <a:off x="978" y="3758"/>
              <a:ext cx="191" cy="1"/>
            </a:xfrm>
            <a:prstGeom prst="line">
              <a:avLst/>
            </a:prstGeom>
            <a:ln w="0" cap="flat" cmpd="sng">
              <a:solidFill>
                <a:srgbClr val="FF0000"/>
              </a:solidFill>
              <a:prstDash val="solid"/>
              <a:round/>
              <a:headEnd type="none" w="med" len="med"/>
              <a:tailEnd type="none" w="med" len="med"/>
            </a:ln>
          </p:spPr>
        </p:sp>
        <p:sp>
          <p:nvSpPr>
            <p:cNvPr id="68504" name="Rectangle 922"/>
            <p:cNvSpPr/>
            <p:nvPr/>
          </p:nvSpPr>
          <p:spPr>
            <a:xfrm>
              <a:off x="1169" y="3470"/>
              <a:ext cx="9"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05" name="Line 923"/>
            <p:cNvSpPr/>
            <p:nvPr/>
          </p:nvSpPr>
          <p:spPr>
            <a:xfrm>
              <a:off x="1169" y="3470"/>
              <a:ext cx="1" cy="288"/>
            </a:xfrm>
            <a:prstGeom prst="line">
              <a:avLst/>
            </a:prstGeom>
            <a:ln w="0" cap="flat" cmpd="sng">
              <a:solidFill>
                <a:srgbClr val="FF0000"/>
              </a:solidFill>
              <a:prstDash val="solid"/>
              <a:round/>
              <a:headEnd type="none" w="med" len="med"/>
              <a:tailEnd type="none" w="med" len="med"/>
            </a:ln>
          </p:spPr>
        </p:sp>
        <p:sp>
          <p:nvSpPr>
            <p:cNvPr id="68506" name="Rectangle 924"/>
            <p:cNvSpPr/>
            <p:nvPr/>
          </p:nvSpPr>
          <p:spPr>
            <a:xfrm>
              <a:off x="1169"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07" name="Line 925"/>
            <p:cNvSpPr/>
            <p:nvPr/>
          </p:nvSpPr>
          <p:spPr>
            <a:xfrm>
              <a:off x="1169" y="3758"/>
              <a:ext cx="9" cy="1"/>
            </a:xfrm>
            <a:prstGeom prst="line">
              <a:avLst/>
            </a:prstGeom>
            <a:ln w="0" cap="flat" cmpd="sng">
              <a:solidFill>
                <a:srgbClr val="FF0000"/>
              </a:solidFill>
              <a:prstDash val="solid"/>
              <a:round/>
              <a:headEnd type="none" w="med" len="med"/>
              <a:tailEnd type="none" w="med" len="med"/>
            </a:ln>
          </p:spPr>
        </p:sp>
        <p:sp>
          <p:nvSpPr>
            <p:cNvPr id="68508" name="Line 926"/>
            <p:cNvSpPr/>
            <p:nvPr/>
          </p:nvSpPr>
          <p:spPr>
            <a:xfrm>
              <a:off x="1169" y="3758"/>
              <a:ext cx="1" cy="9"/>
            </a:xfrm>
            <a:prstGeom prst="line">
              <a:avLst/>
            </a:prstGeom>
            <a:ln w="0" cap="flat" cmpd="sng">
              <a:solidFill>
                <a:srgbClr val="FF0000"/>
              </a:solidFill>
              <a:prstDash val="solid"/>
              <a:round/>
              <a:headEnd type="none" w="med" len="med"/>
              <a:tailEnd type="none" w="med" len="med"/>
            </a:ln>
          </p:spPr>
        </p:sp>
        <p:sp>
          <p:nvSpPr>
            <p:cNvPr id="68509" name="Rectangle 927"/>
            <p:cNvSpPr/>
            <p:nvPr/>
          </p:nvSpPr>
          <p:spPr>
            <a:xfrm>
              <a:off x="1178" y="3758"/>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10" name="Line 928"/>
            <p:cNvSpPr/>
            <p:nvPr/>
          </p:nvSpPr>
          <p:spPr>
            <a:xfrm>
              <a:off x="1178" y="3758"/>
              <a:ext cx="194" cy="1"/>
            </a:xfrm>
            <a:prstGeom prst="line">
              <a:avLst/>
            </a:prstGeom>
            <a:ln w="0" cap="flat" cmpd="sng">
              <a:solidFill>
                <a:srgbClr val="FF0000"/>
              </a:solidFill>
              <a:prstDash val="solid"/>
              <a:round/>
              <a:headEnd type="none" w="med" len="med"/>
              <a:tailEnd type="none" w="med" len="med"/>
            </a:ln>
          </p:spPr>
        </p:sp>
        <p:sp>
          <p:nvSpPr>
            <p:cNvPr id="68511" name="Rectangle 929"/>
            <p:cNvSpPr/>
            <p:nvPr/>
          </p:nvSpPr>
          <p:spPr>
            <a:xfrm>
              <a:off x="1372" y="3470"/>
              <a:ext cx="8"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12" name="Line 930"/>
            <p:cNvSpPr/>
            <p:nvPr/>
          </p:nvSpPr>
          <p:spPr>
            <a:xfrm>
              <a:off x="1372" y="3470"/>
              <a:ext cx="1" cy="288"/>
            </a:xfrm>
            <a:prstGeom prst="line">
              <a:avLst/>
            </a:prstGeom>
            <a:ln w="0" cap="flat" cmpd="sng">
              <a:solidFill>
                <a:srgbClr val="FF0000"/>
              </a:solidFill>
              <a:prstDash val="solid"/>
              <a:round/>
              <a:headEnd type="none" w="med" len="med"/>
              <a:tailEnd type="none" w="med" len="med"/>
            </a:ln>
          </p:spPr>
        </p:sp>
        <p:sp>
          <p:nvSpPr>
            <p:cNvPr id="68513" name="Rectangle 931"/>
            <p:cNvSpPr/>
            <p:nvPr/>
          </p:nvSpPr>
          <p:spPr>
            <a:xfrm>
              <a:off x="1372" y="3758"/>
              <a:ext cx="8"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14" name="Line 932"/>
            <p:cNvSpPr/>
            <p:nvPr/>
          </p:nvSpPr>
          <p:spPr>
            <a:xfrm>
              <a:off x="1372" y="3758"/>
              <a:ext cx="8" cy="1"/>
            </a:xfrm>
            <a:prstGeom prst="line">
              <a:avLst/>
            </a:prstGeom>
            <a:ln w="0" cap="flat" cmpd="sng">
              <a:solidFill>
                <a:srgbClr val="FF0000"/>
              </a:solidFill>
              <a:prstDash val="solid"/>
              <a:round/>
              <a:headEnd type="none" w="med" len="med"/>
              <a:tailEnd type="none" w="med" len="med"/>
            </a:ln>
          </p:spPr>
        </p:sp>
        <p:sp>
          <p:nvSpPr>
            <p:cNvPr id="68515" name="Line 933"/>
            <p:cNvSpPr/>
            <p:nvPr/>
          </p:nvSpPr>
          <p:spPr>
            <a:xfrm>
              <a:off x="1372" y="3758"/>
              <a:ext cx="1" cy="9"/>
            </a:xfrm>
            <a:prstGeom prst="line">
              <a:avLst/>
            </a:prstGeom>
            <a:ln w="0" cap="flat" cmpd="sng">
              <a:solidFill>
                <a:srgbClr val="FF0000"/>
              </a:solidFill>
              <a:prstDash val="solid"/>
              <a:round/>
              <a:headEnd type="none" w="med" len="med"/>
              <a:tailEnd type="none" w="med" len="med"/>
            </a:ln>
          </p:spPr>
        </p:sp>
        <p:sp>
          <p:nvSpPr>
            <p:cNvPr id="68516" name="Rectangle 934"/>
            <p:cNvSpPr/>
            <p:nvPr/>
          </p:nvSpPr>
          <p:spPr>
            <a:xfrm>
              <a:off x="1380" y="3758"/>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17" name="Line 935"/>
            <p:cNvSpPr/>
            <p:nvPr/>
          </p:nvSpPr>
          <p:spPr>
            <a:xfrm>
              <a:off x="1380" y="3758"/>
              <a:ext cx="195" cy="1"/>
            </a:xfrm>
            <a:prstGeom prst="line">
              <a:avLst/>
            </a:prstGeom>
            <a:ln w="0" cap="flat" cmpd="sng">
              <a:solidFill>
                <a:srgbClr val="FF0000"/>
              </a:solidFill>
              <a:prstDash val="solid"/>
              <a:round/>
              <a:headEnd type="none" w="med" len="med"/>
              <a:tailEnd type="none" w="med" len="med"/>
            </a:ln>
          </p:spPr>
        </p:sp>
        <p:sp>
          <p:nvSpPr>
            <p:cNvPr id="68518" name="Rectangle 936"/>
            <p:cNvSpPr/>
            <p:nvPr/>
          </p:nvSpPr>
          <p:spPr>
            <a:xfrm>
              <a:off x="1575" y="3470"/>
              <a:ext cx="8"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19" name="Line 937"/>
            <p:cNvSpPr/>
            <p:nvPr/>
          </p:nvSpPr>
          <p:spPr>
            <a:xfrm>
              <a:off x="1575" y="3470"/>
              <a:ext cx="1" cy="288"/>
            </a:xfrm>
            <a:prstGeom prst="line">
              <a:avLst/>
            </a:prstGeom>
            <a:ln w="0" cap="flat" cmpd="sng">
              <a:solidFill>
                <a:srgbClr val="FF0000"/>
              </a:solidFill>
              <a:prstDash val="solid"/>
              <a:round/>
              <a:headEnd type="none" w="med" len="med"/>
              <a:tailEnd type="none" w="med" len="med"/>
            </a:ln>
          </p:spPr>
        </p:sp>
        <p:sp>
          <p:nvSpPr>
            <p:cNvPr id="68520" name="Rectangle 938"/>
            <p:cNvSpPr/>
            <p:nvPr/>
          </p:nvSpPr>
          <p:spPr>
            <a:xfrm>
              <a:off x="1575" y="3758"/>
              <a:ext cx="8"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21" name="Line 939"/>
            <p:cNvSpPr/>
            <p:nvPr/>
          </p:nvSpPr>
          <p:spPr>
            <a:xfrm>
              <a:off x="1575" y="3758"/>
              <a:ext cx="8" cy="1"/>
            </a:xfrm>
            <a:prstGeom prst="line">
              <a:avLst/>
            </a:prstGeom>
            <a:ln w="0" cap="flat" cmpd="sng">
              <a:solidFill>
                <a:srgbClr val="FF0000"/>
              </a:solidFill>
              <a:prstDash val="solid"/>
              <a:round/>
              <a:headEnd type="none" w="med" len="med"/>
              <a:tailEnd type="none" w="med" len="med"/>
            </a:ln>
          </p:spPr>
        </p:sp>
        <p:sp>
          <p:nvSpPr>
            <p:cNvPr id="68522" name="Line 940"/>
            <p:cNvSpPr/>
            <p:nvPr/>
          </p:nvSpPr>
          <p:spPr>
            <a:xfrm>
              <a:off x="1575" y="3758"/>
              <a:ext cx="1" cy="9"/>
            </a:xfrm>
            <a:prstGeom prst="line">
              <a:avLst/>
            </a:prstGeom>
            <a:ln w="0" cap="flat" cmpd="sng">
              <a:solidFill>
                <a:srgbClr val="FF0000"/>
              </a:solidFill>
              <a:prstDash val="solid"/>
              <a:round/>
              <a:headEnd type="none" w="med" len="med"/>
              <a:tailEnd type="none" w="med" len="med"/>
            </a:ln>
          </p:spPr>
        </p:sp>
        <p:sp>
          <p:nvSpPr>
            <p:cNvPr id="68523" name="Rectangle 941"/>
            <p:cNvSpPr/>
            <p:nvPr/>
          </p:nvSpPr>
          <p:spPr>
            <a:xfrm>
              <a:off x="1583" y="3758"/>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24" name="Line 942"/>
            <p:cNvSpPr/>
            <p:nvPr/>
          </p:nvSpPr>
          <p:spPr>
            <a:xfrm>
              <a:off x="1583" y="3758"/>
              <a:ext cx="195" cy="1"/>
            </a:xfrm>
            <a:prstGeom prst="line">
              <a:avLst/>
            </a:prstGeom>
            <a:ln w="0" cap="flat" cmpd="sng">
              <a:solidFill>
                <a:srgbClr val="FF0000"/>
              </a:solidFill>
              <a:prstDash val="solid"/>
              <a:round/>
              <a:headEnd type="none" w="med" len="med"/>
              <a:tailEnd type="none" w="med" len="med"/>
            </a:ln>
          </p:spPr>
        </p:sp>
        <p:sp>
          <p:nvSpPr>
            <p:cNvPr id="68525" name="Rectangle 943"/>
            <p:cNvSpPr/>
            <p:nvPr/>
          </p:nvSpPr>
          <p:spPr>
            <a:xfrm>
              <a:off x="1778" y="3470"/>
              <a:ext cx="8"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26" name="Line 944"/>
            <p:cNvSpPr/>
            <p:nvPr/>
          </p:nvSpPr>
          <p:spPr>
            <a:xfrm>
              <a:off x="1778" y="3470"/>
              <a:ext cx="1" cy="288"/>
            </a:xfrm>
            <a:prstGeom prst="line">
              <a:avLst/>
            </a:prstGeom>
            <a:ln w="0" cap="flat" cmpd="sng">
              <a:solidFill>
                <a:srgbClr val="FF0000"/>
              </a:solidFill>
              <a:prstDash val="solid"/>
              <a:round/>
              <a:headEnd type="none" w="med" len="med"/>
              <a:tailEnd type="none" w="med" len="med"/>
            </a:ln>
          </p:spPr>
        </p:sp>
        <p:sp>
          <p:nvSpPr>
            <p:cNvPr id="68527" name="Rectangle 945"/>
            <p:cNvSpPr/>
            <p:nvPr/>
          </p:nvSpPr>
          <p:spPr>
            <a:xfrm>
              <a:off x="1778" y="3758"/>
              <a:ext cx="8"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28" name="Line 946"/>
            <p:cNvSpPr/>
            <p:nvPr/>
          </p:nvSpPr>
          <p:spPr>
            <a:xfrm>
              <a:off x="1778" y="3758"/>
              <a:ext cx="8" cy="1"/>
            </a:xfrm>
            <a:prstGeom prst="line">
              <a:avLst/>
            </a:prstGeom>
            <a:ln w="0" cap="flat" cmpd="sng">
              <a:solidFill>
                <a:srgbClr val="FF0000"/>
              </a:solidFill>
              <a:prstDash val="solid"/>
              <a:round/>
              <a:headEnd type="none" w="med" len="med"/>
              <a:tailEnd type="none" w="med" len="med"/>
            </a:ln>
          </p:spPr>
        </p:sp>
        <p:sp>
          <p:nvSpPr>
            <p:cNvPr id="68529" name="Line 947"/>
            <p:cNvSpPr/>
            <p:nvPr/>
          </p:nvSpPr>
          <p:spPr>
            <a:xfrm>
              <a:off x="1778" y="3758"/>
              <a:ext cx="1" cy="9"/>
            </a:xfrm>
            <a:prstGeom prst="line">
              <a:avLst/>
            </a:prstGeom>
            <a:ln w="0" cap="flat" cmpd="sng">
              <a:solidFill>
                <a:srgbClr val="FF0000"/>
              </a:solidFill>
              <a:prstDash val="solid"/>
              <a:round/>
              <a:headEnd type="none" w="med" len="med"/>
              <a:tailEnd type="none" w="med" len="med"/>
            </a:ln>
          </p:spPr>
        </p:sp>
        <p:sp>
          <p:nvSpPr>
            <p:cNvPr id="68530" name="Rectangle 948"/>
            <p:cNvSpPr/>
            <p:nvPr/>
          </p:nvSpPr>
          <p:spPr>
            <a:xfrm>
              <a:off x="1786" y="3758"/>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31" name="Line 949"/>
            <p:cNvSpPr/>
            <p:nvPr/>
          </p:nvSpPr>
          <p:spPr>
            <a:xfrm>
              <a:off x="1786" y="3758"/>
              <a:ext cx="194" cy="1"/>
            </a:xfrm>
            <a:prstGeom prst="line">
              <a:avLst/>
            </a:prstGeom>
            <a:ln w="0" cap="flat" cmpd="sng">
              <a:solidFill>
                <a:srgbClr val="FF0000"/>
              </a:solidFill>
              <a:prstDash val="solid"/>
              <a:round/>
              <a:headEnd type="none" w="med" len="med"/>
              <a:tailEnd type="none" w="med" len="med"/>
            </a:ln>
          </p:spPr>
        </p:sp>
        <p:sp>
          <p:nvSpPr>
            <p:cNvPr id="68532" name="Rectangle 950"/>
            <p:cNvSpPr/>
            <p:nvPr/>
          </p:nvSpPr>
          <p:spPr>
            <a:xfrm>
              <a:off x="1980" y="3470"/>
              <a:ext cx="9"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33" name="Line 951"/>
            <p:cNvSpPr/>
            <p:nvPr/>
          </p:nvSpPr>
          <p:spPr>
            <a:xfrm>
              <a:off x="1980" y="3470"/>
              <a:ext cx="1" cy="288"/>
            </a:xfrm>
            <a:prstGeom prst="line">
              <a:avLst/>
            </a:prstGeom>
            <a:ln w="0" cap="flat" cmpd="sng">
              <a:solidFill>
                <a:srgbClr val="FF0000"/>
              </a:solidFill>
              <a:prstDash val="solid"/>
              <a:round/>
              <a:headEnd type="none" w="med" len="med"/>
              <a:tailEnd type="none" w="med" len="med"/>
            </a:ln>
          </p:spPr>
        </p:sp>
        <p:sp>
          <p:nvSpPr>
            <p:cNvPr id="68534" name="Rectangle 952"/>
            <p:cNvSpPr/>
            <p:nvPr/>
          </p:nvSpPr>
          <p:spPr>
            <a:xfrm>
              <a:off x="1980"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35" name="Line 953"/>
            <p:cNvSpPr/>
            <p:nvPr/>
          </p:nvSpPr>
          <p:spPr>
            <a:xfrm>
              <a:off x="1980" y="3758"/>
              <a:ext cx="9" cy="1"/>
            </a:xfrm>
            <a:prstGeom prst="line">
              <a:avLst/>
            </a:prstGeom>
            <a:ln w="0" cap="flat" cmpd="sng">
              <a:solidFill>
                <a:srgbClr val="FF0000"/>
              </a:solidFill>
              <a:prstDash val="solid"/>
              <a:round/>
              <a:headEnd type="none" w="med" len="med"/>
              <a:tailEnd type="none" w="med" len="med"/>
            </a:ln>
          </p:spPr>
        </p:sp>
        <p:sp>
          <p:nvSpPr>
            <p:cNvPr id="68536" name="Line 954"/>
            <p:cNvSpPr/>
            <p:nvPr/>
          </p:nvSpPr>
          <p:spPr>
            <a:xfrm>
              <a:off x="1980" y="3758"/>
              <a:ext cx="1" cy="9"/>
            </a:xfrm>
            <a:prstGeom prst="line">
              <a:avLst/>
            </a:prstGeom>
            <a:ln w="0" cap="flat" cmpd="sng">
              <a:solidFill>
                <a:srgbClr val="FF0000"/>
              </a:solidFill>
              <a:prstDash val="solid"/>
              <a:round/>
              <a:headEnd type="none" w="med" len="med"/>
              <a:tailEnd type="none" w="med" len="med"/>
            </a:ln>
          </p:spPr>
        </p:sp>
        <p:sp>
          <p:nvSpPr>
            <p:cNvPr id="68537" name="Rectangle 955"/>
            <p:cNvSpPr/>
            <p:nvPr/>
          </p:nvSpPr>
          <p:spPr>
            <a:xfrm>
              <a:off x="1989" y="3758"/>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38" name="Line 956"/>
            <p:cNvSpPr/>
            <p:nvPr/>
          </p:nvSpPr>
          <p:spPr>
            <a:xfrm>
              <a:off x="1989" y="3758"/>
              <a:ext cx="194" cy="1"/>
            </a:xfrm>
            <a:prstGeom prst="line">
              <a:avLst/>
            </a:prstGeom>
            <a:ln w="0" cap="flat" cmpd="sng">
              <a:solidFill>
                <a:srgbClr val="FF0000"/>
              </a:solidFill>
              <a:prstDash val="solid"/>
              <a:round/>
              <a:headEnd type="none" w="med" len="med"/>
              <a:tailEnd type="none" w="med" len="med"/>
            </a:ln>
          </p:spPr>
        </p:sp>
        <p:sp>
          <p:nvSpPr>
            <p:cNvPr id="68539" name="Rectangle 957"/>
            <p:cNvSpPr/>
            <p:nvPr/>
          </p:nvSpPr>
          <p:spPr>
            <a:xfrm>
              <a:off x="2183" y="3470"/>
              <a:ext cx="9"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40" name="Line 958"/>
            <p:cNvSpPr/>
            <p:nvPr/>
          </p:nvSpPr>
          <p:spPr>
            <a:xfrm>
              <a:off x="2183" y="3470"/>
              <a:ext cx="1" cy="288"/>
            </a:xfrm>
            <a:prstGeom prst="line">
              <a:avLst/>
            </a:prstGeom>
            <a:ln w="0" cap="flat" cmpd="sng">
              <a:solidFill>
                <a:srgbClr val="FF0000"/>
              </a:solidFill>
              <a:prstDash val="solid"/>
              <a:round/>
              <a:headEnd type="none" w="med" len="med"/>
              <a:tailEnd type="none" w="med" len="med"/>
            </a:ln>
          </p:spPr>
        </p:sp>
        <p:sp>
          <p:nvSpPr>
            <p:cNvPr id="68541" name="Rectangle 959"/>
            <p:cNvSpPr/>
            <p:nvPr/>
          </p:nvSpPr>
          <p:spPr>
            <a:xfrm>
              <a:off x="2183"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42" name="Line 960"/>
            <p:cNvSpPr/>
            <p:nvPr/>
          </p:nvSpPr>
          <p:spPr>
            <a:xfrm>
              <a:off x="2183" y="3758"/>
              <a:ext cx="9" cy="1"/>
            </a:xfrm>
            <a:prstGeom prst="line">
              <a:avLst/>
            </a:prstGeom>
            <a:ln w="0" cap="flat" cmpd="sng">
              <a:solidFill>
                <a:srgbClr val="FF0000"/>
              </a:solidFill>
              <a:prstDash val="solid"/>
              <a:round/>
              <a:headEnd type="none" w="med" len="med"/>
              <a:tailEnd type="none" w="med" len="med"/>
            </a:ln>
          </p:spPr>
        </p:sp>
        <p:sp>
          <p:nvSpPr>
            <p:cNvPr id="68543" name="Line 961"/>
            <p:cNvSpPr/>
            <p:nvPr/>
          </p:nvSpPr>
          <p:spPr>
            <a:xfrm>
              <a:off x="2183" y="3758"/>
              <a:ext cx="1" cy="9"/>
            </a:xfrm>
            <a:prstGeom prst="line">
              <a:avLst/>
            </a:prstGeom>
            <a:ln w="0" cap="flat" cmpd="sng">
              <a:solidFill>
                <a:srgbClr val="FF0000"/>
              </a:solidFill>
              <a:prstDash val="solid"/>
              <a:round/>
              <a:headEnd type="none" w="med" len="med"/>
              <a:tailEnd type="none" w="med" len="med"/>
            </a:ln>
          </p:spPr>
        </p:sp>
        <p:sp>
          <p:nvSpPr>
            <p:cNvPr id="68544" name="Rectangle 962"/>
            <p:cNvSpPr/>
            <p:nvPr/>
          </p:nvSpPr>
          <p:spPr>
            <a:xfrm>
              <a:off x="2192" y="3758"/>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45" name="Line 963"/>
            <p:cNvSpPr/>
            <p:nvPr/>
          </p:nvSpPr>
          <p:spPr>
            <a:xfrm>
              <a:off x="2192" y="3758"/>
              <a:ext cx="194" cy="1"/>
            </a:xfrm>
            <a:prstGeom prst="line">
              <a:avLst/>
            </a:prstGeom>
            <a:ln w="0" cap="flat" cmpd="sng">
              <a:solidFill>
                <a:srgbClr val="FF0000"/>
              </a:solidFill>
              <a:prstDash val="solid"/>
              <a:round/>
              <a:headEnd type="none" w="med" len="med"/>
              <a:tailEnd type="none" w="med" len="med"/>
            </a:ln>
          </p:spPr>
        </p:sp>
        <p:sp>
          <p:nvSpPr>
            <p:cNvPr id="68546" name="Rectangle 964"/>
            <p:cNvSpPr/>
            <p:nvPr/>
          </p:nvSpPr>
          <p:spPr>
            <a:xfrm>
              <a:off x="2386" y="3470"/>
              <a:ext cx="9"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47" name="Line 965"/>
            <p:cNvSpPr/>
            <p:nvPr/>
          </p:nvSpPr>
          <p:spPr>
            <a:xfrm>
              <a:off x="2386" y="3470"/>
              <a:ext cx="1" cy="288"/>
            </a:xfrm>
            <a:prstGeom prst="line">
              <a:avLst/>
            </a:prstGeom>
            <a:ln w="0" cap="flat" cmpd="sng">
              <a:solidFill>
                <a:srgbClr val="FF0000"/>
              </a:solidFill>
              <a:prstDash val="solid"/>
              <a:round/>
              <a:headEnd type="none" w="med" len="med"/>
              <a:tailEnd type="none" w="med" len="med"/>
            </a:ln>
          </p:spPr>
        </p:sp>
        <p:sp>
          <p:nvSpPr>
            <p:cNvPr id="68548" name="Rectangle 966"/>
            <p:cNvSpPr/>
            <p:nvPr/>
          </p:nvSpPr>
          <p:spPr>
            <a:xfrm>
              <a:off x="2386"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49" name="Line 967"/>
            <p:cNvSpPr/>
            <p:nvPr/>
          </p:nvSpPr>
          <p:spPr>
            <a:xfrm>
              <a:off x="2386" y="3758"/>
              <a:ext cx="9" cy="1"/>
            </a:xfrm>
            <a:prstGeom prst="line">
              <a:avLst/>
            </a:prstGeom>
            <a:ln w="0" cap="flat" cmpd="sng">
              <a:solidFill>
                <a:srgbClr val="FF0000"/>
              </a:solidFill>
              <a:prstDash val="solid"/>
              <a:round/>
              <a:headEnd type="none" w="med" len="med"/>
              <a:tailEnd type="none" w="med" len="med"/>
            </a:ln>
          </p:spPr>
        </p:sp>
        <p:sp>
          <p:nvSpPr>
            <p:cNvPr id="68550" name="Line 968"/>
            <p:cNvSpPr/>
            <p:nvPr/>
          </p:nvSpPr>
          <p:spPr>
            <a:xfrm>
              <a:off x="2386" y="3758"/>
              <a:ext cx="1" cy="9"/>
            </a:xfrm>
            <a:prstGeom prst="line">
              <a:avLst/>
            </a:prstGeom>
            <a:ln w="0" cap="flat" cmpd="sng">
              <a:solidFill>
                <a:srgbClr val="FF0000"/>
              </a:solidFill>
              <a:prstDash val="solid"/>
              <a:round/>
              <a:headEnd type="none" w="med" len="med"/>
              <a:tailEnd type="none" w="med" len="med"/>
            </a:ln>
          </p:spPr>
        </p:sp>
        <p:sp>
          <p:nvSpPr>
            <p:cNvPr id="68551" name="Rectangle 969"/>
            <p:cNvSpPr/>
            <p:nvPr/>
          </p:nvSpPr>
          <p:spPr>
            <a:xfrm>
              <a:off x="2395" y="3758"/>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52" name="Line 970"/>
            <p:cNvSpPr/>
            <p:nvPr/>
          </p:nvSpPr>
          <p:spPr>
            <a:xfrm>
              <a:off x="2395" y="3758"/>
              <a:ext cx="194" cy="1"/>
            </a:xfrm>
            <a:prstGeom prst="line">
              <a:avLst/>
            </a:prstGeom>
            <a:ln w="0" cap="flat" cmpd="sng">
              <a:solidFill>
                <a:srgbClr val="FF0000"/>
              </a:solidFill>
              <a:prstDash val="solid"/>
              <a:round/>
              <a:headEnd type="none" w="med" len="med"/>
              <a:tailEnd type="none" w="med" len="med"/>
            </a:ln>
          </p:spPr>
        </p:sp>
        <p:sp>
          <p:nvSpPr>
            <p:cNvPr id="68553" name="Rectangle 971"/>
            <p:cNvSpPr/>
            <p:nvPr/>
          </p:nvSpPr>
          <p:spPr>
            <a:xfrm>
              <a:off x="2589" y="3470"/>
              <a:ext cx="8"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54" name="Line 972"/>
            <p:cNvSpPr/>
            <p:nvPr/>
          </p:nvSpPr>
          <p:spPr>
            <a:xfrm>
              <a:off x="2589" y="3470"/>
              <a:ext cx="1" cy="288"/>
            </a:xfrm>
            <a:prstGeom prst="line">
              <a:avLst/>
            </a:prstGeom>
            <a:ln w="0" cap="flat" cmpd="sng">
              <a:solidFill>
                <a:srgbClr val="FF0000"/>
              </a:solidFill>
              <a:prstDash val="solid"/>
              <a:round/>
              <a:headEnd type="none" w="med" len="med"/>
              <a:tailEnd type="none" w="med" len="med"/>
            </a:ln>
          </p:spPr>
        </p:sp>
        <p:sp>
          <p:nvSpPr>
            <p:cNvPr id="68555" name="Rectangle 973"/>
            <p:cNvSpPr/>
            <p:nvPr/>
          </p:nvSpPr>
          <p:spPr>
            <a:xfrm>
              <a:off x="2589" y="3758"/>
              <a:ext cx="8"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56" name="Line 974"/>
            <p:cNvSpPr/>
            <p:nvPr/>
          </p:nvSpPr>
          <p:spPr>
            <a:xfrm>
              <a:off x="2589" y="3758"/>
              <a:ext cx="8" cy="1"/>
            </a:xfrm>
            <a:prstGeom prst="line">
              <a:avLst/>
            </a:prstGeom>
            <a:ln w="0" cap="flat" cmpd="sng">
              <a:solidFill>
                <a:srgbClr val="FF0000"/>
              </a:solidFill>
              <a:prstDash val="solid"/>
              <a:round/>
              <a:headEnd type="none" w="med" len="med"/>
              <a:tailEnd type="none" w="med" len="med"/>
            </a:ln>
          </p:spPr>
        </p:sp>
        <p:sp>
          <p:nvSpPr>
            <p:cNvPr id="68557" name="Line 975"/>
            <p:cNvSpPr/>
            <p:nvPr/>
          </p:nvSpPr>
          <p:spPr>
            <a:xfrm>
              <a:off x="2589" y="3758"/>
              <a:ext cx="1" cy="9"/>
            </a:xfrm>
            <a:prstGeom prst="line">
              <a:avLst/>
            </a:prstGeom>
            <a:ln w="0" cap="flat" cmpd="sng">
              <a:solidFill>
                <a:srgbClr val="FF0000"/>
              </a:solidFill>
              <a:prstDash val="solid"/>
              <a:round/>
              <a:headEnd type="none" w="med" len="med"/>
              <a:tailEnd type="none" w="med" len="med"/>
            </a:ln>
          </p:spPr>
        </p:sp>
        <p:sp>
          <p:nvSpPr>
            <p:cNvPr id="68558" name="Rectangle 976"/>
            <p:cNvSpPr/>
            <p:nvPr/>
          </p:nvSpPr>
          <p:spPr>
            <a:xfrm>
              <a:off x="2597" y="3758"/>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59" name="Line 977"/>
            <p:cNvSpPr/>
            <p:nvPr/>
          </p:nvSpPr>
          <p:spPr>
            <a:xfrm>
              <a:off x="2597" y="3758"/>
              <a:ext cx="192" cy="1"/>
            </a:xfrm>
            <a:prstGeom prst="line">
              <a:avLst/>
            </a:prstGeom>
            <a:ln w="0" cap="flat" cmpd="sng">
              <a:solidFill>
                <a:srgbClr val="FF0000"/>
              </a:solidFill>
              <a:prstDash val="solid"/>
              <a:round/>
              <a:headEnd type="none" w="med" len="med"/>
              <a:tailEnd type="none" w="med" len="med"/>
            </a:ln>
          </p:spPr>
        </p:sp>
        <p:sp>
          <p:nvSpPr>
            <p:cNvPr id="68560" name="Rectangle 978"/>
            <p:cNvSpPr/>
            <p:nvPr/>
          </p:nvSpPr>
          <p:spPr>
            <a:xfrm>
              <a:off x="2789" y="3470"/>
              <a:ext cx="8"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61" name="Line 979"/>
            <p:cNvSpPr/>
            <p:nvPr/>
          </p:nvSpPr>
          <p:spPr>
            <a:xfrm>
              <a:off x="2789" y="3470"/>
              <a:ext cx="1" cy="288"/>
            </a:xfrm>
            <a:prstGeom prst="line">
              <a:avLst/>
            </a:prstGeom>
            <a:ln w="0" cap="flat" cmpd="sng">
              <a:solidFill>
                <a:srgbClr val="FF0000"/>
              </a:solidFill>
              <a:prstDash val="solid"/>
              <a:round/>
              <a:headEnd type="none" w="med" len="med"/>
              <a:tailEnd type="none" w="med" len="med"/>
            </a:ln>
          </p:spPr>
        </p:sp>
        <p:sp>
          <p:nvSpPr>
            <p:cNvPr id="68562" name="Rectangle 980"/>
            <p:cNvSpPr/>
            <p:nvPr/>
          </p:nvSpPr>
          <p:spPr>
            <a:xfrm>
              <a:off x="2789" y="3758"/>
              <a:ext cx="8"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63" name="Line 981"/>
            <p:cNvSpPr/>
            <p:nvPr/>
          </p:nvSpPr>
          <p:spPr>
            <a:xfrm>
              <a:off x="2789" y="3758"/>
              <a:ext cx="8" cy="1"/>
            </a:xfrm>
            <a:prstGeom prst="line">
              <a:avLst/>
            </a:prstGeom>
            <a:ln w="0" cap="flat" cmpd="sng">
              <a:solidFill>
                <a:srgbClr val="FF0000"/>
              </a:solidFill>
              <a:prstDash val="solid"/>
              <a:round/>
              <a:headEnd type="none" w="med" len="med"/>
              <a:tailEnd type="none" w="med" len="med"/>
            </a:ln>
          </p:spPr>
        </p:sp>
        <p:sp>
          <p:nvSpPr>
            <p:cNvPr id="68564" name="Line 982"/>
            <p:cNvSpPr/>
            <p:nvPr/>
          </p:nvSpPr>
          <p:spPr>
            <a:xfrm>
              <a:off x="2789" y="3758"/>
              <a:ext cx="1" cy="9"/>
            </a:xfrm>
            <a:prstGeom prst="line">
              <a:avLst/>
            </a:prstGeom>
            <a:ln w="0" cap="flat" cmpd="sng">
              <a:solidFill>
                <a:srgbClr val="FF0000"/>
              </a:solidFill>
              <a:prstDash val="solid"/>
              <a:round/>
              <a:headEnd type="none" w="med" len="med"/>
              <a:tailEnd type="none" w="med" len="med"/>
            </a:ln>
          </p:spPr>
        </p:sp>
        <p:sp>
          <p:nvSpPr>
            <p:cNvPr id="68565" name="Rectangle 983"/>
            <p:cNvSpPr/>
            <p:nvPr/>
          </p:nvSpPr>
          <p:spPr>
            <a:xfrm>
              <a:off x="2789" y="3758"/>
              <a:ext cx="8"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66" name="Line 984"/>
            <p:cNvSpPr/>
            <p:nvPr/>
          </p:nvSpPr>
          <p:spPr>
            <a:xfrm>
              <a:off x="2789" y="3758"/>
              <a:ext cx="8" cy="1"/>
            </a:xfrm>
            <a:prstGeom prst="line">
              <a:avLst/>
            </a:prstGeom>
            <a:ln w="0" cap="flat" cmpd="sng">
              <a:solidFill>
                <a:srgbClr val="FF0000"/>
              </a:solidFill>
              <a:prstDash val="solid"/>
              <a:round/>
              <a:headEnd type="none" w="med" len="med"/>
              <a:tailEnd type="none" w="med" len="med"/>
            </a:ln>
          </p:spPr>
        </p:sp>
        <p:sp>
          <p:nvSpPr>
            <p:cNvPr id="68567" name="Line 985"/>
            <p:cNvSpPr/>
            <p:nvPr/>
          </p:nvSpPr>
          <p:spPr>
            <a:xfrm>
              <a:off x="2789" y="3758"/>
              <a:ext cx="1" cy="9"/>
            </a:xfrm>
            <a:prstGeom prst="line">
              <a:avLst/>
            </a:prstGeom>
            <a:ln w="0" cap="flat" cmpd="sng">
              <a:solidFill>
                <a:srgbClr val="FF0000"/>
              </a:solidFill>
              <a:prstDash val="solid"/>
              <a:round/>
              <a:headEnd type="none" w="med" len="med"/>
              <a:tailEnd type="none" w="med" len="med"/>
            </a:ln>
          </p:spPr>
        </p:sp>
        <p:sp>
          <p:nvSpPr>
            <p:cNvPr id="68568" name="Rectangle 986"/>
            <p:cNvSpPr/>
            <p:nvPr/>
          </p:nvSpPr>
          <p:spPr>
            <a:xfrm>
              <a:off x="488" y="3770"/>
              <a:ext cx="18" cy="86"/>
            </a:xfrm>
            <a:prstGeom prst="rect">
              <a:avLst/>
            </a:prstGeom>
            <a:noFill/>
            <a:ln w="9525">
              <a:noFill/>
            </a:ln>
          </p:spPr>
          <p:txBody>
            <a:bodyPr wrap="none" lIns="0" tIns="0" rIns="0" bIns="0" anchor="t" anchorCtr="0">
              <a:spAutoFit/>
            </a:bodyPr>
            <a:p>
              <a:pPr algn="ctr"/>
              <a:r>
                <a:rPr lang="en-US" altLang="zh-CN" sz="900"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graphicFrame>
        <p:nvGraphicFramePr>
          <p:cNvPr id="68569" name="Object 2"/>
          <p:cNvGraphicFramePr>
            <a:graphicFrameLocks noChangeAspect="1"/>
          </p:cNvGraphicFramePr>
          <p:nvPr/>
        </p:nvGraphicFramePr>
        <p:xfrm>
          <a:off x="1030288" y="2182813"/>
          <a:ext cx="2362200" cy="2143125"/>
        </p:xfrm>
        <a:graphic>
          <a:graphicData uri="http://schemas.openxmlformats.org/presentationml/2006/ole">
            <mc:AlternateContent xmlns:mc="http://schemas.openxmlformats.org/markup-compatibility/2006">
              <mc:Choice xmlns:v="urn:schemas-microsoft-com:vml" Requires="v">
                <p:oleObj spid="_x0000_s3139" name="" r:id="rId1" imgW="1118870" imgH="963295" progId="Equation.3">
                  <p:embed/>
                </p:oleObj>
              </mc:Choice>
              <mc:Fallback>
                <p:oleObj name="" r:id="rId1" imgW="1118870" imgH="963295" progId="Equation.3">
                  <p:embed/>
                  <p:pic>
                    <p:nvPicPr>
                      <p:cNvPr id="0" name="图片 3138"/>
                      <p:cNvPicPr/>
                      <p:nvPr/>
                    </p:nvPicPr>
                    <p:blipFill>
                      <a:blip r:embed="rId2">
                        <a:clrChange>
                          <a:clrFrom>
                            <a:srgbClr val="000000"/>
                          </a:clrFrom>
                          <a:clrTo>
                            <a:srgbClr val="000000"/>
                          </a:clrTo>
                        </a:clrChange>
                      </a:blip>
                      <a:stretch>
                        <a:fillRect/>
                      </a:stretch>
                    </p:blipFill>
                    <p:spPr>
                      <a:xfrm>
                        <a:off x="1030288" y="2182813"/>
                        <a:ext cx="2362200" cy="2143125"/>
                      </a:xfrm>
                      <a:prstGeom prst="rect">
                        <a:avLst/>
                      </a:prstGeom>
                      <a:noFill/>
                      <a:ln w="38100">
                        <a:noFill/>
                        <a:miter/>
                      </a:ln>
                    </p:spPr>
                  </p:pic>
                </p:oleObj>
              </mc:Fallback>
            </mc:AlternateContent>
          </a:graphicData>
        </a:graphic>
      </p:graphicFrame>
      <p:sp>
        <p:nvSpPr>
          <p:cNvPr id="68570" name="Rectangle 988"/>
          <p:cNvSpPr/>
          <p:nvPr/>
        </p:nvSpPr>
        <p:spPr>
          <a:xfrm>
            <a:off x="441325" y="1290638"/>
            <a:ext cx="2479675" cy="579437"/>
          </a:xfrm>
          <a:prstGeom prst="rect">
            <a:avLst/>
          </a:prstGeom>
          <a:noFill/>
          <a:ln w="12700">
            <a:noFill/>
          </a:ln>
        </p:spPr>
        <p:txBody>
          <a:bodyPr anchor="t" anchorCtr="0">
            <a:spAutoFit/>
          </a:bodyPr>
          <a:p>
            <a:pPr algn="ctr"/>
            <a:r>
              <a:rPr lang="zh-CN" altLang="en-US" sz="3200" b="1" i="0" dirty="0">
                <a:solidFill>
                  <a:srgbClr val="FF0000"/>
                </a:solidFill>
                <a:latin typeface="Times New Roman" panose="02020603050405020304" pitchFamily="18" charset="0"/>
                <a:ea typeface="宋体" panose="02010600030101010101" pitchFamily="2" charset="-122"/>
              </a:rPr>
              <a:t>负逻辑：</a:t>
            </a:r>
            <a:endParaRPr lang="zh-CN" altLang="en-US" sz="3200" b="1" i="0"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Text Box 2"/>
          <p:cNvSpPr txBox="1"/>
          <p:nvPr/>
        </p:nvSpPr>
        <p:spPr>
          <a:xfrm>
            <a:off x="1450975" y="4935538"/>
            <a:ext cx="5780088" cy="533400"/>
          </a:xfrm>
          <a:prstGeom prst="rect">
            <a:avLst/>
          </a:prstGeom>
          <a:noFill/>
          <a:ln w="9525">
            <a:noFill/>
          </a:ln>
        </p:spPr>
        <p:txBody>
          <a:bodyPr anchor="t" anchorCtr="0"/>
          <a:p>
            <a:pPr algn="just"/>
            <a:r>
              <a:rPr lang="zh-CN" altLang="en-US" sz="2800" b="1" i="0" dirty="0">
                <a:latin typeface="宋体" panose="02010600030101010101" pitchFamily="2" charset="-122"/>
                <a:ea typeface="宋体" panose="02010600030101010101" pitchFamily="2" charset="-122"/>
              </a:rPr>
              <a:t>用与非门组成的三位二进制编码器</a:t>
            </a:r>
            <a:endParaRPr lang="zh-CN" altLang="en-US" sz="2800" b="1" i="0" dirty="0">
              <a:latin typeface="宋体" panose="02010600030101010101" pitchFamily="2" charset="-122"/>
              <a:ea typeface="宋体" panose="02010600030101010101" pitchFamily="2" charset="-122"/>
            </a:endParaRPr>
          </a:p>
        </p:txBody>
      </p:sp>
      <p:grpSp>
        <p:nvGrpSpPr>
          <p:cNvPr id="68610" name="Group 3"/>
          <p:cNvGrpSpPr/>
          <p:nvPr/>
        </p:nvGrpSpPr>
        <p:grpSpPr>
          <a:xfrm>
            <a:off x="2011363" y="511175"/>
            <a:ext cx="4302125" cy="4360863"/>
            <a:chOff x="879" y="845"/>
            <a:chExt cx="3927" cy="2630"/>
          </a:xfrm>
        </p:grpSpPr>
        <p:sp>
          <p:nvSpPr>
            <p:cNvPr id="68611" name="Text Box 4"/>
            <p:cNvSpPr txBox="1"/>
            <p:nvPr/>
          </p:nvSpPr>
          <p:spPr>
            <a:xfrm>
              <a:off x="879" y="3000"/>
              <a:ext cx="1632" cy="336"/>
            </a:xfrm>
            <a:prstGeom prst="rect">
              <a:avLst/>
            </a:prstGeom>
            <a:noFill/>
            <a:ln w="9525">
              <a:noFill/>
            </a:ln>
          </p:spPr>
          <p:txBody>
            <a:bodyPr anchor="t" anchorCtr="0"/>
            <a:p>
              <a:pPr algn="just"/>
              <a:endParaRPr lang="zh-CN" altLang="zh-CN" sz="1000" b="1" i="0" dirty="0">
                <a:latin typeface="宋体" panose="02010600030101010101" pitchFamily="2" charset="-122"/>
                <a:ea typeface="宋体" panose="02010600030101010101" pitchFamily="2" charset="-122"/>
              </a:endParaRPr>
            </a:p>
          </p:txBody>
        </p:sp>
        <p:grpSp>
          <p:nvGrpSpPr>
            <p:cNvPr id="68612" name="Group 5"/>
            <p:cNvGrpSpPr/>
            <p:nvPr/>
          </p:nvGrpSpPr>
          <p:grpSpPr>
            <a:xfrm>
              <a:off x="879" y="845"/>
              <a:ext cx="3927" cy="2630"/>
              <a:chOff x="945" y="1416"/>
              <a:chExt cx="1891" cy="1632"/>
            </a:xfrm>
          </p:grpSpPr>
          <p:sp>
            <p:nvSpPr>
              <p:cNvPr id="68613" name="Line 6"/>
              <p:cNvSpPr/>
              <p:nvPr>
                <p:custDataLst>
                  <p:tags r:id="rId1"/>
                </p:custDataLst>
              </p:nvPr>
            </p:nvSpPr>
            <p:spPr>
              <a:xfrm flipH="1">
                <a:off x="1056" y="2064"/>
                <a:ext cx="1641" cy="0"/>
              </a:xfrm>
              <a:prstGeom prst="line">
                <a:avLst/>
              </a:prstGeom>
              <a:ln w="9525" cap="flat" cmpd="sng">
                <a:solidFill>
                  <a:schemeClr val="tx1"/>
                </a:solidFill>
                <a:prstDash val="solid"/>
                <a:round/>
                <a:headEnd type="none" w="med" len="med"/>
                <a:tailEnd type="none" w="med" len="med"/>
              </a:ln>
            </p:spPr>
          </p:sp>
          <p:sp>
            <p:nvSpPr>
              <p:cNvPr id="68614" name="Text Box 7"/>
              <p:cNvSpPr txBox="1"/>
              <p:nvPr>
                <p:custDataLst>
                  <p:tags r:id="rId2"/>
                </p:custDataLst>
              </p:nvPr>
            </p:nvSpPr>
            <p:spPr>
              <a:xfrm>
                <a:off x="2448" y="1416"/>
                <a:ext cx="376" cy="201"/>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Y</a:t>
                </a:r>
                <a:r>
                  <a:rPr lang="en-US" altLang="zh-CN" sz="1800" i="0" baseline="-25000" dirty="0">
                    <a:latin typeface="Times New Roman" panose="02020603050405020304" pitchFamily="18" charset="0"/>
                    <a:ea typeface="宋体" panose="02010600030101010101" pitchFamily="2" charset="-122"/>
                  </a:rPr>
                  <a:t>0</a:t>
                </a:r>
                <a:endParaRPr lang="en-US" altLang="zh-CN" sz="1800" i="0" baseline="-25000" dirty="0">
                  <a:latin typeface="Times New Roman" panose="02020603050405020304" pitchFamily="18" charset="0"/>
                  <a:ea typeface="宋体" panose="02010600030101010101" pitchFamily="2" charset="-122"/>
                </a:endParaRPr>
              </a:p>
            </p:txBody>
          </p:sp>
          <p:sp>
            <p:nvSpPr>
              <p:cNvPr id="68615" name="Text Box 8"/>
              <p:cNvSpPr txBox="1"/>
              <p:nvPr>
                <p:custDataLst>
                  <p:tags r:id="rId3"/>
                </p:custDataLst>
              </p:nvPr>
            </p:nvSpPr>
            <p:spPr>
              <a:xfrm>
                <a:off x="1940" y="1416"/>
                <a:ext cx="296" cy="201"/>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Y</a:t>
                </a:r>
                <a:r>
                  <a:rPr lang="en-US" altLang="zh-CN" sz="1800" i="0" baseline="-25000" dirty="0">
                    <a:latin typeface="Times New Roman" panose="02020603050405020304" pitchFamily="18" charset="0"/>
                    <a:ea typeface="宋体" panose="02010600030101010101" pitchFamily="2" charset="-122"/>
                  </a:rPr>
                  <a:t>1</a:t>
                </a:r>
                <a:endParaRPr lang="en-US" altLang="zh-CN" sz="1800" i="0" baseline="-25000" dirty="0">
                  <a:latin typeface="Times New Roman" panose="02020603050405020304" pitchFamily="18" charset="0"/>
                  <a:ea typeface="宋体" panose="02010600030101010101" pitchFamily="2" charset="-122"/>
                </a:endParaRPr>
              </a:p>
            </p:txBody>
          </p:sp>
          <p:sp>
            <p:nvSpPr>
              <p:cNvPr id="68616" name="Text Box 9"/>
              <p:cNvSpPr txBox="1"/>
              <p:nvPr>
                <p:custDataLst>
                  <p:tags r:id="rId4"/>
                </p:custDataLst>
              </p:nvPr>
            </p:nvSpPr>
            <p:spPr>
              <a:xfrm>
                <a:off x="1420" y="1416"/>
                <a:ext cx="286" cy="201"/>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Y</a:t>
                </a:r>
                <a:r>
                  <a:rPr lang="en-US" altLang="zh-CN" sz="1800" i="0" baseline="-25000" dirty="0">
                    <a:latin typeface="Times New Roman" panose="02020603050405020304" pitchFamily="18" charset="0"/>
                    <a:ea typeface="宋体" panose="02010600030101010101" pitchFamily="2" charset="-122"/>
                  </a:rPr>
                  <a:t>2</a:t>
                </a:r>
                <a:endParaRPr lang="en-US" altLang="zh-CN" sz="1800" i="0" baseline="-25000" dirty="0">
                  <a:latin typeface="Times New Roman" panose="02020603050405020304" pitchFamily="18" charset="0"/>
                  <a:ea typeface="宋体" panose="02010600030101010101" pitchFamily="2" charset="-122"/>
                </a:endParaRPr>
              </a:p>
            </p:txBody>
          </p:sp>
          <p:sp>
            <p:nvSpPr>
              <p:cNvPr id="68617" name="Rectangle 10"/>
              <p:cNvSpPr/>
              <p:nvPr>
                <p:custDataLst>
                  <p:tags r:id="rId5"/>
                </p:custDataLst>
              </p:nvPr>
            </p:nvSpPr>
            <p:spPr>
              <a:xfrm rot="-5400000">
                <a:off x="1406" y="1759"/>
                <a:ext cx="118" cy="359"/>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18" name="Oval 11"/>
              <p:cNvSpPr/>
              <p:nvPr>
                <p:custDataLst>
                  <p:tags r:id="rId6"/>
                </p:custDataLst>
              </p:nvPr>
            </p:nvSpPr>
            <p:spPr>
              <a:xfrm rot="-5400000">
                <a:off x="1443" y="1829"/>
                <a:ext cx="44" cy="57"/>
              </a:xfrm>
              <a:prstGeom prst="ellipse">
                <a:avLst/>
              </a:prstGeom>
              <a:noFill/>
              <a:ln w="19050"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19" name="Line 12"/>
              <p:cNvSpPr/>
              <p:nvPr>
                <p:custDataLst>
                  <p:tags r:id="rId7"/>
                </p:custDataLst>
              </p:nvPr>
            </p:nvSpPr>
            <p:spPr>
              <a:xfrm>
                <a:off x="1587" y="2002"/>
                <a:ext cx="0" cy="567"/>
              </a:xfrm>
              <a:prstGeom prst="line">
                <a:avLst/>
              </a:prstGeom>
              <a:ln w="9525" cap="flat" cmpd="sng">
                <a:solidFill>
                  <a:schemeClr val="tx1"/>
                </a:solidFill>
                <a:prstDash val="solid"/>
                <a:round/>
                <a:headEnd type="none" w="med" len="med"/>
                <a:tailEnd type="none" w="med" len="med"/>
              </a:ln>
            </p:spPr>
          </p:sp>
          <p:sp>
            <p:nvSpPr>
              <p:cNvPr id="68620" name="Line 13"/>
              <p:cNvSpPr/>
              <p:nvPr>
                <p:custDataLst>
                  <p:tags r:id="rId8"/>
                </p:custDataLst>
              </p:nvPr>
            </p:nvSpPr>
            <p:spPr>
              <a:xfrm>
                <a:off x="1509" y="2002"/>
                <a:ext cx="0" cy="691"/>
              </a:xfrm>
              <a:prstGeom prst="line">
                <a:avLst/>
              </a:prstGeom>
              <a:ln w="9525" cap="flat" cmpd="sng">
                <a:solidFill>
                  <a:schemeClr val="tx1"/>
                </a:solidFill>
                <a:prstDash val="solid"/>
                <a:round/>
                <a:headEnd type="none" w="med" len="med"/>
                <a:tailEnd type="none" w="med" len="med"/>
              </a:ln>
            </p:spPr>
          </p:sp>
          <p:sp>
            <p:nvSpPr>
              <p:cNvPr id="68621" name="Line 14"/>
              <p:cNvSpPr/>
              <p:nvPr>
                <p:custDataLst>
                  <p:tags r:id="rId9"/>
                </p:custDataLst>
              </p:nvPr>
            </p:nvSpPr>
            <p:spPr>
              <a:xfrm>
                <a:off x="1431" y="2002"/>
                <a:ext cx="0" cy="816"/>
              </a:xfrm>
              <a:prstGeom prst="line">
                <a:avLst/>
              </a:prstGeom>
              <a:ln w="9525" cap="flat" cmpd="sng">
                <a:solidFill>
                  <a:schemeClr val="tx1"/>
                </a:solidFill>
                <a:prstDash val="solid"/>
                <a:round/>
                <a:headEnd type="none" w="med" len="med"/>
                <a:tailEnd type="none" w="med" len="med"/>
              </a:ln>
            </p:spPr>
          </p:sp>
          <p:sp>
            <p:nvSpPr>
              <p:cNvPr id="68622" name="Line 15"/>
              <p:cNvSpPr/>
              <p:nvPr>
                <p:custDataLst>
                  <p:tags r:id="rId10"/>
                </p:custDataLst>
              </p:nvPr>
            </p:nvSpPr>
            <p:spPr>
              <a:xfrm>
                <a:off x="1353" y="2002"/>
                <a:ext cx="0" cy="941"/>
              </a:xfrm>
              <a:prstGeom prst="line">
                <a:avLst/>
              </a:prstGeom>
              <a:ln w="9525" cap="flat" cmpd="sng">
                <a:solidFill>
                  <a:schemeClr val="tx1"/>
                </a:solidFill>
                <a:prstDash val="solid"/>
                <a:round/>
                <a:headEnd type="none" w="med" len="med"/>
                <a:tailEnd type="none" w="med" len="med"/>
              </a:ln>
            </p:spPr>
          </p:sp>
          <p:sp>
            <p:nvSpPr>
              <p:cNvPr id="68623" name="Line 16"/>
              <p:cNvSpPr/>
              <p:nvPr>
                <p:custDataLst>
                  <p:tags r:id="rId11"/>
                </p:custDataLst>
              </p:nvPr>
            </p:nvSpPr>
            <p:spPr>
              <a:xfrm flipV="1">
                <a:off x="1470" y="1628"/>
                <a:ext cx="0" cy="210"/>
              </a:xfrm>
              <a:prstGeom prst="line">
                <a:avLst/>
              </a:prstGeom>
              <a:ln w="9525" cap="flat" cmpd="sng">
                <a:solidFill>
                  <a:schemeClr val="tx1"/>
                </a:solidFill>
                <a:prstDash val="solid"/>
                <a:round/>
                <a:headEnd type="none" w="med" len="med"/>
                <a:tailEnd type="none" w="med" len="med"/>
              </a:ln>
            </p:spPr>
          </p:sp>
          <p:sp>
            <p:nvSpPr>
              <p:cNvPr id="68624" name="Rectangle 17"/>
              <p:cNvSpPr/>
              <p:nvPr>
                <p:custDataLst>
                  <p:tags r:id="rId12"/>
                </p:custDataLst>
              </p:nvPr>
            </p:nvSpPr>
            <p:spPr>
              <a:xfrm rot="-5400000">
                <a:off x="1913" y="1759"/>
                <a:ext cx="118" cy="359"/>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25" name="Oval 18"/>
              <p:cNvSpPr/>
              <p:nvPr>
                <p:custDataLst>
                  <p:tags r:id="rId13"/>
                </p:custDataLst>
              </p:nvPr>
            </p:nvSpPr>
            <p:spPr>
              <a:xfrm rot="-5400000">
                <a:off x="1950" y="1829"/>
                <a:ext cx="44" cy="57"/>
              </a:xfrm>
              <a:prstGeom prst="ellipse">
                <a:avLst/>
              </a:prstGeom>
              <a:noFill/>
              <a:ln w="19050"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26" name="Line 19"/>
              <p:cNvSpPr/>
              <p:nvPr>
                <p:custDataLst>
                  <p:tags r:id="rId14"/>
                </p:custDataLst>
              </p:nvPr>
            </p:nvSpPr>
            <p:spPr>
              <a:xfrm>
                <a:off x="2094" y="2002"/>
                <a:ext cx="0" cy="317"/>
              </a:xfrm>
              <a:prstGeom prst="line">
                <a:avLst/>
              </a:prstGeom>
              <a:ln w="9525" cap="flat" cmpd="sng">
                <a:solidFill>
                  <a:schemeClr val="tx1"/>
                </a:solidFill>
                <a:prstDash val="solid"/>
                <a:round/>
                <a:headEnd type="none" w="med" len="med"/>
                <a:tailEnd type="none" w="med" len="med"/>
              </a:ln>
            </p:spPr>
          </p:sp>
          <p:sp>
            <p:nvSpPr>
              <p:cNvPr id="68627" name="Line 20"/>
              <p:cNvSpPr/>
              <p:nvPr>
                <p:custDataLst>
                  <p:tags r:id="rId15"/>
                </p:custDataLst>
              </p:nvPr>
            </p:nvSpPr>
            <p:spPr>
              <a:xfrm>
                <a:off x="2016" y="2002"/>
                <a:ext cx="0" cy="442"/>
              </a:xfrm>
              <a:prstGeom prst="line">
                <a:avLst/>
              </a:prstGeom>
              <a:ln w="9525" cap="flat" cmpd="sng">
                <a:solidFill>
                  <a:schemeClr val="tx1"/>
                </a:solidFill>
                <a:prstDash val="solid"/>
                <a:round/>
                <a:headEnd type="none" w="med" len="med"/>
                <a:tailEnd type="none" w="med" len="med"/>
              </a:ln>
            </p:spPr>
          </p:sp>
          <p:sp>
            <p:nvSpPr>
              <p:cNvPr id="68628" name="Line 21"/>
              <p:cNvSpPr/>
              <p:nvPr>
                <p:custDataLst>
                  <p:tags r:id="rId16"/>
                </p:custDataLst>
              </p:nvPr>
            </p:nvSpPr>
            <p:spPr>
              <a:xfrm>
                <a:off x="1938" y="2002"/>
                <a:ext cx="0" cy="816"/>
              </a:xfrm>
              <a:prstGeom prst="line">
                <a:avLst/>
              </a:prstGeom>
              <a:ln w="9525" cap="flat" cmpd="sng">
                <a:solidFill>
                  <a:schemeClr val="tx1"/>
                </a:solidFill>
                <a:prstDash val="solid"/>
                <a:round/>
                <a:headEnd type="none" w="med" len="med"/>
                <a:tailEnd type="none" w="med" len="med"/>
              </a:ln>
            </p:spPr>
          </p:sp>
          <p:sp>
            <p:nvSpPr>
              <p:cNvPr id="68629" name="Line 22"/>
              <p:cNvSpPr/>
              <p:nvPr>
                <p:custDataLst>
                  <p:tags r:id="rId17"/>
                </p:custDataLst>
              </p:nvPr>
            </p:nvSpPr>
            <p:spPr>
              <a:xfrm>
                <a:off x="1859" y="2002"/>
                <a:ext cx="0" cy="941"/>
              </a:xfrm>
              <a:prstGeom prst="line">
                <a:avLst/>
              </a:prstGeom>
              <a:ln w="9525" cap="flat" cmpd="sng">
                <a:solidFill>
                  <a:schemeClr val="tx1"/>
                </a:solidFill>
                <a:prstDash val="solid"/>
                <a:round/>
                <a:headEnd type="none" w="med" len="med"/>
                <a:tailEnd type="none" w="med" len="med"/>
              </a:ln>
            </p:spPr>
          </p:sp>
          <p:sp>
            <p:nvSpPr>
              <p:cNvPr id="68630" name="Line 23"/>
              <p:cNvSpPr/>
              <p:nvPr>
                <p:custDataLst>
                  <p:tags r:id="rId18"/>
                </p:custDataLst>
              </p:nvPr>
            </p:nvSpPr>
            <p:spPr>
              <a:xfrm flipV="1">
                <a:off x="1977" y="1628"/>
                <a:ext cx="0" cy="210"/>
              </a:xfrm>
              <a:prstGeom prst="line">
                <a:avLst/>
              </a:prstGeom>
              <a:ln w="9525" cap="flat" cmpd="sng">
                <a:solidFill>
                  <a:schemeClr val="tx1"/>
                </a:solidFill>
                <a:prstDash val="solid"/>
                <a:round/>
                <a:headEnd type="none" w="med" len="med"/>
                <a:tailEnd type="none" w="med" len="med"/>
              </a:ln>
            </p:spPr>
          </p:sp>
          <p:sp>
            <p:nvSpPr>
              <p:cNvPr id="68631" name="Rectangle 24"/>
              <p:cNvSpPr/>
              <p:nvPr>
                <p:custDataLst>
                  <p:tags r:id="rId19"/>
                </p:custDataLst>
              </p:nvPr>
            </p:nvSpPr>
            <p:spPr>
              <a:xfrm rot="-5400000">
                <a:off x="2420" y="1759"/>
                <a:ext cx="118" cy="359"/>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32" name="Oval 25"/>
              <p:cNvSpPr/>
              <p:nvPr>
                <p:custDataLst>
                  <p:tags r:id="rId20"/>
                </p:custDataLst>
              </p:nvPr>
            </p:nvSpPr>
            <p:spPr>
              <a:xfrm rot="-5400000">
                <a:off x="2457" y="1829"/>
                <a:ext cx="44" cy="57"/>
              </a:xfrm>
              <a:prstGeom prst="ellipse">
                <a:avLst/>
              </a:prstGeom>
              <a:noFill/>
              <a:ln w="19050"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33" name="Line 26"/>
              <p:cNvSpPr/>
              <p:nvPr>
                <p:custDataLst>
                  <p:tags r:id="rId21"/>
                </p:custDataLst>
              </p:nvPr>
            </p:nvSpPr>
            <p:spPr>
              <a:xfrm>
                <a:off x="2601" y="2002"/>
                <a:ext cx="0" cy="182"/>
              </a:xfrm>
              <a:prstGeom prst="line">
                <a:avLst/>
              </a:prstGeom>
              <a:ln w="9525" cap="flat" cmpd="sng">
                <a:solidFill>
                  <a:schemeClr val="tx1"/>
                </a:solidFill>
                <a:prstDash val="solid"/>
                <a:round/>
                <a:headEnd type="none" w="med" len="med"/>
                <a:tailEnd type="none" w="med" len="med"/>
              </a:ln>
            </p:spPr>
          </p:sp>
          <p:sp>
            <p:nvSpPr>
              <p:cNvPr id="68634" name="Line 27"/>
              <p:cNvSpPr/>
              <p:nvPr>
                <p:custDataLst>
                  <p:tags r:id="rId22"/>
                </p:custDataLst>
              </p:nvPr>
            </p:nvSpPr>
            <p:spPr>
              <a:xfrm>
                <a:off x="2523" y="2002"/>
                <a:ext cx="0" cy="442"/>
              </a:xfrm>
              <a:prstGeom prst="line">
                <a:avLst/>
              </a:prstGeom>
              <a:ln w="9525" cap="flat" cmpd="sng">
                <a:solidFill>
                  <a:schemeClr val="tx1"/>
                </a:solidFill>
                <a:prstDash val="solid"/>
                <a:round/>
                <a:headEnd type="none" w="med" len="med"/>
                <a:tailEnd type="none" w="med" len="med"/>
              </a:ln>
            </p:spPr>
          </p:sp>
          <p:sp>
            <p:nvSpPr>
              <p:cNvPr id="68635" name="Line 28"/>
              <p:cNvSpPr/>
              <p:nvPr>
                <p:custDataLst>
                  <p:tags r:id="rId23"/>
                </p:custDataLst>
              </p:nvPr>
            </p:nvSpPr>
            <p:spPr>
              <a:xfrm>
                <a:off x="2445" y="2002"/>
                <a:ext cx="0" cy="691"/>
              </a:xfrm>
              <a:prstGeom prst="line">
                <a:avLst/>
              </a:prstGeom>
              <a:ln w="9525" cap="flat" cmpd="sng">
                <a:solidFill>
                  <a:schemeClr val="tx1"/>
                </a:solidFill>
                <a:prstDash val="solid"/>
                <a:round/>
                <a:headEnd type="none" w="med" len="med"/>
                <a:tailEnd type="none" w="med" len="med"/>
              </a:ln>
            </p:spPr>
          </p:sp>
          <p:sp>
            <p:nvSpPr>
              <p:cNvPr id="68636" name="Line 29"/>
              <p:cNvSpPr/>
              <p:nvPr>
                <p:custDataLst>
                  <p:tags r:id="rId24"/>
                </p:custDataLst>
              </p:nvPr>
            </p:nvSpPr>
            <p:spPr>
              <a:xfrm>
                <a:off x="2367" y="2002"/>
                <a:ext cx="0" cy="941"/>
              </a:xfrm>
              <a:prstGeom prst="line">
                <a:avLst/>
              </a:prstGeom>
              <a:ln w="9525" cap="flat" cmpd="sng">
                <a:solidFill>
                  <a:schemeClr val="tx1"/>
                </a:solidFill>
                <a:prstDash val="solid"/>
                <a:round/>
                <a:headEnd type="none" w="med" len="med"/>
                <a:tailEnd type="none" w="med" len="med"/>
              </a:ln>
            </p:spPr>
          </p:sp>
          <p:sp>
            <p:nvSpPr>
              <p:cNvPr id="68637" name="Line 30"/>
              <p:cNvSpPr/>
              <p:nvPr>
                <p:custDataLst>
                  <p:tags r:id="rId25"/>
                </p:custDataLst>
              </p:nvPr>
            </p:nvSpPr>
            <p:spPr>
              <a:xfrm flipV="1">
                <a:off x="2484" y="1628"/>
                <a:ext cx="0" cy="210"/>
              </a:xfrm>
              <a:prstGeom prst="line">
                <a:avLst/>
              </a:prstGeom>
              <a:ln w="9525" cap="flat" cmpd="sng">
                <a:solidFill>
                  <a:schemeClr val="tx1"/>
                </a:solidFill>
                <a:prstDash val="solid"/>
                <a:round/>
                <a:headEnd type="none" w="med" len="med"/>
                <a:tailEnd type="none" w="med" len="med"/>
              </a:ln>
            </p:spPr>
          </p:sp>
          <p:sp>
            <p:nvSpPr>
              <p:cNvPr id="68638" name="Line 31"/>
              <p:cNvSpPr/>
              <p:nvPr>
                <p:custDataLst>
                  <p:tags r:id="rId26"/>
                </p:custDataLst>
              </p:nvPr>
            </p:nvSpPr>
            <p:spPr>
              <a:xfrm flipH="1">
                <a:off x="1056" y="2189"/>
                <a:ext cx="1641" cy="0"/>
              </a:xfrm>
              <a:prstGeom prst="line">
                <a:avLst/>
              </a:prstGeom>
              <a:ln w="9525" cap="flat" cmpd="sng">
                <a:solidFill>
                  <a:schemeClr val="tx1"/>
                </a:solidFill>
                <a:prstDash val="solid"/>
                <a:round/>
                <a:headEnd type="none" w="med" len="med"/>
                <a:tailEnd type="none" w="med" len="med"/>
              </a:ln>
            </p:spPr>
          </p:sp>
          <p:sp>
            <p:nvSpPr>
              <p:cNvPr id="68639" name="Line 32"/>
              <p:cNvSpPr/>
              <p:nvPr>
                <p:custDataLst>
                  <p:tags r:id="rId27"/>
                </p:custDataLst>
              </p:nvPr>
            </p:nvSpPr>
            <p:spPr>
              <a:xfrm flipH="1">
                <a:off x="1056" y="2314"/>
                <a:ext cx="1641" cy="0"/>
              </a:xfrm>
              <a:prstGeom prst="line">
                <a:avLst/>
              </a:prstGeom>
              <a:ln w="9525" cap="flat" cmpd="sng">
                <a:solidFill>
                  <a:schemeClr val="tx1"/>
                </a:solidFill>
                <a:prstDash val="solid"/>
                <a:round/>
                <a:headEnd type="none" w="med" len="med"/>
                <a:tailEnd type="none" w="med" len="med"/>
              </a:ln>
            </p:spPr>
          </p:sp>
          <p:sp>
            <p:nvSpPr>
              <p:cNvPr id="68640" name="Line 33"/>
              <p:cNvSpPr/>
              <p:nvPr>
                <p:custDataLst>
                  <p:tags r:id="rId28"/>
                </p:custDataLst>
              </p:nvPr>
            </p:nvSpPr>
            <p:spPr>
              <a:xfrm flipH="1">
                <a:off x="1056" y="2439"/>
                <a:ext cx="1641" cy="0"/>
              </a:xfrm>
              <a:prstGeom prst="line">
                <a:avLst/>
              </a:prstGeom>
              <a:ln w="9525" cap="flat" cmpd="sng">
                <a:solidFill>
                  <a:schemeClr val="tx1"/>
                </a:solidFill>
                <a:prstDash val="solid"/>
                <a:round/>
                <a:headEnd type="none" w="med" len="med"/>
                <a:tailEnd type="none" w="med" len="med"/>
              </a:ln>
            </p:spPr>
          </p:sp>
          <p:sp>
            <p:nvSpPr>
              <p:cNvPr id="68641" name="Line 34"/>
              <p:cNvSpPr/>
              <p:nvPr>
                <p:custDataLst>
                  <p:tags r:id="rId29"/>
                </p:custDataLst>
              </p:nvPr>
            </p:nvSpPr>
            <p:spPr>
              <a:xfrm flipH="1">
                <a:off x="1056" y="2938"/>
                <a:ext cx="1641" cy="0"/>
              </a:xfrm>
              <a:prstGeom prst="line">
                <a:avLst/>
              </a:prstGeom>
              <a:ln w="9525" cap="flat" cmpd="sng">
                <a:solidFill>
                  <a:schemeClr val="tx1"/>
                </a:solidFill>
                <a:prstDash val="solid"/>
                <a:round/>
                <a:headEnd type="none" w="med" len="med"/>
                <a:tailEnd type="none" w="med" len="med"/>
              </a:ln>
            </p:spPr>
          </p:sp>
          <p:sp>
            <p:nvSpPr>
              <p:cNvPr id="68642" name="Line 35"/>
              <p:cNvSpPr/>
              <p:nvPr>
                <p:custDataLst>
                  <p:tags r:id="rId30"/>
                </p:custDataLst>
              </p:nvPr>
            </p:nvSpPr>
            <p:spPr>
              <a:xfrm flipH="1">
                <a:off x="1056" y="2688"/>
                <a:ext cx="1641" cy="0"/>
              </a:xfrm>
              <a:prstGeom prst="line">
                <a:avLst/>
              </a:prstGeom>
              <a:ln w="9525" cap="flat" cmpd="sng">
                <a:solidFill>
                  <a:schemeClr val="tx1"/>
                </a:solidFill>
                <a:prstDash val="solid"/>
                <a:round/>
                <a:headEnd type="none" w="med" len="med"/>
                <a:tailEnd type="none" w="med" len="med"/>
              </a:ln>
            </p:spPr>
          </p:sp>
          <p:sp>
            <p:nvSpPr>
              <p:cNvPr id="68643" name="Line 36"/>
              <p:cNvSpPr/>
              <p:nvPr>
                <p:custDataLst>
                  <p:tags r:id="rId31"/>
                </p:custDataLst>
              </p:nvPr>
            </p:nvSpPr>
            <p:spPr>
              <a:xfrm flipH="1">
                <a:off x="1056" y="2563"/>
                <a:ext cx="1641" cy="0"/>
              </a:xfrm>
              <a:prstGeom prst="line">
                <a:avLst/>
              </a:prstGeom>
              <a:ln w="9525" cap="flat" cmpd="sng">
                <a:solidFill>
                  <a:schemeClr val="tx1"/>
                </a:solidFill>
                <a:prstDash val="solid"/>
                <a:round/>
                <a:headEnd type="none" w="med" len="med"/>
                <a:tailEnd type="none" w="med" len="med"/>
              </a:ln>
            </p:spPr>
          </p:sp>
          <p:sp>
            <p:nvSpPr>
              <p:cNvPr id="68644" name="Line 37"/>
              <p:cNvSpPr/>
              <p:nvPr>
                <p:custDataLst>
                  <p:tags r:id="rId32"/>
                </p:custDataLst>
              </p:nvPr>
            </p:nvSpPr>
            <p:spPr>
              <a:xfrm flipH="1">
                <a:off x="1056" y="2813"/>
                <a:ext cx="1641" cy="0"/>
              </a:xfrm>
              <a:prstGeom prst="line">
                <a:avLst/>
              </a:prstGeom>
              <a:ln w="9525" cap="flat" cmpd="sng">
                <a:solidFill>
                  <a:schemeClr val="tx1"/>
                </a:solidFill>
                <a:prstDash val="solid"/>
                <a:round/>
                <a:headEnd type="none" w="med" len="med"/>
                <a:tailEnd type="none" w="med" len="med"/>
              </a:ln>
            </p:spPr>
          </p:sp>
          <p:sp>
            <p:nvSpPr>
              <p:cNvPr id="68645" name="Oval 38"/>
              <p:cNvSpPr/>
              <p:nvPr>
                <p:custDataLst>
                  <p:tags r:id="rId33"/>
                </p:custDataLst>
              </p:nvPr>
            </p:nvSpPr>
            <p:spPr>
              <a:xfrm rot="-5400000">
                <a:off x="2577" y="2154"/>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46" name="Oval 39"/>
              <p:cNvSpPr/>
              <p:nvPr>
                <p:custDataLst>
                  <p:tags r:id="rId34"/>
                </p:custDataLst>
              </p:nvPr>
            </p:nvSpPr>
            <p:spPr>
              <a:xfrm rot="-5400000">
                <a:off x="2510" y="2419"/>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47" name="Oval 40"/>
              <p:cNvSpPr/>
              <p:nvPr>
                <p:custDataLst>
                  <p:tags r:id="rId35"/>
                </p:custDataLst>
              </p:nvPr>
            </p:nvSpPr>
            <p:spPr>
              <a:xfrm rot="-5400000">
                <a:off x="2421" y="2659"/>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48" name="Oval 41"/>
              <p:cNvSpPr/>
              <p:nvPr>
                <p:custDataLst>
                  <p:tags r:id="rId36"/>
                </p:custDataLst>
              </p:nvPr>
            </p:nvSpPr>
            <p:spPr>
              <a:xfrm rot="-5400000">
                <a:off x="2069" y="2289"/>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49" name="Oval 42"/>
              <p:cNvSpPr/>
              <p:nvPr>
                <p:custDataLst>
                  <p:tags r:id="rId37"/>
                </p:custDataLst>
              </p:nvPr>
            </p:nvSpPr>
            <p:spPr>
              <a:xfrm rot="-5400000">
                <a:off x="2354" y="2913"/>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50" name="Oval 43"/>
              <p:cNvSpPr/>
              <p:nvPr>
                <p:custDataLst>
                  <p:tags r:id="rId38"/>
                </p:custDataLst>
              </p:nvPr>
            </p:nvSpPr>
            <p:spPr>
              <a:xfrm rot="-5400000">
                <a:off x="1990" y="2419"/>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51" name="Oval 44"/>
              <p:cNvSpPr/>
              <p:nvPr>
                <p:custDataLst>
                  <p:tags r:id="rId39"/>
                </p:custDataLst>
              </p:nvPr>
            </p:nvSpPr>
            <p:spPr>
              <a:xfrm rot="-5400000">
                <a:off x="1912" y="2777"/>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52" name="Oval 45"/>
              <p:cNvSpPr/>
              <p:nvPr>
                <p:custDataLst>
                  <p:tags r:id="rId40"/>
                </p:custDataLst>
              </p:nvPr>
            </p:nvSpPr>
            <p:spPr>
              <a:xfrm rot="-5400000">
                <a:off x="1574" y="2551"/>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53" name="Oval 46"/>
              <p:cNvSpPr/>
              <p:nvPr>
                <p:custDataLst>
                  <p:tags r:id="rId41"/>
                </p:custDataLst>
              </p:nvPr>
            </p:nvSpPr>
            <p:spPr>
              <a:xfrm rot="-5400000">
                <a:off x="1495" y="2673"/>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54" name="Oval 47"/>
              <p:cNvSpPr/>
              <p:nvPr>
                <p:custDataLst>
                  <p:tags r:id="rId42"/>
                </p:custDataLst>
              </p:nvPr>
            </p:nvSpPr>
            <p:spPr>
              <a:xfrm rot="-5400000">
                <a:off x="1409" y="2791"/>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55" name="Oval 48"/>
              <p:cNvSpPr/>
              <p:nvPr>
                <p:custDataLst>
                  <p:tags r:id="rId43"/>
                </p:custDataLst>
              </p:nvPr>
            </p:nvSpPr>
            <p:spPr>
              <a:xfrm rot="-5400000">
                <a:off x="1329" y="2913"/>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56" name="Oval 49"/>
              <p:cNvSpPr/>
              <p:nvPr>
                <p:custDataLst>
                  <p:tags r:id="rId44"/>
                </p:custDataLst>
              </p:nvPr>
            </p:nvSpPr>
            <p:spPr>
              <a:xfrm rot="-5400000">
                <a:off x="1834" y="2913"/>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aphicFrame>
            <p:nvGraphicFramePr>
              <p:cNvPr id="68657" name="Object 50"/>
              <p:cNvGraphicFramePr>
                <a:graphicFrameLocks noChangeAspect="1"/>
              </p:cNvGraphicFramePr>
              <p:nvPr/>
            </p:nvGraphicFramePr>
            <p:xfrm>
              <a:off x="945" y="2004"/>
              <a:ext cx="103" cy="152"/>
            </p:xfrm>
            <a:graphic>
              <a:graphicData uri="http://schemas.openxmlformats.org/presentationml/2006/ole">
                <mc:AlternateContent xmlns:mc="http://schemas.openxmlformats.org/markup-compatibility/2006">
                  <mc:Choice xmlns:v="urn:schemas-microsoft-com:vml" Requires="v">
                    <p:oleObj spid="_x0000_s3140" name="" r:id="rId45" imgW="165100" imgH="243205" progId="Equation.3">
                      <p:embed/>
                    </p:oleObj>
                  </mc:Choice>
                  <mc:Fallback>
                    <p:oleObj name="" r:id="rId45" imgW="165100" imgH="243205" progId="Equation.3">
                      <p:embed/>
                      <p:pic>
                        <p:nvPicPr>
                          <p:cNvPr id="0" name="图片 3139"/>
                          <p:cNvPicPr/>
                          <p:nvPr/>
                        </p:nvPicPr>
                        <p:blipFill>
                          <a:blip r:embed="rId46">
                            <a:clrChange>
                              <a:clrFrom>
                                <a:srgbClr val="000000"/>
                              </a:clrFrom>
                              <a:clrTo>
                                <a:srgbClr val="000000"/>
                              </a:clrTo>
                            </a:clrChange>
                          </a:blip>
                          <a:stretch>
                            <a:fillRect/>
                          </a:stretch>
                        </p:blipFill>
                        <p:spPr>
                          <a:xfrm>
                            <a:off x="945" y="2004"/>
                            <a:ext cx="103" cy="152"/>
                          </a:xfrm>
                          <a:prstGeom prst="rect">
                            <a:avLst/>
                          </a:prstGeom>
                          <a:noFill/>
                          <a:ln w="38100">
                            <a:noFill/>
                            <a:miter/>
                          </a:ln>
                        </p:spPr>
                      </p:pic>
                    </p:oleObj>
                  </mc:Fallback>
                </mc:AlternateContent>
              </a:graphicData>
            </a:graphic>
          </p:graphicFrame>
          <p:graphicFrame>
            <p:nvGraphicFramePr>
              <p:cNvPr id="68658" name="Object 51"/>
              <p:cNvGraphicFramePr>
                <a:graphicFrameLocks noChangeAspect="1"/>
              </p:cNvGraphicFramePr>
              <p:nvPr/>
            </p:nvGraphicFramePr>
            <p:xfrm>
              <a:off x="957" y="2252"/>
              <a:ext cx="111" cy="167"/>
            </p:xfrm>
            <a:graphic>
              <a:graphicData uri="http://schemas.openxmlformats.org/presentationml/2006/ole">
                <mc:AlternateContent xmlns:mc="http://schemas.openxmlformats.org/markup-compatibility/2006">
                  <mc:Choice xmlns:v="urn:schemas-microsoft-com:vml" Requires="v">
                    <p:oleObj spid="_x0000_s3148" name="" r:id="rId47" imgW="184785" imgH="272415" progId="Equation.3">
                      <p:embed/>
                    </p:oleObj>
                  </mc:Choice>
                  <mc:Fallback>
                    <p:oleObj name="" r:id="rId47" imgW="184785" imgH="272415" progId="Equation.3">
                      <p:embed/>
                      <p:pic>
                        <p:nvPicPr>
                          <p:cNvPr id="0" name="图片 3147"/>
                          <p:cNvPicPr/>
                          <p:nvPr/>
                        </p:nvPicPr>
                        <p:blipFill>
                          <a:blip r:embed="rId48">
                            <a:clrChange>
                              <a:clrFrom>
                                <a:srgbClr val="000000"/>
                              </a:clrFrom>
                              <a:clrTo>
                                <a:srgbClr val="000000"/>
                              </a:clrTo>
                            </a:clrChange>
                          </a:blip>
                          <a:stretch>
                            <a:fillRect/>
                          </a:stretch>
                        </p:blipFill>
                        <p:spPr>
                          <a:xfrm>
                            <a:off x="957" y="2252"/>
                            <a:ext cx="111" cy="167"/>
                          </a:xfrm>
                          <a:prstGeom prst="rect">
                            <a:avLst/>
                          </a:prstGeom>
                          <a:noFill/>
                          <a:ln w="38100">
                            <a:noFill/>
                            <a:miter/>
                          </a:ln>
                        </p:spPr>
                      </p:pic>
                    </p:oleObj>
                  </mc:Fallback>
                </mc:AlternateContent>
              </a:graphicData>
            </a:graphic>
          </p:graphicFrame>
          <p:graphicFrame>
            <p:nvGraphicFramePr>
              <p:cNvPr id="68659" name="Object 52"/>
              <p:cNvGraphicFramePr>
                <a:graphicFrameLocks noChangeAspect="1"/>
              </p:cNvGraphicFramePr>
              <p:nvPr/>
            </p:nvGraphicFramePr>
            <p:xfrm>
              <a:off x="957" y="2492"/>
              <a:ext cx="111" cy="167"/>
            </p:xfrm>
            <a:graphic>
              <a:graphicData uri="http://schemas.openxmlformats.org/presentationml/2006/ole">
                <mc:AlternateContent xmlns:mc="http://schemas.openxmlformats.org/markup-compatibility/2006">
                  <mc:Choice xmlns:v="urn:schemas-microsoft-com:vml" Requires="v">
                    <p:oleObj spid="_x0000_s3146" name="" r:id="rId49" imgW="184785" imgH="272415" progId="Equation.3">
                      <p:embed/>
                    </p:oleObj>
                  </mc:Choice>
                  <mc:Fallback>
                    <p:oleObj name="" r:id="rId49" imgW="184785" imgH="272415" progId="Equation.3">
                      <p:embed/>
                      <p:pic>
                        <p:nvPicPr>
                          <p:cNvPr id="0" name="图片 3145"/>
                          <p:cNvPicPr/>
                          <p:nvPr/>
                        </p:nvPicPr>
                        <p:blipFill>
                          <a:blip r:embed="rId50">
                            <a:clrChange>
                              <a:clrFrom>
                                <a:srgbClr val="000000"/>
                              </a:clrFrom>
                              <a:clrTo>
                                <a:srgbClr val="000000"/>
                              </a:clrTo>
                            </a:clrChange>
                          </a:blip>
                          <a:stretch>
                            <a:fillRect/>
                          </a:stretch>
                        </p:blipFill>
                        <p:spPr>
                          <a:xfrm>
                            <a:off x="957" y="2492"/>
                            <a:ext cx="111" cy="167"/>
                          </a:xfrm>
                          <a:prstGeom prst="rect">
                            <a:avLst/>
                          </a:prstGeom>
                          <a:noFill/>
                          <a:ln w="38100">
                            <a:noFill/>
                            <a:miter/>
                          </a:ln>
                        </p:spPr>
                      </p:pic>
                    </p:oleObj>
                  </mc:Fallback>
                </mc:AlternateContent>
              </a:graphicData>
            </a:graphic>
          </p:graphicFrame>
          <p:graphicFrame>
            <p:nvGraphicFramePr>
              <p:cNvPr id="68660" name="Object 53"/>
              <p:cNvGraphicFramePr>
                <a:graphicFrameLocks noChangeAspect="1"/>
              </p:cNvGraphicFramePr>
              <p:nvPr/>
            </p:nvGraphicFramePr>
            <p:xfrm>
              <a:off x="957" y="2728"/>
              <a:ext cx="111" cy="176"/>
            </p:xfrm>
            <a:graphic>
              <a:graphicData uri="http://schemas.openxmlformats.org/presentationml/2006/ole">
                <mc:AlternateContent xmlns:mc="http://schemas.openxmlformats.org/markup-compatibility/2006">
                  <mc:Choice xmlns:v="urn:schemas-microsoft-com:vml" Requires="v">
                    <p:oleObj spid="_x0000_s3142" name="" r:id="rId51" imgW="184785" imgH="281940" progId="Equation.3">
                      <p:embed/>
                    </p:oleObj>
                  </mc:Choice>
                  <mc:Fallback>
                    <p:oleObj name="" r:id="rId51" imgW="184785" imgH="281940" progId="Equation.3">
                      <p:embed/>
                      <p:pic>
                        <p:nvPicPr>
                          <p:cNvPr id="0" name="图片 3141"/>
                          <p:cNvPicPr/>
                          <p:nvPr/>
                        </p:nvPicPr>
                        <p:blipFill>
                          <a:blip r:embed="rId52">
                            <a:clrChange>
                              <a:clrFrom>
                                <a:srgbClr val="000000"/>
                              </a:clrFrom>
                              <a:clrTo>
                                <a:srgbClr val="000000"/>
                              </a:clrTo>
                            </a:clrChange>
                          </a:blip>
                          <a:stretch>
                            <a:fillRect/>
                          </a:stretch>
                        </p:blipFill>
                        <p:spPr>
                          <a:xfrm>
                            <a:off x="957" y="2728"/>
                            <a:ext cx="111" cy="176"/>
                          </a:xfrm>
                          <a:prstGeom prst="rect">
                            <a:avLst/>
                          </a:prstGeom>
                          <a:noFill/>
                          <a:ln w="38100">
                            <a:noFill/>
                            <a:miter/>
                          </a:ln>
                        </p:spPr>
                      </p:pic>
                    </p:oleObj>
                  </mc:Fallback>
                </mc:AlternateContent>
              </a:graphicData>
            </a:graphic>
          </p:graphicFrame>
          <p:graphicFrame>
            <p:nvGraphicFramePr>
              <p:cNvPr id="68661" name="Object 54"/>
              <p:cNvGraphicFramePr>
                <a:graphicFrameLocks noChangeAspect="1"/>
              </p:cNvGraphicFramePr>
              <p:nvPr/>
            </p:nvGraphicFramePr>
            <p:xfrm>
              <a:off x="2721" y="2152"/>
              <a:ext cx="87" cy="143"/>
            </p:xfrm>
            <a:graphic>
              <a:graphicData uri="http://schemas.openxmlformats.org/presentationml/2006/ole">
                <mc:AlternateContent xmlns:mc="http://schemas.openxmlformats.org/markup-compatibility/2006">
                  <mc:Choice xmlns:v="urn:schemas-microsoft-com:vml" Requires="v">
                    <p:oleObj spid="_x0000_s3144" name="" r:id="rId53" imgW="146050" imgH="233680" progId="Equation.3">
                      <p:embed/>
                    </p:oleObj>
                  </mc:Choice>
                  <mc:Fallback>
                    <p:oleObj name="" r:id="rId53" imgW="146050" imgH="233680" progId="Equation.3">
                      <p:embed/>
                      <p:pic>
                        <p:nvPicPr>
                          <p:cNvPr id="0" name="图片 3143"/>
                          <p:cNvPicPr/>
                          <p:nvPr/>
                        </p:nvPicPr>
                        <p:blipFill>
                          <a:blip r:embed="rId54">
                            <a:clrChange>
                              <a:clrFrom>
                                <a:srgbClr val="000000"/>
                              </a:clrFrom>
                              <a:clrTo>
                                <a:srgbClr val="000000"/>
                              </a:clrTo>
                            </a:clrChange>
                          </a:blip>
                          <a:stretch>
                            <a:fillRect/>
                          </a:stretch>
                        </p:blipFill>
                        <p:spPr>
                          <a:xfrm>
                            <a:off x="2721" y="2152"/>
                            <a:ext cx="87" cy="143"/>
                          </a:xfrm>
                          <a:prstGeom prst="rect">
                            <a:avLst/>
                          </a:prstGeom>
                          <a:noFill/>
                          <a:ln w="38100">
                            <a:noFill/>
                            <a:miter/>
                          </a:ln>
                        </p:spPr>
                      </p:pic>
                    </p:oleObj>
                  </mc:Fallback>
                </mc:AlternateContent>
              </a:graphicData>
            </a:graphic>
          </p:graphicFrame>
          <p:graphicFrame>
            <p:nvGraphicFramePr>
              <p:cNvPr id="68662" name="Object 55"/>
              <p:cNvGraphicFramePr>
                <a:graphicFrameLocks noChangeAspect="1"/>
              </p:cNvGraphicFramePr>
              <p:nvPr/>
            </p:nvGraphicFramePr>
            <p:xfrm>
              <a:off x="2725" y="2344"/>
              <a:ext cx="111" cy="176"/>
            </p:xfrm>
            <a:graphic>
              <a:graphicData uri="http://schemas.openxmlformats.org/presentationml/2006/ole">
                <mc:AlternateContent xmlns:mc="http://schemas.openxmlformats.org/markup-compatibility/2006">
                  <mc:Choice xmlns:v="urn:schemas-microsoft-com:vml" Requires="v">
                    <p:oleObj spid="_x0000_s3141" name="" r:id="rId55" imgW="184785" imgH="281940" progId="Equation.3">
                      <p:embed/>
                    </p:oleObj>
                  </mc:Choice>
                  <mc:Fallback>
                    <p:oleObj name="" r:id="rId55" imgW="184785" imgH="281940" progId="Equation.3">
                      <p:embed/>
                      <p:pic>
                        <p:nvPicPr>
                          <p:cNvPr id="0" name="图片 3140"/>
                          <p:cNvPicPr/>
                          <p:nvPr/>
                        </p:nvPicPr>
                        <p:blipFill>
                          <a:blip r:embed="rId56">
                            <a:clrChange>
                              <a:clrFrom>
                                <a:srgbClr val="000000"/>
                              </a:clrFrom>
                              <a:clrTo>
                                <a:srgbClr val="000000"/>
                              </a:clrTo>
                            </a:clrChange>
                          </a:blip>
                          <a:stretch>
                            <a:fillRect/>
                          </a:stretch>
                        </p:blipFill>
                        <p:spPr>
                          <a:xfrm>
                            <a:off x="2725" y="2344"/>
                            <a:ext cx="111" cy="176"/>
                          </a:xfrm>
                          <a:prstGeom prst="rect">
                            <a:avLst/>
                          </a:prstGeom>
                          <a:noFill/>
                          <a:ln w="38100">
                            <a:noFill/>
                            <a:miter/>
                          </a:ln>
                        </p:spPr>
                      </p:pic>
                    </p:oleObj>
                  </mc:Fallback>
                </mc:AlternateContent>
              </a:graphicData>
            </a:graphic>
          </p:graphicFrame>
          <p:graphicFrame>
            <p:nvGraphicFramePr>
              <p:cNvPr id="68663" name="Object 56"/>
              <p:cNvGraphicFramePr>
                <a:graphicFrameLocks noChangeAspect="1"/>
              </p:cNvGraphicFramePr>
              <p:nvPr/>
            </p:nvGraphicFramePr>
            <p:xfrm>
              <a:off x="2725" y="2632"/>
              <a:ext cx="111" cy="176"/>
            </p:xfrm>
            <a:graphic>
              <a:graphicData uri="http://schemas.openxmlformats.org/presentationml/2006/ole">
                <mc:AlternateContent xmlns:mc="http://schemas.openxmlformats.org/markup-compatibility/2006">
                  <mc:Choice xmlns:v="urn:schemas-microsoft-com:vml" Requires="v">
                    <p:oleObj spid="_x0000_s3143" name="" r:id="rId57" imgW="184785" imgH="281940" progId="Equation.3">
                      <p:embed/>
                    </p:oleObj>
                  </mc:Choice>
                  <mc:Fallback>
                    <p:oleObj name="" r:id="rId57" imgW="184785" imgH="281940" progId="Equation.3">
                      <p:embed/>
                      <p:pic>
                        <p:nvPicPr>
                          <p:cNvPr id="0" name="图片 3142"/>
                          <p:cNvPicPr/>
                          <p:nvPr/>
                        </p:nvPicPr>
                        <p:blipFill>
                          <a:blip r:embed="rId58">
                            <a:clrChange>
                              <a:clrFrom>
                                <a:srgbClr val="000000"/>
                              </a:clrFrom>
                              <a:clrTo>
                                <a:srgbClr val="000000"/>
                              </a:clrTo>
                            </a:clrChange>
                          </a:blip>
                          <a:stretch>
                            <a:fillRect/>
                          </a:stretch>
                        </p:blipFill>
                        <p:spPr>
                          <a:xfrm>
                            <a:off x="2725" y="2632"/>
                            <a:ext cx="111" cy="176"/>
                          </a:xfrm>
                          <a:prstGeom prst="rect">
                            <a:avLst/>
                          </a:prstGeom>
                          <a:noFill/>
                          <a:ln w="38100">
                            <a:noFill/>
                            <a:miter/>
                          </a:ln>
                        </p:spPr>
                      </p:pic>
                    </p:oleObj>
                  </mc:Fallback>
                </mc:AlternateContent>
              </a:graphicData>
            </a:graphic>
          </p:graphicFrame>
          <p:graphicFrame>
            <p:nvGraphicFramePr>
              <p:cNvPr id="68664" name="Object 57"/>
              <p:cNvGraphicFramePr>
                <a:graphicFrameLocks noChangeAspect="1"/>
              </p:cNvGraphicFramePr>
              <p:nvPr/>
            </p:nvGraphicFramePr>
            <p:xfrm>
              <a:off x="2725" y="2872"/>
              <a:ext cx="111" cy="176"/>
            </p:xfrm>
            <a:graphic>
              <a:graphicData uri="http://schemas.openxmlformats.org/presentationml/2006/ole">
                <mc:AlternateContent xmlns:mc="http://schemas.openxmlformats.org/markup-compatibility/2006">
                  <mc:Choice xmlns:v="urn:schemas-microsoft-com:vml" Requires="v">
                    <p:oleObj spid="_x0000_s3147" name="" r:id="rId59" imgW="184785" imgH="281940" progId="Equation.3">
                      <p:embed/>
                    </p:oleObj>
                  </mc:Choice>
                  <mc:Fallback>
                    <p:oleObj name="" r:id="rId59" imgW="184785" imgH="281940" progId="Equation.3">
                      <p:embed/>
                      <p:pic>
                        <p:nvPicPr>
                          <p:cNvPr id="0" name="图片 3146"/>
                          <p:cNvPicPr/>
                          <p:nvPr/>
                        </p:nvPicPr>
                        <p:blipFill>
                          <a:blip r:embed="rId60">
                            <a:clrChange>
                              <a:clrFrom>
                                <a:srgbClr val="000000"/>
                              </a:clrFrom>
                              <a:clrTo>
                                <a:srgbClr val="000000"/>
                              </a:clrTo>
                            </a:clrChange>
                          </a:blip>
                          <a:stretch>
                            <a:fillRect/>
                          </a:stretch>
                        </p:blipFill>
                        <p:spPr>
                          <a:xfrm>
                            <a:off x="2725" y="2872"/>
                            <a:ext cx="111" cy="176"/>
                          </a:xfrm>
                          <a:prstGeom prst="rect">
                            <a:avLst/>
                          </a:prstGeom>
                          <a:noFill/>
                          <a:ln w="38100">
                            <a:noFill/>
                            <a:miter/>
                          </a:ln>
                        </p:spPr>
                      </p:pic>
                    </p:oleObj>
                  </mc:Fallback>
                </mc:AlternateContent>
              </a:graphicData>
            </a:graphic>
          </p:graphicFrame>
        </p:grpSp>
        <p:sp>
          <p:nvSpPr>
            <p:cNvPr id="68665" name="Text Box 58"/>
            <p:cNvSpPr txBox="1"/>
            <p:nvPr>
              <p:custDataLst>
                <p:tags r:id="rId61"/>
              </p:custDataLst>
            </p:nvPr>
          </p:nvSpPr>
          <p:spPr>
            <a:xfrm>
              <a:off x="1806" y="1583"/>
              <a:ext cx="348" cy="240"/>
            </a:xfrm>
            <a:prstGeom prst="rect">
              <a:avLst/>
            </a:prstGeom>
            <a:noFill/>
            <a:ln w="19050">
              <a:noFill/>
            </a:ln>
          </p:spPr>
          <p:txBody>
            <a:bodyPr wrap="none" anchor="t" anchorCtr="0">
              <a:spAutoFit/>
            </a:bodyPr>
            <a:p>
              <a:pPr algn="ct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sp>
          <p:nvSpPr>
            <p:cNvPr id="68666" name="Text Box 59"/>
            <p:cNvSpPr txBox="1"/>
            <p:nvPr>
              <p:custDataLst>
                <p:tags r:id="rId62"/>
              </p:custDataLst>
            </p:nvPr>
          </p:nvSpPr>
          <p:spPr>
            <a:xfrm>
              <a:off x="3909" y="1583"/>
              <a:ext cx="348" cy="240"/>
            </a:xfrm>
            <a:prstGeom prst="rect">
              <a:avLst/>
            </a:prstGeom>
            <a:noFill/>
            <a:ln w="19050">
              <a:noFill/>
            </a:ln>
          </p:spPr>
          <p:txBody>
            <a:bodyPr wrap="none" anchor="t" anchorCtr="0">
              <a:spAutoFit/>
            </a:bodyPr>
            <a:p>
              <a:pPr algn="ct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sp>
          <p:nvSpPr>
            <p:cNvPr id="68667" name="Text Box 60"/>
            <p:cNvSpPr txBox="1"/>
            <p:nvPr>
              <p:custDataLst>
                <p:tags r:id="rId63"/>
              </p:custDataLst>
            </p:nvPr>
          </p:nvSpPr>
          <p:spPr>
            <a:xfrm>
              <a:off x="2856" y="1590"/>
              <a:ext cx="347" cy="239"/>
            </a:xfrm>
            <a:prstGeom prst="rect">
              <a:avLst/>
            </a:prstGeom>
            <a:noFill/>
            <a:ln w="19050">
              <a:noFill/>
            </a:ln>
          </p:spPr>
          <p:txBody>
            <a:bodyPr wrap="none" anchor="t" anchorCtr="0">
              <a:spAutoFit/>
            </a:bodyPr>
            <a:p>
              <a:pPr algn="ct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2" name="Text Box 4"/>
          <p:cNvSpPr txBox="1">
            <a:spLocks noChangeArrowheads="1"/>
          </p:cNvSpPr>
          <p:nvPr/>
        </p:nvSpPr>
        <p:spPr bwMode="auto">
          <a:xfrm>
            <a:off x="546100" y="349250"/>
            <a:ext cx="8421688" cy="884238"/>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2800" i="0" kern="1200" cap="none" spc="0" normalizeH="0" baseline="0" noProof="0">
                <a:latin typeface="黑体" panose="02010609060101010101" pitchFamily="2" charset="-122"/>
                <a:ea typeface="黑体" panose="02010609060101010101" pitchFamily="2" charset="-122"/>
                <a:cs typeface="+mn-cs"/>
              </a:rPr>
              <a:t>2</a:t>
            </a:r>
            <a:r>
              <a:rPr kumimoji="1" lang="zh-CN" altLang="en-US" sz="2800" i="0" kern="1200" cap="none" spc="0" normalizeH="0" baseline="0" noProof="0">
                <a:latin typeface="黑体" panose="02010609060101010101" pitchFamily="2" charset="-122"/>
                <a:ea typeface="黑体" panose="02010609060101010101" pitchFamily="2" charset="-122"/>
                <a:cs typeface="+mn-cs"/>
              </a:rPr>
              <a:t>、二</a:t>
            </a:r>
            <a:r>
              <a:rPr kumimoji="1" lang="en-US" altLang="zh-CN" sz="2800" i="0" kern="1200" cap="none" spc="0" normalizeH="0" baseline="0" noProof="0">
                <a:latin typeface="黑体" panose="02010609060101010101" pitchFamily="2" charset="-122"/>
                <a:ea typeface="黑体" panose="02010609060101010101" pitchFamily="2" charset="-122"/>
                <a:cs typeface="+mn-cs"/>
              </a:rPr>
              <a:t>-</a:t>
            </a:r>
            <a:r>
              <a:rPr kumimoji="1" lang="zh-CN" altLang="en-US" sz="2800" i="0" kern="1200" cap="none" spc="0" normalizeH="0" baseline="0" noProof="0">
                <a:latin typeface="黑体" panose="02010609060101010101" pitchFamily="2" charset="-122"/>
                <a:ea typeface="黑体" panose="02010609060101010101" pitchFamily="2" charset="-122"/>
                <a:cs typeface="+mn-cs"/>
              </a:rPr>
              <a:t>十进制编码器</a:t>
            </a:r>
            <a:r>
              <a:rPr kumimoji="1" lang="en-US" altLang="zh-CN" sz="2800" i="0" kern="1200" cap="none" spc="0" normalizeH="0" baseline="0" noProof="0">
                <a:latin typeface="黑体" panose="02010609060101010101" pitchFamily="2" charset="-122"/>
                <a:ea typeface="黑体" panose="02010609060101010101" pitchFamily="2" charset="-122"/>
                <a:cs typeface="+mn-cs"/>
              </a:rPr>
              <a:t>:</a:t>
            </a:r>
            <a:r>
              <a:rPr kumimoji="0" lang="zh-CN" altLang="en-US" sz="24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将十进制数的</a:t>
            </a:r>
            <a:r>
              <a:rPr kumimoji="0" lang="en-US" altLang="zh-CN" sz="24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0~9</a:t>
            </a:r>
            <a:r>
              <a:rPr kumimoji="0" lang="zh-CN" altLang="en-US" sz="24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编成二进制代码的电路 。</a:t>
            </a:r>
            <a:r>
              <a:rPr kumimoji="0" lang="zh-CN" altLang="en-US" sz="2400" kern="1200" cap="none" spc="0" normalizeH="0" baseline="0" noProof="0">
                <a:latin typeface="Times New Roman" panose="02020603050405020304" pitchFamily="18" charset="0"/>
                <a:ea typeface="宋体" panose="02010600030101010101" pitchFamily="2" charset="-122"/>
                <a:cs typeface="+mn-cs"/>
              </a:rPr>
              <a:t> </a:t>
            </a:r>
            <a:endParaRPr kumimoji="0" lang="zh-CN" altLang="en-US" sz="2400" kern="1200" cap="none" spc="0" normalizeH="0" baseline="0" noProof="0">
              <a:latin typeface="Times New Roman" panose="02020603050405020304" pitchFamily="18" charset="0"/>
              <a:ea typeface="宋体" panose="02010600030101010101" pitchFamily="2" charset="-122"/>
              <a:cs typeface="+mn-cs"/>
            </a:endParaRPr>
          </a:p>
        </p:txBody>
      </p:sp>
      <p:graphicFrame>
        <p:nvGraphicFramePr>
          <p:cNvPr id="181382" name="Group 134"/>
          <p:cNvGraphicFramePr>
            <a:graphicFrameLocks noGrp="1"/>
          </p:cNvGraphicFramePr>
          <p:nvPr>
            <p:ph sz="half" idx="1"/>
          </p:nvPr>
        </p:nvGraphicFramePr>
        <p:xfrm>
          <a:off x="350838" y="1263650"/>
          <a:ext cx="4038600" cy="5484813"/>
        </p:xfrm>
        <a:graphic>
          <a:graphicData uri="http://schemas.openxmlformats.org/drawingml/2006/table">
            <a:tbl>
              <a:tblPr/>
              <a:tblGrid>
                <a:gridCol w="1830387"/>
                <a:gridCol w="2208213"/>
              </a:tblGrid>
              <a:tr h="459343">
                <a:tc rowSpan="2">
                  <a:txBody>
                    <a:bodyPr/>
                    <a:lstStyle/>
                    <a:p>
                      <a:pPr marL="0" marR="0" lvl="0" indent="0" algn="l" defTabSz="914400" rtl="0" eaLnBrk="1" fontAlgn="ctr"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输入信号</a:t>
                      </a: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输出编码</a:t>
                      </a: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9343">
                <a:tc vMerge="1">
                  <a:tcPr/>
                </a:tc>
                <a:tc>
                  <a:txBody>
                    <a:bodyPr/>
                    <a:lstStyle/>
                    <a:p>
                      <a:pPr marL="0" marR="0" lvl="0" indent="0" algn="l" defTabSz="914400" rtl="0" eaLnBrk="1" fontAlgn="ctr"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 B C D</a:t>
                      </a:r>
                      <a:endParaRPr kumimoji="0"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0 0 0 0</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0 0 0 1</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0 0 1 0</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0 0 1 1</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0 1 0 0</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0 1 0 1</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0 1 1 0</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0 1 1 1</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1 0 0 0</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1 0 0 1</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9674" name="Object 127"/>
          <p:cNvGraphicFramePr>
            <a:graphicFrameLocks noGrp="1" noChangeAspect="1"/>
          </p:cNvGraphicFramePr>
          <p:nvPr>
            <p:ph sz="half" idx="2"/>
          </p:nvPr>
        </p:nvGraphicFramePr>
        <p:xfrm>
          <a:off x="4059238" y="2025650"/>
          <a:ext cx="5084762" cy="2066925"/>
        </p:xfrm>
        <a:graphic>
          <a:graphicData uri="http://schemas.openxmlformats.org/presentationml/2006/ole">
            <mc:AlternateContent xmlns:mc="http://schemas.openxmlformats.org/markup-compatibility/2006">
              <mc:Choice xmlns:v="urn:schemas-microsoft-com:vml" Requires="v">
                <p:oleObj spid="_x0000_s3145" name="" r:id="rId1" imgW="2565400" imgH="1041400" progId="Equation.3">
                  <p:embed/>
                </p:oleObj>
              </mc:Choice>
              <mc:Fallback>
                <p:oleObj name="" r:id="rId1" imgW="2565400" imgH="1041400" progId="Equation.3">
                  <p:embed/>
                  <p:pic>
                    <p:nvPicPr>
                      <p:cNvPr id="0" name="图片 3144"/>
                      <p:cNvPicPr/>
                      <p:nvPr/>
                    </p:nvPicPr>
                    <p:blipFill>
                      <a:blip r:embed="rId2"/>
                      <a:stretch>
                        <a:fillRect/>
                      </a:stretch>
                    </p:blipFill>
                    <p:spPr>
                      <a:xfrm>
                        <a:off x="4059238" y="2025650"/>
                        <a:ext cx="5084762" cy="2066925"/>
                      </a:xfrm>
                      <a:prstGeom prst="rect">
                        <a:avLst/>
                      </a:prstGeom>
                      <a:noFill/>
                      <a:ln w="38100">
                        <a:miter/>
                      </a:ln>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0657" name="Group 93"/>
          <p:cNvGrpSpPr/>
          <p:nvPr/>
        </p:nvGrpSpPr>
        <p:grpSpPr>
          <a:xfrm>
            <a:off x="1249363" y="590550"/>
            <a:ext cx="5986462" cy="6011863"/>
            <a:chOff x="734" y="429"/>
            <a:chExt cx="3771" cy="3787"/>
          </a:xfrm>
        </p:grpSpPr>
        <p:grpSp>
          <p:nvGrpSpPr>
            <p:cNvPr id="70658" name="Group 6"/>
            <p:cNvGrpSpPr/>
            <p:nvPr/>
          </p:nvGrpSpPr>
          <p:grpSpPr>
            <a:xfrm>
              <a:off x="2371" y="448"/>
              <a:ext cx="456" cy="426"/>
              <a:chOff x="1568" y="1602"/>
              <a:chExt cx="456" cy="426"/>
            </a:xfrm>
          </p:grpSpPr>
          <p:sp>
            <p:nvSpPr>
              <p:cNvPr id="70659" name="Text Box 4"/>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Times New Roman" panose="02020603050405020304" pitchFamily="18" charset="0"/>
                </a:endParaRPr>
              </a:p>
            </p:txBody>
          </p:sp>
          <p:sp>
            <p:nvSpPr>
              <p:cNvPr id="70660" name="Oval 5"/>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61" name="Group 7"/>
            <p:cNvGrpSpPr/>
            <p:nvPr/>
          </p:nvGrpSpPr>
          <p:grpSpPr>
            <a:xfrm>
              <a:off x="2371" y="1019"/>
              <a:ext cx="456" cy="426"/>
              <a:chOff x="1568" y="1602"/>
              <a:chExt cx="456" cy="426"/>
            </a:xfrm>
          </p:grpSpPr>
          <p:sp>
            <p:nvSpPr>
              <p:cNvPr id="70662" name="Text Box 8"/>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Times New Roman" panose="02020603050405020304" pitchFamily="18" charset="0"/>
                </a:endParaRPr>
              </a:p>
            </p:txBody>
          </p:sp>
          <p:sp>
            <p:nvSpPr>
              <p:cNvPr id="70663" name="Oval 9"/>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64" name="Group 10"/>
            <p:cNvGrpSpPr/>
            <p:nvPr/>
          </p:nvGrpSpPr>
          <p:grpSpPr>
            <a:xfrm>
              <a:off x="2371" y="3305"/>
              <a:ext cx="456" cy="426"/>
              <a:chOff x="1568" y="1602"/>
              <a:chExt cx="456" cy="426"/>
            </a:xfrm>
          </p:grpSpPr>
          <p:sp>
            <p:nvSpPr>
              <p:cNvPr id="70665" name="Text Box 11"/>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Times New Roman" panose="02020603050405020304" pitchFamily="18" charset="0"/>
                </a:endParaRPr>
              </a:p>
            </p:txBody>
          </p:sp>
          <p:sp>
            <p:nvSpPr>
              <p:cNvPr id="70666" name="Oval 12"/>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67" name="Group 13"/>
            <p:cNvGrpSpPr/>
            <p:nvPr/>
          </p:nvGrpSpPr>
          <p:grpSpPr>
            <a:xfrm>
              <a:off x="2371" y="1590"/>
              <a:ext cx="456" cy="426"/>
              <a:chOff x="1568" y="1602"/>
              <a:chExt cx="456" cy="426"/>
            </a:xfrm>
          </p:grpSpPr>
          <p:sp>
            <p:nvSpPr>
              <p:cNvPr id="70668" name="Text Box 14"/>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Times New Roman" panose="02020603050405020304" pitchFamily="18" charset="0"/>
                </a:endParaRPr>
              </a:p>
            </p:txBody>
          </p:sp>
          <p:sp>
            <p:nvSpPr>
              <p:cNvPr id="70669" name="Oval 15"/>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70" name="Group 16"/>
            <p:cNvGrpSpPr/>
            <p:nvPr/>
          </p:nvGrpSpPr>
          <p:grpSpPr>
            <a:xfrm>
              <a:off x="2371" y="2162"/>
              <a:ext cx="456" cy="426"/>
              <a:chOff x="1568" y="1602"/>
              <a:chExt cx="456" cy="426"/>
            </a:xfrm>
          </p:grpSpPr>
          <p:sp>
            <p:nvSpPr>
              <p:cNvPr id="70671" name="Text Box 17"/>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Times New Roman" panose="02020603050405020304" pitchFamily="18" charset="0"/>
                </a:endParaRPr>
              </a:p>
            </p:txBody>
          </p:sp>
          <p:sp>
            <p:nvSpPr>
              <p:cNvPr id="70672" name="Oval 18"/>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73" name="Group 19"/>
            <p:cNvGrpSpPr/>
            <p:nvPr/>
          </p:nvGrpSpPr>
          <p:grpSpPr>
            <a:xfrm>
              <a:off x="2371" y="2733"/>
              <a:ext cx="456" cy="426"/>
              <a:chOff x="1568" y="1602"/>
              <a:chExt cx="456" cy="426"/>
            </a:xfrm>
          </p:grpSpPr>
          <p:sp>
            <p:nvSpPr>
              <p:cNvPr id="70674" name="Text Box 20"/>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Times New Roman" panose="02020603050405020304" pitchFamily="18" charset="0"/>
                </a:endParaRPr>
              </a:p>
            </p:txBody>
          </p:sp>
          <p:sp>
            <p:nvSpPr>
              <p:cNvPr id="70675" name="Oval 21"/>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76" name="Group 22"/>
            <p:cNvGrpSpPr/>
            <p:nvPr/>
          </p:nvGrpSpPr>
          <p:grpSpPr>
            <a:xfrm>
              <a:off x="3536" y="1004"/>
              <a:ext cx="456" cy="426"/>
              <a:chOff x="1568" y="1602"/>
              <a:chExt cx="456" cy="426"/>
            </a:xfrm>
          </p:grpSpPr>
          <p:sp>
            <p:nvSpPr>
              <p:cNvPr id="70677" name="Text Box 23"/>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Times New Roman" panose="02020603050405020304" pitchFamily="18" charset="0"/>
                </a:endParaRPr>
              </a:p>
            </p:txBody>
          </p:sp>
          <p:sp>
            <p:nvSpPr>
              <p:cNvPr id="70678" name="Oval 24"/>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79" name="Group 25"/>
            <p:cNvGrpSpPr/>
            <p:nvPr/>
          </p:nvGrpSpPr>
          <p:grpSpPr>
            <a:xfrm>
              <a:off x="3536" y="2628"/>
              <a:ext cx="456" cy="426"/>
              <a:chOff x="1568" y="1602"/>
              <a:chExt cx="456" cy="426"/>
            </a:xfrm>
          </p:grpSpPr>
          <p:sp>
            <p:nvSpPr>
              <p:cNvPr id="70680" name="Text Box 26"/>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Times New Roman" panose="02020603050405020304" pitchFamily="18" charset="0"/>
                </a:endParaRPr>
              </a:p>
            </p:txBody>
          </p:sp>
          <p:sp>
            <p:nvSpPr>
              <p:cNvPr id="70681" name="Oval 27"/>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82" name="Group 28"/>
            <p:cNvGrpSpPr/>
            <p:nvPr/>
          </p:nvGrpSpPr>
          <p:grpSpPr>
            <a:xfrm>
              <a:off x="3536" y="3271"/>
              <a:ext cx="456" cy="426"/>
              <a:chOff x="1568" y="1602"/>
              <a:chExt cx="456" cy="426"/>
            </a:xfrm>
          </p:grpSpPr>
          <p:sp>
            <p:nvSpPr>
              <p:cNvPr id="70683" name="Text Box 29"/>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Times New Roman" panose="02020603050405020304" pitchFamily="18" charset="0"/>
                </a:endParaRPr>
              </a:p>
            </p:txBody>
          </p:sp>
          <p:sp>
            <p:nvSpPr>
              <p:cNvPr id="70684" name="Oval 30"/>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85" name="Group 31"/>
            <p:cNvGrpSpPr/>
            <p:nvPr/>
          </p:nvGrpSpPr>
          <p:grpSpPr>
            <a:xfrm>
              <a:off x="3536" y="2051"/>
              <a:ext cx="456" cy="426"/>
              <a:chOff x="1568" y="1602"/>
              <a:chExt cx="456" cy="426"/>
            </a:xfrm>
          </p:grpSpPr>
          <p:sp>
            <p:nvSpPr>
              <p:cNvPr id="70686" name="Text Box 32"/>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Times New Roman" panose="02020603050405020304" pitchFamily="18" charset="0"/>
                </a:endParaRPr>
              </a:p>
            </p:txBody>
          </p:sp>
          <p:sp>
            <p:nvSpPr>
              <p:cNvPr id="70687" name="Oval 33"/>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
          <p:nvSpPr>
            <p:cNvPr id="70688" name="Line 35"/>
            <p:cNvSpPr/>
            <p:nvPr/>
          </p:nvSpPr>
          <p:spPr>
            <a:xfrm>
              <a:off x="978" y="429"/>
              <a:ext cx="0" cy="3375"/>
            </a:xfrm>
            <a:prstGeom prst="line">
              <a:avLst/>
            </a:prstGeom>
            <a:ln w="12700" cap="flat" cmpd="sng">
              <a:solidFill>
                <a:srgbClr val="0000FF"/>
              </a:solidFill>
              <a:prstDash val="solid"/>
              <a:round/>
              <a:headEnd type="none" w="med" len="med"/>
              <a:tailEnd type="none" w="med" len="med"/>
            </a:ln>
          </p:spPr>
        </p:sp>
        <p:sp>
          <p:nvSpPr>
            <p:cNvPr id="70689" name="Line 36"/>
            <p:cNvSpPr/>
            <p:nvPr/>
          </p:nvSpPr>
          <p:spPr>
            <a:xfrm>
              <a:off x="1114" y="429"/>
              <a:ext cx="0" cy="3375"/>
            </a:xfrm>
            <a:prstGeom prst="line">
              <a:avLst/>
            </a:prstGeom>
            <a:ln w="12700" cap="flat" cmpd="sng">
              <a:solidFill>
                <a:srgbClr val="0000FF"/>
              </a:solidFill>
              <a:prstDash val="solid"/>
              <a:round/>
              <a:headEnd type="none" w="med" len="med"/>
              <a:tailEnd type="none" w="med" len="med"/>
            </a:ln>
          </p:spPr>
        </p:sp>
        <p:sp>
          <p:nvSpPr>
            <p:cNvPr id="70690" name="Line 37"/>
            <p:cNvSpPr/>
            <p:nvPr/>
          </p:nvSpPr>
          <p:spPr>
            <a:xfrm>
              <a:off x="1250" y="429"/>
              <a:ext cx="0" cy="3375"/>
            </a:xfrm>
            <a:prstGeom prst="line">
              <a:avLst/>
            </a:prstGeom>
            <a:ln w="12700" cap="flat" cmpd="sng">
              <a:solidFill>
                <a:srgbClr val="0000FF"/>
              </a:solidFill>
              <a:prstDash val="solid"/>
              <a:round/>
              <a:headEnd type="none" w="med" len="med"/>
              <a:tailEnd type="none" w="med" len="med"/>
            </a:ln>
          </p:spPr>
        </p:sp>
        <p:sp>
          <p:nvSpPr>
            <p:cNvPr id="70691" name="Line 38"/>
            <p:cNvSpPr/>
            <p:nvPr/>
          </p:nvSpPr>
          <p:spPr>
            <a:xfrm>
              <a:off x="1386" y="429"/>
              <a:ext cx="0" cy="3375"/>
            </a:xfrm>
            <a:prstGeom prst="line">
              <a:avLst/>
            </a:prstGeom>
            <a:ln w="12700" cap="flat" cmpd="sng">
              <a:solidFill>
                <a:srgbClr val="0000FF"/>
              </a:solidFill>
              <a:prstDash val="solid"/>
              <a:round/>
              <a:headEnd type="none" w="med" len="med"/>
              <a:tailEnd type="none" w="med" len="med"/>
            </a:ln>
          </p:spPr>
        </p:sp>
        <p:sp>
          <p:nvSpPr>
            <p:cNvPr id="70692" name="Line 39"/>
            <p:cNvSpPr/>
            <p:nvPr/>
          </p:nvSpPr>
          <p:spPr>
            <a:xfrm>
              <a:off x="1522" y="429"/>
              <a:ext cx="0" cy="3375"/>
            </a:xfrm>
            <a:prstGeom prst="line">
              <a:avLst/>
            </a:prstGeom>
            <a:ln w="12700" cap="flat" cmpd="sng">
              <a:solidFill>
                <a:srgbClr val="0000FF"/>
              </a:solidFill>
              <a:prstDash val="solid"/>
              <a:round/>
              <a:headEnd type="none" w="med" len="med"/>
              <a:tailEnd type="none" w="med" len="med"/>
            </a:ln>
          </p:spPr>
        </p:sp>
        <p:sp>
          <p:nvSpPr>
            <p:cNvPr id="70693" name="Line 40"/>
            <p:cNvSpPr/>
            <p:nvPr/>
          </p:nvSpPr>
          <p:spPr>
            <a:xfrm>
              <a:off x="1658" y="429"/>
              <a:ext cx="0" cy="3375"/>
            </a:xfrm>
            <a:prstGeom prst="line">
              <a:avLst/>
            </a:prstGeom>
            <a:ln w="12700" cap="flat" cmpd="sng">
              <a:solidFill>
                <a:srgbClr val="0000FF"/>
              </a:solidFill>
              <a:prstDash val="solid"/>
              <a:round/>
              <a:headEnd type="none" w="med" len="med"/>
              <a:tailEnd type="none" w="med" len="med"/>
            </a:ln>
          </p:spPr>
        </p:sp>
        <p:sp>
          <p:nvSpPr>
            <p:cNvPr id="70694" name="Line 41"/>
            <p:cNvSpPr/>
            <p:nvPr/>
          </p:nvSpPr>
          <p:spPr>
            <a:xfrm>
              <a:off x="1794" y="429"/>
              <a:ext cx="0" cy="3375"/>
            </a:xfrm>
            <a:prstGeom prst="line">
              <a:avLst/>
            </a:prstGeom>
            <a:ln w="12700" cap="flat" cmpd="sng">
              <a:solidFill>
                <a:srgbClr val="0000FF"/>
              </a:solidFill>
              <a:prstDash val="solid"/>
              <a:round/>
              <a:headEnd type="none" w="med" len="med"/>
              <a:tailEnd type="none" w="med" len="med"/>
            </a:ln>
          </p:spPr>
        </p:sp>
        <p:sp>
          <p:nvSpPr>
            <p:cNvPr id="70695" name="Line 42"/>
            <p:cNvSpPr/>
            <p:nvPr/>
          </p:nvSpPr>
          <p:spPr>
            <a:xfrm>
              <a:off x="1930" y="429"/>
              <a:ext cx="0" cy="3375"/>
            </a:xfrm>
            <a:prstGeom prst="line">
              <a:avLst/>
            </a:prstGeom>
            <a:ln w="12700" cap="flat" cmpd="sng">
              <a:solidFill>
                <a:srgbClr val="0000FF"/>
              </a:solidFill>
              <a:prstDash val="solid"/>
              <a:round/>
              <a:headEnd type="none" w="med" len="med"/>
              <a:tailEnd type="none" w="med" len="med"/>
            </a:ln>
          </p:spPr>
        </p:sp>
        <p:sp>
          <p:nvSpPr>
            <p:cNvPr id="70696" name="Line 43"/>
            <p:cNvSpPr/>
            <p:nvPr/>
          </p:nvSpPr>
          <p:spPr>
            <a:xfrm>
              <a:off x="2066" y="429"/>
              <a:ext cx="0" cy="3375"/>
            </a:xfrm>
            <a:prstGeom prst="line">
              <a:avLst/>
            </a:prstGeom>
            <a:ln w="12700" cap="flat" cmpd="sng">
              <a:solidFill>
                <a:srgbClr val="0000FF"/>
              </a:solidFill>
              <a:prstDash val="solid"/>
              <a:round/>
              <a:headEnd type="none" w="med" len="med"/>
              <a:tailEnd type="none" w="med" len="med"/>
            </a:ln>
          </p:spPr>
        </p:sp>
        <p:sp>
          <p:nvSpPr>
            <p:cNvPr id="70697" name="Line 44"/>
            <p:cNvSpPr/>
            <p:nvPr/>
          </p:nvSpPr>
          <p:spPr>
            <a:xfrm>
              <a:off x="2063" y="602"/>
              <a:ext cx="308" cy="0"/>
            </a:xfrm>
            <a:prstGeom prst="line">
              <a:avLst/>
            </a:prstGeom>
            <a:ln w="12700" cap="flat" cmpd="sng">
              <a:solidFill>
                <a:srgbClr val="0000FF"/>
              </a:solidFill>
              <a:prstDash val="solid"/>
              <a:round/>
              <a:headEnd type="none" w="med" len="med"/>
              <a:tailEnd type="none" w="med" len="med"/>
            </a:ln>
          </p:spPr>
        </p:sp>
        <p:sp>
          <p:nvSpPr>
            <p:cNvPr id="70698" name="Line 45"/>
            <p:cNvSpPr/>
            <p:nvPr/>
          </p:nvSpPr>
          <p:spPr>
            <a:xfrm>
              <a:off x="978" y="752"/>
              <a:ext cx="1393" cy="0"/>
            </a:xfrm>
            <a:prstGeom prst="line">
              <a:avLst/>
            </a:prstGeom>
            <a:ln w="12700" cap="flat" cmpd="sng">
              <a:solidFill>
                <a:srgbClr val="0000FF"/>
              </a:solidFill>
              <a:prstDash val="solid"/>
              <a:round/>
              <a:headEnd type="none" w="med" len="med"/>
              <a:tailEnd type="none" w="med" len="med"/>
            </a:ln>
          </p:spPr>
        </p:sp>
        <p:sp>
          <p:nvSpPr>
            <p:cNvPr id="70699" name="Line 46"/>
            <p:cNvSpPr/>
            <p:nvPr/>
          </p:nvSpPr>
          <p:spPr>
            <a:xfrm>
              <a:off x="1782" y="1150"/>
              <a:ext cx="589" cy="0"/>
            </a:xfrm>
            <a:prstGeom prst="line">
              <a:avLst/>
            </a:prstGeom>
            <a:ln w="12700" cap="flat" cmpd="sng">
              <a:solidFill>
                <a:srgbClr val="0000FF"/>
              </a:solidFill>
              <a:prstDash val="solid"/>
              <a:round/>
              <a:headEnd type="none" w="med" len="med"/>
              <a:tailEnd type="none" w="med" len="med"/>
            </a:ln>
          </p:spPr>
        </p:sp>
        <p:sp>
          <p:nvSpPr>
            <p:cNvPr id="70700" name="Line 47"/>
            <p:cNvSpPr/>
            <p:nvPr/>
          </p:nvSpPr>
          <p:spPr>
            <a:xfrm>
              <a:off x="1232" y="1314"/>
              <a:ext cx="1152" cy="0"/>
            </a:xfrm>
            <a:prstGeom prst="line">
              <a:avLst/>
            </a:prstGeom>
            <a:ln w="12700" cap="flat" cmpd="sng">
              <a:solidFill>
                <a:srgbClr val="0000FF"/>
              </a:solidFill>
              <a:prstDash val="solid"/>
              <a:round/>
              <a:headEnd type="none" w="med" len="med"/>
              <a:tailEnd type="none" w="med" len="med"/>
            </a:ln>
          </p:spPr>
        </p:sp>
        <p:sp>
          <p:nvSpPr>
            <p:cNvPr id="70701" name="Line 48"/>
            <p:cNvSpPr/>
            <p:nvPr/>
          </p:nvSpPr>
          <p:spPr>
            <a:xfrm>
              <a:off x="1514" y="1715"/>
              <a:ext cx="870" cy="0"/>
            </a:xfrm>
            <a:prstGeom prst="line">
              <a:avLst/>
            </a:prstGeom>
            <a:ln w="12700" cap="flat" cmpd="sng">
              <a:solidFill>
                <a:srgbClr val="0000FF"/>
              </a:solidFill>
              <a:prstDash val="solid"/>
              <a:round/>
              <a:headEnd type="none" w="med" len="med"/>
              <a:tailEnd type="none" w="med" len="med"/>
            </a:ln>
          </p:spPr>
        </p:sp>
        <p:sp>
          <p:nvSpPr>
            <p:cNvPr id="70702" name="Line 49"/>
            <p:cNvSpPr/>
            <p:nvPr/>
          </p:nvSpPr>
          <p:spPr>
            <a:xfrm>
              <a:off x="1246" y="1890"/>
              <a:ext cx="1138" cy="0"/>
            </a:xfrm>
            <a:prstGeom prst="line">
              <a:avLst/>
            </a:prstGeom>
            <a:ln w="12700" cap="flat" cmpd="sng">
              <a:solidFill>
                <a:srgbClr val="0000FF"/>
              </a:solidFill>
              <a:prstDash val="solid"/>
              <a:round/>
              <a:headEnd type="none" w="med" len="med"/>
              <a:tailEnd type="none" w="med" len="med"/>
            </a:ln>
          </p:spPr>
        </p:sp>
        <p:sp>
          <p:nvSpPr>
            <p:cNvPr id="70703" name="Line 50"/>
            <p:cNvSpPr/>
            <p:nvPr/>
          </p:nvSpPr>
          <p:spPr>
            <a:xfrm>
              <a:off x="1929" y="2303"/>
              <a:ext cx="455" cy="0"/>
            </a:xfrm>
            <a:prstGeom prst="line">
              <a:avLst/>
            </a:prstGeom>
            <a:ln w="12700" cap="flat" cmpd="sng">
              <a:solidFill>
                <a:srgbClr val="0000FF"/>
              </a:solidFill>
              <a:prstDash val="solid"/>
              <a:round/>
              <a:headEnd type="none" w="med" len="med"/>
              <a:tailEnd type="none" w="med" len="med"/>
            </a:ln>
          </p:spPr>
        </p:sp>
        <p:sp>
          <p:nvSpPr>
            <p:cNvPr id="70704" name="Line 51"/>
            <p:cNvSpPr/>
            <p:nvPr/>
          </p:nvSpPr>
          <p:spPr>
            <a:xfrm>
              <a:off x="1380" y="2478"/>
              <a:ext cx="978" cy="0"/>
            </a:xfrm>
            <a:prstGeom prst="line">
              <a:avLst/>
            </a:prstGeom>
            <a:ln w="12700" cap="flat" cmpd="sng">
              <a:solidFill>
                <a:srgbClr val="0000FF"/>
              </a:solidFill>
              <a:prstDash val="solid"/>
              <a:round/>
              <a:headEnd type="none" w="med" len="med"/>
              <a:tailEnd type="none" w="med" len="med"/>
            </a:ln>
          </p:spPr>
        </p:sp>
        <p:sp>
          <p:nvSpPr>
            <p:cNvPr id="70705" name="Line 52"/>
            <p:cNvSpPr/>
            <p:nvPr/>
          </p:nvSpPr>
          <p:spPr>
            <a:xfrm>
              <a:off x="1648" y="2854"/>
              <a:ext cx="710" cy="0"/>
            </a:xfrm>
            <a:prstGeom prst="line">
              <a:avLst/>
            </a:prstGeom>
            <a:ln w="12700" cap="flat" cmpd="sng">
              <a:solidFill>
                <a:srgbClr val="0000FF"/>
              </a:solidFill>
              <a:prstDash val="solid"/>
              <a:round/>
              <a:headEnd type="none" w="med" len="med"/>
              <a:tailEnd type="none" w="med" len="med"/>
            </a:ln>
          </p:spPr>
        </p:sp>
        <p:sp>
          <p:nvSpPr>
            <p:cNvPr id="70706" name="Line 53"/>
            <p:cNvSpPr/>
            <p:nvPr/>
          </p:nvSpPr>
          <p:spPr>
            <a:xfrm>
              <a:off x="1380" y="3027"/>
              <a:ext cx="1004" cy="0"/>
            </a:xfrm>
            <a:prstGeom prst="line">
              <a:avLst/>
            </a:prstGeom>
            <a:ln w="12700" cap="flat" cmpd="sng">
              <a:solidFill>
                <a:srgbClr val="0000FF"/>
              </a:solidFill>
              <a:prstDash val="solid"/>
              <a:round/>
              <a:headEnd type="none" w="med" len="med"/>
              <a:tailEnd type="none" w="med" len="med"/>
            </a:ln>
          </p:spPr>
        </p:sp>
        <p:sp>
          <p:nvSpPr>
            <p:cNvPr id="70707" name="Line 54"/>
            <p:cNvSpPr/>
            <p:nvPr/>
          </p:nvSpPr>
          <p:spPr>
            <a:xfrm>
              <a:off x="1112" y="3429"/>
              <a:ext cx="1246" cy="0"/>
            </a:xfrm>
            <a:prstGeom prst="line">
              <a:avLst/>
            </a:prstGeom>
            <a:ln w="12700" cap="flat" cmpd="sng">
              <a:solidFill>
                <a:srgbClr val="0000FF"/>
              </a:solidFill>
              <a:prstDash val="solid"/>
              <a:round/>
              <a:headEnd type="none" w="med" len="med"/>
              <a:tailEnd type="none" w="med" len="med"/>
            </a:ln>
          </p:spPr>
        </p:sp>
        <p:sp>
          <p:nvSpPr>
            <p:cNvPr id="70708" name="Line 55"/>
            <p:cNvSpPr/>
            <p:nvPr/>
          </p:nvSpPr>
          <p:spPr>
            <a:xfrm>
              <a:off x="978" y="3604"/>
              <a:ext cx="1393" cy="0"/>
            </a:xfrm>
            <a:prstGeom prst="line">
              <a:avLst/>
            </a:prstGeom>
            <a:ln w="12700" cap="flat" cmpd="sng">
              <a:solidFill>
                <a:srgbClr val="0000FF"/>
              </a:solidFill>
              <a:prstDash val="solid"/>
              <a:round/>
              <a:headEnd type="none" w="med" len="med"/>
              <a:tailEnd type="none" w="med" len="med"/>
            </a:ln>
          </p:spPr>
        </p:sp>
        <p:sp>
          <p:nvSpPr>
            <p:cNvPr id="70709" name="Oval 56"/>
            <p:cNvSpPr/>
            <p:nvPr/>
          </p:nvSpPr>
          <p:spPr>
            <a:xfrm>
              <a:off x="1354" y="2438"/>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0" name="Oval 57"/>
            <p:cNvSpPr/>
            <p:nvPr/>
          </p:nvSpPr>
          <p:spPr>
            <a:xfrm>
              <a:off x="1892" y="2265"/>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1" name="Oval 58"/>
            <p:cNvSpPr/>
            <p:nvPr/>
          </p:nvSpPr>
          <p:spPr>
            <a:xfrm>
              <a:off x="1224" y="1853"/>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2" name="Oval 59"/>
            <p:cNvSpPr/>
            <p:nvPr/>
          </p:nvSpPr>
          <p:spPr>
            <a:xfrm>
              <a:off x="1482" y="1681"/>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3" name="Oval 60"/>
            <p:cNvSpPr/>
            <p:nvPr/>
          </p:nvSpPr>
          <p:spPr>
            <a:xfrm>
              <a:off x="1215" y="1280"/>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4" name="Oval 61"/>
            <p:cNvSpPr/>
            <p:nvPr/>
          </p:nvSpPr>
          <p:spPr>
            <a:xfrm>
              <a:off x="1752" y="1108"/>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5" name="Oval 62"/>
            <p:cNvSpPr/>
            <p:nvPr/>
          </p:nvSpPr>
          <p:spPr>
            <a:xfrm>
              <a:off x="2035" y="561"/>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6" name="Oval 63"/>
            <p:cNvSpPr/>
            <p:nvPr/>
          </p:nvSpPr>
          <p:spPr>
            <a:xfrm>
              <a:off x="951" y="710"/>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7" name="Oval 64"/>
            <p:cNvSpPr/>
            <p:nvPr/>
          </p:nvSpPr>
          <p:spPr>
            <a:xfrm>
              <a:off x="940" y="3577"/>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8" name="Oval 65"/>
            <p:cNvSpPr/>
            <p:nvPr/>
          </p:nvSpPr>
          <p:spPr>
            <a:xfrm>
              <a:off x="1089" y="3393"/>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9" name="Oval 66"/>
            <p:cNvSpPr/>
            <p:nvPr/>
          </p:nvSpPr>
          <p:spPr>
            <a:xfrm>
              <a:off x="1359" y="2992"/>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20" name="Oval 67"/>
            <p:cNvSpPr/>
            <p:nvPr/>
          </p:nvSpPr>
          <p:spPr>
            <a:xfrm>
              <a:off x="1614" y="2820"/>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21" name="Line 68"/>
            <p:cNvSpPr/>
            <p:nvPr/>
          </p:nvSpPr>
          <p:spPr>
            <a:xfrm>
              <a:off x="2826" y="3483"/>
              <a:ext cx="710" cy="0"/>
            </a:xfrm>
            <a:prstGeom prst="line">
              <a:avLst/>
            </a:prstGeom>
            <a:ln w="12700" cap="flat" cmpd="sng">
              <a:solidFill>
                <a:srgbClr val="0000FF"/>
              </a:solidFill>
              <a:prstDash val="solid"/>
              <a:round/>
              <a:headEnd type="none" w="med" len="med"/>
              <a:tailEnd type="none" w="med" len="med"/>
            </a:ln>
          </p:spPr>
        </p:sp>
        <p:sp>
          <p:nvSpPr>
            <p:cNvPr id="70722" name="Line 69"/>
            <p:cNvSpPr/>
            <p:nvPr/>
          </p:nvSpPr>
          <p:spPr>
            <a:xfrm>
              <a:off x="2826" y="2933"/>
              <a:ext cx="710" cy="0"/>
            </a:xfrm>
            <a:prstGeom prst="line">
              <a:avLst/>
            </a:prstGeom>
            <a:ln w="12700" cap="flat" cmpd="sng">
              <a:solidFill>
                <a:srgbClr val="0000FF"/>
              </a:solidFill>
              <a:prstDash val="solid"/>
              <a:round/>
              <a:headEnd type="none" w="med" len="med"/>
              <a:tailEnd type="none" w="med" len="med"/>
            </a:ln>
          </p:spPr>
        </p:sp>
        <p:sp>
          <p:nvSpPr>
            <p:cNvPr id="70723" name="Line 70"/>
            <p:cNvSpPr/>
            <p:nvPr/>
          </p:nvSpPr>
          <p:spPr>
            <a:xfrm>
              <a:off x="2826" y="2345"/>
              <a:ext cx="697" cy="0"/>
            </a:xfrm>
            <a:prstGeom prst="line">
              <a:avLst/>
            </a:prstGeom>
            <a:ln w="12700" cap="flat" cmpd="sng">
              <a:solidFill>
                <a:srgbClr val="0000FF"/>
              </a:solidFill>
              <a:prstDash val="solid"/>
              <a:round/>
              <a:headEnd type="none" w="med" len="med"/>
              <a:tailEnd type="none" w="med" len="med"/>
            </a:ln>
          </p:spPr>
        </p:sp>
        <p:sp>
          <p:nvSpPr>
            <p:cNvPr id="70724" name="Line 71"/>
            <p:cNvSpPr/>
            <p:nvPr/>
          </p:nvSpPr>
          <p:spPr>
            <a:xfrm>
              <a:off x="3992" y="3456"/>
              <a:ext cx="495" cy="0"/>
            </a:xfrm>
            <a:prstGeom prst="line">
              <a:avLst/>
            </a:prstGeom>
            <a:ln w="12700" cap="flat" cmpd="sng">
              <a:solidFill>
                <a:srgbClr val="0000FF"/>
              </a:solidFill>
              <a:prstDash val="solid"/>
              <a:round/>
              <a:headEnd type="none" w="med" len="med"/>
              <a:tailEnd type="none" w="med" len="med"/>
            </a:ln>
          </p:spPr>
        </p:sp>
        <p:sp>
          <p:nvSpPr>
            <p:cNvPr id="70725" name="Line 72"/>
            <p:cNvSpPr/>
            <p:nvPr/>
          </p:nvSpPr>
          <p:spPr>
            <a:xfrm>
              <a:off x="4007" y="2239"/>
              <a:ext cx="495" cy="0"/>
            </a:xfrm>
            <a:prstGeom prst="line">
              <a:avLst/>
            </a:prstGeom>
            <a:ln w="12700" cap="flat" cmpd="sng">
              <a:solidFill>
                <a:srgbClr val="0000FF"/>
              </a:solidFill>
              <a:prstDash val="solid"/>
              <a:round/>
              <a:headEnd type="none" w="med" len="med"/>
              <a:tailEnd type="none" w="med" len="med"/>
            </a:ln>
          </p:spPr>
        </p:sp>
        <p:sp>
          <p:nvSpPr>
            <p:cNvPr id="70726" name="Line 73"/>
            <p:cNvSpPr/>
            <p:nvPr/>
          </p:nvSpPr>
          <p:spPr>
            <a:xfrm>
              <a:off x="4010" y="2817"/>
              <a:ext cx="495" cy="0"/>
            </a:xfrm>
            <a:prstGeom prst="line">
              <a:avLst/>
            </a:prstGeom>
            <a:ln w="12700" cap="flat" cmpd="sng">
              <a:solidFill>
                <a:srgbClr val="0000FF"/>
              </a:solidFill>
              <a:prstDash val="solid"/>
              <a:round/>
              <a:headEnd type="none" w="med" len="med"/>
              <a:tailEnd type="none" w="med" len="med"/>
            </a:ln>
          </p:spPr>
        </p:sp>
        <p:sp>
          <p:nvSpPr>
            <p:cNvPr id="70727" name="Line 74"/>
            <p:cNvSpPr/>
            <p:nvPr/>
          </p:nvSpPr>
          <p:spPr>
            <a:xfrm>
              <a:off x="3999" y="1185"/>
              <a:ext cx="495" cy="0"/>
            </a:xfrm>
            <a:prstGeom prst="line">
              <a:avLst/>
            </a:prstGeom>
            <a:ln w="12700" cap="flat" cmpd="sng">
              <a:solidFill>
                <a:srgbClr val="0000FF"/>
              </a:solidFill>
              <a:prstDash val="solid"/>
              <a:round/>
              <a:headEnd type="none" w="med" len="med"/>
              <a:tailEnd type="none" w="med" len="med"/>
            </a:ln>
          </p:spPr>
        </p:sp>
        <p:sp>
          <p:nvSpPr>
            <p:cNvPr id="70728" name="Line 75"/>
            <p:cNvSpPr/>
            <p:nvPr/>
          </p:nvSpPr>
          <p:spPr>
            <a:xfrm>
              <a:off x="3094" y="2733"/>
              <a:ext cx="429" cy="0"/>
            </a:xfrm>
            <a:prstGeom prst="line">
              <a:avLst/>
            </a:prstGeom>
            <a:ln w="12700" cap="flat" cmpd="sng">
              <a:solidFill>
                <a:srgbClr val="0000FF"/>
              </a:solidFill>
              <a:prstDash val="solid"/>
              <a:round/>
              <a:headEnd type="none" w="med" len="med"/>
              <a:tailEnd type="none" w="med" len="med"/>
            </a:ln>
          </p:spPr>
        </p:sp>
        <p:sp>
          <p:nvSpPr>
            <p:cNvPr id="70729" name="Line 76"/>
            <p:cNvSpPr/>
            <p:nvPr/>
          </p:nvSpPr>
          <p:spPr>
            <a:xfrm>
              <a:off x="3295" y="2183"/>
              <a:ext cx="241" cy="0"/>
            </a:xfrm>
            <a:prstGeom prst="line">
              <a:avLst/>
            </a:prstGeom>
            <a:ln w="12700" cap="flat" cmpd="sng">
              <a:solidFill>
                <a:srgbClr val="0000FF"/>
              </a:solidFill>
              <a:prstDash val="solid"/>
              <a:round/>
              <a:headEnd type="none" w="med" len="med"/>
              <a:tailEnd type="none" w="med" len="med"/>
            </a:ln>
          </p:spPr>
        </p:sp>
        <p:sp>
          <p:nvSpPr>
            <p:cNvPr id="70730" name="Line 77"/>
            <p:cNvSpPr/>
            <p:nvPr/>
          </p:nvSpPr>
          <p:spPr>
            <a:xfrm>
              <a:off x="2826" y="1206"/>
              <a:ext cx="723" cy="0"/>
            </a:xfrm>
            <a:prstGeom prst="line">
              <a:avLst/>
            </a:prstGeom>
            <a:ln w="12700" cap="flat" cmpd="sng">
              <a:solidFill>
                <a:srgbClr val="0000FF"/>
              </a:solidFill>
              <a:prstDash val="solid"/>
              <a:round/>
              <a:headEnd type="none" w="med" len="med"/>
              <a:tailEnd type="none" w="med" len="med"/>
            </a:ln>
          </p:spPr>
        </p:sp>
        <p:sp>
          <p:nvSpPr>
            <p:cNvPr id="70731" name="Line 78"/>
            <p:cNvSpPr/>
            <p:nvPr/>
          </p:nvSpPr>
          <p:spPr>
            <a:xfrm>
              <a:off x="3282" y="1206"/>
              <a:ext cx="0" cy="977"/>
            </a:xfrm>
            <a:prstGeom prst="line">
              <a:avLst/>
            </a:prstGeom>
            <a:ln w="12700" cap="flat" cmpd="sng">
              <a:solidFill>
                <a:srgbClr val="0000FF"/>
              </a:solidFill>
              <a:prstDash val="solid"/>
              <a:round/>
              <a:headEnd type="none" w="med" len="med"/>
              <a:tailEnd type="none" w="med" len="med"/>
            </a:ln>
          </p:spPr>
        </p:sp>
        <p:sp>
          <p:nvSpPr>
            <p:cNvPr id="70732" name="Oval 79"/>
            <p:cNvSpPr/>
            <p:nvPr/>
          </p:nvSpPr>
          <p:spPr>
            <a:xfrm>
              <a:off x="3253" y="1177"/>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33" name="Line 80"/>
            <p:cNvSpPr/>
            <p:nvPr/>
          </p:nvSpPr>
          <p:spPr>
            <a:xfrm flipV="1">
              <a:off x="3081" y="1326"/>
              <a:ext cx="0" cy="1407"/>
            </a:xfrm>
            <a:prstGeom prst="line">
              <a:avLst/>
            </a:prstGeom>
            <a:ln w="12700" cap="flat" cmpd="sng">
              <a:solidFill>
                <a:srgbClr val="0000FF"/>
              </a:solidFill>
              <a:prstDash val="solid"/>
              <a:round/>
              <a:headEnd type="none" w="med" len="med"/>
              <a:tailEnd type="none" w="med" len="med"/>
            </a:ln>
          </p:spPr>
        </p:sp>
        <p:sp>
          <p:nvSpPr>
            <p:cNvPr id="70734" name="Line 81"/>
            <p:cNvSpPr/>
            <p:nvPr/>
          </p:nvSpPr>
          <p:spPr>
            <a:xfrm>
              <a:off x="3081" y="1313"/>
              <a:ext cx="442" cy="0"/>
            </a:xfrm>
            <a:prstGeom prst="line">
              <a:avLst/>
            </a:prstGeom>
            <a:ln w="12700" cap="flat" cmpd="sng">
              <a:solidFill>
                <a:srgbClr val="0000FF"/>
              </a:solidFill>
              <a:prstDash val="solid"/>
              <a:round/>
              <a:headEnd type="none" w="med" len="med"/>
              <a:tailEnd type="none" w="med" len="med"/>
            </a:ln>
          </p:spPr>
        </p:sp>
        <p:sp>
          <p:nvSpPr>
            <p:cNvPr id="70735" name="Line 82"/>
            <p:cNvSpPr/>
            <p:nvPr/>
          </p:nvSpPr>
          <p:spPr>
            <a:xfrm>
              <a:off x="3081" y="1072"/>
              <a:ext cx="442" cy="0"/>
            </a:xfrm>
            <a:prstGeom prst="line">
              <a:avLst/>
            </a:prstGeom>
            <a:ln w="12700" cap="flat" cmpd="sng">
              <a:solidFill>
                <a:srgbClr val="0000FF"/>
              </a:solidFill>
              <a:prstDash val="solid"/>
              <a:round/>
              <a:headEnd type="none" w="med" len="med"/>
              <a:tailEnd type="none" w="med" len="med"/>
            </a:ln>
          </p:spPr>
        </p:sp>
        <p:sp>
          <p:nvSpPr>
            <p:cNvPr id="70736" name="Line 83"/>
            <p:cNvSpPr/>
            <p:nvPr/>
          </p:nvSpPr>
          <p:spPr>
            <a:xfrm flipV="1">
              <a:off x="3082" y="616"/>
              <a:ext cx="0" cy="456"/>
            </a:xfrm>
            <a:prstGeom prst="line">
              <a:avLst/>
            </a:prstGeom>
            <a:ln w="12700" cap="flat" cmpd="sng">
              <a:solidFill>
                <a:srgbClr val="0000FF"/>
              </a:solidFill>
              <a:prstDash val="solid"/>
              <a:round/>
              <a:headEnd type="none" w="med" len="med"/>
              <a:tailEnd type="none" w="med" len="med"/>
            </a:ln>
          </p:spPr>
        </p:sp>
        <p:sp>
          <p:nvSpPr>
            <p:cNvPr id="70737" name="Line 84"/>
            <p:cNvSpPr/>
            <p:nvPr/>
          </p:nvSpPr>
          <p:spPr>
            <a:xfrm>
              <a:off x="2813" y="617"/>
              <a:ext cx="281" cy="0"/>
            </a:xfrm>
            <a:prstGeom prst="line">
              <a:avLst/>
            </a:prstGeom>
            <a:ln w="12700" cap="flat" cmpd="sng">
              <a:solidFill>
                <a:srgbClr val="0000FF"/>
              </a:solidFill>
              <a:prstDash val="solid"/>
              <a:round/>
              <a:headEnd type="none" w="med" len="med"/>
              <a:tailEnd type="none" w="med" len="med"/>
            </a:ln>
          </p:spPr>
        </p:sp>
        <p:sp>
          <p:nvSpPr>
            <p:cNvPr id="70738" name="Oval 85"/>
            <p:cNvSpPr/>
            <p:nvPr/>
          </p:nvSpPr>
          <p:spPr>
            <a:xfrm>
              <a:off x="3040" y="1740"/>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39" name="Line 87"/>
            <p:cNvSpPr/>
            <p:nvPr/>
          </p:nvSpPr>
          <p:spPr>
            <a:xfrm>
              <a:off x="2826" y="1781"/>
              <a:ext cx="269" cy="0"/>
            </a:xfrm>
            <a:prstGeom prst="line">
              <a:avLst/>
            </a:prstGeom>
            <a:ln w="12700" cap="flat" cmpd="sng">
              <a:solidFill>
                <a:srgbClr val="0000FF"/>
              </a:solidFill>
              <a:prstDash val="solid"/>
              <a:round/>
              <a:headEnd type="none" w="med" len="med"/>
              <a:tailEnd type="none" w="med" len="med"/>
            </a:ln>
          </p:spPr>
        </p:sp>
        <p:sp>
          <p:nvSpPr>
            <p:cNvPr id="70740" name="Text Box 88"/>
            <p:cNvSpPr txBox="1"/>
            <p:nvPr/>
          </p:nvSpPr>
          <p:spPr>
            <a:xfrm>
              <a:off x="734" y="3774"/>
              <a:ext cx="1646" cy="442"/>
            </a:xfrm>
            <a:prstGeom prst="rect">
              <a:avLst/>
            </a:prstGeom>
            <a:noFill/>
            <a:ln w="12700">
              <a:noFill/>
            </a:ln>
          </p:spPr>
          <p:txBody>
            <a:bodyPr anchor="t" anchorCtr="0">
              <a:spAutoFit/>
            </a:bodyPr>
            <a:p>
              <a:pPr algn="ct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9 </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8</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7</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6</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5 </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3</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1</a:t>
              </a:r>
              <a:endParaRPr lang="en-US" altLang="zh-CN" sz="2400" i="0" baseline="-25000" dirty="0">
                <a:latin typeface="Times New Roman" panose="02020603050405020304" pitchFamily="18" charset="0"/>
                <a:ea typeface="宋体" panose="02010600030101010101" pitchFamily="2" charset="-122"/>
              </a:endParaRPr>
            </a:p>
            <a:p>
              <a:pPr algn="ctr"/>
              <a:endParaRPr lang="en-US" altLang="zh-CN" sz="2400" i="0" baseline="-25000" dirty="0">
                <a:latin typeface="Times New Roman" panose="02020603050405020304" pitchFamily="18" charset="0"/>
                <a:ea typeface="宋体" panose="02010600030101010101" pitchFamily="2" charset="-122"/>
              </a:endParaRPr>
            </a:p>
          </p:txBody>
        </p:sp>
        <p:sp>
          <p:nvSpPr>
            <p:cNvPr id="70741" name="Text Box 89"/>
            <p:cNvSpPr txBox="1"/>
            <p:nvPr/>
          </p:nvSpPr>
          <p:spPr>
            <a:xfrm>
              <a:off x="4161" y="3179"/>
              <a:ext cx="214" cy="250"/>
            </a:xfrm>
            <a:prstGeom prst="rect">
              <a:avLst/>
            </a:prstGeom>
            <a:noFill/>
            <a:ln w="12700">
              <a:noFill/>
            </a:ln>
          </p:spPr>
          <p:txBody>
            <a:bodyPr wrap="none" anchor="t" anchorCtr="0">
              <a:spAutoFit/>
            </a:bodyPr>
            <a:p>
              <a:pPr algn="ctr"/>
              <a:r>
                <a:rPr lang="en-US" altLang="zh-CN" dirty="0">
                  <a:latin typeface="Times New Roman" panose="02020603050405020304" pitchFamily="18" charset="0"/>
                  <a:ea typeface="宋体" panose="02010600030101010101" pitchFamily="2" charset="-122"/>
                </a:rPr>
                <a:t>A</a:t>
              </a:r>
              <a:endParaRPr lang="en-US" altLang="zh-CN" dirty="0">
                <a:latin typeface="Times New Roman" panose="02020603050405020304" pitchFamily="18" charset="0"/>
                <a:ea typeface="宋体" panose="02010600030101010101" pitchFamily="2" charset="-122"/>
              </a:endParaRPr>
            </a:p>
          </p:txBody>
        </p:sp>
        <p:sp>
          <p:nvSpPr>
            <p:cNvPr id="70742" name="Text Box 90"/>
            <p:cNvSpPr txBox="1"/>
            <p:nvPr/>
          </p:nvSpPr>
          <p:spPr>
            <a:xfrm>
              <a:off x="4143" y="890"/>
              <a:ext cx="232" cy="250"/>
            </a:xfrm>
            <a:prstGeom prst="rect">
              <a:avLst/>
            </a:prstGeom>
            <a:noFill/>
            <a:ln w="12700">
              <a:noFill/>
            </a:ln>
          </p:spPr>
          <p:txBody>
            <a:bodyPr wrap="none" anchor="t" anchorCtr="0">
              <a:spAutoFit/>
            </a:bodyPr>
            <a:p>
              <a:pPr algn="ctr"/>
              <a:r>
                <a:rPr lang="en-US" altLang="zh-CN" dirty="0">
                  <a:latin typeface="Times New Roman" panose="02020603050405020304" pitchFamily="18" charset="0"/>
                  <a:ea typeface="宋体" panose="02010600030101010101" pitchFamily="2" charset="-122"/>
                </a:rPr>
                <a:t>D</a:t>
              </a:r>
              <a:endParaRPr lang="en-US" altLang="zh-CN" dirty="0">
                <a:latin typeface="Times New Roman" panose="02020603050405020304" pitchFamily="18" charset="0"/>
                <a:ea typeface="宋体" panose="02010600030101010101" pitchFamily="2" charset="-122"/>
              </a:endParaRPr>
            </a:p>
          </p:txBody>
        </p:sp>
        <p:sp>
          <p:nvSpPr>
            <p:cNvPr id="70743" name="Text Box 91"/>
            <p:cNvSpPr txBox="1"/>
            <p:nvPr/>
          </p:nvSpPr>
          <p:spPr>
            <a:xfrm>
              <a:off x="4152" y="1951"/>
              <a:ext cx="223" cy="250"/>
            </a:xfrm>
            <a:prstGeom prst="rect">
              <a:avLst/>
            </a:prstGeom>
            <a:noFill/>
            <a:ln w="12700">
              <a:noFill/>
            </a:ln>
          </p:spPr>
          <p:txBody>
            <a:bodyPr wrap="none" anchor="t" anchorCtr="0">
              <a:spAutoFit/>
            </a:bodyPr>
            <a:p>
              <a:pPr algn="ctr"/>
              <a:r>
                <a:rPr lang="en-US" altLang="zh-CN" dirty="0">
                  <a:latin typeface="Times New Roman" panose="02020603050405020304" pitchFamily="18" charset="0"/>
                  <a:ea typeface="宋体" panose="02010600030101010101" pitchFamily="2" charset="-122"/>
                </a:rPr>
                <a:t>C</a:t>
              </a:r>
              <a:endParaRPr lang="en-US" altLang="zh-CN" dirty="0">
                <a:latin typeface="Times New Roman" panose="02020603050405020304" pitchFamily="18" charset="0"/>
                <a:ea typeface="宋体" panose="02010600030101010101" pitchFamily="2" charset="-122"/>
              </a:endParaRPr>
            </a:p>
          </p:txBody>
        </p:sp>
        <p:sp>
          <p:nvSpPr>
            <p:cNvPr id="70744" name="Text Box 92"/>
            <p:cNvSpPr txBox="1"/>
            <p:nvPr/>
          </p:nvSpPr>
          <p:spPr>
            <a:xfrm>
              <a:off x="4161" y="2542"/>
              <a:ext cx="214" cy="250"/>
            </a:xfrm>
            <a:prstGeom prst="rect">
              <a:avLst/>
            </a:prstGeom>
            <a:noFill/>
            <a:ln w="12700">
              <a:noFill/>
            </a:ln>
          </p:spPr>
          <p:txBody>
            <a:bodyPr wrap="none" anchor="t" anchorCtr="0">
              <a:spAutoFit/>
            </a:bodyPr>
            <a:p>
              <a:pPr algn="ctr"/>
              <a:r>
                <a:rPr lang="en-US" altLang="zh-CN" dirty="0">
                  <a:latin typeface="Times New Roman" panose="02020603050405020304" pitchFamily="18" charset="0"/>
                  <a:ea typeface="宋体" panose="02010600030101010101" pitchFamily="2" charset="-122"/>
                </a:rPr>
                <a:t>B</a:t>
              </a:r>
              <a:endParaRPr lang="en-US" altLang="zh-CN" dirty="0">
                <a:latin typeface="Times New Roman" panose="02020603050405020304" pitchFamily="18" charset="0"/>
                <a:ea typeface="宋体" panose="02010600030101010101" pitchFamily="2" charset="-122"/>
              </a:endParaRPr>
            </a:p>
          </p:txBody>
        </p:sp>
      </p:grpSp>
      <p:sp>
        <p:nvSpPr>
          <p:cNvPr id="70745" name="Text Box 94"/>
          <p:cNvSpPr txBox="1"/>
          <p:nvPr/>
        </p:nvSpPr>
        <p:spPr>
          <a:xfrm>
            <a:off x="2119313" y="6338888"/>
            <a:ext cx="4640262" cy="519112"/>
          </a:xfrm>
          <a:prstGeom prst="rect">
            <a:avLst/>
          </a:prstGeom>
          <a:noFill/>
          <a:ln w="9525">
            <a:noFill/>
          </a:ln>
        </p:spPr>
        <p:txBody>
          <a:bodyPr anchor="t" anchorCtr="0">
            <a:spAutoFit/>
          </a:bodyPr>
          <a:p>
            <a:pPr>
              <a:spcBef>
                <a:spcPct val="50000"/>
              </a:spcBef>
            </a:pPr>
            <a:r>
              <a:rPr lang="zh-CN" altLang="en-US" sz="2800" i="0" dirty="0">
                <a:latin typeface="宋体" panose="02010600030101010101" pitchFamily="2" charset="-122"/>
                <a:ea typeface="宋体" panose="02010600030101010101" pitchFamily="2" charset="-122"/>
              </a:rPr>
              <a:t>二</a:t>
            </a:r>
            <a:r>
              <a:rPr lang="en-US" altLang="zh-CN" sz="2800" i="0" dirty="0">
                <a:latin typeface="宋体" panose="02010600030101010101" pitchFamily="2" charset="-122"/>
                <a:ea typeface="宋体" panose="02010600030101010101" pitchFamily="2" charset="-122"/>
              </a:rPr>
              <a:t>-</a:t>
            </a:r>
            <a:r>
              <a:rPr lang="zh-CN" altLang="en-US" sz="2800" i="0" dirty="0">
                <a:latin typeface="宋体" panose="02010600030101010101" pitchFamily="2" charset="-122"/>
                <a:ea typeface="宋体" panose="02010600030101010101" pitchFamily="2" charset="-122"/>
              </a:rPr>
              <a:t>十进制编码器逻辑图</a:t>
            </a:r>
            <a:endParaRPr lang="zh-CN" altLang="en-US" sz="2800" i="0" dirty="0">
              <a:latin typeface="宋体" panose="02010600030101010101" pitchFamily="2" charset="-122"/>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Text Box 2"/>
          <p:cNvSpPr txBox="1"/>
          <p:nvPr/>
        </p:nvSpPr>
        <p:spPr>
          <a:xfrm>
            <a:off x="349250" y="338138"/>
            <a:ext cx="8488363" cy="1160462"/>
          </a:xfrm>
          <a:prstGeom prst="rect">
            <a:avLst/>
          </a:prstGeom>
          <a:noFill/>
          <a:ln w="9525">
            <a:noFill/>
          </a:ln>
        </p:spPr>
        <p:txBody>
          <a:bodyPr anchor="t" anchorCtr="0">
            <a:spAutoFit/>
          </a:bodyPr>
          <a:p>
            <a:pPr>
              <a:spcBef>
                <a:spcPct val="50000"/>
              </a:spcBef>
            </a:pPr>
            <a:r>
              <a:rPr lang="en-US" altLang="zh-CN" sz="2800" i="0" dirty="0">
                <a:latin typeface="黑体" panose="02010609060101010101" pitchFamily="2" charset="-122"/>
                <a:ea typeface="黑体" panose="02010609060101010101" pitchFamily="2" charset="-122"/>
              </a:rPr>
              <a:t>3</a:t>
            </a:r>
            <a:r>
              <a:rPr lang="zh-CN" altLang="en-US" sz="2800" i="0" dirty="0">
                <a:latin typeface="黑体" panose="02010609060101010101" pitchFamily="2" charset="-122"/>
                <a:ea typeface="黑体" panose="02010609060101010101" pitchFamily="2" charset="-122"/>
              </a:rPr>
              <a:t>、优先编码器：</a:t>
            </a:r>
            <a:endParaRPr lang="zh-CN" altLang="en-US" sz="2800" i="0" dirty="0">
              <a:latin typeface="黑体" panose="02010609060101010101" pitchFamily="2" charset="-122"/>
              <a:ea typeface="黑体" panose="02010609060101010101" pitchFamily="2" charset="-122"/>
            </a:endParaRPr>
          </a:p>
          <a:p>
            <a:pPr>
              <a:spcBef>
                <a:spcPct val="50000"/>
              </a:spcBef>
            </a:pPr>
            <a:r>
              <a:rPr lang="en-US" altLang="zh-CN" sz="2800" i="0" dirty="0">
                <a:latin typeface="黑体" panose="02010609060101010101" pitchFamily="2" charset="-122"/>
                <a:ea typeface="黑体" panose="02010609060101010101" pitchFamily="2" charset="-122"/>
              </a:rPr>
              <a:t>1</a:t>
            </a:r>
            <a:r>
              <a:rPr lang="zh-CN" altLang="en-US" sz="2800" i="0" dirty="0">
                <a:latin typeface="黑体" panose="02010609060101010101" pitchFamily="2" charset="-122"/>
                <a:ea typeface="黑体" panose="02010609060101010101" pitchFamily="2" charset="-122"/>
              </a:rPr>
              <a:t>）、</a:t>
            </a:r>
            <a:r>
              <a:rPr lang="en-US" altLang="zh-CN" sz="2800" i="0" dirty="0">
                <a:latin typeface="黑体" panose="02010609060101010101" pitchFamily="2" charset="-122"/>
                <a:ea typeface="黑体" panose="02010609060101010101" pitchFamily="2" charset="-122"/>
              </a:rPr>
              <a:t>8</a:t>
            </a:r>
            <a:r>
              <a:rPr lang="zh-CN" altLang="en-US" sz="2800" i="0" dirty="0">
                <a:latin typeface="黑体" panose="02010609060101010101" pitchFamily="2" charset="-122"/>
                <a:ea typeface="黑体" panose="02010609060101010101" pitchFamily="2" charset="-122"/>
              </a:rPr>
              <a:t>线－</a:t>
            </a:r>
            <a:r>
              <a:rPr lang="en-US" altLang="zh-CN" sz="2800" i="0" dirty="0">
                <a:latin typeface="黑体" panose="02010609060101010101" pitchFamily="2" charset="-122"/>
                <a:ea typeface="黑体" panose="02010609060101010101" pitchFamily="2" charset="-122"/>
              </a:rPr>
              <a:t>3</a:t>
            </a:r>
            <a:r>
              <a:rPr lang="zh-CN" altLang="en-US" sz="2800" i="0" dirty="0">
                <a:latin typeface="黑体" panose="02010609060101010101" pitchFamily="2" charset="-122"/>
                <a:ea typeface="黑体" panose="02010609060101010101" pitchFamily="2" charset="-122"/>
              </a:rPr>
              <a:t>线优先编码器</a:t>
            </a:r>
            <a:r>
              <a:rPr lang="en-US" altLang="zh-CN" sz="2800" i="0" dirty="0">
                <a:latin typeface="黑体" panose="02010609060101010101" pitchFamily="2" charset="-122"/>
                <a:ea typeface="黑体" panose="02010609060101010101" pitchFamily="2" charset="-122"/>
              </a:rPr>
              <a:t>(74LS148)</a:t>
            </a:r>
            <a:endParaRPr lang="en-US" altLang="zh-CN" sz="2800" i="0" dirty="0">
              <a:latin typeface="Times New Roman" panose="02020603050405020304" pitchFamily="18" charset="0"/>
              <a:ea typeface="宋体" panose="02010600030101010101" pitchFamily="2" charset="-122"/>
            </a:endParaRPr>
          </a:p>
        </p:txBody>
      </p:sp>
      <p:graphicFrame>
        <p:nvGraphicFramePr>
          <p:cNvPr id="71682" name="Object 3"/>
          <p:cNvGraphicFramePr>
            <a:graphicFrameLocks noChangeAspect="1"/>
          </p:cNvGraphicFramePr>
          <p:nvPr/>
        </p:nvGraphicFramePr>
        <p:xfrm>
          <a:off x="5213350" y="2352675"/>
          <a:ext cx="3090863" cy="1281113"/>
        </p:xfrm>
        <a:graphic>
          <a:graphicData uri="http://schemas.openxmlformats.org/presentationml/2006/ole">
            <mc:AlternateContent xmlns:mc="http://schemas.openxmlformats.org/markup-compatibility/2006">
              <mc:Choice xmlns:v="urn:schemas-microsoft-com:vml" Requires="v">
                <p:oleObj spid="_x0000_s3149" name="" r:id="rId1" imgW="1879600" imgH="825500" progId="Equation.3">
                  <p:embed/>
                </p:oleObj>
              </mc:Choice>
              <mc:Fallback>
                <p:oleObj name="" r:id="rId1" imgW="1879600" imgH="825500" progId="Equation.3">
                  <p:embed/>
                  <p:pic>
                    <p:nvPicPr>
                      <p:cNvPr id="0" name="图片 3148"/>
                      <p:cNvPicPr/>
                      <p:nvPr/>
                    </p:nvPicPr>
                    <p:blipFill>
                      <a:blip r:embed="rId2"/>
                      <a:stretch>
                        <a:fillRect/>
                      </a:stretch>
                    </p:blipFill>
                    <p:spPr>
                      <a:xfrm>
                        <a:off x="5213350" y="2352675"/>
                        <a:ext cx="3090863" cy="1281113"/>
                      </a:xfrm>
                      <a:prstGeom prst="rect">
                        <a:avLst/>
                      </a:prstGeom>
                      <a:noFill/>
                      <a:ln w="38100">
                        <a:noFill/>
                        <a:miter/>
                      </a:ln>
                    </p:spPr>
                  </p:pic>
                </p:oleObj>
              </mc:Fallback>
            </mc:AlternateContent>
          </a:graphicData>
        </a:graphic>
      </p:graphicFrame>
      <p:grpSp>
        <p:nvGrpSpPr>
          <p:cNvPr id="71683" name="Group 4"/>
          <p:cNvGrpSpPr/>
          <p:nvPr/>
        </p:nvGrpSpPr>
        <p:grpSpPr>
          <a:xfrm>
            <a:off x="0" y="1524000"/>
            <a:ext cx="4697413" cy="5351463"/>
            <a:chOff x="97" y="560"/>
            <a:chExt cx="2959" cy="3371"/>
          </a:xfrm>
        </p:grpSpPr>
        <p:sp>
          <p:nvSpPr>
            <p:cNvPr id="71684" name="AutoShape 5"/>
            <p:cNvSpPr>
              <a:spLocks noChangeAspect="1" noTextEdit="1"/>
            </p:cNvSpPr>
            <p:nvPr/>
          </p:nvSpPr>
          <p:spPr>
            <a:xfrm>
              <a:off x="97" y="573"/>
              <a:ext cx="2959" cy="3358"/>
            </a:xfrm>
            <a:prstGeom prst="rect">
              <a:avLst/>
            </a:prstGeom>
            <a:noFill/>
            <a:ln w="9525">
              <a:noFill/>
            </a:ln>
          </p:spPr>
          <p:txBody>
            <a:bodyPr anchor="t" anchorCtr="0"/>
            <a:p>
              <a:pPr algn="ctr"/>
              <a:endParaRPr lang="zh-CN" altLang="en-US">
                <a:latin typeface="Times New Roman" panose="02020603050405020304" pitchFamily="18" charset="0"/>
                <a:ea typeface="宋体" panose="02010600030101010101" pitchFamily="2" charset="-122"/>
              </a:endParaRPr>
            </a:p>
          </p:txBody>
        </p:sp>
        <p:sp>
          <p:nvSpPr>
            <p:cNvPr id="71685" name="Rectangle 6"/>
            <p:cNvSpPr/>
            <p:nvPr/>
          </p:nvSpPr>
          <p:spPr>
            <a:xfrm>
              <a:off x="781" y="578"/>
              <a:ext cx="80" cy="192"/>
            </a:xfrm>
            <a:prstGeom prst="rect">
              <a:avLst/>
            </a:prstGeom>
            <a:noFill/>
            <a:ln w="9525">
              <a:noFill/>
            </a:ln>
          </p:spPr>
          <p:txBody>
            <a:bodyPr wrap="none" lIns="0" tIns="0" rIns="0" bIns="0" anchor="t" anchorCtr="0">
              <a:spAutoFit/>
            </a:bodyPr>
            <a:p>
              <a:pPr algn="ctr"/>
              <a:r>
                <a:rPr lang="en-US" altLang="zh-CN" i="0" dirty="0">
                  <a:solidFill>
                    <a:srgbClr val="000000"/>
                  </a:solidFill>
                  <a:latin typeface="黑体" panose="02010609060101010101" pitchFamily="2" charset="-122"/>
                  <a:ea typeface="黑体" panose="02010609060101010101" pitchFamily="2" charset="-122"/>
                </a:rPr>
                <a:t>8</a:t>
              </a:r>
              <a:endParaRPr lang="en-US" altLang="zh-CN" sz="2800" i="0" dirty="0">
                <a:latin typeface="Times New Roman" panose="02020603050405020304" pitchFamily="18" charset="0"/>
                <a:ea typeface="宋体" panose="02010600030101010101" pitchFamily="2" charset="-122"/>
              </a:endParaRPr>
            </a:p>
          </p:txBody>
        </p:sp>
        <p:sp>
          <p:nvSpPr>
            <p:cNvPr id="71686" name="Rectangle 7"/>
            <p:cNvSpPr/>
            <p:nvPr/>
          </p:nvSpPr>
          <p:spPr>
            <a:xfrm>
              <a:off x="874" y="573"/>
              <a:ext cx="320" cy="193"/>
            </a:xfrm>
            <a:prstGeom prst="rect">
              <a:avLst/>
            </a:prstGeom>
            <a:noFill/>
            <a:ln w="9525">
              <a:noFill/>
            </a:ln>
          </p:spPr>
          <p:txBody>
            <a:bodyPr wrap="none" lIns="0" tIns="0" rIns="0" bIns="0" anchor="t" anchorCtr="0">
              <a:spAutoFit/>
            </a:bodyPr>
            <a:p>
              <a:pPr algn="ctr"/>
              <a:r>
                <a:rPr lang="zh-CN" altLang="en-US" i="0" dirty="0">
                  <a:solidFill>
                    <a:srgbClr val="000000"/>
                  </a:solidFill>
                  <a:latin typeface="黑体" panose="02010609060101010101" pitchFamily="2" charset="-122"/>
                  <a:ea typeface="黑体" panose="02010609060101010101" pitchFamily="2" charset="-122"/>
                </a:rPr>
                <a:t>线－</a:t>
              </a:r>
              <a:endParaRPr lang="zh-CN" altLang="en-US" sz="2800" i="0" dirty="0">
                <a:latin typeface="Times New Roman" panose="02020603050405020304" pitchFamily="18" charset="0"/>
                <a:ea typeface="宋体" panose="02010600030101010101" pitchFamily="2" charset="-122"/>
              </a:endParaRPr>
            </a:p>
          </p:txBody>
        </p:sp>
        <p:sp>
          <p:nvSpPr>
            <p:cNvPr id="71687" name="Rectangle 8"/>
            <p:cNvSpPr/>
            <p:nvPr/>
          </p:nvSpPr>
          <p:spPr>
            <a:xfrm>
              <a:off x="1225" y="572"/>
              <a:ext cx="80" cy="192"/>
            </a:xfrm>
            <a:prstGeom prst="rect">
              <a:avLst/>
            </a:prstGeom>
            <a:noFill/>
            <a:ln w="9525">
              <a:noFill/>
            </a:ln>
          </p:spPr>
          <p:txBody>
            <a:bodyPr wrap="none" lIns="0" tIns="0" rIns="0" bIns="0" anchor="t" anchorCtr="0">
              <a:spAutoFit/>
            </a:bodyPr>
            <a:p>
              <a:pPr algn="ctr"/>
              <a:r>
                <a:rPr lang="en-US" altLang="zh-CN" i="0" dirty="0">
                  <a:solidFill>
                    <a:srgbClr val="000000"/>
                  </a:solidFill>
                  <a:latin typeface="黑体" panose="02010609060101010101" pitchFamily="2" charset="-122"/>
                  <a:ea typeface="黑体" panose="0201060906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71688" name="Rectangle 9"/>
            <p:cNvSpPr/>
            <p:nvPr/>
          </p:nvSpPr>
          <p:spPr>
            <a:xfrm>
              <a:off x="1312" y="560"/>
              <a:ext cx="1600" cy="193"/>
            </a:xfrm>
            <a:prstGeom prst="rect">
              <a:avLst/>
            </a:prstGeom>
            <a:noFill/>
            <a:ln w="9525">
              <a:noFill/>
            </a:ln>
          </p:spPr>
          <p:txBody>
            <a:bodyPr wrap="none" lIns="0" tIns="0" rIns="0" bIns="0" anchor="t" anchorCtr="0">
              <a:spAutoFit/>
            </a:bodyPr>
            <a:p>
              <a:pPr algn="ctr"/>
              <a:r>
                <a:rPr lang="zh-CN" altLang="en-US" i="0" dirty="0">
                  <a:solidFill>
                    <a:srgbClr val="000000"/>
                  </a:solidFill>
                  <a:latin typeface="黑体" panose="02010609060101010101" pitchFamily="2" charset="-122"/>
                  <a:ea typeface="黑体" panose="02010609060101010101" pitchFamily="2" charset="-122"/>
                </a:rPr>
                <a:t>线优先编码器的真值表</a:t>
              </a:r>
              <a:endParaRPr lang="zh-CN" altLang="en-US" sz="2800" i="0" dirty="0">
                <a:latin typeface="Times New Roman" panose="02020603050405020304" pitchFamily="18" charset="0"/>
                <a:ea typeface="宋体" panose="02010600030101010101" pitchFamily="2" charset="-122"/>
              </a:endParaRPr>
            </a:p>
          </p:txBody>
        </p:sp>
        <p:sp>
          <p:nvSpPr>
            <p:cNvPr id="71689" name="Rectangle 10"/>
            <p:cNvSpPr/>
            <p:nvPr/>
          </p:nvSpPr>
          <p:spPr>
            <a:xfrm>
              <a:off x="2346" y="610"/>
              <a:ext cx="80" cy="192"/>
            </a:xfrm>
            <a:prstGeom prst="rect">
              <a:avLst/>
            </a:prstGeom>
            <a:noFill/>
            <a:ln w="9525">
              <a:noFill/>
            </a:ln>
          </p:spPr>
          <p:txBody>
            <a:bodyPr wrap="none" lIns="0" tIns="0" rIns="0" bIns="0" anchor="t" anchorCtr="0">
              <a:spAutoFit/>
            </a:bodyPr>
            <a:p>
              <a:pPr algn="ctr"/>
              <a:r>
                <a:rPr lang="en-US" altLang="zh-CN"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690" name="Rectangle 11"/>
            <p:cNvSpPr/>
            <p:nvPr/>
          </p:nvSpPr>
          <p:spPr>
            <a:xfrm>
              <a:off x="1017" y="856"/>
              <a:ext cx="256" cy="154"/>
            </a:xfrm>
            <a:prstGeom prst="rect">
              <a:avLst/>
            </a:prstGeom>
            <a:noFill/>
            <a:ln w="9525">
              <a:noFill/>
            </a:ln>
          </p:spPr>
          <p:txBody>
            <a:bodyPr wrap="none" lIns="0" tIns="0" rIns="0" bIns="0" anchor="t" anchorCtr="0">
              <a:spAutoFit/>
            </a:bodyPr>
            <a:p>
              <a:pPr algn="ctr"/>
              <a:r>
                <a:rPr lang="zh-CN" altLang="en-US" sz="1600" i="0" dirty="0">
                  <a:solidFill>
                    <a:srgbClr val="000000"/>
                  </a:solidFill>
                  <a:latin typeface="黑体" panose="02010609060101010101" pitchFamily="2" charset="-122"/>
                  <a:ea typeface="黑体" panose="02010609060101010101" pitchFamily="2" charset="-122"/>
                </a:rPr>
                <a:t>输入</a:t>
              </a:r>
              <a:endParaRPr lang="zh-CN" altLang="en-US" sz="2800" i="0" dirty="0">
                <a:latin typeface="Times New Roman" panose="02020603050405020304" pitchFamily="18" charset="0"/>
                <a:ea typeface="宋体" panose="02010600030101010101" pitchFamily="2" charset="-122"/>
              </a:endParaRPr>
            </a:p>
          </p:txBody>
        </p:sp>
        <p:sp>
          <p:nvSpPr>
            <p:cNvPr id="71691" name="Rectangle 12"/>
            <p:cNvSpPr/>
            <p:nvPr/>
          </p:nvSpPr>
          <p:spPr>
            <a:xfrm>
              <a:off x="1260" y="85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692" name="Rectangle 13"/>
            <p:cNvSpPr/>
            <p:nvPr/>
          </p:nvSpPr>
          <p:spPr>
            <a:xfrm>
              <a:off x="2424" y="856"/>
              <a:ext cx="256" cy="154"/>
            </a:xfrm>
            <a:prstGeom prst="rect">
              <a:avLst/>
            </a:prstGeom>
            <a:noFill/>
            <a:ln w="9525">
              <a:noFill/>
            </a:ln>
          </p:spPr>
          <p:txBody>
            <a:bodyPr wrap="none" lIns="0" tIns="0" rIns="0" bIns="0" anchor="t" anchorCtr="0">
              <a:spAutoFit/>
            </a:bodyPr>
            <a:p>
              <a:pPr algn="ctr"/>
              <a:r>
                <a:rPr lang="zh-CN" altLang="en-US" sz="1600" i="0" dirty="0">
                  <a:solidFill>
                    <a:srgbClr val="000000"/>
                  </a:solidFill>
                  <a:latin typeface="黑体" panose="02010609060101010101" pitchFamily="2" charset="-122"/>
                  <a:ea typeface="黑体" panose="02010609060101010101" pitchFamily="2" charset="-122"/>
                </a:rPr>
                <a:t>输出</a:t>
              </a:r>
              <a:endParaRPr lang="zh-CN" altLang="en-US" sz="2800" i="0" dirty="0">
                <a:latin typeface="Times New Roman" panose="02020603050405020304" pitchFamily="18" charset="0"/>
                <a:ea typeface="宋体" panose="02010600030101010101" pitchFamily="2" charset="-122"/>
              </a:endParaRPr>
            </a:p>
          </p:txBody>
        </p:sp>
        <p:sp>
          <p:nvSpPr>
            <p:cNvPr id="71693" name="Rectangle 14"/>
            <p:cNvSpPr/>
            <p:nvPr/>
          </p:nvSpPr>
          <p:spPr>
            <a:xfrm>
              <a:off x="2668" y="85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694" name="Rectangle 15"/>
            <p:cNvSpPr/>
            <p:nvPr/>
          </p:nvSpPr>
          <p:spPr>
            <a:xfrm>
              <a:off x="171" y="833"/>
              <a:ext cx="2" cy="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695" name="Line 16"/>
            <p:cNvSpPr/>
            <p:nvPr/>
          </p:nvSpPr>
          <p:spPr>
            <a:xfrm>
              <a:off x="171" y="833"/>
              <a:ext cx="2" cy="1"/>
            </a:xfrm>
            <a:prstGeom prst="line">
              <a:avLst/>
            </a:prstGeom>
            <a:ln w="0" cap="flat" cmpd="sng">
              <a:solidFill>
                <a:srgbClr val="FF0000"/>
              </a:solidFill>
              <a:prstDash val="solid"/>
              <a:round/>
              <a:headEnd type="none" w="med" len="med"/>
              <a:tailEnd type="none" w="med" len="med"/>
            </a:ln>
          </p:spPr>
        </p:sp>
        <p:sp>
          <p:nvSpPr>
            <p:cNvPr id="71696" name="Line 17"/>
            <p:cNvSpPr/>
            <p:nvPr/>
          </p:nvSpPr>
          <p:spPr>
            <a:xfrm>
              <a:off x="171" y="833"/>
              <a:ext cx="1" cy="4"/>
            </a:xfrm>
            <a:prstGeom prst="line">
              <a:avLst/>
            </a:prstGeom>
            <a:ln w="0" cap="flat" cmpd="sng">
              <a:solidFill>
                <a:srgbClr val="FF0000"/>
              </a:solidFill>
              <a:prstDash val="solid"/>
              <a:round/>
              <a:headEnd type="none" w="med" len="med"/>
              <a:tailEnd type="none" w="med" len="med"/>
            </a:ln>
          </p:spPr>
        </p:sp>
        <p:sp>
          <p:nvSpPr>
            <p:cNvPr id="71697" name="Rectangle 18"/>
            <p:cNvSpPr/>
            <p:nvPr/>
          </p:nvSpPr>
          <p:spPr>
            <a:xfrm>
              <a:off x="171" y="833"/>
              <a:ext cx="2" cy="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698" name="Line 19"/>
            <p:cNvSpPr/>
            <p:nvPr/>
          </p:nvSpPr>
          <p:spPr>
            <a:xfrm>
              <a:off x="171" y="833"/>
              <a:ext cx="2" cy="1"/>
            </a:xfrm>
            <a:prstGeom prst="line">
              <a:avLst/>
            </a:prstGeom>
            <a:ln w="0" cap="flat" cmpd="sng">
              <a:solidFill>
                <a:srgbClr val="FF0000"/>
              </a:solidFill>
              <a:prstDash val="solid"/>
              <a:round/>
              <a:headEnd type="none" w="med" len="med"/>
              <a:tailEnd type="none" w="med" len="med"/>
            </a:ln>
          </p:spPr>
        </p:sp>
        <p:sp>
          <p:nvSpPr>
            <p:cNvPr id="71699" name="Line 20"/>
            <p:cNvSpPr/>
            <p:nvPr/>
          </p:nvSpPr>
          <p:spPr>
            <a:xfrm>
              <a:off x="171" y="833"/>
              <a:ext cx="1" cy="4"/>
            </a:xfrm>
            <a:prstGeom prst="line">
              <a:avLst/>
            </a:prstGeom>
            <a:ln w="0" cap="flat" cmpd="sng">
              <a:solidFill>
                <a:srgbClr val="FF0000"/>
              </a:solidFill>
              <a:prstDash val="solid"/>
              <a:round/>
              <a:headEnd type="none" w="med" len="med"/>
              <a:tailEnd type="none" w="med" len="med"/>
            </a:ln>
          </p:spPr>
        </p:sp>
        <p:sp>
          <p:nvSpPr>
            <p:cNvPr id="71700" name="Rectangle 21"/>
            <p:cNvSpPr/>
            <p:nvPr/>
          </p:nvSpPr>
          <p:spPr>
            <a:xfrm>
              <a:off x="173" y="833"/>
              <a:ext cx="1979" cy="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01" name="Line 22"/>
            <p:cNvSpPr/>
            <p:nvPr/>
          </p:nvSpPr>
          <p:spPr>
            <a:xfrm>
              <a:off x="173" y="833"/>
              <a:ext cx="1979" cy="1"/>
            </a:xfrm>
            <a:prstGeom prst="line">
              <a:avLst/>
            </a:prstGeom>
            <a:ln w="0" cap="flat" cmpd="sng">
              <a:solidFill>
                <a:srgbClr val="FF0000"/>
              </a:solidFill>
              <a:prstDash val="solid"/>
              <a:round/>
              <a:headEnd type="none" w="med" len="med"/>
              <a:tailEnd type="none" w="med" len="med"/>
            </a:ln>
          </p:spPr>
        </p:sp>
        <p:sp>
          <p:nvSpPr>
            <p:cNvPr id="71702" name="Rectangle 23"/>
            <p:cNvSpPr/>
            <p:nvPr/>
          </p:nvSpPr>
          <p:spPr>
            <a:xfrm>
              <a:off x="2152" y="833"/>
              <a:ext cx="2" cy="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03" name="Line 24"/>
            <p:cNvSpPr/>
            <p:nvPr/>
          </p:nvSpPr>
          <p:spPr>
            <a:xfrm>
              <a:off x="2152" y="833"/>
              <a:ext cx="2" cy="1"/>
            </a:xfrm>
            <a:prstGeom prst="line">
              <a:avLst/>
            </a:prstGeom>
            <a:ln w="0" cap="flat" cmpd="sng">
              <a:solidFill>
                <a:srgbClr val="FF0000"/>
              </a:solidFill>
              <a:prstDash val="solid"/>
              <a:round/>
              <a:headEnd type="none" w="med" len="med"/>
              <a:tailEnd type="none" w="med" len="med"/>
            </a:ln>
          </p:spPr>
        </p:sp>
        <p:sp>
          <p:nvSpPr>
            <p:cNvPr id="71704" name="Line 25"/>
            <p:cNvSpPr/>
            <p:nvPr/>
          </p:nvSpPr>
          <p:spPr>
            <a:xfrm>
              <a:off x="2152" y="833"/>
              <a:ext cx="1" cy="4"/>
            </a:xfrm>
            <a:prstGeom prst="line">
              <a:avLst/>
            </a:prstGeom>
            <a:ln w="0" cap="flat" cmpd="sng">
              <a:solidFill>
                <a:srgbClr val="FF0000"/>
              </a:solidFill>
              <a:prstDash val="solid"/>
              <a:round/>
              <a:headEnd type="none" w="med" len="med"/>
              <a:tailEnd type="none" w="med" len="med"/>
            </a:ln>
          </p:spPr>
        </p:sp>
        <p:sp>
          <p:nvSpPr>
            <p:cNvPr id="71705" name="Rectangle 26"/>
            <p:cNvSpPr/>
            <p:nvPr/>
          </p:nvSpPr>
          <p:spPr>
            <a:xfrm>
              <a:off x="2154" y="833"/>
              <a:ext cx="828" cy="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06" name="Line 27"/>
            <p:cNvSpPr/>
            <p:nvPr/>
          </p:nvSpPr>
          <p:spPr>
            <a:xfrm>
              <a:off x="2154" y="833"/>
              <a:ext cx="828" cy="1"/>
            </a:xfrm>
            <a:prstGeom prst="line">
              <a:avLst/>
            </a:prstGeom>
            <a:ln w="0" cap="flat" cmpd="sng">
              <a:solidFill>
                <a:srgbClr val="FF0000"/>
              </a:solidFill>
              <a:prstDash val="solid"/>
              <a:round/>
              <a:headEnd type="none" w="med" len="med"/>
              <a:tailEnd type="none" w="med" len="med"/>
            </a:ln>
          </p:spPr>
        </p:sp>
        <p:sp>
          <p:nvSpPr>
            <p:cNvPr id="71707" name="Rectangle 28"/>
            <p:cNvSpPr/>
            <p:nvPr/>
          </p:nvSpPr>
          <p:spPr>
            <a:xfrm>
              <a:off x="2982" y="833"/>
              <a:ext cx="2" cy="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08" name="Line 29"/>
            <p:cNvSpPr/>
            <p:nvPr/>
          </p:nvSpPr>
          <p:spPr>
            <a:xfrm>
              <a:off x="2982" y="833"/>
              <a:ext cx="2" cy="1"/>
            </a:xfrm>
            <a:prstGeom prst="line">
              <a:avLst/>
            </a:prstGeom>
            <a:ln w="0" cap="flat" cmpd="sng">
              <a:solidFill>
                <a:srgbClr val="FF0000"/>
              </a:solidFill>
              <a:prstDash val="solid"/>
              <a:round/>
              <a:headEnd type="none" w="med" len="med"/>
              <a:tailEnd type="none" w="med" len="med"/>
            </a:ln>
          </p:spPr>
        </p:sp>
        <p:sp>
          <p:nvSpPr>
            <p:cNvPr id="71709" name="Line 30"/>
            <p:cNvSpPr/>
            <p:nvPr/>
          </p:nvSpPr>
          <p:spPr>
            <a:xfrm>
              <a:off x="2982" y="833"/>
              <a:ext cx="0" cy="4"/>
            </a:xfrm>
            <a:prstGeom prst="line">
              <a:avLst/>
            </a:prstGeom>
            <a:ln w="0" cap="flat" cmpd="sng">
              <a:solidFill>
                <a:srgbClr val="FF0000"/>
              </a:solidFill>
              <a:prstDash val="solid"/>
              <a:round/>
              <a:headEnd type="none" w="med" len="med"/>
              <a:tailEnd type="none" w="med" len="med"/>
            </a:ln>
          </p:spPr>
        </p:sp>
        <p:sp>
          <p:nvSpPr>
            <p:cNvPr id="71710" name="Rectangle 31"/>
            <p:cNvSpPr/>
            <p:nvPr/>
          </p:nvSpPr>
          <p:spPr>
            <a:xfrm>
              <a:off x="2982" y="833"/>
              <a:ext cx="2" cy="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11" name="Line 32"/>
            <p:cNvSpPr/>
            <p:nvPr/>
          </p:nvSpPr>
          <p:spPr>
            <a:xfrm>
              <a:off x="2982" y="833"/>
              <a:ext cx="2" cy="1"/>
            </a:xfrm>
            <a:prstGeom prst="line">
              <a:avLst/>
            </a:prstGeom>
            <a:ln w="0" cap="flat" cmpd="sng">
              <a:solidFill>
                <a:srgbClr val="FF0000"/>
              </a:solidFill>
              <a:prstDash val="solid"/>
              <a:round/>
              <a:headEnd type="none" w="med" len="med"/>
              <a:tailEnd type="none" w="med" len="med"/>
            </a:ln>
          </p:spPr>
        </p:sp>
        <p:sp>
          <p:nvSpPr>
            <p:cNvPr id="71712" name="Line 33"/>
            <p:cNvSpPr/>
            <p:nvPr/>
          </p:nvSpPr>
          <p:spPr>
            <a:xfrm>
              <a:off x="2982" y="833"/>
              <a:ext cx="0" cy="4"/>
            </a:xfrm>
            <a:prstGeom prst="line">
              <a:avLst/>
            </a:prstGeom>
            <a:ln w="0" cap="flat" cmpd="sng">
              <a:solidFill>
                <a:srgbClr val="FF0000"/>
              </a:solidFill>
              <a:prstDash val="solid"/>
              <a:round/>
              <a:headEnd type="none" w="med" len="med"/>
              <a:tailEnd type="none" w="med" len="med"/>
            </a:ln>
          </p:spPr>
        </p:sp>
        <p:sp>
          <p:nvSpPr>
            <p:cNvPr id="71713" name="Rectangle 34"/>
            <p:cNvSpPr/>
            <p:nvPr/>
          </p:nvSpPr>
          <p:spPr>
            <a:xfrm>
              <a:off x="171" y="837"/>
              <a:ext cx="2" cy="29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14" name="Line 35"/>
            <p:cNvSpPr/>
            <p:nvPr/>
          </p:nvSpPr>
          <p:spPr>
            <a:xfrm>
              <a:off x="171" y="837"/>
              <a:ext cx="1" cy="292"/>
            </a:xfrm>
            <a:prstGeom prst="line">
              <a:avLst/>
            </a:prstGeom>
            <a:ln w="0" cap="flat" cmpd="sng">
              <a:solidFill>
                <a:srgbClr val="FF0000"/>
              </a:solidFill>
              <a:prstDash val="solid"/>
              <a:round/>
              <a:headEnd type="none" w="med" len="med"/>
              <a:tailEnd type="none" w="med" len="med"/>
            </a:ln>
          </p:spPr>
        </p:sp>
        <p:sp>
          <p:nvSpPr>
            <p:cNvPr id="71715" name="Rectangle 36"/>
            <p:cNvSpPr/>
            <p:nvPr/>
          </p:nvSpPr>
          <p:spPr>
            <a:xfrm>
              <a:off x="2152" y="837"/>
              <a:ext cx="2" cy="29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16" name="Line 37"/>
            <p:cNvSpPr/>
            <p:nvPr/>
          </p:nvSpPr>
          <p:spPr>
            <a:xfrm>
              <a:off x="2152" y="837"/>
              <a:ext cx="1" cy="292"/>
            </a:xfrm>
            <a:prstGeom prst="line">
              <a:avLst/>
            </a:prstGeom>
            <a:ln w="0" cap="flat" cmpd="sng">
              <a:solidFill>
                <a:srgbClr val="FF0000"/>
              </a:solidFill>
              <a:prstDash val="solid"/>
              <a:round/>
              <a:headEnd type="none" w="med" len="med"/>
              <a:tailEnd type="none" w="med" len="med"/>
            </a:ln>
          </p:spPr>
        </p:sp>
        <p:sp>
          <p:nvSpPr>
            <p:cNvPr id="71717" name="Rectangle 38"/>
            <p:cNvSpPr/>
            <p:nvPr/>
          </p:nvSpPr>
          <p:spPr>
            <a:xfrm>
              <a:off x="2982" y="837"/>
              <a:ext cx="2" cy="29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18" name="Line 39"/>
            <p:cNvSpPr/>
            <p:nvPr/>
          </p:nvSpPr>
          <p:spPr>
            <a:xfrm>
              <a:off x="2982" y="837"/>
              <a:ext cx="0" cy="292"/>
            </a:xfrm>
            <a:prstGeom prst="line">
              <a:avLst/>
            </a:prstGeom>
            <a:ln w="0" cap="flat" cmpd="sng">
              <a:solidFill>
                <a:srgbClr val="FF0000"/>
              </a:solidFill>
              <a:prstDash val="solid"/>
              <a:round/>
              <a:headEnd type="none" w="med" len="med"/>
              <a:tailEnd type="none" w="med" len="med"/>
            </a:ln>
          </p:spPr>
        </p:sp>
        <p:grpSp>
          <p:nvGrpSpPr>
            <p:cNvPr id="71719" name="Group 40"/>
            <p:cNvGrpSpPr/>
            <p:nvPr/>
          </p:nvGrpSpPr>
          <p:grpSpPr>
            <a:xfrm>
              <a:off x="264" y="1155"/>
              <a:ext cx="67" cy="157"/>
              <a:chOff x="571" y="1026"/>
              <a:chExt cx="102" cy="135"/>
            </a:xfrm>
          </p:grpSpPr>
          <p:sp>
            <p:nvSpPr>
              <p:cNvPr id="71720" name="Line 41"/>
              <p:cNvSpPr/>
              <p:nvPr/>
            </p:nvSpPr>
            <p:spPr>
              <a:xfrm>
                <a:off x="571" y="1026"/>
                <a:ext cx="92" cy="1"/>
              </a:xfrm>
              <a:prstGeom prst="line">
                <a:avLst/>
              </a:prstGeom>
              <a:ln w="6350" cap="flat" cmpd="sng">
                <a:solidFill>
                  <a:srgbClr val="000000"/>
                </a:solidFill>
                <a:prstDash val="solid"/>
                <a:round/>
                <a:headEnd type="none" w="med" len="med"/>
                <a:tailEnd type="none" w="med" len="med"/>
              </a:ln>
            </p:spPr>
          </p:sp>
          <p:sp>
            <p:nvSpPr>
              <p:cNvPr id="71721" name="Rectangle 42"/>
              <p:cNvSpPr/>
              <p:nvPr/>
            </p:nvSpPr>
            <p:spPr>
              <a:xfrm>
                <a:off x="636" y="1112"/>
                <a:ext cx="37"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722" name="Rectangle 43"/>
              <p:cNvSpPr/>
              <p:nvPr/>
            </p:nvSpPr>
            <p:spPr>
              <a:xfrm>
                <a:off x="591" y="1026"/>
                <a:ext cx="56"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23" name="Rectangle 44"/>
            <p:cNvSpPr/>
            <p:nvPr/>
          </p:nvSpPr>
          <p:spPr>
            <a:xfrm>
              <a:off x="349" y="114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24" name="Group 45"/>
            <p:cNvGrpSpPr/>
            <p:nvPr/>
          </p:nvGrpSpPr>
          <p:grpSpPr>
            <a:xfrm>
              <a:off x="516" y="1155"/>
              <a:ext cx="64" cy="159"/>
              <a:chOff x="951" y="1026"/>
              <a:chExt cx="97" cy="136"/>
            </a:xfrm>
          </p:grpSpPr>
          <p:sp>
            <p:nvSpPr>
              <p:cNvPr id="71725" name="Line 46"/>
              <p:cNvSpPr/>
              <p:nvPr/>
            </p:nvSpPr>
            <p:spPr>
              <a:xfrm>
                <a:off x="951" y="1027"/>
                <a:ext cx="82" cy="1"/>
              </a:xfrm>
              <a:prstGeom prst="line">
                <a:avLst/>
              </a:prstGeom>
              <a:ln w="4763" cap="flat" cmpd="sng">
                <a:solidFill>
                  <a:srgbClr val="000000"/>
                </a:solidFill>
                <a:prstDash val="solid"/>
                <a:round/>
                <a:headEnd type="none" w="med" len="med"/>
                <a:tailEnd type="none" w="med" len="med"/>
              </a:ln>
            </p:spPr>
          </p:sp>
          <p:sp>
            <p:nvSpPr>
              <p:cNvPr id="71726" name="Rectangle 47"/>
              <p:cNvSpPr/>
              <p:nvPr/>
            </p:nvSpPr>
            <p:spPr>
              <a:xfrm>
                <a:off x="1012" y="1113"/>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1727" name="Rectangle 48"/>
              <p:cNvSpPr/>
              <p:nvPr/>
            </p:nvSpPr>
            <p:spPr>
              <a:xfrm>
                <a:off x="969" y="1026"/>
                <a:ext cx="56"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28" name="Rectangle 49"/>
            <p:cNvSpPr/>
            <p:nvPr/>
          </p:nvSpPr>
          <p:spPr>
            <a:xfrm>
              <a:off x="596" y="114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29" name="Group 50"/>
            <p:cNvGrpSpPr/>
            <p:nvPr/>
          </p:nvGrpSpPr>
          <p:grpSpPr>
            <a:xfrm>
              <a:off x="760" y="1155"/>
              <a:ext cx="68" cy="159"/>
              <a:chOff x="1320" y="1026"/>
              <a:chExt cx="103" cy="136"/>
            </a:xfrm>
          </p:grpSpPr>
          <p:sp>
            <p:nvSpPr>
              <p:cNvPr id="71730" name="Line 51"/>
              <p:cNvSpPr/>
              <p:nvPr/>
            </p:nvSpPr>
            <p:spPr>
              <a:xfrm>
                <a:off x="1320" y="1027"/>
                <a:ext cx="93" cy="1"/>
              </a:xfrm>
              <a:prstGeom prst="line">
                <a:avLst/>
              </a:prstGeom>
              <a:ln w="4763" cap="flat" cmpd="sng">
                <a:solidFill>
                  <a:srgbClr val="000000"/>
                </a:solidFill>
                <a:prstDash val="solid"/>
                <a:round/>
                <a:headEnd type="none" w="med" len="med"/>
                <a:tailEnd type="none" w="med" len="med"/>
              </a:ln>
            </p:spPr>
          </p:sp>
          <p:sp>
            <p:nvSpPr>
              <p:cNvPr id="71731" name="Rectangle 52"/>
              <p:cNvSpPr/>
              <p:nvPr/>
            </p:nvSpPr>
            <p:spPr>
              <a:xfrm>
                <a:off x="1387" y="1113"/>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71732" name="Rectangle 53"/>
              <p:cNvSpPr/>
              <p:nvPr/>
            </p:nvSpPr>
            <p:spPr>
              <a:xfrm>
                <a:off x="1340" y="1026"/>
                <a:ext cx="56"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33" name="Rectangle 54"/>
            <p:cNvSpPr/>
            <p:nvPr/>
          </p:nvSpPr>
          <p:spPr>
            <a:xfrm>
              <a:off x="846" y="114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34" name="Group 55"/>
            <p:cNvGrpSpPr/>
            <p:nvPr/>
          </p:nvGrpSpPr>
          <p:grpSpPr>
            <a:xfrm>
              <a:off x="1008" y="1155"/>
              <a:ext cx="67" cy="157"/>
              <a:chOff x="1695" y="1026"/>
              <a:chExt cx="101" cy="135"/>
            </a:xfrm>
          </p:grpSpPr>
          <p:sp>
            <p:nvSpPr>
              <p:cNvPr id="71735" name="Line 56"/>
              <p:cNvSpPr/>
              <p:nvPr/>
            </p:nvSpPr>
            <p:spPr>
              <a:xfrm>
                <a:off x="1695" y="1026"/>
                <a:ext cx="89" cy="1"/>
              </a:xfrm>
              <a:prstGeom prst="line">
                <a:avLst/>
              </a:prstGeom>
              <a:ln w="6350" cap="flat" cmpd="sng">
                <a:solidFill>
                  <a:srgbClr val="000000"/>
                </a:solidFill>
                <a:prstDash val="solid"/>
                <a:round/>
                <a:headEnd type="none" w="med" len="med"/>
                <a:tailEnd type="none" w="med" len="med"/>
              </a:ln>
            </p:spPr>
          </p:sp>
          <p:sp>
            <p:nvSpPr>
              <p:cNvPr id="71736" name="Rectangle 57"/>
              <p:cNvSpPr/>
              <p:nvPr/>
            </p:nvSpPr>
            <p:spPr>
              <a:xfrm>
                <a:off x="1760" y="1112"/>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71737" name="Rectangle 58"/>
              <p:cNvSpPr/>
              <p:nvPr/>
            </p:nvSpPr>
            <p:spPr>
              <a:xfrm>
                <a:off x="1715" y="1026"/>
                <a:ext cx="55"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38" name="Rectangle 59"/>
            <p:cNvSpPr/>
            <p:nvPr/>
          </p:nvSpPr>
          <p:spPr>
            <a:xfrm>
              <a:off x="1094" y="114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39" name="Group 60"/>
            <p:cNvGrpSpPr/>
            <p:nvPr/>
          </p:nvGrpSpPr>
          <p:grpSpPr>
            <a:xfrm>
              <a:off x="1254" y="1155"/>
              <a:ext cx="68" cy="159"/>
              <a:chOff x="2066" y="1026"/>
              <a:chExt cx="103" cy="136"/>
            </a:xfrm>
          </p:grpSpPr>
          <p:sp>
            <p:nvSpPr>
              <p:cNvPr id="71740" name="Line 61"/>
              <p:cNvSpPr/>
              <p:nvPr/>
            </p:nvSpPr>
            <p:spPr>
              <a:xfrm>
                <a:off x="2066" y="1027"/>
                <a:ext cx="93" cy="1"/>
              </a:xfrm>
              <a:prstGeom prst="line">
                <a:avLst/>
              </a:prstGeom>
              <a:ln w="6350" cap="flat" cmpd="sng">
                <a:solidFill>
                  <a:srgbClr val="000000"/>
                </a:solidFill>
                <a:prstDash val="solid"/>
                <a:round/>
                <a:headEnd type="none" w="med" len="med"/>
                <a:tailEnd type="none" w="med" len="med"/>
              </a:ln>
            </p:spPr>
          </p:sp>
          <p:sp>
            <p:nvSpPr>
              <p:cNvPr id="71741" name="Rectangle 62"/>
              <p:cNvSpPr/>
              <p:nvPr/>
            </p:nvSpPr>
            <p:spPr>
              <a:xfrm>
                <a:off x="2133" y="1113"/>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71742" name="Rectangle 63"/>
              <p:cNvSpPr/>
              <p:nvPr/>
            </p:nvSpPr>
            <p:spPr>
              <a:xfrm>
                <a:off x="2084" y="1026"/>
                <a:ext cx="56"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43" name="Rectangle 64"/>
            <p:cNvSpPr/>
            <p:nvPr/>
          </p:nvSpPr>
          <p:spPr>
            <a:xfrm>
              <a:off x="1340" y="114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44" name="Group 65"/>
            <p:cNvGrpSpPr/>
            <p:nvPr/>
          </p:nvGrpSpPr>
          <p:grpSpPr>
            <a:xfrm>
              <a:off x="1503" y="1155"/>
              <a:ext cx="67" cy="157"/>
              <a:chOff x="2441" y="1026"/>
              <a:chExt cx="101" cy="135"/>
            </a:xfrm>
          </p:grpSpPr>
          <p:sp>
            <p:nvSpPr>
              <p:cNvPr id="71745" name="Line 66"/>
              <p:cNvSpPr/>
              <p:nvPr/>
            </p:nvSpPr>
            <p:spPr>
              <a:xfrm>
                <a:off x="2441" y="1026"/>
                <a:ext cx="90" cy="1"/>
              </a:xfrm>
              <a:prstGeom prst="line">
                <a:avLst/>
              </a:prstGeom>
              <a:ln w="4763" cap="flat" cmpd="sng">
                <a:solidFill>
                  <a:srgbClr val="000000"/>
                </a:solidFill>
                <a:prstDash val="solid"/>
                <a:round/>
                <a:headEnd type="none" w="med" len="med"/>
                <a:tailEnd type="none" w="med" len="med"/>
              </a:ln>
            </p:spPr>
          </p:sp>
          <p:sp>
            <p:nvSpPr>
              <p:cNvPr id="71746" name="Rectangle 67"/>
              <p:cNvSpPr/>
              <p:nvPr/>
            </p:nvSpPr>
            <p:spPr>
              <a:xfrm>
                <a:off x="2506" y="1112"/>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5</a:t>
                </a:r>
                <a:endParaRPr lang="en-US" altLang="zh-CN" sz="2800" i="0" dirty="0">
                  <a:latin typeface="Times New Roman" panose="02020603050405020304" pitchFamily="18" charset="0"/>
                  <a:ea typeface="宋体" panose="02010600030101010101" pitchFamily="2" charset="-122"/>
                </a:endParaRPr>
              </a:p>
            </p:txBody>
          </p:sp>
          <p:sp>
            <p:nvSpPr>
              <p:cNvPr id="71747" name="Rectangle 68"/>
              <p:cNvSpPr/>
              <p:nvPr/>
            </p:nvSpPr>
            <p:spPr>
              <a:xfrm>
                <a:off x="2461" y="1026"/>
                <a:ext cx="55"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48" name="Rectangle 69"/>
            <p:cNvSpPr/>
            <p:nvPr/>
          </p:nvSpPr>
          <p:spPr>
            <a:xfrm>
              <a:off x="1588" y="114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49" name="Group 70"/>
            <p:cNvGrpSpPr/>
            <p:nvPr/>
          </p:nvGrpSpPr>
          <p:grpSpPr>
            <a:xfrm>
              <a:off x="1754" y="1155"/>
              <a:ext cx="61" cy="157"/>
              <a:chOff x="2821" y="1026"/>
              <a:chExt cx="92" cy="135"/>
            </a:xfrm>
          </p:grpSpPr>
          <p:sp>
            <p:nvSpPr>
              <p:cNvPr id="71750" name="Line 71"/>
              <p:cNvSpPr/>
              <p:nvPr/>
            </p:nvSpPr>
            <p:spPr>
              <a:xfrm>
                <a:off x="2821" y="1026"/>
                <a:ext cx="81" cy="1"/>
              </a:xfrm>
              <a:prstGeom prst="line">
                <a:avLst/>
              </a:prstGeom>
              <a:ln w="4763" cap="flat" cmpd="sng">
                <a:solidFill>
                  <a:srgbClr val="000000"/>
                </a:solidFill>
                <a:prstDash val="solid"/>
                <a:round/>
                <a:headEnd type="none" w="med" len="med"/>
                <a:tailEnd type="none" w="med" len="med"/>
              </a:ln>
            </p:spPr>
          </p:sp>
          <p:sp>
            <p:nvSpPr>
              <p:cNvPr id="71751" name="Rectangle 72"/>
              <p:cNvSpPr/>
              <p:nvPr/>
            </p:nvSpPr>
            <p:spPr>
              <a:xfrm>
                <a:off x="2877" y="1112"/>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6</a:t>
                </a:r>
                <a:endParaRPr lang="en-US" altLang="zh-CN" sz="2800" i="0" dirty="0">
                  <a:latin typeface="Times New Roman" panose="02020603050405020304" pitchFamily="18" charset="0"/>
                  <a:ea typeface="宋体" panose="02010600030101010101" pitchFamily="2" charset="-122"/>
                </a:endParaRPr>
              </a:p>
            </p:txBody>
          </p:sp>
          <p:sp>
            <p:nvSpPr>
              <p:cNvPr id="71752" name="Rectangle 73"/>
              <p:cNvSpPr/>
              <p:nvPr/>
            </p:nvSpPr>
            <p:spPr>
              <a:xfrm>
                <a:off x="2841" y="1026"/>
                <a:ext cx="55"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53" name="Rectangle 74"/>
            <p:cNvSpPr/>
            <p:nvPr/>
          </p:nvSpPr>
          <p:spPr>
            <a:xfrm>
              <a:off x="1834" y="114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54" name="Group 75"/>
            <p:cNvGrpSpPr/>
            <p:nvPr/>
          </p:nvGrpSpPr>
          <p:grpSpPr>
            <a:xfrm>
              <a:off x="1999" y="1155"/>
              <a:ext cx="67" cy="157"/>
              <a:chOff x="3190" y="1026"/>
              <a:chExt cx="102" cy="135"/>
            </a:xfrm>
          </p:grpSpPr>
          <p:sp>
            <p:nvSpPr>
              <p:cNvPr id="71755" name="Line 76"/>
              <p:cNvSpPr/>
              <p:nvPr/>
            </p:nvSpPr>
            <p:spPr>
              <a:xfrm>
                <a:off x="3190" y="1026"/>
                <a:ext cx="93" cy="1"/>
              </a:xfrm>
              <a:prstGeom prst="line">
                <a:avLst/>
              </a:prstGeom>
              <a:ln w="4763" cap="flat" cmpd="sng">
                <a:solidFill>
                  <a:srgbClr val="000000"/>
                </a:solidFill>
                <a:prstDash val="solid"/>
                <a:round/>
                <a:headEnd type="none" w="med" len="med"/>
                <a:tailEnd type="none" w="med" len="med"/>
              </a:ln>
            </p:spPr>
          </p:sp>
          <p:sp>
            <p:nvSpPr>
              <p:cNvPr id="71756" name="Rectangle 77"/>
              <p:cNvSpPr/>
              <p:nvPr/>
            </p:nvSpPr>
            <p:spPr>
              <a:xfrm>
                <a:off x="3255" y="1112"/>
                <a:ext cx="37"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7</a:t>
                </a:r>
                <a:endParaRPr lang="en-US" altLang="zh-CN" sz="2800" i="0" dirty="0">
                  <a:latin typeface="Times New Roman" panose="02020603050405020304" pitchFamily="18" charset="0"/>
                  <a:ea typeface="宋体" panose="02010600030101010101" pitchFamily="2" charset="-122"/>
                </a:endParaRPr>
              </a:p>
            </p:txBody>
          </p:sp>
          <p:sp>
            <p:nvSpPr>
              <p:cNvPr id="71757" name="Rectangle 78"/>
              <p:cNvSpPr/>
              <p:nvPr/>
            </p:nvSpPr>
            <p:spPr>
              <a:xfrm>
                <a:off x="3210" y="1026"/>
                <a:ext cx="56"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58" name="Rectangle 79"/>
            <p:cNvSpPr/>
            <p:nvPr/>
          </p:nvSpPr>
          <p:spPr>
            <a:xfrm>
              <a:off x="2085" y="114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59" name="Group 80"/>
            <p:cNvGrpSpPr/>
            <p:nvPr/>
          </p:nvGrpSpPr>
          <p:grpSpPr>
            <a:xfrm>
              <a:off x="2254" y="1155"/>
              <a:ext cx="79" cy="159"/>
              <a:chOff x="3576" y="1026"/>
              <a:chExt cx="118" cy="136"/>
            </a:xfrm>
          </p:grpSpPr>
          <p:sp>
            <p:nvSpPr>
              <p:cNvPr id="71760" name="Line 81"/>
              <p:cNvSpPr/>
              <p:nvPr/>
            </p:nvSpPr>
            <p:spPr>
              <a:xfrm>
                <a:off x="3576" y="1027"/>
                <a:ext cx="108" cy="1"/>
              </a:xfrm>
              <a:prstGeom prst="line">
                <a:avLst/>
              </a:prstGeom>
              <a:ln w="4763" cap="flat" cmpd="sng">
                <a:solidFill>
                  <a:srgbClr val="000000"/>
                </a:solidFill>
                <a:prstDash val="solid"/>
                <a:round/>
                <a:headEnd type="none" w="med" len="med"/>
                <a:tailEnd type="none" w="med" len="med"/>
              </a:ln>
            </p:spPr>
          </p:sp>
          <p:sp>
            <p:nvSpPr>
              <p:cNvPr id="71761" name="Rectangle 82"/>
              <p:cNvSpPr/>
              <p:nvPr/>
            </p:nvSpPr>
            <p:spPr>
              <a:xfrm>
                <a:off x="3658" y="1113"/>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71762" name="Rectangle 83"/>
              <p:cNvSpPr/>
              <p:nvPr/>
            </p:nvSpPr>
            <p:spPr>
              <a:xfrm>
                <a:off x="3579" y="1026"/>
                <a:ext cx="93"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Y</a:t>
                </a:r>
                <a:endParaRPr lang="en-US" altLang="zh-CN" sz="2800" i="0" dirty="0">
                  <a:latin typeface="Times New Roman" panose="02020603050405020304" pitchFamily="18" charset="0"/>
                  <a:ea typeface="宋体" panose="02010600030101010101" pitchFamily="2" charset="-122"/>
                </a:endParaRPr>
              </a:p>
            </p:txBody>
          </p:sp>
        </p:grpSp>
        <p:sp>
          <p:nvSpPr>
            <p:cNvPr id="71763" name="Rectangle 84"/>
            <p:cNvSpPr/>
            <p:nvPr/>
          </p:nvSpPr>
          <p:spPr>
            <a:xfrm>
              <a:off x="2354" y="114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64" name="Group 85"/>
            <p:cNvGrpSpPr/>
            <p:nvPr/>
          </p:nvGrpSpPr>
          <p:grpSpPr>
            <a:xfrm>
              <a:off x="2537" y="1155"/>
              <a:ext cx="75" cy="159"/>
              <a:chOff x="4002" y="1026"/>
              <a:chExt cx="113" cy="136"/>
            </a:xfrm>
          </p:grpSpPr>
          <p:sp>
            <p:nvSpPr>
              <p:cNvPr id="71765" name="Line 86"/>
              <p:cNvSpPr/>
              <p:nvPr/>
            </p:nvSpPr>
            <p:spPr>
              <a:xfrm>
                <a:off x="4002" y="1027"/>
                <a:ext cx="98" cy="1"/>
              </a:xfrm>
              <a:prstGeom prst="line">
                <a:avLst/>
              </a:prstGeom>
              <a:ln w="4763" cap="flat" cmpd="sng">
                <a:solidFill>
                  <a:srgbClr val="000000"/>
                </a:solidFill>
                <a:prstDash val="solid"/>
                <a:round/>
                <a:headEnd type="none" w="med" len="med"/>
                <a:tailEnd type="none" w="med" len="med"/>
              </a:ln>
            </p:spPr>
          </p:sp>
          <p:sp>
            <p:nvSpPr>
              <p:cNvPr id="71766" name="Rectangle 87"/>
              <p:cNvSpPr/>
              <p:nvPr/>
            </p:nvSpPr>
            <p:spPr>
              <a:xfrm>
                <a:off x="4079" y="1113"/>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1767" name="Rectangle 88"/>
              <p:cNvSpPr/>
              <p:nvPr/>
            </p:nvSpPr>
            <p:spPr>
              <a:xfrm>
                <a:off x="4005" y="1026"/>
                <a:ext cx="93"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Y</a:t>
                </a:r>
                <a:endParaRPr lang="en-US" altLang="zh-CN" sz="2800" i="0" dirty="0">
                  <a:latin typeface="Times New Roman" panose="02020603050405020304" pitchFamily="18" charset="0"/>
                  <a:ea typeface="宋体" panose="02010600030101010101" pitchFamily="2" charset="-122"/>
                </a:endParaRPr>
              </a:p>
            </p:txBody>
          </p:sp>
        </p:grpSp>
        <p:sp>
          <p:nvSpPr>
            <p:cNvPr id="71768" name="Rectangle 89"/>
            <p:cNvSpPr/>
            <p:nvPr/>
          </p:nvSpPr>
          <p:spPr>
            <a:xfrm>
              <a:off x="2626" y="114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69" name="Group 90"/>
            <p:cNvGrpSpPr/>
            <p:nvPr/>
          </p:nvGrpSpPr>
          <p:grpSpPr>
            <a:xfrm>
              <a:off x="2810" y="1155"/>
              <a:ext cx="78" cy="157"/>
              <a:chOff x="4414" y="1026"/>
              <a:chExt cx="118" cy="135"/>
            </a:xfrm>
          </p:grpSpPr>
          <p:sp>
            <p:nvSpPr>
              <p:cNvPr id="71770" name="Line 91"/>
              <p:cNvSpPr/>
              <p:nvPr/>
            </p:nvSpPr>
            <p:spPr>
              <a:xfrm>
                <a:off x="4414" y="1026"/>
                <a:ext cx="108" cy="1"/>
              </a:xfrm>
              <a:prstGeom prst="line">
                <a:avLst/>
              </a:prstGeom>
              <a:ln w="4763" cap="flat" cmpd="sng">
                <a:solidFill>
                  <a:srgbClr val="000000"/>
                </a:solidFill>
                <a:prstDash val="solid"/>
                <a:round/>
                <a:headEnd type="none" w="med" len="med"/>
                <a:tailEnd type="none" w="med" len="med"/>
              </a:ln>
            </p:spPr>
          </p:sp>
          <p:sp>
            <p:nvSpPr>
              <p:cNvPr id="71771" name="Rectangle 92"/>
              <p:cNvSpPr/>
              <p:nvPr/>
            </p:nvSpPr>
            <p:spPr>
              <a:xfrm>
                <a:off x="4496" y="1112"/>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772" name="Rectangle 93"/>
              <p:cNvSpPr/>
              <p:nvPr/>
            </p:nvSpPr>
            <p:spPr>
              <a:xfrm>
                <a:off x="4417" y="1026"/>
                <a:ext cx="94"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Y</a:t>
                </a:r>
                <a:endParaRPr lang="en-US" altLang="zh-CN" sz="2800" i="0" dirty="0">
                  <a:latin typeface="Times New Roman" panose="02020603050405020304" pitchFamily="18" charset="0"/>
                  <a:ea typeface="宋体" panose="02010600030101010101" pitchFamily="2" charset="-122"/>
                </a:endParaRPr>
              </a:p>
            </p:txBody>
          </p:sp>
        </p:grpSp>
        <p:grpSp>
          <p:nvGrpSpPr>
            <p:cNvPr id="71773" name="Group 94"/>
            <p:cNvGrpSpPr/>
            <p:nvPr/>
          </p:nvGrpSpPr>
          <p:grpSpPr>
            <a:xfrm>
              <a:off x="171" y="1129"/>
              <a:ext cx="2813" cy="767"/>
              <a:chOff x="431" y="1004"/>
              <a:chExt cx="4246" cy="658"/>
            </a:xfrm>
          </p:grpSpPr>
          <p:sp>
            <p:nvSpPr>
              <p:cNvPr id="71774" name="Rectangle 95"/>
              <p:cNvSpPr/>
              <p:nvPr/>
            </p:nvSpPr>
            <p:spPr>
              <a:xfrm>
                <a:off x="4556" y="101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775" name="Rectangle 96"/>
              <p:cNvSpPr/>
              <p:nvPr/>
            </p:nvSpPr>
            <p:spPr>
              <a:xfrm>
                <a:off x="431" y="1004"/>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76" name="Line 97"/>
              <p:cNvSpPr/>
              <p:nvPr/>
            </p:nvSpPr>
            <p:spPr>
              <a:xfrm>
                <a:off x="431" y="1004"/>
                <a:ext cx="2" cy="1"/>
              </a:xfrm>
              <a:prstGeom prst="line">
                <a:avLst/>
              </a:prstGeom>
              <a:ln w="0" cap="flat" cmpd="sng">
                <a:solidFill>
                  <a:srgbClr val="FF0000"/>
                </a:solidFill>
                <a:prstDash val="solid"/>
                <a:round/>
                <a:headEnd type="none" w="med" len="med"/>
                <a:tailEnd type="none" w="med" len="med"/>
              </a:ln>
            </p:spPr>
          </p:sp>
          <p:sp>
            <p:nvSpPr>
              <p:cNvPr id="71777" name="Line 98"/>
              <p:cNvSpPr/>
              <p:nvPr/>
            </p:nvSpPr>
            <p:spPr>
              <a:xfrm>
                <a:off x="431" y="1004"/>
                <a:ext cx="1" cy="3"/>
              </a:xfrm>
              <a:prstGeom prst="line">
                <a:avLst/>
              </a:prstGeom>
              <a:ln w="0" cap="flat" cmpd="sng">
                <a:solidFill>
                  <a:srgbClr val="FF0000"/>
                </a:solidFill>
                <a:prstDash val="solid"/>
                <a:round/>
                <a:headEnd type="none" w="med" len="med"/>
                <a:tailEnd type="none" w="med" len="med"/>
              </a:ln>
            </p:spPr>
          </p:sp>
          <p:sp>
            <p:nvSpPr>
              <p:cNvPr id="71778" name="Rectangle 99"/>
              <p:cNvSpPr/>
              <p:nvPr/>
            </p:nvSpPr>
            <p:spPr>
              <a:xfrm>
                <a:off x="433" y="1004"/>
                <a:ext cx="36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79" name="Line 100"/>
              <p:cNvSpPr/>
              <p:nvPr/>
            </p:nvSpPr>
            <p:spPr>
              <a:xfrm>
                <a:off x="433" y="1004"/>
                <a:ext cx="369" cy="1"/>
              </a:xfrm>
              <a:prstGeom prst="line">
                <a:avLst/>
              </a:prstGeom>
              <a:ln w="0" cap="flat" cmpd="sng">
                <a:solidFill>
                  <a:srgbClr val="FF0000"/>
                </a:solidFill>
                <a:prstDash val="solid"/>
                <a:round/>
                <a:headEnd type="none" w="med" len="med"/>
                <a:tailEnd type="none" w="med" len="med"/>
              </a:ln>
            </p:spPr>
          </p:sp>
          <p:sp>
            <p:nvSpPr>
              <p:cNvPr id="71780" name="Rectangle 101"/>
              <p:cNvSpPr/>
              <p:nvPr/>
            </p:nvSpPr>
            <p:spPr>
              <a:xfrm>
                <a:off x="802"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81" name="Line 102"/>
              <p:cNvSpPr/>
              <p:nvPr/>
            </p:nvSpPr>
            <p:spPr>
              <a:xfrm>
                <a:off x="802" y="1004"/>
                <a:ext cx="3" cy="1"/>
              </a:xfrm>
              <a:prstGeom prst="line">
                <a:avLst/>
              </a:prstGeom>
              <a:ln w="0" cap="flat" cmpd="sng">
                <a:solidFill>
                  <a:srgbClr val="FF0000"/>
                </a:solidFill>
                <a:prstDash val="solid"/>
                <a:round/>
                <a:headEnd type="none" w="med" len="med"/>
                <a:tailEnd type="none" w="med" len="med"/>
              </a:ln>
            </p:spPr>
          </p:sp>
          <p:sp>
            <p:nvSpPr>
              <p:cNvPr id="71782" name="Line 103"/>
              <p:cNvSpPr/>
              <p:nvPr/>
            </p:nvSpPr>
            <p:spPr>
              <a:xfrm>
                <a:off x="802" y="1004"/>
                <a:ext cx="1" cy="3"/>
              </a:xfrm>
              <a:prstGeom prst="line">
                <a:avLst/>
              </a:prstGeom>
              <a:ln w="0" cap="flat" cmpd="sng">
                <a:solidFill>
                  <a:srgbClr val="FF0000"/>
                </a:solidFill>
                <a:prstDash val="solid"/>
                <a:round/>
                <a:headEnd type="none" w="med" len="med"/>
                <a:tailEnd type="none" w="med" len="med"/>
              </a:ln>
            </p:spPr>
          </p:sp>
          <p:sp>
            <p:nvSpPr>
              <p:cNvPr id="71783" name="Rectangle 104"/>
              <p:cNvSpPr/>
              <p:nvPr/>
            </p:nvSpPr>
            <p:spPr>
              <a:xfrm>
                <a:off x="805" y="1004"/>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84" name="Line 105"/>
              <p:cNvSpPr/>
              <p:nvPr/>
            </p:nvSpPr>
            <p:spPr>
              <a:xfrm>
                <a:off x="805" y="1004"/>
                <a:ext cx="372" cy="1"/>
              </a:xfrm>
              <a:prstGeom prst="line">
                <a:avLst/>
              </a:prstGeom>
              <a:ln w="0" cap="flat" cmpd="sng">
                <a:solidFill>
                  <a:srgbClr val="FF0000"/>
                </a:solidFill>
                <a:prstDash val="solid"/>
                <a:round/>
                <a:headEnd type="none" w="med" len="med"/>
                <a:tailEnd type="none" w="med" len="med"/>
              </a:ln>
            </p:spPr>
          </p:sp>
          <p:sp>
            <p:nvSpPr>
              <p:cNvPr id="71785" name="Rectangle 106"/>
              <p:cNvSpPr/>
              <p:nvPr/>
            </p:nvSpPr>
            <p:spPr>
              <a:xfrm>
                <a:off x="1177"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86" name="Line 107"/>
              <p:cNvSpPr/>
              <p:nvPr/>
            </p:nvSpPr>
            <p:spPr>
              <a:xfrm>
                <a:off x="1177" y="1004"/>
                <a:ext cx="3" cy="1"/>
              </a:xfrm>
              <a:prstGeom prst="line">
                <a:avLst/>
              </a:prstGeom>
              <a:ln w="0" cap="flat" cmpd="sng">
                <a:solidFill>
                  <a:srgbClr val="FF0000"/>
                </a:solidFill>
                <a:prstDash val="solid"/>
                <a:round/>
                <a:headEnd type="none" w="med" len="med"/>
                <a:tailEnd type="none" w="med" len="med"/>
              </a:ln>
            </p:spPr>
          </p:sp>
          <p:sp>
            <p:nvSpPr>
              <p:cNvPr id="71787" name="Line 108"/>
              <p:cNvSpPr/>
              <p:nvPr/>
            </p:nvSpPr>
            <p:spPr>
              <a:xfrm>
                <a:off x="1177" y="1004"/>
                <a:ext cx="1" cy="3"/>
              </a:xfrm>
              <a:prstGeom prst="line">
                <a:avLst/>
              </a:prstGeom>
              <a:ln w="0" cap="flat" cmpd="sng">
                <a:solidFill>
                  <a:srgbClr val="FF0000"/>
                </a:solidFill>
                <a:prstDash val="solid"/>
                <a:round/>
                <a:headEnd type="none" w="med" len="med"/>
                <a:tailEnd type="none" w="med" len="med"/>
              </a:ln>
            </p:spPr>
          </p:sp>
          <p:sp>
            <p:nvSpPr>
              <p:cNvPr id="71788" name="Rectangle 109"/>
              <p:cNvSpPr/>
              <p:nvPr/>
            </p:nvSpPr>
            <p:spPr>
              <a:xfrm>
                <a:off x="1180" y="1004"/>
                <a:ext cx="371"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89" name="Line 110"/>
              <p:cNvSpPr/>
              <p:nvPr/>
            </p:nvSpPr>
            <p:spPr>
              <a:xfrm>
                <a:off x="1180" y="1004"/>
                <a:ext cx="371" cy="1"/>
              </a:xfrm>
              <a:prstGeom prst="line">
                <a:avLst/>
              </a:prstGeom>
              <a:ln w="0" cap="flat" cmpd="sng">
                <a:solidFill>
                  <a:srgbClr val="FF0000"/>
                </a:solidFill>
                <a:prstDash val="solid"/>
                <a:round/>
                <a:headEnd type="none" w="med" len="med"/>
                <a:tailEnd type="none" w="med" len="med"/>
              </a:ln>
            </p:spPr>
          </p:sp>
          <p:sp>
            <p:nvSpPr>
              <p:cNvPr id="71790" name="Rectangle 111"/>
              <p:cNvSpPr/>
              <p:nvPr/>
            </p:nvSpPr>
            <p:spPr>
              <a:xfrm>
                <a:off x="1551"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91" name="Line 112"/>
              <p:cNvSpPr/>
              <p:nvPr/>
            </p:nvSpPr>
            <p:spPr>
              <a:xfrm>
                <a:off x="1551" y="1004"/>
                <a:ext cx="3" cy="1"/>
              </a:xfrm>
              <a:prstGeom prst="line">
                <a:avLst/>
              </a:prstGeom>
              <a:ln w="0" cap="flat" cmpd="sng">
                <a:solidFill>
                  <a:srgbClr val="FF0000"/>
                </a:solidFill>
                <a:prstDash val="solid"/>
                <a:round/>
                <a:headEnd type="none" w="med" len="med"/>
                <a:tailEnd type="none" w="med" len="med"/>
              </a:ln>
            </p:spPr>
          </p:sp>
          <p:sp>
            <p:nvSpPr>
              <p:cNvPr id="71792" name="Line 113"/>
              <p:cNvSpPr/>
              <p:nvPr/>
            </p:nvSpPr>
            <p:spPr>
              <a:xfrm>
                <a:off x="1551" y="1004"/>
                <a:ext cx="1" cy="3"/>
              </a:xfrm>
              <a:prstGeom prst="line">
                <a:avLst/>
              </a:prstGeom>
              <a:ln w="0" cap="flat" cmpd="sng">
                <a:solidFill>
                  <a:srgbClr val="FF0000"/>
                </a:solidFill>
                <a:prstDash val="solid"/>
                <a:round/>
                <a:headEnd type="none" w="med" len="med"/>
                <a:tailEnd type="none" w="med" len="med"/>
              </a:ln>
            </p:spPr>
          </p:sp>
          <p:sp>
            <p:nvSpPr>
              <p:cNvPr id="71793" name="Rectangle 114"/>
              <p:cNvSpPr/>
              <p:nvPr/>
            </p:nvSpPr>
            <p:spPr>
              <a:xfrm>
                <a:off x="1554" y="1004"/>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94" name="Line 115"/>
              <p:cNvSpPr/>
              <p:nvPr/>
            </p:nvSpPr>
            <p:spPr>
              <a:xfrm>
                <a:off x="1554" y="1004"/>
                <a:ext cx="372" cy="1"/>
              </a:xfrm>
              <a:prstGeom prst="line">
                <a:avLst/>
              </a:prstGeom>
              <a:ln w="0" cap="flat" cmpd="sng">
                <a:solidFill>
                  <a:srgbClr val="FF0000"/>
                </a:solidFill>
                <a:prstDash val="solid"/>
                <a:round/>
                <a:headEnd type="none" w="med" len="med"/>
                <a:tailEnd type="none" w="med" len="med"/>
              </a:ln>
            </p:spPr>
          </p:sp>
          <p:sp>
            <p:nvSpPr>
              <p:cNvPr id="71795" name="Rectangle 116"/>
              <p:cNvSpPr/>
              <p:nvPr/>
            </p:nvSpPr>
            <p:spPr>
              <a:xfrm>
                <a:off x="1926"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96" name="Line 117"/>
              <p:cNvSpPr/>
              <p:nvPr/>
            </p:nvSpPr>
            <p:spPr>
              <a:xfrm>
                <a:off x="1926" y="1004"/>
                <a:ext cx="3" cy="1"/>
              </a:xfrm>
              <a:prstGeom prst="line">
                <a:avLst/>
              </a:prstGeom>
              <a:ln w="0" cap="flat" cmpd="sng">
                <a:solidFill>
                  <a:srgbClr val="FF0000"/>
                </a:solidFill>
                <a:prstDash val="solid"/>
                <a:round/>
                <a:headEnd type="none" w="med" len="med"/>
                <a:tailEnd type="none" w="med" len="med"/>
              </a:ln>
            </p:spPr>
          </p:sp>
          <p:sp>
            <p:nvSpPr>
              <p:cNvPr id="71797" name="Line 118"/>
              <p:cNvSpPr/>
              <p:nvPr/>
            </p:nvSpPr>
            <p:spPr>
              <a:xfrm>
                <a:off x="1926" y="1004"/>
                <a:ext cx="1" cy="3"/>
              </a:xfrm>
              <a:prstGeom prst="line">
                <a:avLst/>
              </a:prstGeom>
              <a:ln w="0" cap="flat" cmpd="sng">
                <a:solidFill>
                  <a:srgbClr val="FF0000"/>
                </a:solidFill>
                <a:prstDash val="solid"/>
                <a:round/>
                <a:headEnd type="none" w="med" len="med"/>
                <a:tailEnd type="none" w="med" len="med"/>
              </a:ln>
            </p:spPr>
          </p:sp>
          <p:sp>
            <p:nvSpPr>
              <p:cNvPr id="71798" name="Rectangle 119"/>
              <p:cNvSpPr/>
              <p:nvPr/>
            </p:nvSpPr>
            <p:spPr>
              <a:xfrm>
                <a:off x="1929" y="1004"/>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99" name="Line 120"/>
              <p:cNvSpPr/>
              <p:nvPr/>
            </p:nvSpPr>
            <p:spPr>
              <a:xfrm>
                <a:off x="1929" y="1004"/>
                <a:ext cx="372" cy="1"/>
              </a:xfrm>
              <a:prstGeom prst="line">
                <a:avLst/>
              </a:prstGeom>
              <a:ln w="0" cap="flat" cmpd="sng">
                <a:solidFill>
                  <a:srgbClr val="FF0000"/>
                </a:solidFill>
                <a:prstDash val="solid"/>
                <a:round/>
                <a:headEnd type="none" w="med" len="med"/>
                <a:tailEnd type="none" w="med" len="med"/>
              </a:ln>
            </p:spPr>
          </p:sp>
          <p:sp>
            <p:nvSpPr>
              <p:cNvPr id="71800" name="Rectangle 121"/>
              <p:cNvSpPr/>
              <p:nvPr/>
            </p:nvSpPr>
            <p:spPr>
              <a:xfrm>
                <a:off x="2301"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01" name="Line 122"/>
              <p:cNvSpPr/>
              <p:nvPr/>
            </p:nvSpPr>
            <p:spPr>
              <a:xfrm>
                <a:off x="2301" y="1004"/>
                <a:ext cx="3" cy="1"/>
              </a:xfrm>
              <a:prstGeom prst="line">
                <a:avLst/>
              </a:prstGeom>
              <a:ln w="0" cap="flat" cmpd="sng">
                <a:solidFill>
                  <a:srgbClr val="FF0000"/>
                </a:solidFill>
                <a:prstDash val="solid"/>
                <a:round/>
                <a:headEnd type="none" w="med" len="med"/>
                <a:tailEnd type="none" w="med" len="med"/>
              </a:ln>
            </p:spPr>
          </p:sp>
          <p:sp>
            <p:nvSpPr>
              <p:cNvPr id="71802" name="Line 123"/>
              <p:cNvSpPr/>
              <p:nvPr/>
            </p:nvSpPr>
            <p:spPr>
              <a:xfrm>
                <a:off x="2301" y="1004"/>
                <a:ext cx="1" cy="3"/>
              </a:xfrm>
              <a:prstGeom prst="line">
                <a:avLst/>
              </a:prstGeom>
              <a:ln w="0" cap="flat" cmpd="sng">
                <a:solidFill>
                  <a:srgbClr val="FF0000"/>
                </a:solidFill>
                <a:prstDash val="solid"/>
                <a:round/>
                <a:headEnd type="none" w="med" len="med"/>
                <a:tailEnd type="none" w="med" len="med"/>
              </a:ln>
            </p:spPr>
          </p:sp>
          <p:sp>
            <p:nvSpPr>
              <p:cNvPr id="71803" name="Rectangle 124"/>
              <p:cNvSpPr/>
              <p:nvPr/>
            </p:nvSpPr>
            <p:spPr>
              <a:xfrm>
                <a:off x="2304" y="1004"/>
                <a:ext cx="36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04" name="Line 125"/>
              <p:cNvSpPr/>
              <p:nvPr/>
            </p:nvSpPr>
            <p:spPr>
              <a:xfrm>
                <a:off x="2304" y="1004"/>
                <a:ext cx="368" cy="1"/>
              </a:xfrm>
              <a:prstGeom prst="line">
                <a:avLst/>
              </a:prstGeom>
              <a:ln w="0" cap="flat" cmpd="sng">
                <a:solidFill>
                  <a:srgbClr val="FF0000"/>
                </a:solidFill>
                <a:prstDash val="solid"/>
                <a:round/>
                <a:headEnd type="none" w="med" len="med"/>
                <a:tailEnd type="none" w="med" len="med"/>
              </a:ln>
            </p:spPr>
          </p:sp>
          <p:sp>
            <p:nvSpPr>
              <p:cNvPr id="71805" name="Rectangle 126"/>
              <p:cNvSpPr/>
              <p:nvPr/>
            </p:nvSpPr>
            <p:spPr>
              <a:xfrm>
                <a:off x="2672"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06" name="Line 127"/>
              <p:cNvSpPr/>
              <p:nvPr/>
            </p:nvSpPr>
            <p:spPr>
              <a:xfrm>
                <a:off x="2672" y="1004"/>
                <a:ext cx="3" cy="1"/>
              </a:xfrm>
              <a:prstGeom prst="line">
                <a:avLst/>
              </a:prstGeom>
              <a:ln w="0" cap="flat" cmpd="sng">
                <a:solidFill>
                  <a:srgbClr val="FF0000"/>
                </a:solidFill>
                <a:prstDash val="solid"/>
                <a:round/>
                <a:headEnd type="none" w="med" len="med"/>
                <a:tailEnd type="none" w="med" len="med"/>
              </a:ln>
            </p:spPr>
          </p:sp>
          <p:sp>
            <p:nvSpPr>
              <p:cNvPr id="71807" name="Line 128"/>
              <p:cNvSpPr/>
              <p:nvPr/>
            </p:nvSpPr>
            <p:spPr>
              <a:xfrm>
                <a:off x="2672" y="1004"/>
                <a:ext cx="1" cy="3"/>
              </a:xfrm>
              <a:prstGeom prst="line">
                <a:avLst/>
              </a:prstGeom>
              <a:ln w="0" cap="flat" cmpd="sng">
                <a:solidFill>
                  <a:srgbClr val="FF0000"/>
                </a:solidFill>
                <a:prstDash val="solid"/>
                <a:round/>
                <a:headEnd type="none" w="med" len="med"/>
                <a:tailEnd type="none" w="med" len="med"/>
              </a:ln>
            </p:spPr>
          </p:sp>
          <p:sp>
            <p:nvSpPr>
              <p:cNvPr id="71808" name="Rectangle 129"/>
              <p:cNvSpPr/>
              <p:nvPr/>
            </p:nvSpPr>
            <p:spPr>
              <a:xfrm>
                <a:off x="2675" y="1004"/>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09" name="Line 130"/>
              <p:cNvSpPr/>
              <p:nvPr/>
            </p:nvSpPr>
            <p:spPr>
              <a:xfrm>
                <a:off x="2675" y="1004"/>
                <a:ext cx="372" cy="1"/>
              </a:xfrm>
              <a:prstGeom prst="line">
                <a:avLst/>
              </a:prstGeom>
              <a:ln w="0" cap="flat" cmpd="sng">
                <a:solidFill>
                  <a:srgbClr val="FF0000"/>
                </a:solidFill>
                <a:prstDash val="solid"/>
                <a:round/>
                <a:headEnd type="none" w="med" len="med"/>
                <a:tailEnd type="none" w="med" len="med"/>
              </a:ln>
            </p:spPr>
          </p:sp>
          <p:sp>
            <p:nvSpPr>
              <p:cNvPr id="71810" name="Rectangle 131"/>
              <p:cNvSpPr/>
              <p:nvPr/>
            </p:nvSpPr>
            <p:spPr>
              <a:xfrm>
                <a:off x="3047"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11" name="Line 132"/>
              <p:cNvSpPr/>
              <p:nvPr/>
            </p:nvSpPr>
            <p:spPr>
              <a:xfrm>
                <a:off x="3047" y="1004"/>
                <a:ext cx="3" cy="1"/>
              </a:xfrm>
              <a:prstGeom prst="line">
                <a:avLst/>
              </a:prstGeom>
              <a:ln w="0" cap="flat" cmpd="sng">
                <a:solidFill>
                  <a:srgbClr val="FF0000"/>
                </a:solidFill>
                <a:prstDash val="solid"/>
                <a:round/>
                <a:headEnd type="none" w="med" len="med"/>
                <a:tailEnd type="none" w="med" len="med"/>
              </a:ln>
            </p:spPr>
          </p:sp>
          <p:sp>
            <p:nvSpPr>
              <p:cNvPr id="71812" name="Line 133"/>
              <p:cNvSpPr/>
              <p:nvPr/>
            </p:nvSpPr>
            <p:spPr>
              <a:xfrm>
                <a:off x="3047" y="1004"/>
                <a:ext cx="1" cy="3"/>
              </a:xfrm>
              <a:prstGeom prst="line">
                <a:avLst/>
              </a:prstGeom>
              <a:ln w="0" cap="flat" cmpd="sng">
                <a:solidFill>
                  <a:srgbClr val="FF0000"/>
                </a:solidFill>
                <a:prstDash val="solid"/>
                <a:round/>
                <a:headEnd type="none" w="med" len="med"/>
                <a:tailEnd type="none" w="med" len="med"/>
              </a:ln>
            </p:spPr>
          </p:sp>
          <p:sp>
            <p:nvSpPr>
              <p:cNvPr id="71813" name="Rectangle 134"/>
              <p:cNvSpPr/>
              <p:nvPr/>
            </p:nvSpPr>
            <p:spPr>
              <a:xfrm>
                <a:off x="3050" y="1004"/>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14" name="Line 135"/>
              <p:cNvSpPr/>
              <p:nvPr/>
            </p:nvSpPr>
            <p:spPr>
              <a:xfrm>
                <a:off x="3050" y="1004"/>
                <a:ext cx="372" cy="1"/>
              </a:xfrm>
              <a:prstGeom prst="line">
                <a:avLst/>
              </a:prstGeom>
              <a:ln w="0" cap="flat" cmpd="sng">
                <a:solidFill>
                  <a:srgbClr val="FF0000"/>
                </a:solidFill>
                <a:prstDash val="solid"/>
                <a:round/>
                <a:headEnd type="none" w="med" len="med"/>
                <a:tailEnd type="none" w="med" len="med"/>
              </a:ln>
            </p:spPr>
          </p:sp>
          <p:sp>
            <p:nvSpPr>
              <p:cNvPr id="71815" name="Rectangle 136"/>
              <p:cNvSpPr/>
              <p:nvPr/>
            </p:nvSpPr>
            <p:spPr>
              <a:xfrm>
                <a:off x="3422"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16" name="Line 137"/>
              <p:cNvSpPr/>
              <p:nvPr/>
            </p:nvSpPr>
            <p:spPr>
              <a:xfrm>
                <a:off x="3422" y="1004"/>
                <a:ext cx="3" cy="1"/>
              </a:xfrm>
              <a:prstGeom prst="line">
                <a:avLst/>
              </a:prstGeom>
              <a:ln w="0" cap="flat" cmpd="sng">
                <a:solidFill>
                  <a:srgbClr val="FF0000"/>
                </a:solidFill>
                <a:prstDash val="solid"/>
                <a:round/>
                <a:headEnd type="none" w="med" len="med"/>
                <a:tailEnd type="none" w="med" len="med"/>
              </a:ln>
            </p:spPr>
          </p:sp>
          <p:sp>
            <p:nvSpPr>
              <p:cNvPr id="71817" name="Line 138"/>
              <p:cNvSpPr/>
              <p:nvPr/>
            </p:nvSpPr>
            <p:spPr>
              <a:xfrm>
                <a:off x="3422" y="1004"/>
                <a:ext cx="1" cy="3"/>
              </a:xfrm>
              <a:prstGeom prst="line">
                <a:avLst/>
              </a:prstGeom>
              <a:ln w="0" cap="flat" cmpd="sng">
                <a:solidFill>
                  <a:srgbClr val="FF0000"/>
                </a:solidFill>
                <a:prstDash val="solid"/>
                <a:round/>
                <a:headEnd type="none" w="med" len="med"/>
                <a:tailEnd type="none" w="med" len="med"/>
              </a:ln>
            </p:spPr>
          </p:sp>
          <p:sp>
            <p:nvSpPr>
              <p:cNvPr id="71818" name="Rectangle 139"/>
              <p:cNvSpPr/>
              <p:nvPr/>
            </p:nvSpPr>
            <p:spPr>
              <a:xfrm>
                <a:off x="3425" y="1004"/>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19" name="Line 140"/>
              <p:cNvSpPr/>
              <p:nvPr/>
            </p:nvSpPr>
            <p:spPr>
              <a:xfrm>
                <a:off x="3425" y="1004"/>
                <a:ext cx="414" cy="1"/>
              </a:xfrm>
              <a:prstGeom prst="line">
                <a:avLst/>
              </a:prstGeom>
              <a:ln w="0" cap="flat" cmpd="sng">
                <a:solidFill>
                  <a:srgbClr val="FF0000"/>
                </a:solidFill>
                <a:prstDash val="solid"/>
                <a:round/>
                <a:headEnd type="none" w="med" len="med"/>
                <a:tailEnd type="none" w="med" len="med"/>
              </a:ln>
            </p:spPr>
          </p:sp>
          <p:sp>
            <p:nvSpPr>
              <p:cNvPr id="71820" name="Rectangle 141"/>
              <p:cNvSpPr/>
              <p:nvPr/>
            </p:nvSpPr>
            <p:spPr>
              <a:xfrm>
                <a:off x="3839"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21" name="Line 142"/>
              <p:cNvSpPr/>
              <p:nvPr/>
            </p:nvSpPr>
            <p:spPr>
              <a:xfrm>
                <a:off x="3839" y="1004"/>
                <a:ext cx="3" cy="1"/>
              </a:xfrm>
              <a:prstGeom prst="line">
                <a:avLst/>
              </a:prstGeom>
              <a:ln w="0" cap="flat" cmpd="sng">
                <a:solidFill>
                  <a:srgbClr val="FF0000"/>
                </a:solidFill>
                <a:prstDash val="solid"/>
                <a:round/>
                <a:headEnd type="none" w="med" len="med"/>
                <a:tailEnd type="none" w="med" len="med"/>
              </a:ln>
            </p:spPr>
          </p:sp>
          <p:sp>
            <p:nvSpPr>
              <p:cNvPr id="71822" name="Line 143"/>
              <p:cNvSpPr/>
              <p:nvPr/>
            </p:nvSpPr>
            <p:spPr>
              <a:xfrm>
                <a:off x="3839" y="1004"/>
                <a:ext cx="1" cy="3"/>
              </a:xfrm>
              <a:prstGeom prst="line">
                <a:avLst/>
              </a:prstGeom>
              <a:ln w="0" cap="flat" cmpd="sng">
                <a:solidFill>
                  <a:srgbClr val="FF0000"/>
                </a:solidFill>
                <a:prstDash val="solid"/>
                <a:round/>
                <a:headEnd type="none" w="med" len="med"/>
                <a:tailEnd type="none" w="med" len="med"/>
              </a:ln>
            </p:spPr>
          </p:sp>
          <p:sp>
            <p:nvSpPr>
              <p:cNvPr id="71823" name="Rectangle 144"/>
              <p:cNvSpPr/>
              <p:nvPr/>
            </p:nvSpPr>
            <p:spPr>
              <a:xfrm>
                <a:off x="3842" y="1004"/>
                <a:ext cx="41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24" name="Line 145"/>
              <p:cNvSpPr/>
              <p:nvPr/>
            </p:nvSpPr>
            <p:spPr>
              <a:xfrm>
                <a:off x="3842" y="1004"/>
                <a:ext cx="415" cy="1"/>
              </a:xfrm>
              <a:prstGeom prst="line">
                <a:avLst/>
              </a:prstGeom>
              <a:ln w="0" cap="flat" cmpd="sng">
                <a:solidFill>
                  <a:srgbClr val="FF0000"/>
                </a:solidFill>
                <a:prstDash val="solid"/>
                <a:round/>
                <a:headEnd type="none" w="med" len="med"/>
                <a:tailEnd type="none" w="med" len="med"/>
              </a:ln>
            </p:spPr>
          </p:sp>
          <p:sp>
            <p:nvSpPr>
              <p:cNvPr id="71825" name="Rectangle 146"/>
              <p:cNvSpPr/>
              <p:nvPr/>
            </p:nvSpPr>
            <p:spPr>
              <a:xfrm>
                <a:off x="4257"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26" name="Line 147"/>
              <p:cNvSpPr/>
              <p:nvPr/>
            </p:nvSpPr>
            <p:spPr>
              <a:xfrm>
                <a:off x="4257" y="1004"/>
                <a:ext cx="3" cy="1"/>
              </a:xfrm>
              <a:prstGeom prst="line">
                <a:avLst/>
              </a:prstGeom>
              <a:ln w="0" cap="flat" cmpd="sng">
                <a:solidFill>
                  <a:srgbClr val="FF0000"/>
                </a:solidFill>
                <a:prstDash val="solid"/>
                <a:round/>
                <a:headEnd type="none" w="med" len="med"/>
                <a:tailEnd type="none" w="med" len="med"/>
              </a:ln>
            </p:spPr>
          </p:sp>
          <p:sp>
            <p:nvSpPr>
              <p:cNvPr id="71827" name="Line 148"/>
              <p:cNvSpPr/>
              <p:nvPr/>
            </p:nvSpPr>
            <p:spPr>
              <a:xfrm>
                <a:off x="4257" y="1004"/>
                <a:ext cx="1" cy="3"/>
              </a:xfrm>
              <a:prstGeom prst="line">
                <a:avLst/>
              </a:prstGeom>
              <a:ln w="0" cap="flat" cmpd="sng">
                <a:solidFill>
                  <a:srgbClr val="FF0000"/>
                </a:solidFill>
                <a:prstDash val="solid"/>
                <a:round/>
                <a:headEnd type="none" w="med" len="med"/>
                <a:tailEnd type="none" w="med" len="med"/>
              </a:ln>
            </p:spPr>
          </p:sp>
          <p:sp>
            <p:nvSpPr>
              <p:cNvPr id="71828" name="Rectangle 149"/>
              <p:cNvSpPr/>
              <p:nvPr/>
            </p:nvSpPr>
            <p:spPr>
              <a:xfrm>
                <a:off x="4260" y="1004"/>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29" name="Line 150"/>
              <p:cNvSpPr/>
              <p:nvPr/>
            </p:nvSpPr>
            <p:spPr>
              <a:xfrm>
                <a:off x="4260" y="1004"/>
                <a:ext cx="414" cy="1"/>
              </a:xfrm>
              <a:prstGeom prst="line">
                <a:avLst/>
              </a:prstGeom>
              <a:ln w="0" cap="flat" cmpd="sng">
                <a:solidFill>
                  <a:srgbClr val="FF0000"/>
                </a:solidFill>
                <a:prstDash val="solid"/>
                <a:round/>
                <a:headEnd type="none" w="med" len="med"/>
                <a:tailEnd type="none" w="med" len="med"/>
              </a:ln>
            </p:spPr>
          </p:sp>
          <p:sp>
            <p:nvSpPr>
              <p:cNvPr id="71830" name="Rectangle 151"/>
              <p:cNvSpPr/>
              <p:nvPr/>
            </p:nvSpPr>
            <p:spPr>
              <a:xfrm>
                <a:off x="4674"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31" name="Line 152"/>
              <p:cNvSpPr/>
              <p:nvPr/>
            </p:nvSpPr>
            <p:spPr>
              <a:xfrm>
                <a:off x="4674" y="1004"/>
                <a:ext cx="3" cy="1"/>
              </a:xfrm>
              <a:prstGeom prst="line">
                <a:avLst/>
              </a:prstGeom>
              <a:ln w="0" cap="flat" cmpd="sng">
                <a:solidFill>
                  <a:srgbClr val="FF0000"/>
                </a:solidFill>
                <a:prstDash val="solid"/>
                <a:round/>
                <a:headEnd type="none" w="med" len="med"/>
                <a:tailEnd type="none" w="med" len="med"/>
              </a:ln>
            </p:spPr>
          </p:sp>
          <p:sp>
            <p:nvSpPr>
              <p:cNvPr id="71832" name="Line 153"/>
              <p:cNvSpPr/>
              <p:nvPr/>
            </p:nvSpPr>
            <p:spPr>
              <a:xfrm>
                <a:off x="4674" y="1004"/>
                <a:ext cx="1" cy="3"/>
              </a:xfrm>
              <a:prstGeom prst="line">
                <a:avLst/>
              </a:prstGeom>
              <a:ln w="0" cap="flat" cmpd="sng">
                <a:solidFill>
                  <a:srgbClr val="FF0000"/>
                </a:solidFill>
                <a:prstDash val="solid"/>
                <a:round/>
                <a:headEnd type="none" w="med" len="med"/>
                <a:tailEnd type="none" w="med" len="med"/>
              </a:ln>
            </p:spPr>
          </p:sp>
          <p:sp>
            <p:nvSpPr>
              <p:cNvPr id="71833" name="Rectangle 154"/>
              <p:cNvSpPr/>
              <p:nvPr/>
            </p:nvSpPr>
            <p:spPr>
              <a:xfrm>
                <a:off x="431" y="1007"/>
                <a:ext cx="2"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34" name="Line 155"/>
              <p:cNvSpPr/>
              <p:nvPr/>
            </p:nvSpPr>
            <p:spPr>
              <a:xfrm>
                <a:off x="431" y="1007"/>
                <a:ext cx="1" cy="248"/>
              </a:xfrm>
              <a:prstGeom prst="line">
                <a:avLst/>
              </a:prstGeom>
              <a:ln w="0" cap="flat" cmpd="sng">
                <a:solidFill>
                  <a:srgbClr val="FF0000"/>
                </a:solidFill>
                <a:prstDash val="solid"/>
                <a:round/>
                <a:headEnd type="none" w="med" len="med"/>
                <a:tailEnd type="none" w="med" len="med"/>
              </a:ln>
            </p:spPr>
          </p:sp>
          <p:sp>
            <p:nvSpPr>
              <p:cNvPr id="71835" name="Rectangle 156"/>
              <p:cNvSpPr/>
              <p:nvPr/>
            </p:nvSpPr>
            <p:spPr>
              <a:xfrm>
                <a:off x="802"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36" name="Line 157"/>
              <p:cNvSpPr/>
              <p:nvPr/>
            </p:nvSpPr>
            <p:spPr>
              <a:xfrm>
                <a:off x="802" y="1007"/>
                <a:ext cx="1" cy="248"/>
              </a:xfrm>
              <a:prstGeom prst="line">
                <a:avLst/>
              </a:prstGeom>
              <a:ln w="0" cap="flat" cmpd="sng">
                <a:solidFill>
                  <a:srgbClr val="FF0000"/>
                </a:solidFill>
                <a:prstDash val="solid"/>
                <a:round/>
                <a:headEnd type="none" w="med" len="med"/>
                <a:tailEnd type="none" w="med" len="med"/>
              </a:ln>
            </p:spPr>
          </p:sp>
          <p:sp>
            <p:nvSpPr>
              <p:cNvPr id="71837" name="Rectangle 158"/>
              <p:cNvSpPr/>
              <p:nvPr/>
            </p:nvSpPr>
            <p:spPr>
              <a:xfrm>
                <a:off x="1177"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38" name="Line 159"/>
              <p:cNvSpPr/>
              <p:nvPr/>
            </p:nvSpPr>
            <p:spPr>
              <a:xfrm>
                <a:off x="1177" y="1007"/>
                <a:ext cx="1" cy="248"/>
              </a:xfrm>
              <a:prstGeom prst="line">
                <a:avLst/>
              </a:prstGeom>
              <a:ln w="0" cap="flat" cmpd="sng">
                <a:solidFill>
                  <a:srgbClr val="FF0000"/>
                </a:solidFill>
                <a:prstDash val="solid"/>
                <a:round/>
                <a:headEnd type="none" w="med" len="med"/>
                <a:tailEnd type="none" w="med" len="med"/>
              </a:ln>
            </p:spPr>
          </p:sp>
          <p:sp>
            <p:nvSpPr>
              <p:cNvPr id="71839" name="Rectangle 160"/>
              <p:cNvSpPr/>
              <p:nvPr/>
            </p:nvSpPr>
            <p:spPr>
              <a:xfrm>
                <a:off x="1551"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40" name="Line 161"/>
              <p:cNvSpPr/>
              <p:nvPr/>
            </p:nvSpPr>
            <p:spPr>
              <a:xfrm>
                <a:off x="1551" y="1007"/>
                <a:ext cx="1" cy="248"/>
              </a:xfrm>
              <a:prstGeom prst="line">
                <a:avLst/>
              </a:prstGeom>
              <a:ln w="0" cap="flat" cmpd="sng">
                <a:solidFill>
                  <a:srgbClr val="FF0000"/>
                </a:solidFill>
                <a:prstDash val="solid"/>
                <a:round/>
                <a:headEnd type="none" w="med" len="med"/>
                <a:tailEnd type="none" w="med" len="med"/>
              </a:ln>
            </p:spPr>
          </p:sp>
          <p:sp>
            <p:nvSpPr>
              <p:cNvPr id="71841" name="Rectangle 162"/>
              <p:cNvSpPr/>
              <p:nvPr/>
            </p:nvSpPr>
            <p:spPr>
              <a:xfrm>
                <a:off x="1926"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42" name="Line 163"/>
              <p:cNvSpPr/>
              <p:nvPr/>
            </p:nvSpPr>
            <p:spPr>
              <a:xfrm>
                <a:off x="1926" y="1007"/>
                <a:ext cx="1" cy="248"/>
              </a:xfrm>
              <a:prstGeom prst="line">
                <a:avLst/>
              </a:prstGeom>
              <a:ln w="0" cap="flat" cmpd="sng">
                <a:solidFill>
                  <a:srgbClr val="FF0000"/>
                </a:solidFill>
                <a:prstDash val="solid"/>
                <a:round/>
                <a:headEnd type="none" w="med" len="med"/>
                <a:tailEnd type="none" w="med" len="med"/>
              </a:ln>
            </p:spPr>
          </p:sp>
          <p:sp>
            <p:nvSpPr>
              <p:cNvPr id="71843" name="Rectangle 164"/>
              <p:cNvSpPr/>
              <p:nvPr/>
            </p:nvSpPr>
            <p:spPr>
              <a:xfrm>
                <a:off x="2301"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44" name="Line 165"/>
              <p:cNvSpPr/>
              <p:nvPr/>
            </p:nvSpPr>
            <p:spPr>
              <a:xfrm>
                <a:off x="2301" y="1007"/>
                <a:ext cx="1" cy="248"/>
              </a:xfrm>
              <a:prstGeom prst="line">
                <a:avLst/>
              </a:prstGeom>
              <a:ln w="0" cap="flat" cmpd="sng">
                <a:solidFill>
                  <a:srgbClr val="FF0000"/>
                </a:solidFill>
                <a:prstDash val="solid"/>
                <a:round/>
                <a:headEnd type="none" w="med" len="med"/>
                <a:tailEnd type="none" w="med" len="med"/>
              </a:ln>
            </p:spPr>
          </p:sp>
          <p:sp>
            <p:nvSpPr>
              <p:cNvPr id="71845" name="Rectangle 166"/>
              <p:cNvSpPr/>
              <p:nvPr/>
            </p:nvSpPr>
            <p:spPr>
              <a:xfrm>
                <a:off x="2672"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46" name="Line 167"/>
              <p:cNvSpPr/>
              <p:nvPr/>
            </p:nvSpPr>
            <p:spPr>
              <a:xfrm>
                <a:off x="2672" y="1007"/>
                <a:ext cx="1" cy="248"/>
              </a:xfrm>
              <a:prstGeom prst="line">
                <a:avLst/>
              </a:prstGeom>
              <a:ln w="0" cap="flat" cmpd="sng">
                <a:solidFill>
                  <a:srgbClr val="FF0000"/>
                </a:solidFill>
                <a:prstDash val="solid"/>
                <a:round/>
                <a:headEnd type="none" w="med" len="med"/>
                <a:tailEnd type="none" w="med" len="med"/>
              </a:ln>
            </p:spPr>
          </p:sp>
          <p:sp>
            <p:nvSpPr>
              <p:cNvPr id="71847" name="Rectangle 168"/>
              <p:cNvSpPr/>
              <p:nvPr/>
            </p:nvSpPr>
            <p:spPr>
              <a:xfrm>
                <a:off x="3047"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48" name="Line 169"/>
              <p:cNvSpPr/>
              <p:nvPr/>
            </p:nvSpPr>
            <p:spPr>
              <a:xfrm>
                <a:off x="3047" y="1007"/>
                <a:ext cx="1" cy="248"/>
              </a:xfrm>
              <a:prstGeom prst="line">
                <a:avLst/>
              </a:prstGeom>
              <a:ln w="0" cap="flat" cmpd="sng">
                <a:solidFill>
                  <a:srgbClr val="FF0000"/>
                </a:solidFill>
                <a:prstDash val="solid"/>
                <a:round/>
                <a:headEnd type="none" w="med" len="med"/>
                <a:tailEnd type="none" w="med" len="med"/>
              </a:ln>
            </p:spPr>
          </p:sp>
          <p:sp>
            <p:nvSpPr>
              <p:cNvPr id="71849" name="Rectangle 170"/>
              <p:cNvSpPr/>
              <p:nvPr/>
            </p:nvSpPr>
            <p:spPr>
              <a:xfrm>
                <a:off x="3422"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50" name="Line 171"/>
              <p:cNvSpPr/>
              <p:nvPr/>
            </p:nvSpPr>
            <p:spPr>
              <a:xfrm>
                <a:off x="3422" y="1007"/>
                <a:ext cx="1" cy="248"/>
              </a:xfrm>
              <a:prstGeom prst="line">
                <a:avLst/>
              </a:prstGeom>
              <a:ln w="0" cap="flat" cmpd="sng">
                <a:solidFill>
                  <a:srgbClr val="FF0000"/>
                </a:solidFill>
                <a:prstDash val="solid"/>
                <a:round/>
                <a:headEnd type="none" w="med" len="med"/>
                <a:tailEnd type="none" w="med" len="med"/>
              </a:ln>
            </p:spPr>
          </p:sp>
          <p:sp>
            <p:nvSpPr>
              <p:cNvPr id="71851" name="Rectangle 172"/>
              <p:cNvSpPr/>
              <p:nvPr/>
            </p:nvSpPr>
            <p:spPr>
              <a:xfrm>
                <a:off x="3839"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52" name="Line 173"/>
              <p:cNvSpPr/>
              <p:nvPr/>
            </p:nvSpPr>
            <p:spPr>
              <a:xfrm>
                <a:off x="3839" y="1007"/>
                <a:ext cx="1" cy="248"/>
              </a:xfrm>
              <a:prstGeom prst="line">
                <a:avLst/>
              </a:prstGeom>
              <a:ln w="0" cap="flat" cmpd="sng">
                <a:solidFill>
                  <a:srgbClr val="FF0000"/>
                </a:solidFill>
                <a:prstDash val="solid"/>
                <a:round/>
                <a:headEnd type="none" w="med" len="med"/>
                <a:tailEnd type="none" w="med" len="med"/>
              </a:ln>
            </p:spPr>
          </p:sp>
          <p:sp>
            <p:nvSpPr>
              <p:cNvPr id="71853" name="Rectangle 174"/>
              <p:cNvSpPr/>
              <p:nvPr/>
            </p:nvSpPr>
            <p:spPr>
              <a:xfrm>
                <a:off x="4257"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54" name="Line 175"/>
              <p:cNvSpPr/>
              <p:nvPr/>
            </p:nvSpPr>
            <p:spPr>
              <a:xfrm>
                <a:off x="4257" y="1007"/>
                <a:ext cx="1" cy="248"/>
              </a:xfrm>
              <a:prstGeom prst="line">
                <a:avLst/>
              </a:prstGeom>
              <a:ln w="0" cap="flat" cmpd="sng">
                <a:solidFill>
                  <a:srgbClr val="FF0000"/>
                </a:solidFill>
                <a:prstDash val="solid"/>
                <a:round/>
                <a:headEnd type="none" w="med" len="med"/>
                <a:tailEnd type="none" w="med" len="med"/>
              </a:ln>
            </p:spPr>
          </p:sp>
          <p:sp>
            <p:nvSpPr>
              <p:cNvPr id="71855" name="Rectangle 176"/>
              <p:cNvSpPr/>
              <p:nvPr/>
            </p:nvSpPr>
            <p:spPr>
              <a:xfrm>
                <a:off x="4674"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56" name="Line 177"/>
              <p:cNvSpPr/>
              <p:nvPr/>
            </p:nvSpPr>
            <p:spPr>
              <a:xfrm>
                <a:off x="4674" y="1007"/>
                <a:ext cx="1" cy="248"/>
              </a:xfrm>
              <a:prstGeom prst="line">
                <a:avLst/>
              </a:prstGeom>
              <a:ln w="0" cap="flat" cmpd="sng">
                <a:solidFill>
                  <a:srgbClr val="FF0000"/>
                </a:solidFill>
                <a:prstDash val="solid"/>
                <a:round/>
                <a:headEnd type="none" w="med" len="med"/>
                <a:tailEnd type="none" w="med" len="med"/>
              </a:ln>
            </p:spPr>
          </p:sp>
          <p:sp>
            <p:nvSpPr>
              <p:cNvPr id="71857" name="Rectangle 178"/>
              <p:cNvSpPr/>
              <p:nvPr/>
            </p:nvSpPr>
            <p:spPr>
              <a:xfrm>
                <a:off x="559" y="1276"/>
                <a:ext cx="194"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858" name="Rectangle 179"/>
              <p:cNvSpPr/>
              <p:nvPr/>
            </p:nvSpPr>
            <p:spPr>
              <a:xfrm>
                <a:off x="703" y="1276"/>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59" name="Rectangle 180"/>
              <p:cNvSpPr/>
              <p:nvPr/>
            </p:nvSpPr>
            <p:spPr>
              <a:xfrm>
                <a:off x="934" y="1276"/>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860" name="Rectangle 181"/>
              <p:cNvSpPr/>
              <p:nvPr/>
            </p:nvSpPr>
            <p:spPr>
              <a:xfrm>
                <a:off x="1079" y="1276"/>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61" name="Rectangle 182"/>
              <p:cNvSpPr/>
              <p:nvPr/>
            </p:nvSpPr>
            <p:spPr>
              <a:xfrm>
                <a:off x="1311" y="1276"/>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862" name="Rectangle 183"/>
              <p:cNvSpPr/>
              <p:nvPr/>
            </p:nvSpPr>
            <p:spPr>
              <a:xfrm>
                <a:off x="1451"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63" name="Rectangle 184"/>
              <p:cNvSpPr/>
              <p:nvPr/>
            </p:nvSpPr>
            <p:spPr>
              <a:xfrm>
                <a:off x="1684" y="1276"/>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864" name="Rectangle 185"/>
              <p:cNvSpPr/>
              <p:nvPr/>
            </p:nvSpPr>
            <p:spPr>
              <a:xfrm>
                <a:off x="1827"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65" name="Rectangle 186"/>
              <p:cNvSpPr/>
              <p:nvPr/>
            </p:nvSpPr>
            <p:spPr>
              <a:xfrm>
                <a:off x="2057" y="1276"/>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866" name="Rectangle 187"/>
              <p:cNvSpPr/>
              <p:nvPr/>
            </p:nvSpPr>
            <p:spPr>
              <a:xfrm>
                <a:off x="2199" y="1276"/>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67" name="Rectangle 188"/>
              <p:cNvSpPr/>
              <p:nvPr/>
            </p:nvSpPr>
            <p:spPr>
              <a:xfrm>
                <a:off x="2431" y="1276"/>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868" name="Rectangle 189"/>
              <p:cNvSpPr/>
              <p:nvPr/>
            </p:nvSpPr>
            <p:spPr>
              <a:xfrm>
                <a:off x="2571"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69" name="Rectangle 190"/>
              <p:cNvSpPr/>
              <p:nvPr/>
            </p:nvSpPr>
            <p:spPr>
              <a:xfrm>
                <a:off x="2805" y="1276"/>
                <a:ext cx="194"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870" name="Rectangle 191"/>
              <p:cNvSpPr/>
              <p:nvPr/>
            </p:nvSpPr>
            <p:spPr>
              <a:xfrm>
                <a:off x="2949" y="1276"/>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71" name="Rectangle 192"/>
              <p:cNvSpPr/>
              <p:nvPr/>
            </p:nvSpPr>
            <p:spPr>
              <a:xfrm>
                <a:off x="3223"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872" name="Rectangle 193"/>
              <p:cNvSpPr/>
              <p:nvPr/>
            </p:nvSpPr>
            <p:spPr>
              <a:xfrm>
                <a:off x="3291"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73" name="Rectangle 194"/>
              <p:cNvSpPr/>
              <p:nvPr/>
            </p:nvSpPr>
            <p:spPr>
              <a:xfrm>
                <a:off x="3622"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874" name="Rectangle 195"/>
              <p:cNvSpPr/>
              <p:nvPr/>
            </p:nvSpPr>
            <p:spPr>
              <a:xfrm>
                <a:off x="3688"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75" name="Rectangle 196"/>
              <p:cNvSpPr/>
              <p:nvPr/>
            </p:nvSpPr>
            <p:spPr>
              <a:xfrm>
                <a:off x="4040"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876" name="Rectangle 197"/>
              <p:cNvSpPr/>
              <p:nvPr/>
            </p:nvSpPr>
            <p:spPr>
              <a:xfrm>
                <a:off x="4105"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77" name="Rectangle 198"/>
              <p:cNvSpPr/>
              <p:nvPr/>
            </p:nvSpPr>
            <p:spPr>
              <a:xfrm>
                <a:off x="4458"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878" name="Rectangle 199"/>
              <p:cNvSpPr/>
              <p:nvPr/>
            </p:nvSpPr>
            <p:spPr>
              <a:xfrm>
                <a:off x="4523"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79" name="Rectangle 200"/>
              <p:cNvSpPr/>
              <p:nvPr/>
            </p:nvSpPr>
            <p:spPr>
              <a:xfrm>
                <a:off x="431" y="1255"/>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80" name="Line 201"/>
              <p:cNvSpPr/>
              <p:nvPr/>
            </p:nvSpPr>
            <p:spPr>
              <a:xfrm>
                <a:off x="431" y="1255"/>
                <a:ext cx="2" cy="1"/>
              </a:xfrm>
              <a:prstGeom prst="line">
                <a:avLst/>
              </a:prstGeom>
              <a:ln w="0" cap="flat" cmpd="sng">
                <a:solidFill>
                  <a:srgbClr val="FF0000"/>
                </a:solidFill>
                <a:prstDash val="solid"/>
                <a:round/>
                <a:headEnd type="none" w="med" len="med"/>
                <a:tailEnd type="none" w="med" len="med"/>
              </a:ln>
            </p:spPr>
          </p:sp>
          <p:sp>
            <p:nvSpPr>
              <p:cNvPr id="71881" name="Line 202"/>
              <p:cNvSpPr/>
              <p:nvPr/>
            </p:nvSpPr>
            <p:spPr>
              <a:xfrm>
                <a:off x="431" y="1255"/>
                <a:ext cx="1" cy="3"/>
              </a:xfrm>
              <a:prstGeom prst="line">
                <a:avLst/>
              </a:prstGeom>
              <a:ln w="0" cap="flat" cmpd="sng">
                <a:solidFill>
                  <a:srgbClr val="FF0000"/>
                </a:solidFill>
                <a:prstDash val="solid"/>
                <a:round/>
                <a:headEnd type="none" w="med" len="med"/>
                <a:tailEnd type="none" w="med" len="med"/>
              </a:ln>
            </p:spPr>
          </p:sp>
          <p:sp>
            <p:nvSpPr>
              <p:cNvPr id="71882" name="Rectangle 203"/>
              <p:cNvSpPr/>
              <p:nvPr/>
            </p:nvSpPr>
            <p:spPr>
              <a:xfrm>
                <a:off x="433" y="1255"/>
                <a:ext cx="36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83" name="Line 204"/>
              <p:cNvSpPr/>
              <p:nvPr/>
            </p:nvSpPr>
            <p:spPr>
              <a:xfrm>
                <a:off x="433" y="1255"/>
                <a:ext cx="369" cy="1"/>
              </a:xfrm>
              <a:prstGeom prst="line">
                <a:avLst/>
              </a:prstGeom>
              <a:ln w="0" cap="flat" cmpd="sng">
                <a:solidFill>
                  <a:srgbClr val="FF0000"/>
                </a:solidFill>
                <a:prstDash val="solid"/>
                <a:round/>
                <a:headEnd type="none" w="med" len="med"/>
                <a:tailEnd type="none" w="med" len="med"/>
              </a:ln>
            </p:spPr>
          </p:sp>
          <p:sp>
            <p:nvSpPr>
              <p:cNvPr id="71884" name="Rectangle 205"/>
              <p:cNvSpPr/>
              <p:nvPr/>
            </p:nvSpPr>
            <p:spPr>
              <a:xfrm>
                <a:off x="802"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85" name="Line 206"/>
              <p:cNvSpPr/>
              <p:nvPr/>
            </p:nvSpPr>
            <p:spPr>
              <a:xfrm>
                <a:off x="802" y="1255"/>
                <a:ext cx="3" cy="1"/>
              </a:xfrm>
              <a:prstGeom prst="line">
                <a:avLst/>
              </a:prstGeom>
              <a:ln w="0" cap="flat" cmpd="sng">
                <a:solidFill>
                  <a:srgbClr val="FF0000"/>
                </a:solidFill>
                <a:prstDash val="solid"/>
                <a:round/>
                <a:headEnd type="none" w="med" len="med"/>
                <a:tailEnd type="none" w="med" len="med"/>
              </a:ln>
            </p:spPr>
          </p:sp>
          <p:sp>
            <p:nvSpPr>
              <p:cNvPr id="71886" name="Line 207"/>
              <p:cNvSpPr/>
              <p:nvPr/>
            </p:nvSpPr>
            <p:spPr>
              <a:xfrm>
                <a:off x="802" y="1255"/>
                <a:ext cx="1" cy="3"/>
              </a:xfrm>
              <a:prstGeom prst="line">
                <a:avLst/>
              </a:prstGeom>
              <a:ln w="0" cap="flat" cmpd="sng">
                <a:solidFill>
                  <a:srgbClr val="FF0000"/>
                </a:solidFill>
                <a:prstDash val="solid"/>
                <a:round/>
                <a:headEnd type="none" w="med" len="med"/>
                <a:tailEnd type="none" w="med" len="med"/>
              </a:ln>
            </p:spPr>
          </p:sp>
          <p:sp>
            <p:nvSpPr>
              <p:cNvPr id="71887" name="Rectangle 208"/>
              <p:cNvSpPr/>
              <p:nvPr/>
            </p:nvSpPr>
            <p:spPr>
              <a:xfrm>
                <a:off x="805" y="1255"/>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88" name="Line 209"/>
              <p:cNvSpPr/>
              <p:nvPr/>
            </p:nvSpPr>
            <p:spPr>
              <a:xfrm>
                <a:off x="805" y="1255"/>
                <a:ext cx="372" cy="1"/>
              </a:xfrm>
              <a:prstGeom prst="line">
                <a:avLst/>
              </a:prstGeom>
              <a:ln w="0" cap="flat" cmpd="sng">
                <a:solidFill>
                  <a:srgbClr val="FF0000"/>
                </a:solidFill>
                <a:prstDash val="solid"/>
                <a:round/>
                <a:headEnd type="none" w="med" len="med"/>
                <a:tailEnd type="none" w="med" len="med"/>
              </a:ln>
            </p:spPr>
          </p:sp>
          <p:sp>
            <p:nvSpPr>
              <p:cNvPr id="71889" name="Rectangle 210"/>
              <p:cNvSpPr/>
              <p:nvPr/>
            </p:nvSpPr>
            <p:spPr>
              <a:xfrm>
                <a:off x="1177"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90" name="Line 211"/>
              <p:cNvSpPr/>
              <p:nvPr/>
            </p:nvSpPr>
            <p:spPr>
              <a:xfrm>
                <a:off x="1177" y="1255"/>
                <a:ext cx="3" cy="1"/>
              </a:xfrm>
              <a:prstGeom prst="line">
                <a:avLst/>
              </a:prstGeom>
              <a:ln w="0" cap="flat" cmpd="sng">
                <a:solidFill>
                  <a:srgbClr val="FF0000"/>
                </a:solidFill>
                <a:prstDash val="solid"/>
                <a:round/>
                <a:headEnd type="none" w="med" len="med"/>
                <a:tailEnd type="none" w="med" len="med"/>
              </a:ln>
            </p:spPr>
          </p:sp>
          <p:sp>
            <p:nvSpPr>
              <p:cNvPr id="71891" name="Line 212"/>
              <p:cNvSpPr/>
              <p:nvPr/>
            </p:nvSpPr>
            <p:spPr>
              <a:xfrm>
                <a:off x="1177" y="1255"/>
                <a:ext cx="1" cy="3"/>
              </a:xfrm>
              <a:prstGeom prst="line">
                <a:avLst/>
              </a:prstGeom>
              <a:ln w="0" cap="flat" cmpd="sng">
                <a:solidFill>
                  <a:srgbClr val="FF0000"/>
                </a:solidFill>
                <a:prstDash val="solid"/>
                <a:round/>
                <a:headEnd type="none" w="med" len="med"/>
                <a:tailEnd type="none" w="med" len="med"/>
              </a:ln>
            </p:spPr>
          </p:sp>
          <p:sp>
            <p:nvSpPr>
              <p:cNvPr id="71892" name="Rectangle 213"/>
              <p:cNvSpPr/>
              <p:nvPr/>
            </p:nvSpPr>
            <p:spPr>
              <a:xfrm>
                <a:off x="1180" y="1255"/>
                <a:ext cx="371"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93" name="Line 214"/>
              <p:cNvSpPr/>
              <p:nvPr/>
            </p:nvSpPr>
            <p:spPr>
              <a:xfrm>
                <a:off x="1180" y="1255"/>
                <a:ext cx="371" cy="1"/>
              </a:xfrm>
              <a:prstGeom prst="line">
                <a:avLst/>
              </a:prstGeom>
              <a:ln w="0" cap="flat" cmpd="sng">
                <a:solidFill>
                  <a:srgbClr val="FF0000"/>
                </a:solidFill>
                <a:prstDash val="solid"/>
                <a:round/>
                <a:headEnd type="none" w="med" len="med"/>
                <a:tailEnd type="none" w="med" len="med"/>
              </a:ln>
            </p:spPr>
          </p:sp>
          <p:sp>
            <p:nvSpPr>
              <p:cNvPr id="71894" name="Rectangle 215"/>
              <p:cNvSpPr/>
              <p:nvPr/>
            </p:nvSpPr>
            <p:spPr>
              <a:xfrm>
                <a:off x="1551"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95" name="Line 216"/>
              <p:cNvSpPr/>
              <p:nvPr/>
            </p:nvSpPr>
            <p:spPr>
              <a:xfrm>
                <a:off x="1551" y="1255"/>
                <a:ext cx="3" cy="1"/>
              </a:xfrm>
              <a:prstGeom prst="line">
                <a:avLst/>
              </a:prstGeom>
              <a:ln w="0" cap="flat" cmpd="sng">
                <a:solidFill>
                  <a:srgbClr val="FF0000"/>
                </a:solidFill>
                <a:prstDash val="solid"/>
                <a:round/>
                <a:headEnd type="none" w="med" len="med"/>
                <a:tailEnd type="none" w="med" len="med"/>
              </a:ln>
            </p:spPr>
          </p:sp>
          <p:sp>
            <p:nvSpPr>
              <p:cNvPr id="71896" name="Line 217"/>
              <p:cNvSpPr/>
              <p:nvPr/>
            </p:nvSpPr>
            <p:spPr>
              <a:xfrm>
                <a:off x="1551" y="1255"/>
                <a:ext cx="1" cy="3"/>
              </a:xfrm>
              <a:prstGeom prst="line">
                <a:avLst/>
              </a:prstGeom>
              <a:ln w="0" cap="flat" cmpd="sng">
                <a:solidFill>
                  <a:srgbClr val="FF0000"/>
                </a:solidFill>
                <a:prstDash val="solid"/>
                <a:round/>
                <a:headEnd type="none" w="med" len="med"/>
                <a:tailEnd type="none" w="med" len="med"/>
              </a:ln>
            </p:spPr>
          </p:sp>
          <p:sp>
            <p:nvSpPr>
              <p:cNvPr id="71897" name="Rectangle 218"/>
              <p:cNvSpPr/>
              <p:nvPr/>
            </p:nvSpPr>
            <p:spPr>
              <a:xfrm>
                <a:off x="1554" y="1255"/>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98" name="Line 219"/>
              <p:cNvSpPr/>
              <p:nvPr/>
            </p:nvSpPr>
            <p:spPr>
              <a:xfrm>
                <a:off x="1554" y="1255"/>
                <a:ext cx="372" cy="1"/>
              </a:xfrm>
              <a:prstGeom prst="line">
                <a:avLst/>
              </a:prstGeom>
              <a:ln w="0" cap="flat" cmpd="sng">
                <a:solidFill>
                  <a:srgbClr val="FF0000"/>
                </a:solidFill>
                <a:prstDash val="solid"/>
                <a:round/>
                <a:headEnd type="none" w="med" len="med"/>
                <a:tailEnd type="none" w="med" len="med"/>
              </a:ln>
            </p:spPr>
          </p:sp>
          <p:sp>
            <p:nvSpPr>
              <p:cNvPr id="71899" name="Rectangle 220"/>
              <p:cNvSpPr/>
              <p:nvPr/>
            </p:nvSpPr>
            <p:spPr>
              <a:xfrm>
                <a:off x="1926"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00" name="Line 221"/>
              <p:cNvSpPr/>
              <p:nvPr/>
            </p:nvSpPr>
            <p:spPr>
              <a:xfrm>
                <a:off x="1926" y="1255"/>
                <a:ext cx="3" cy="1"/>
              </a:xfrm>
              <a:prstGeom prst="line">
                <a:avLst/>
              </a:prstGeom>
              <a:ln w="0" cap="flat" cmpd="sng">
                <a:solidFill>
                  <a:srgbClr val="FF0000"/>
                </a:solidFill>
                <a:prstDash val="solid"/>
                <a:round/>
                <a:headEnd type="none" w="med" len="med"/>
                <a:tailEnd type="none" w="med" len="med"/>
              </a:ln>
            </p:spPr>
          </p:sp>
          <p:sp>
            <p:nvSpPr>
              <p:cNvPr id="71901" name="Line 222"/>
              <p:cNvSpPr/>
              <p:nvPr/>
            </p:nvSpPr>
            <p:spPr>
              <a:xfrm>
                <a:off x="1926" y="1255"/>
                <a:ext cx="1" cy="3"/>
              </a:xfrm>
              <a:prstGeom prst="line">
                <a:avLst/>
              </a:prstGeom>
              <a:ln w="0" cap="flat" cmpd="sng">
                <a:solidFill>
                  <a:srgbClr val="FF0000"/>
                </a:solidFill>
                <a:prstDash val="solid"/>
                <a:round/>
                <a:headEnd type="none" w="med" len="med"/>
                <a:tailEnd type="none" w="med" len="med"/>
              </a:ln>
            </p:spPr>
          </p:sp>
          <p:sp>
            <p:nvSpPr>
              <p:cNvPr id="71902" name="Rectangle 223"/>
              <p:cNvSpPr/>
              <p:nvPr/>
            </p:nvSpPr>
            <p:spPr>
              <a:xfrm>
                <a:off x="1929" y="1255"/>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03" name="Line 224"/>
              <p:cNvSpPr/>
              <p:nvPr/>
            </p:nvSpPr>
            <p:spPr>
              <a:xfrm>
                <a:off x="1929" y="1255"/>
                <a:ext cx="372" cy="1"/>
              </a:xfrm>
              <a:prstGeom prst="line">
                <a:avLst/>
              </a:prstGeom>
              <a:ln w="0" cap="flat" cmpd="sng">
                <a:solidFill>
                  <a:srgbClr val="FF0000"/>
                </a:solidFill>
                <a:prstDash val="solid"/>
                <a:round/>
                <a:headEnd type="none" w="med" len="med"/>
                <a:tailEnd type="none" w="med" len="med"/>
              </a:ln>
            </p:spPr>
          </p:sp>
          <p:sp>
            <p:nvSpPr>
              <p:cNvPr id="71904" name="Rectangle 225"/>
              <p:cNvSpPr/>
              <p:nvPr/>
            </p:nvSpPr>
            <p:spPr>
              <a:xfrm>
                <a:off x="2301"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05" name="Line 226"/>
              <p:cNvSpPr/>
              <p:nvPr/>
            </p:nvSpPr>
            <p:spPr>
              <a:xfrm>
                <a:off x="2301" y="1255"/>
                <a:ext cx="3" cy="1"/>
              </a:xfrm>
              <a:prstGeom prst="line">
                <a:avLst/>
              </a:prstGeom>
              <a:ln w="0" cap="flat" cmpd="sng">
                <a:solidFill>
                  <a:srgbClr val="FF0000"/>
                </a:solidFill>
                <a:prstDash val="solid"/>
                <a:round/>
                <a:headEnd type="none" w="med" len="med"/>
                <a:tailEnd type="none" w="med" len="med"/>
              </a:ln>
            </p:spPr>
          </p:sp>
          <p:sp>
            <p:nvSpPr>
              <p:cNvPr id="71906" name="Line 227"/>
              <p:cNvSpPr/>
              <p:nvPr/>
            </p:nvSpPr>
            <p:spPr>
              <a:xfrm>
                <a:off x="2301" y="1255"/>
                <a:ext cx="1" cy="3"/>
              </a:xfrm>
              <a:prstGeom prst="line">
                <a:avLst/>
              </a:prstGeom>
              <a:ln w="0" cap="flat" cmpd="sng">
                <a:solidFill>
                  <a:srgbClr val="FF0000"/>
                </a:solidFill>
                <a:prstDash val="solid"/>
                <a:round/>
                <a:headEnd type="none" w="med" len="med"/>
                <a:tailEnd type="none" w="med" len="med"/>
              </a:ln>
            </p:spPr>
          </p:sp>
          <p:sp>
            <p:nvSpPr>
              <p:cNvPr id="71907" name="Rectangle 228"/>
              <p:cNvSpPr/>
              <p:nvPr/>
            </p:nvSpPr>
            <p:spPr>
              <a:xfrm>
                <a:off x="2304" y="1255"/>
                <a:ext cx="36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08" name="Line 229"/>
              <p:cNvSpPr/>
              <p:nvPr/>
            </p:nvSpPr>
            <p:spPr>
              <a:xfrm>
                <a:off x="2304" y="1255"/>
                <a:ext cx="368" cy="1"/>
              </a:xfrm>
              <a:prstGeom prst="line">
                <a:avLst/>
              </a:prstGeom>
              <a:ln w="0" cap="flat" cmpd="sng">
                <a:solidFill>
                  <a:srgbClr val="FF0000"/>
                </a:solidFill>
                <a:prstDash val="solid"/>
                <a:round/>
                <a:headEnd type="none" w="med" len="med"/>
                <a:tailEnd type="none" w="med" len="med"/>
              </a:ln>
            </p:spPr>
          </p:sp>
          <p:sp>
            <p:nvSpPr>
              <p:cNvPr id="71909" name="Rectangle 230"/>
              <p:cNvSpPr/>
              <p:nvPr/>
            </p:nvSpPr>
            <p:spPr>
              <a:xfrm>
                <a:off x="2672"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10" name="Line 231"/>
              <p:cNvSpPr/>
              <p:nvPr/>
            </p:nvSpPr>
            <p:spPr>
              <a:xfrm>
                <a:off x="2672" y="1255"/>
                <a:ext cx="3" cy="1"/>
              </a:xfrm>
              <a:prstGeom prst="line">
                <a:avLst/>
              </a:prstGeom>
              <a:ln w="0" cap="flat" cmpd="sng">
                <a:solidFill>
                  <a:srgbClr val="FF0000"/>
                </a:solidFill>
                <a:prstDash val="solid"/>
                <a:round/>
                <a:headEnd type="none" w="med" len="med"/>
                <a:tailEnd type="none" w="med" len="med"/>
              </a:ln>
            </p:spPr>
          </p:sp>
          <p:sp>
            <p:nvSpPr>
              <p:cNvPr id="71911" name="Line 232"/>
              <p:cNvSpPr/>
              <p:nvPr/>
            </p:nvSpPr>
            <p:spPr>
              <a:xfrm>
                <a:off x="2672" y="1255"/>
                <a:ext cx="1" cy="3"/>
              </a:xfrm>
              <a:prstGeom prst="line">
                <a:avLst/>
              </a:prstGeom>
              <a:ln w="0" cap="flat" cmpd="sng">
                <a:solidFill>
                  <a:srgbClr val="FF0000"/>
                </a:solidFill>
                <a:prstDash val="solid"/>
                <a:round/>
                <a:headEnd type="none" w="med" len="med"/>
                <a:tailEnd type="none" w="med" len="med"/>
              </a:ln>
            </p:spPr>
          </p:sp>
          <p:sp>
            <p:nvSpPr>
              <p:cNvPr id="71912" name="Rectangle 233"/>
              <p:cNvSpPr/>
              <p:nvPr/>
            </p:nvSpPr>
            <p:spPr>
              <a:xfrm>
                <a:off x="2675" y="1255"/>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13" name="Line 234"/>
              <p:cNvSpPr/>
              <p:nvPr/>
            </p:nvSpPr>
            <p:spPr>
              <a:xfrm>
                <a:off x="2675" y="1255"/>
                <a:ext cx="372" cy="1"/>
              </a:xfrm>
              <a:prstGeom prst="line">
                <a:avLst/>
              </a:prstGeom>
              <a:ln w="0" cap="flat" cmpd="sng">
                <a:solidFill>
                  <a:srgbClr val="FF0000"/>
                </a:solidFill>
                <a:prstDash val="solid"/>
                <a:round/>
                <a:headEnd type="none" w="med" len="med"/>
                <a:tailEnd type="none" w="med" len="med"/>
              </a:ln>
            </p:spPr>
          </p:sp>
          <p:sp>
            <p:nvSpPr>
              <p:cNvPr id="71914" name="Rectangle 235"/>
              <p:cNvSpPr/>
              <p:nvPr/>
            </p:nvSpPr>
            <p:spPr>
              <a:xfrm>
                <a:off x="3047"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15" name="Line 236"/>
              <p:cNvSpPr/>
              <p:nvPr/>
            </p:nvSpPr>
            <p:spPr>
              <a:xfrm>
                <a:off x="3047" y="1255"/>
                <a:ext cx="3" cy="1"/>
              </a:xfrm>
              <a:prstGeom prst="line">
                <a:avLst/>
              </a:prstGeom>
              <a:ln w="0" cap="flat" cmpd="sng">
                <a:solidFill>
                  <a:srgbClr val="FF0000"/>
                </a:solidFill>
                <a:prstDash val="solid"/>
                <a:round/>
                <a:headEnd type="none" w="med" len="med"/>
                <a:tailEnd type="none" w="med" len="med"/>
              </a:ln>
            </p:spPr>
          </p:sp>
          <p:sp>
            <p:nvSpPr>
              <p:cNvPr id="71916" name="Line 237"/>
              <p:cNvSpPr/>
              <p:nvPr/>
            </p:nvSpPr>
            <p:spPr>
              <a:xfrm>
                <a:off x="3047" y="1255"/>
                <a:ext cx="1" cy="3"/>
              </a:xfrm>
              <a:prstGeom prst="line">
                <a:avLst/>
              </a:prstGeom>
              <a:ln w="0" cap="flat" cmpd="sng">
                <a:solidFill>
                  <a:srgbClr val="FF0000"/>
                </a:solidFill>
                <a:prstDash val="solid"/>
                <a:round/>
                <a:headEnd type="none" w="med" len="med"/>
                <a:tailEnd type="none" w="med" len="med"/>
              </a:ln>
            </p:spPr>
          </p:sp>
          <p:sp>
            <p:nvSpPr>
              <p:cNvPr id="71917" name="Rectangle 238"/>
              <p:cNvSpPr/>
              <p:nvPr/>
            </p:nvSpPr>
            <p:spPr>
              <a:xfrm>
                <a:off x="3050" y="1255"/>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18" name="Line 239"/>
              <p:cNvSpPr/>
              <p:nvPr/>
            </p:nvSpPr>
            <p:spPr>
              <a:xfrm>
                <a:off x="3050" y="1255"/>
                <a:ext cx="372" cy="1"/>
              </a:xfrm>
              <a:prstGeom prst="line">
                <a:avLst/>
              </a:prstGeom>
              <a:ln w="0" cap="flat" cmpd="sng">
                <a:solidFill>
                  <a:srgbClr val="FF0000"/>
                </a:solidFill>
                <a:prstDash val="solid"/>
                <a:round/>
                <a:headEnd type="none" w="med" len="med"/>
                <a:tailEnd type="none" w="med" len="med"/>
              </a:ln>
            </p:spPr>
          </p:sp>
          <p:sp>
            <p:nvSpPr>
              <p:cNvPr id="71919" name="Rectangle 240"/>
              <p:cNvSpPr/>
              <p:nvPr/>
            </p:nvSpPr>
            <p:spPr>
              <a:xfrm>
                <a:off x="3422"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20" name="Line 241"/>
              <p:cNvSpPr/>
              <p:nvPr/>
            </p:nvSpPr>
            <p:spPr>
              <a:xfrm>
                <a:off x="3422" y="1255"/>
                <a:ext cx="3" cy="1"/>
              </a:xfrm>
              <a:prstGeom prst="line">
                <a:avLst/>
              </a:prstGeom>
              <a:ln w="0" cap="flat" cmpd="sng">
                <a:solidFill>
                  <a:srgbClr val="FF0000"/>
                </a:solidFill>
                <a:prstDash val="solid"/>
                <a:round/>
                <a:headEnd type="none" w="med" len="med"/>
                <a:tailEnd type="none" w="med" len="med"/>
              </a:ln>
            </p:spPr>
          </p:sp>
          <p:sp>
            <p:nvSpPr>
              <p:cNvPr id="71921" name="Line 242"/>
              <p:cNvSpPr/>
              <p:nvPr/>
            </p:nvSpPr>
            <p:spPr>
              <a:xfrm>
                <a:off x="3422" y="1255"/>
                <a:ext cx="1" cy="3"/>
              </a:xfrm>
              <a:prstGeom prst="line">
                <a:avLst/>
              </a:prstGeom>
              <a:ln w="0" cap="flat" cmpd="sng">
                <a:solidFill>
                  <a:srgbClr val="FF0000"/>
                </a:solidFill>
                <a:prstDash val="solid"/>
                <a:round/>
                <a:headEnd type="none" w="med" len="med"/>
                <a:tailEnd type="none" w="med" len="med"/>
              </a:ln>
            </p:spPr>
          </p:sp>
          <p:sp>
            <p:nvSpPr>
              <p:cNvPr id="71922" name="Rectangle 243"/>
              <p:cNvSpPr/>
              <p:nvPr/>
            </p:nvSpPr>
            <p:spPr>
              <a:xfrm>
                <a:off x="3425" y="1255"/>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23" name="Line 244"/>
              <p:cNvSpPr/>
              <p:nvPr/>
            </p:nvSpPr>
            <p:spPr>
              <a:xfrm>
                <a:off x="3425" y="1255"/>
                <a:ext cx="414" cy="1"/>
              </a:xfrm>
              <a:prstGeom prst="line">
                <a:avLst/>
              </a:prstGeom>
              <a:ln w="0" cap="flat" cmpd="sng">
                <a:solidFill>
                  <a:srgbClr val="FF0000"/>
                </a:solidFill>
                <a:prstDash val="solid"/>
                <a:round/>
                <a:headEnd type="none" w="med" len="med"/>
                <a:tailEnd type="none" w="med" len="med"/>
              </a:ln>
            </p:spPr>
          </p:sp>
          <p:sp>
            <p:nvSpPr>
              <p:cNvPr id="71924" name="Rectangle 245"/>
              <p:cNvSpPr/>
              <p:nvPr/>
            </p:nvSpPr>
            <p:spPr>
              <a:xfrm>
                <a:off x="3839"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25" name="Line 246"/>
              <p:cNvSpPr/>
              <p:nvPr/>
            </p:nvSpPr>
            <p:spPr>
              <a:xfrm>
                <a:off x="3839" y="1255"/>
                <a:ext cx="3" cy="1"/>
              </a:xfrm>
              <a:prstGeom prst="line">
                <a:avLst/>
              </a:prstGeom>
              <a:ln w="0" cap="flat" cmpd="sng">
                <a:solidFill>
                  <a:srgbClr val="FF0000"/>
                </a:solidFill>
                <a:prstDash val="solid"/>
                <a:round/>
                <a:headEnd type="none" w="med" len="med"/>
                <a:tailEnd type="none" w="med" len="med"/>
              </a:ln>
            </p:spPr>
          </p:sp>
          <p:sp>
            <p:nvSpPr>
              <p:cNvPr id="71926" name="Line 247"/>
              <p:cNvSpPr/>
              <p:nvPr/>
            </p:nvSpPr>
            <p:spPr>
              <a:xfrm>
                <a:off x="3839" y="1255"/>
                <a:ext cx="1" cy="3"/>
              </a:xfrm>
              <a:prstGeom prst="line">
                <a:avLst/>
              </a:prstGeom>
              <a:ln w="0" cap="flat" cmpd="sng">
                <a:solidFill>
                  <a:srgbClr val="FF0000"/>
                </a:solidFill>
                <a:prstDash val="solid"/>
                <a:round/>
                <a:headEnd type="none" w="med" len="med"/>
                <a:tailEnd type="none" w="med" len="med"/>
              </a:ln>
            </p:spPr>
          </p:sp>
          <p:sp>
            <p:nvSpPr>
              <p:cNvPr id="71927" name="Rectangle 248"/>
              <p:cNvSpPr/>
              <p:nvPr/>
            </p:nvSpPr>
            <p:spPr>
              <a:xfrm>
                <a:off x="3842" y="1255"/>
                <a:ext cx="41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28" name="Line 249"/>
              <p:cNvSpPr/>
              <p:nvPr/>
            </p:nvSpPr>
            <p:spPr>
              <a:xfrm>
                <a:off x="3842" y="1255"/>
                <a:ext cx="415" cy="1"/>
              </a:xfrm>
              <a:prstGeom prst="line">
                <a:avLst/>
              </a:prstGeom>
              <a:ln w="0" cap="flat" cmpd="sng">
                <a:solidFill>
                  <a:srgbClr val="FF0000"/>
                </a:solidFill>
                <a:prstDash val="solid"/>
                <a:round/>
                <a:headEnd type="none" w="med" len="med"/>
                <a:tailEnd type="none" w="med" len="med"/>
              </a:ln>
            </p:spPr>
          </p:sp>
          <p:sp>
            <p:nvSpPr>
              <p:cNvPr id="71929" name="Rectangle 250"/>
              <p:cNvSpPr/>
              <p:nvPr/>
            </p:nvSpPr>
            <p:spPr>
              <a:xfrm>
                <a:off x="4257"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30" name="Line 251"/>
              <p:cNvSpPr/>
              <p:nvPr/>
            </p:nvSpPr>
            <p:spPr>
              <a:xfrm>
                <a:off x="4257" y="1255"/>
                <a:ext cx="3" cy="1"/>
              </a:xfrm>
              <a:prstGeom prst="line">
                <a:avLst/>
              </a:prstGeom>
              <a:ln w="0" cap="flat" cmpd="sng">
                <a:solidFill>
                  <a:srgbClr val="FF0000"/>
                </a:solidFill>
                <a:prstDash val="solid"/>
                <a:round/>
                <a:headEnd type="none" w="med" len="med"/>
                <a:tailEnd type="none" w="med" len="med"/>
              </a:ln>
            </p:spPr>
          </p:sp>
          <p:sp>
            <p:nvSpPr>
              <p:cNvPr id="71931" name="Line 252"/>
              <p:cNvSpPr/>
              <p:nvPr/>
            </p:nvSpPr>
            <p:spPr>
              <a:xfrm>
                <a:off x="4257" y="1255"/>
                <a:ext cx="1" cy="3"/>
              </a:xfrm>
              <a:prstGeom prst="line">
                <a:avLst/>
              </a:prstGeom>
              <a:ln w="0" cap="flat" cmpd="sng">
                <a:solidFill>
                  <a:srgbClr val="FF0000"/>
                </a:solidFill>
                <a:prstDash val="solid"/>
                <a:round/>
                <a:headEnd type="none" w="med" len="med"/>
                <a:tailEnd type="none" w="med" len="med"/>
              </a:ln>
            </p:spPr>
          </p:sp>
          <p:sp>
            <p:nvSpPr>
              <p:cNvPr id="71932" name="Rectangle 253"/>
              <p:cNvSpPr/>
              <p:nvPr/>
            </p:nvSpPr>
            <p:spPr>
              <a:xfrm>
                <a:off x="4260" y="1255"/>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33" name="Line 254"/>
              <p:cNvSpPr/>
              <p:nvPr/>
            </p:nvSpPr>
            <p:spPr>
              <a:xfrm>
                <a:off x="4260" y="1255"/>
                <a:ext cx="414" cy="1"/>
              </a:xfrm>
              <a:prstGeom prst="line">
                <a:avLst/>
              </a:prstGeom>
              <a:ln w="0" cap="flat" cmpd="sng">
                <a:solidFill>
                  <a:srgbClr val="FF0000"/>
                </a:solidFill>
                <a:prstDash val="solid"/>
                <a:round/>
                <a:headEnd type="none" w="med" len="med"/>
                <a:tailEnd type="none" w="med" len="med"/>
              </a:ln>
            </p:spPr>
          </p:sp>
          <p:sp>
            <p:nvSpPr>
              <p:cNvPr id="71934" name="Rectangle 255"/>
              <p:cNvSpPr/>
              <p:nvPr/>
            </p:nvSpPr>
            <p:spPr>
              <a:xfrm>
                <a:off x="4674"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35" name="Line 256"/>
              <p:cNvSpPr/>
              <p:nvPr/>
            </p:nvSpPr>
            <p:spPr>
              <a:xfrm>
                <a:off x="4674" y="1255"/>
                <a:ext cx="3" cy="1"/>
              </a:xfrm>
              <a:prstGeom prst="line">
                <a:avLst/>
              </a:prstGeom>
              <a:ln w="0" cap="flat" cmpd="sng">
                <a:solidFill>
                  <a:srgbClr val="FF0000"/>
                </a:solidFill>
                <a:prstDash val="solid"/>
                <a:round/>
                <a:headEnd type="none" w="med" len="med"/>
                <a:tailEnd type="none" w="med" len="med"/>
              </a:ln>
            </p:spPr>
          </p:sp>
          <p:sp>
            <p:nvSpPr>
              <p:cNvPr id="71936" name="Line 257"/>
              <p:cNvSpPr/>
              <p:nvPr/>
            </p:nvSpPr>
            <p:spPr>
              <a:xfrm>
                <a:off x="4674" y="1255"/>
                <a:ext cx="1" cy="3"/>
              </a:xfrm>
              <a:prstGeom prst="line">
                <a:avLst/>
              </a:prstGeom>
              <a:ln w="0" cap="flat" cmpd="sng">
                <a:solidFill>
                  <a:srgbClr val="FF0000"/>
                </a:solidFill>
                <a:prstDash val="solid"/>
                <a:round/>
                <a:headEnd type="none" w="med" len="med"/>
                <a:tailEnd type="none" w="med" len="med"/>
              </a:ln>
            </p:spPr>
          </p:sp>
          <p:sp>
            <p:nvSpPr>
              <p:cNvPr id="71937" name="Rectangle 258"/>
              <p:cNvSpPr/>
              <p:nvPr/>
            </p:nvSpPr>
            <p:spPr>
              <a:xfrm>
                <a:off x="431" y="1258"/>
                <a:ext cx="2"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38" name="Line 259"/>
              <p:cNvSpPr/>
              <p:nvPr/>
            </p:nvSpPr>
            <p:spPr>
              <a:xfrm>
                <a:off x="431" y="1258"/>
                <a:ext cx="1" cy="251"/>
              </a:xfrm>
              <a:prstGeom prst="line">
                <a:avLst/>
              </a:prstGeom>
              <a:ln w="0" cap="flat" cmpd="sng">
                <a:solidFill>
                  <a:srgbClr val="FF0000"/>
                </a:solidFill>
                <a:prstDash val="solid"/>
                <a:round/>
                <a:headEnd type="none" w="med" len="med"/>
                <a:tailEnd type="none" w="med" len="med"/>
              </a:ln>
            </p:spPr>
          </p:sp>
          <p:sp>
            <p:nvSpPr>
              <p:cNvPr id="71939" name="Rectangle 260"/>
              <p:cNvSpPr/>
              <p:nvPr/>
            </p:nvSpPr>
            <p:spPr>
              <a:xfrm>
                <a:off x="802"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40" name="Line 261"/>
              <p:cNvSpPr/>
              <p:nvPr/>
            </p:nvSpPr>
            <p:spPr>
              <a:xfrm>
                <a:off x="802" y="1258"/>
                <a:ext cx="1" cy="251"/>
              </a:xfrm>
              <a:prstGeom prst="line">
                <a:avLst/>
              </a:prstGeom>
              <a:ln w="0" cap="flat" cmpd="sng">
                <a:solidFill>
                  <a:srgbClr val="FF0000"/>
                </a:solidFill>
                <a:prstDash val="solid"/>
                <a:round/>
                <a:headEnd type="none" w="med" len="med"/>
                <a:tailEnd type="none" w="med" len="med"/>
              </a:ln>
            </p:spPr>
          </p:sp>
          <p:sp>
            <p:nvSpPr>
              <p:cNvPr id="71941" name="Rectangle 262"/>
              <p:cNvSpPr/>
              <p:nvPr/>
            </p:nvSpPr>
            <p:spPr>
              <a:xfrm>
                <a:off x="1177"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42" name="Line 263"/>
              <p:cNvSpPr/>
              <p:nvPr/>
            </p:nvSpPr>
            <p:spPr>
              <a:xfrm>
                <a:off x="1177" y="1258"/>
                <a:ext cx="1" cy="251"/>
              </a:xfrm>
              <a:prstGeom prst="line">
                <a:avLst/>
              </a:prstGeom>
              <a:ln w="0" cap="flat" cmpd="sng">
                <a:solidFill>
                  <a:srgbClr val="FF0000"/>
                </a:solidFill>
                <a:prstDash val="solid"/>
                <a:round/>
                <a:headEnd type="none" w="med" len="med"/>
                <a:tailEnd type="none" w="med" len="med"/>
              </a:ln>
            </p:spPr>
          </p:sp>
          <p:sp>
            <p:nvSpPr>
              <p:cNvPr id="71943" name="Rectangle 264"/>
              <p:cNvSpPr/>
              <p:nvPr/>
            </p:nvSpPr>
            <p:spPr>
              <a:xfrm>
                <a:off x="1551"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44" name="Line 265"/>
              <p:cNvSpPr/>
              <p:nvPr/>
            </p:nvSpPr>
            <p:spPr>
              <a:xfrm>
                <a:off x="1551" y="1258"/>
                <a:ext cx="1" cy="251"/>
              </a:xfrm>
              <a:prstGeom prst="line">
                <a:avLst/>
              </a:prstGeom>
              <a:ln w="0" cap="flat" cmpd="sng">
                <a:solidFill>
                  <a:srgbClr val="FF0000"/>
                </a:solidFill>
                <a:prstDash val="solid"/>
                <a:round/>
                <a:headEnd type="none" w="med" len="med"/>
                <a:tailEnd type="none" w="med" len="med"/>
              </a:ln>
            </p:spPr>
          </p:sp>
          <p:sp>
            <p:nvSpPr>
              <p:cNvPr id="71945" name="Rectangle 266"/>
              <p:cNvSpPr/>
              <p:nvPr/>
            </p:nvSpPr>
            <p:spPr>
              <a:xfrm>
                <a:off x="1926"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46" name="Line 267"/>
              <p:cNvSpPr/>
              <p:nvPr/>
            </p:nvSpPr>
            <p:spPr>
              <a:xfrm>
                <a:off x="1926" y="1258"/>
                <a:ext cx="1" cy="251"/>
              </a:xfrm>
              <a:prstGeom prst="line">
                <a:avLst/>
              </a:prstGeom>
              <a:ln w="0" cap="flat" cmpd="sng">
                <a:solidFill>
                  <a:srgbClr val="FF0000"/>
                </a:solidFill>
                <a:prstDash val="solid"/>
                <a:round/>
                <a:headEnd type="none" w="med" len="med"/>
                <a:tailEnd type="none" w="med" len="med"/>
              </a:ln>
            </p:spPr>
          </p:sp>
          <p:sp>
            <p:nvSpPr>
              <p:cNvPr id="71947" name="Rectangle 268"/>
              <p:cNvSpPr/>
              <p:nvPr/>
            </p:nvSpPr>
            <p:spPr>
              <a:xfrm>
                <a:off x="2301"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48" name="Line 269"/>
              <p:cNvSpPr/>
              <p:nvPr/>
            </p:nvSpPr>
            <p:spPr>
              <a:xfrm>
                <a:off x="2301" y="1258"/>
                <a:ext cx="1" cy="251"/>
              </a:xfrm>
              <a:prstGeom prst="line">
                <a:avLst/>
              </a:prstGeom>
              <a:ln w="0" cap="flat" cmpd="sng">
                <a:solidFill>
                  <a:srgbClr val="FF0000"/>
                </a:solidFill>
                <a:prstDash val="solid"/>
                <a:round/>
                <a:headEnd type="none" w="med" len="med"/>
                <a:tailEnd type="none" w="med" len="med"/>
              </a:ln>
            </p:spPr>
          </p:sp>
          <p:sp>
            <p:nvSpPr>
              <p:cNvPr id="71949" name="Rectangle 270"/>
              <p:cNvSpPr/>
              <p:nvPr/>
            </p:nvSpPr>
            <p:spPr>
              <a:xfrm>
                <a:off x="2672"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50" name="Line 271"/>
              <p:cNvSpPr/>
              <p:nvPr/>
            </p:nvSpPr>
            <p:spPr>
              <a:xfrm>
                <a:off x="2672" y="1258"/>
                <a:ext cx="1" cy="251"/>
              </a:xfrm>
              <a:prstGeom prst="line">
                <a:avLst/>
              </a:prstGeom>
              <a:ln w="0" cap="flat" cmpd="sng">
                <a:solidFill>
                  <a:srgbClr val="FF0000"/>
                </a:solidFill>
                <a:prstDash val="solid"/>
                <a:round/>
                <a:headEnd type="none" w="med" len="med"/>
                <a:tailEnd type="none" w="med" len="med"/>
              </a:ln>
            </p:spPr>
          </p:sp>
          <p:sp>
            <p:nvSpPr>
              <p:cNvPr id="71951" name="Rectangle 272"/>
              <p:cNvSpPr/>
              <p:nvPr/>
            </p:nvSpPr>
            <p:spPr>
              <a:xfrm>
                <a:off x="3047"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52" name="Line 273"/>
              <p:cNvSpPr/>
              <p:nvPr/>
            </p:nvSpPr>
            <p:spPr>
              <a:xfrm>
                <a:off x="3047" y="1258"/>
                <a:ext cx="1" cy="251"/>
              </a:xfrm>
              <a:prstGeom prst="line">
                <a:avLst/>
              </a:prstGeom>
              <a:ln w="0" cap="flat" cmpd="sng">
                <a:solidFill>
                  <a:srgbClr val="FF0000"/>
                </a:solidFill>
                <a:prstDash val="solid"/>
                <a:round/>
                <a:headEnd type="none" w="med" len="med"/>
                <a:tailEnd type="none" w="med" len="med"/>
              </a:ln>
            </p:spPr>
          </p:sp>
          <p:sp>
            <p:nvSpPr>
              <p:cNvPr id="71953" name="Rectangle 274"/>
              <p:cNvSpPr/>
              <p:nvPr/>
            </p:nvSpPr>
            <p:spPr>
              <a:xfrm>
                <a:off x="3422"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54" name="Line 275"/>
              <p:cNvSpPr/>
              <p:nvPr/>
            </p:nvSpPr>
            <p:spPr>
              <a:xfrm>
                <a:off x="3422" y="1258"/>
                <a:ext cx="1" cy="251"/>
              </a:xfrm>
              <a:prstGeom prst="line">
                <a:avLst/>
              </a:prstGeom>
              <a:ln w="0" cap="flat" cmpd="sng">
                <a:solidFill>
                  <a:srgbClr val="FF0000"/>
                </a:solidFill>
                <a:prstDash val="solid"/>
                <a:round/>
                <a:headEnd type="none" w="med" len="med"/>
                <a:tailEnd type="none" w="med" len="med"/>
              </a:ln>
            </p:spPr>
          </p:sp>
          <p:sp>
            <p:nvSpPr>
              <p:cNvPr id="71955" name="Rectangle 276"/>
              <p:cNvSpPr/>
              <p:nvPr/>
            </p:nvSpPr>
            <p:spPr>
              <a:xfrm>
                <a:off x="3839"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56" name="Line 277"/>
              <p:cNvSpPr/>
              <p:nvPr/>
            </p:nvSpPr>
            <p:spPr>
              <a:xfrm>
                <a:off x="3839" y="1258"/>
                <a:ext cx="1" cy="251"/>
              </a:xfrm>
              <a:prstGeom prst="line">
                <a:avLst/>
              </a:prstGeom>
              <a:ln w="0" cap="flat" cmpd="sng">
                <a:solidFill>
                  <a:srgbClr val="FF0000"/>
                </a:solidFill>
                <a:prstDash val="solid"/>
                <a:round/>
                <a:headEnd type="none" w="med" len="med"/>
                <a:tailEnd type="none" w="med" len="med"/>
              </a:ln>
            </p:spPr>
          </p:sp>
          <p:sp>
            <p:nvSpPr>
              <p:cNvPr id="71957" name="Rectangle 278"/>
              <p:cNvSpPr/>
              <p:nvPr/>
            </p:nvSpPr>
            <p:spPr>
              <a:xfrm>
                <a:off x="4257"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58" name="Line 279"/>
              <p:cNvSpPr/>
              <p:nvPr/>
            </p:nvSpPr>
            <p:spPr>
              <a:xfrm>
                <a:off x="4257" y="1258"/>
                <a:ext cx="1" cy="251"/>
              </a:xfrm>
              <a:prstGeom prst="line">
                <a:avLst/>
              </a:prstGeom>
              <a:ln w="0" cap="flat" cmpd="sng">
                <a:solidFill>
                  <a:srgbClr val="FF0000"/>
                </a:solidFill>
                <a:prstDash val="solid"/>
                <a:round/>
                <a:headEnd type="none" w="med" len="med"/>
                <a:tailEnd type="none" w="med" len="med"/>
              </a:ln>
            </p:spPr>
          </p:sp>
          <p:sp>
            <p:nvSpPr>
              <p:cNvPr id="71959" name="Rectangle 280"/>
              <p:cNvSpPr/>
              <p:nvPr/>
            </p:nvSpPr>
            <p:spPr>
              <a:xfrm>
                <a:off x="4674"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60" name="Line 281"/>
              <p:cNvSpPr/>
              <p:nvPr/>
            </p:nvSpPr>
            <p:spPr>
              <a:xfrm>
                <a:off x="4674" y="1258"/>
                <a:ext cx="1" cy="251"/>
              </a:xfrm>
              <a:prstGeom prst="line">
                <a:avLst/>
              </a:prstGeom>
              <a:ln w="0" cap="flat" cmpd="sng">
                <a:solidFill>
                  <a:srgbClr val="FF0000"/>
                </a:solidFill>
                <a:prstDash val="solid"/>
                <a:round/>
                <a:headEnd type="none" w="med" len="med"/>
                <a:tailEnd type="none" w="med" len="med"/>
              </a:ln>
            </p:spPr>
          </p:sp>
          <p:sp>
            <p:nvSpPr>
              <p:cNvPr id="71961" name="Rectangle 282"/>
              <p:cNvSpPr/>
              <p:nvPr/>
            </p:nvSpPr>
            <p:spPr>
              <a:xfrm>
                <a:off x="559" y="1530"/>
                <a:ext cx="194"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962" name="Rectangle 283"/>
              <p:cNvSpPr/>
              <p:nvPr/>
            </p:nvSpPr>
            <p:spPr>
              <a:xfrm>
                <a:off x="703" y="1530"/>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63" name="Rectangle 284"/>
              <p:cNvSpPr/>
              <p:nvPr/>
            </p:nvSpPr>
            <p:spPr>
              <a:xfrm>
                <a:off x="934" y="1530"/>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964" name="Rectangle 285"/>
              <p:cNvSpPr/>
              <p:nvPr/>
            </p:nvSpPr>
            <p:spPr>
              <a:xfrm>
                <a:off x="1079" y="1530"/>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65" name="Rectangle 286"/>
              <p:cNvSpPr/>
              <p:nvPr/>
            </p:nvSpPr>
            <p:spPr>
              <a:xfrm>
                <a:off x="1311" y="1530"/>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966" name="Rectangle 287"/>
              <p:cNvSpPr/>
              <p:nvPr/>
            </p:nvSpPr>
            <p:spPr>
              <a:xfrm>
                <a:off x="1451"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67" name="Rectangle 288"/>
              <p:cNvSpPr/>
              <p:nvPr/>
            </p:nvSpPr>
            <p:spPr>
              <a:xfrm>
                <a:off x="1684" y="1530"/>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968" name="Rectangle 289"/>
              <p:cNvSpPr/>
              <p:nvPr/>
            </p:nvSpPr>
            <p:spPr>
              <a:xfrm>
                <a:off x="1827"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69" name="Rectangle 290"/>
              <p:cNvSpPr/>
              <p:nvPr/>
            </p:nvSpPr>
            <p:spPr>
              <a:xfrm>
                <a:off x="2057" y="1530"/>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970" name="Rectangle 291"/>
              <p:cNvSpPr/>
              <p:nvPr/>
            </p:nvSpPr>
            <p:spPr>
              <a:xfrm>
                <a:off x="2199" y="1530"/>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71" name="Rectangle 292"/>
              <p:cNvSpPr/>
              <p:nvPr/>
            </p:nvSpPr>
            <p:spPr>
              <a:xfrm>
                <a:off x="2431" y="1530"/>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972" name="Rectangle 293"/>
              <p:cNvSpPr/>
              <p:nvPr/>
            </p:nvSpPr>
            <p:spPr>
              <a:xfrm>
                <a:off x="2571"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73" name="Rectangle 294"/>
              <p:cNvSpPr/>
              <p:nvPr/>
            </p:nvSpPr>
            <p:spPr>
              <a:xfrm>
                <a:off x="2851" y="1530"/>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grpSp>
        <p:grpSp>
          <p:nvGrpSpPr>
            <p:cNvPr id="71974" name="Group 295"/>
            <p:cNvGrpSpPr/>
            <p:nvPr/>
          </p:nvGrpSpPr>
          <p:grpSpPr>
            <a:xfrm>
              <a:off x="171" y="1718"/>
              <a:ext cx="2813" cy="772"/>
              <a:chOff x="431" y="1509"/>
              <a:chExt cx="4246" cy="662"/>
            </a:xfrm>
          </p:grpSpPr>
          <p:sp>
            <p:nvSpPr>
              <p:cNvPr id="71975" name="Rectangle 296"/>
              <p:cNvSpPr/>
              <p:nvPr/>
            </p:nvSpPr>
            <p:spPr>
              <a:xfrm>
                <a:off x="2916" y="1530"/>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76" name="Rectangle 297"/>
              <p:cNvSpPr/>
              <p:nvPr/>
            </p:nvSpPr>
            <p:spPr>
              <a:xfrm>
                <a:off x="3223"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1977" name="Rectangle 298"/>
              <p:cNvSpPr/>
              <p:nvPr/>
            </p:nvSpPr>
            <p:spPr>
              <a:xfrm>
                <a:off x="3291"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78" name="Rectangle 299"/>
              <p:cNvSpPr/>
              <p:nvPr/>
            </p:nvSpPr>
            <p:spPr>
              <a:xfrm>
                <a:off x="3622"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979" name="Rectangle 300"/>
              <p:cNvSpPr/>
              <p:nvPr/>
            </p:nvSpPr>
            <p:spPr>
              <a:xfrm>
                <a:off x="3688"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80" name="Rectangle 301"/>
              <p:cNvSpPr/>
              <p:nvPr/>
            </p:nvSpPr>
            <p:spPr>
              <a:xfrm>
                <a:off x="4040"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981" name="Rectangle 302"/>
              <p:cNvSpPr/>
              <p:nvPr/>
            </p:nvSpPr>
            <p:spPr>
              <a:xfrm>
                <a:off x="4105"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82" name="Rectangle 303"/>
              <p:cNvSpPr/>
              <p:nvPr/>
            </p:nvSpPr>
            <p:spPr>
              <a:xfrm>
                <a:off x="4458"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1983" name="Rectangle 304"/>
              <p:cNvSpPr/>
              <p:nvPr/>
            </p:nvSpPr>
            <p:spPr>
              <a:xfrm>
                <a:off x="4523"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84" name="Rectangle 305"/>
              <p:cNvSpPr/>
              <p:nvPr/>
            </p:nvSpPr>
            <p:spPr>
              <a:xfrm>
                <a:off x="431" y="1509"/>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85" name="Line 306"/>
              <p:cNvSpPr/>
              <p:nvPr/>
            </p:nvSpPr>
            <p:spPr>
              <a:xfrm>
                <a:off x="431" y="1509"/>
                <a:ext cx="2" cy="1"/>
              </a:xfrm>
              <a:prstGeom prst="line">
                <a:avLst/>
              </a:prstGeom>
              <a:ln w="0" cap="flat" cmpd="sng">
                <a:solidFill>
                  <a:srgbClr val="FF0000"/>
                </a:solidFill>
                <a:prstDash val="solid"/>
                <a:round/>
                <a:headEnd type="none" w="med" len="med"/>
                <a:tailEnd type="none" w="med" len="med"/>
              </a:ln>
            </p:spPr>
          </p:sp>
          <p:sp>
            <p:nvSpPr>
              <p:cNvPr id="71986" name="Line 307"/>
              <p:cNvSpPr/>
              <p:nvPr/>
            </p:nvSpPr>
            <p:spPr>
              <a:xfrm>
                <a:off x="431" y="1509"/>
                <a:ext cx="1" cy="3"/>
              </a:xfrm>
              <a:prstGeom prst="line">
                <a:avLst/>
              </a:prstGeom>
              <a:ln w="0" cap="flat" cmpd="sng">
                <a:solidFill>
                  <a:srgbClr val="FF0000"/>
                </a:solidFill>
                <a:prstDash val="solid"/>
                <a:round/>
                <a:headEnd type="none" w="med" len="med"/>
                <a:tailEnd type="none" w="med" len="med"/>
              </a:ln>
            </p:spPr>
          </p:sp>
          <p:sp>
            <p:nvSpPr>
              <p:cNvPr id="71987" name="Rectangle 308"/>
              <p:cNvSpPr/>
              <p:nvPr/>
            </p:nvSpPr>
            <p:spPr>
              <a:xfrm>
                <a:off x="433" y="1509"/>
                <a:ext cx="36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88" name="Line 309"/>
              <p:cNvSpPr/>
              <p:nvPr/>
            </p:nvSpPr>
            <p:spPr>
              <a:xfrm>
                <a:off x="433" y="1509"/>
                <a:ext cx="369" cy="1"/>
              </a:xfrm>
              <a:prstGeom prst="line">
                <a:avLst/>
              </a:prstGeom>
              <a:ln w="0" cap="flat" cmpd="sng">
                <a:solidFill>
                  <a:srgbClr val="FF0000"/>
                </a:solidFill>
                <a:prstDash val="solid"/>
                <a:round/>
                <a:headEnd type="none" w="med" len="med"/>
                <a:tailEnd type="none" w="med" len="med"/>
              </a:ln>
            </p:spPr>
          </p:sp>
          <p:sp>
            <p:nvSpPr>
              <p:cNvPr id="71989" name="Rectangle 310"/>
              <p:cNvSpPr/>
              <p:nvPr/>
            </p:nvSpPr>
            <p:spPr>
              <a:xfrm>
                <a:off x="802"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90" name="Line 311"/>
              <p:cNvSpPr/>
              <p:nvPr/>
            </p:nvSpPr>
            <p:spPr>
              <a:xfrm>
                <a:off x="802" y="1509"/>
                <a:ext cx="3" cy="1"/>
              </a:xfrm>
              <a:prstGeom prst="line">
                <a:avLst/>
              </a:prstGeom>
              <a:ln w="0" cap="flat" cmpd="sng">
                <a:solidFill>
                  <a:srgbClr val="FF0000"/>
                </a:solidFill>
                <a:prstDash val="solid"/>
                <a:round/>
                <a:headEnd type="none" w="med" len="med"/>
                <a:tailEnd type="none" w="med" len="med"/>
              </a:ln>
            </p:spPr>
          </p:sp>
          <p:sp>
            <p:nvSpPr>
              <p:cNvPr id="71991" name="Line 312"/>
              <p:cNvSpPr/>
              <p:nvPr/>
            </p:nvSpPr>
            <p:spPr>
              <a:xfrm>
                <a:off x="802" y="1509"/>
                <a:ext cx="1" cy="3"/>
              </a:xfrm>
              <a:prstGeom prst="line">
                <a:avLst/>
              </a:prstGeom>
              <a:ln w="0" cap="flat" cmpd="sng">
                <a:solidFill>
                  <a:srgbClr val="FF0000"/>
                </a:solidFill>
                <a:prstDash val="solid"/>
                <a:round/>
                <a:headEnd type="none" w="med" len="med"/>
                <a:tailEnd type="none" w="med" len="med"/>
              </a:ln>
            </p:spPr>
          </p:sp>
          <p:sp>
            <p:nvSpPr>
              <p:cNvPr id="71992" name="Rectangle 313"/>
              <p:cNvSpPr/>
              <p:nvPr/>
            </p:nvSpPr>
            <p:spPr>
              <a:xfrm>
                <a:off x="805" y="150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93" name="Line 314"/>
              <p:cNvSpPr/>
              <p:nvPr/>
            </p:nvSpPr>
            <p:spPr>
              <a:xfrm>
                <a:off x="805" y="1509"/>
                <a:ext cx="372" cy="1"/>
              </a:xfrm>
              <a:prstGeom prst="line">
                <a:avLst/>
              </a:prstGeom>
              <a:ln w="0" cap="flat" cmpd="sng">
                <a:solidFill>
                  <a:srgbClr val="FF0000"/>
                </a:solidFill>
                <a:prstDash val="solid"/>
                <a:round/>
                <a:headEnd type="none" w="med" len="med"/>
                <a:tailEnd type="none" w="med" len="med"/>
              </a:ln>
            </p:spPr>
          </p:sp>
          <p:sp>
            <p:nvSpPr>
              <p:cNvPr id="71994" name="Rectangle 315"/>
              <p:cNvSpPr/>
              <p:nvPr/>
            </p:nvSpPr>
            <p:spPr>
              <a:xfrm>
                <a:off x="1177"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95" name="Line 316"/>
              <p:cNvSpPr/>
              <p:nvPr/>
            </p:nvSpPr>
            <p:spPr>
              <a:xfrm>
                <a:off x="1177" y="1509"/>
                <a:ext cx="3" cy="1"/>
              </a:xfrm>
              <a:prstGeom prst="line">
                <a:avLst/>
              </a:prstGeom>
              <a:ln w="0" cap="flat" cmpd="sng">
                <a:solidFill>
                  <a:srgbClr val="FF0000"/>
                </a:solidFill>
                <a:prstDash val="solid"/>
                <a:round/>
                <a:headEnd type="none" w="med" len="med"/>
                <a:tailEnd type="none" w="med" len="med"/>
              </a:ln>
            </p:spPr>
          </p:sp>
          <p:sp>
            <p:nvSpPr>
              <p:cNvPr id="71996" name="Line 317"/>
              <p:cNvSpPr/>
              <p:nvPr/>
            </p:nvSpPr>
            <p:spPr>
              <a:xfrm>
                <a:off x="1177" y="1509"/>
                <a:ext cx="1" cy="3"/>
              </a:xfrm>
              <a:prstGeom prst="line">
                <a:avLst/>
              </a:prstGeom>
              <a:ln w="0" cap="flat" cmpd="sng">
                <a:solidFill>
                  <a:srgbClr val="FF0000"/>
                </a:solidFill>
                <a:prstDash val="solid"/>
                <a:round/>
                <a:headEnd type="none" w="med" len="med"/>
                <a:tailEnd type="none" w="med" len="med"/>
              </a:ln>
            </p:spPr>
          </p:sp>
          <p:sp>
            <p:nvSpPr>
              <p:cNvPr id="71997" name="Rectangle 318"/>
              <p:cNvSpPr/>
              <p:nvPr/>
            </p:nvSpPr>
            <p:spPr>
              <a:xfrm>
                <a:off x="1180" y="1509"/>
                <a:ext cx="371"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98" name="Line 319"/>
              <p:cNvSpPr/>
              <p:nvPr/>
            </p:nvSpPr>
            <p:spPr>
              <a:xfrm>
                <a:off x="1180" y="1509"/>
                <a:ext cx="371" cy="1"/>
              </a:xfrm>
              <a:prstGeom prst="line">
                <a:avLst/>
              </a:prstGeom>
              <a:ln w="0" cap="flat" cmpd="sng">
                <a:solidFill>
                  <a:srgbClr val="FF0000"/>
                </a:solidFill>
                <a:prstDash val="solid"/>
                <a:round/>
                <a:headEnd type="none" w="med" len="med"/>
                <a:tailEnd type="none" w="med" len="med"/>
              </a:ln>
            </p:spPr>
          </p:sp>
          <p:sp>
            <p:nvSpPr>
              <p:cNvPr id="71999" name="Rectangle 320"/>
              <p:cNvSpPr/>
              <p:nvPr/>
            </p:nvSpPr>
            <p:spPr>
              <a:xfrm>
                <a:off x="1551"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00" name="Line 321"/>
              <p:cNvSpPr/>
              <p:nvPr/>
            </p:nvSpPr>
            <p:spPr>
              <a:xfrm>
                <a:off x="1551" y="1509"/>
                <a:ext cx="3" cy="1"/>
              </a:xfrm>
              <a:prstGeom prst="line">
                <a:avLst/>
              </a:prstGeom>
              <a:ln w="0" cap="flat" cmpd="sng">
                <a:solidFill>
                  <a:srgbClr val="FF0000"/>
                </a:solidFill>
                <a:prstDash val="solid"/>
                <a:round/>
                <a:headEnd type="none" w="med" len="med"/>
                <a:tailEnd type="none" w="med" len="med"/>
              </a:ln>
            </p:spPr>
          </p:sp>
          <p:sp>
            <p:nvSpPr>
              <p:cNvPr id="72001" name="Line 322"/>
              <p:cNvSpPr/>
              <p:nvPr/>
            </p:nvSpPr>
            <p:spPr>
              <a:xfrm>
                <a:off x="1551" y="1509"/>
                <a:ext cx="1" cy="3"/>
              </a:xfrm>
              <a:prstGeom prst="line">
                <a:avLst/>
              </a:prstGeom>
              <a:ln w="0" cap="flat" cmpd="sng">
                <a:solidFill>
                  <a:srgbClr val="FF0000"/>
                </a:solidFill>
                <a:prstDash val="solid"/>
                <a:round/>
                <a:headEnd type="none" w="med" len="med"/>
                <a:tailEnd type="none" w="med" len="med"/>
              </a:ln>
            </p:spPr>
          </p:sp>
          <p:sp>
            <p:nvSpPr>
              <p:cNvPr id="72002" name="Rectangle 323"/>
              <p:cNvSpPr/>
              <p:nvPr/>
            </p:nvSpPr>
            <p:spPr>
              <a:xfrm>
                <a:off x="1554" y="150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03" name="Line 324"/>
              <p:cNvSpPr/>
              <p:nvPr/>
            </p:nvSpPr>
            <p:spPr>
              <a:xfrm>
                <a:off x="1554" y="1509"/>
                <a:ext cx="372" cy="1"/>
              </a:xfrm>
              <a:prstGeom prst="line">
                <a:avLst/>
              </a:prstGeom>
              <a:ln w="0" cap="flat" cmpd="sng">
                <a:solidFill>
                  <a:srgbClr val="FF0000"/>
                </a:solidFill>
                <a:prstDash val="solid"/>
                <a:round/>
                <a:headEnd type="none" w="med" len="med"/>
                <a:tailEnd type="none" w="med" len="med"/>
              </a:ln>
            </p:spPr>
          </p:sp>
          <p:sp>
            <p:nvSpPr>
              <p:cNvPr id="72004" name="Rectangle 325"/>
              <p:cNvSpPr/>
              <p:nvPr/>
            </p:nvSpPr>
            <p:spPr>
              <a:xfrm>
                <a:off x="1926"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05" name="Line 326"/>
              <p:cNvSpPr/>
              <p:nvPr/>
            </p:nvSpPr>
            <p:spPr>
              <a:xfrm>
                <a:off x="1926" y="1509"/>
                <a:ext cx="3" cy="1"/>
              </a:xfrm>
              <a:prstGeom prst="line">
                <a:avLst/>
              </a:prstGeom>
              <a:ln w="0" cap="flat" cmpd="sng">
                <a:solidFill>
                  <a:srgbClr val="FF0000"/>
                </a:solidFill>
                <a:prstDash val="solid"/>
                <a:round/>
                <a:headEnd type="none" w="med" len="med"/>
                <a:tailEnd type="none" w="med" len="med"/>
              </a:ln>
            </p:spPr>
          </p:sp>
          <p:sp>
            <p:nvSpPr>
              <p:cNvPr id="72006" name="Line 327"/>
              <p:cNvSpPr/>
              <p:nvPr/>
            </p:nvSpPr>
            <p:spPr>
              <a:xfrm>
                <a:off x="1926" y="1509"/>
                <a:ext cx="1" cy="3"/>
              </a:xfrm>
              <a:prstGeom prst="line">
                <a:avLst/>
              </a:prstGeom>
              <a:ln w="0" cap="flat" cmpd="sng">
                <a:solidFill>
                  <a:srgbClr val="FF0000"/>
                </a:solidFill>
                <a:prstDash val="solid"/>
                <a:round/>
                <a:headEnd type="none" w="med" len="med"/>
                <a:tailEnd type="none" w="med" len="med"/>
              </a:ln>
            </p:spPr>
          </p:sp>
          <p:sp>
            <p:nvSpPr>
              <p:cNvPr id="72007" name="Rectangle 328"/>
              <p:cNvSpPr/>
              <p:nvPr/>
            </p:nvSpPr>
            <p:spPr>
              <a:xfrm>
                <a:off x="1929" y="150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08" name="Line 329"/>
              <p:cNvSpPr/>
              <p:nvPr/>
            </p:nvSpPr>
            <p:spPr>
              <a:xfrm>
                <a:off x="1929" y="1509"/>
                <a:ext cx="372" cy="1"/>
              </a:xfrm>
              <a:prstGeom prst="line">
                <a:avLst/>
              </a:prstGeom>
              <a:ln w="0" cap="flat" cmpd="sng">
                <a:solidFill>
                  <a:srgbClr val="FF0000"/>
                </a:solidFill>
                <a:prstDash val="solid"/>
                <a:round/>
                <a:headEnd type="none" w="med" len="med"/>
                <a:tailEnd type="none" w="med" len="med"/>
              </a:ln>
            </p:spPr>
          </p:sp>
          <p:sp>
            <p:nvSpPr>
              <p:cNvPr id="72009" name="Rectangle 330"/>
              <p:cNvSpPr/>
              <p:nvPr/>
            </p:nvSpPr>
            <p:spPr>
              <a:xfrm>
                <a:off x="2301"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10" name="Line 331"/>
              <p:cNvSpPr/>
              <p:nvPr/>
            </p:nvSpPr>
            <p:spPr>
              <a:xfrm>
                <a:off x="2301" y="1509"/>
                <a:ext cx="3" cy="1"/>
              </a:xfrm>
              <a:prstGeom prst="line">
                <a:avLst/>
              </a:prstGeom>
              <a:ln w="0" cap="flat" cmpd="sng">
                <a:solidFill>
                  <a:srgbClr val="FF0000"/>
                </a:solidFill>
                <a:prstDash val="solid"/>
                <a:round/>
                <a:headEnd type="none" w="med" len="med"/>
                <a:tailEnd type="none" w="med" len="med"/>
              </a:ln>
            </p:spPr>
          </p:sp>
          <p:sp>
            <p:nvSpPr>
              <p:cNvPr id="72011" name="Line 332"/>
              <p:cNvSpPr/>
              <p:nvPr/>
            </p:nvSpPr>
            <p:spPr>
              <a:xfrm>
                <a:off x="2301" y="1509"/>
                <a:ext cx="1" cy="3"/>
              </a:xfrm>
              <a:prstGeom prst="line">
                <a:avLst/>
              </a:prstGeom>
              <a:ln w="0" cap="flat" cmpd="sng">
                <a:solidFill>
                  <a:srgbClr val="FF0000"/>
                </a:solidFill>
                <a:prstDash val="solid"/>
                <a:round/>
                <a:headEnd type="none" w="med" len="med"/>
                <a:tailEnd type="none" w="med" len="med"/>
              </a:ln>
            </p:spPr>
          </p:sp>
          <p:sp>
            <p:nvSpPr>
              <p:cNvPr id="72012" name="Rectangle 333"/>
              <p:cNvSpPr/>
              <p:nvPr/>
            </p:nvSpPr>
            <p:spPr>
              <a:xfrm>
                <a:off x="2304" y="1509"/>
                <a:ext cx="36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13" name="Line 334"/>
              <p:cNvSpPr/>
              <p:nvPr/>
            </p:nvSpPr>
            <p:spPr>
              <a:xfrm>
                <a:off x="2304" y="1509"/>
                <a:ext cx="368" cy="1"/>
              </a:xfrm>
              <a:prstGeom prst="line">
                <a:avLst/>
              </a:prstGeom>
              <a:ln w="0" cap="flat" cmpd="sng">
                <a:solidFill>
                  <a:srgbClr val="FF0000"/>
                </a:solidFill>
                <a:prstDash val="solid"/>
                <a:round/>
                <a:headEnd type="none" w="med" len="med"/>
                <a:tailEnd type="none" w="med" len="med"/>
              </a:ln>
            </p:spPr>
          </p:sp>
          <p:sp>
            <p:nvSpPr>
              <p:cNvPr id="72014" name="Rectangle 335"/>
              <p:cNvSpPr/>
              <p:nvPr/>
            </p:nvSpPr>
            <p:spPr>
              <a:xfrm>
                <a:off x="2672"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15" name="Line 336"/>
              <p:cNvSpPr/>
              <p:nvPr/>
            </p:nvSpPr>
            <p:spPr>
              <a:xfrm>
                <a:off x="2672" y="1509"/>
                <a:ext cx="3" cy="1"/>
              </a:xfrm>
              <a:prstGeom prst="line">
                <a:avLst/>
              </a:prstGeom>
              <a:ln w="0" cap="flat" cmpd="sng">
                <a:solidFill>
                  <a:srgbClr val="FF0000"/>
                </a:solidFill>
                <a:prstDash val="solid"/>
                <a:round/>
                <a:headEnd type="none" w="med" len="med"/>
                <a:tailEnd type="none" w="med" len="med"/>
              </a:ln>
            </p:spPr>
          </p:sp>
          <p:sp>
            <p:nvSpPr>
              <p:cNvPr id="72016" name="Line 337"/>
              <p:cNvSpPr/>
              <p:nvPr/>
            </p:nvSpPr>
            <p:spPr>
              <a:xfrm>
                <a:off x="2672" y="1509"/>
                <a:ext cx="1" cy="3"/>
              </a:xfrm>
              <a:prstGeom prst="line">
                <a:avLst/>
              </a:prstGeom>
              <a:ln w="0" cap="flat" cmpd="sng">
                <a:solidFill>
                  <a:srgbClr val="FF0000"/>
                </a:solidFill>
                <a:prstDash val="solid"/>
                <a:round/>
                <a:headEnd type="none" w="med" len="med"/>
                <a:tailEnd type="none" w="med" len="med"/>
              </a:ln>
            </p:spPr>
          </p:sp>
          <p:sp>
            <p:nvSpPr>
              <p:cNvPr id="72017" name="Rectangle 338"/>
              <p:cNvSpPr/>
              <p:nvPr/>
            </p:nvSpPr>
            <p:spPr>
              <a:xfrm>
                <a:off x="2675" y="150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18" name="Line 339"/>
              <p:cNvSpPr/>
              <p:nvPr/>
            </p:nvSpPr>
            <p:spPr>
              <a:xfrm>
                <a:off x="2675" y="1509"/>
                <a:ext cx="372" cy="1"/>
              </a:xfrm>
              <a:prstGeom prst="line">
                <a:avLst/>
              </a:prstGeom>
              <a:ln w="0" cap="flat" cmpd="sng">
                <a:solidFill>
                  <a:srgbClr val="FF0000"/>
                </a:solidFill>
                <a:prstDash val="solid"/>
                <a:round/>
                <a:headEnd type="none" w="med" len="med"/>
                <a:tailEnd type="none" w="med" len="med"/>
              </a:ln>
            </p:spPr>
          </p:sp>
          <p:sp>
            <p:nvSpPr>
              <p:cNvPr id="72019" name="Rectangle 340"/>
              <p:cNvSpPr/>
              <p:nvPr/>
            </p:nvSpPr>
            <p:spPr>
              <a:xfrm>
                <a:off x="3047"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20" name="Line 341"/>
              <p:cNvSpPr/>
              <p:nvPr/>
            </p:nvSpPr>
            <p:spPr>
              <a:xfrm>
                <a:off x="3047" y="1509"/>
                <a:ext cx="3" cy="1"/>
              </a:xfrm>
              <a:prstGeom prst="line">
                <a:avLst/>
              </a:prstGeom>
              <a:ln w="0" cap="flat" cmpd="sng">
                <a:solidFill>
                  <a:srgbClr val="FF0000"/>
                </a:solidFill>
                <a:prstDash val="solid"/>
                <a:round/>
                <a:headEnd type="none" w="med" len="med"/>
                <a:tailEnd type="none" w="med" len="med"/>
              </a:ln>
            </p:spPr>
          </p:sp>
          <p:sp>
            <p:nvSpPr>
              <p:cNvPr id="72021" name="Line 342"/>
              <p:cNvSpPr/>
              <p:nvPr/>
            </p:nvSpPr>
            <p:spPr>
              <a:xfrm>
                <a:off x="3047" y="1509"/>
                <a:ext cx="1" cy="3"/>
              </a:xfrm>
              <a:prstGeom prst="line">
                <a:avLst/>
              </a:prstGeom>
              <a:ln w="0" cap="flat" cmpd="sng">
                <a:solidFill>
                  <a:srgbClr val="FF0000"/>
                </a:solidFill>
                <a:prstDash val="solid"/>
                <a:round/>
                <a:headEnd type="none" w="med" len="med"/>
                <a:tailEnd type="none" w="med" len="med"/>
              </a:ln>
            </p:spPr>
          </p:sp>
          <p:sp>
            <p:nvSpPr>
              <p:cNvPr id="72022" name="Rectangle 343"/>
              <p:cNvSpPr/>
              <p:nvPr/>
            </p:nvSpPr>
            <p:spPr>
              <a:xfrm>
                <a:off x="3050" y="150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23" name="Line 344"/>
              <p:cNvSpPr/>
              <p:nvPr/>
            </p:nvSpPr>
            <p:spPr>
              <a:xfrm>
                <a:off x="3050" y="1509"/>
                <a:ext cx="372" cy="1"/>
              </a:xfrm>
              <a:prstGeom prst="line">
                <a:avLst/>
              </a:prstGeom>
              <a:ln w="0" cap="flat" cmpd="sng">
                <a:solidFill>
                  <a:srgbClr val="FF0000"/>
                </a:solidFill>
                <a:prstDash val="solid"/>
                <a:round/>
                <a:headEnd type="none" w="med" len="med"/>
                <a:tailEnd type="none" w="med" len="med"/>
              </a:ln>
            </p:spPr>
          </p:sp>
          <p:sp>
            <p:nvSpPr>
              <p:cNvPr id="72024" name="Rectangle 345"/>
              <p:cNvSpPr/>
              <p:nvPr/>
            </p:nvSpPr>
            <p:spPr>
              <a:xfrm>
                <a:off x="3422"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25" name="Line 346"/>
              <p:cNvSpPr/>
              <p:nvPr/>
            </p:nvSpPr>
            <p:spPr>
              <a:xfrm>
                <a:off x="3422" y="1509"/>
                <a:ext cx="3" cy="1"/>
              </a:xfrm>
              <a:prstGeom prst="line">
                <a:avLst/>
              </a:prstGeom>
              <a:ln w="0" cap="flat" cmpd="sng">
                <a:solidFill>
                  <a:srgbClr val="FF0000"/>
                </a:solidFill>
                <a:prstDash val="solid"/>
                <a:round/>
                <a:headEnd type="none" w="med" len="med"/>
                <a:tailEnd type="none" w="med" len="med"/>
              </a:ln>
            </p:spPr>
          </p:sp>
          <p:sp>
            <p:nvSpPr>
              <p:cNvPr id="72026" name="Line 347"/>
              <p:cNvSpPr/>
              <p:nvPr/>
            </p:nvSpPr>
            <p:spPr>
              <a:xfrm>
                <a:off x="3422" y="1509"/>
                <a:ext cx="1" cy="3"/>
              </a:xfrm>
              <a:prstGeom prst="line">
                <a:avLst/>
              </a:prstGeom>
              <a:ln w="0" cap="flat" cmpd="sng">
                <a:solidFill>
                  <a:srgbClr val="FF0000"/>
                </a:solidFill>
                <a:prstDash val="solid"/>
                <a:round/>
                <a:headEnd type="none" w="med" len="med"/>
                <a:tailEnd type="none" w="med" len="med"/>
              </a:ln>
            </p:spPr>
          </p:sp>
          <p:sp>
            <p:nvSpPr>
              <p:cNvPr id="72027" name="Rectangle 348"/>
              <p:cNvSpPr/>
              <p:nvPr/>
            </p:nvSpPr>
            <p:spPr>
              <a:xfrm>
                <a:off x="3425" y="1509"/>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28" name="Line 349"/>
              <p:cNvSpPr/>
              <p:nvPr/>
            </p:nvSpPr>
            <p:spPr>
              <a:xfrm>
                <a:off x="3425" y="1509"/>
                <a:ext cx="414" cy="1"/>
              </a:xfrm>
              <a:prstGeom prst="line">
                <a:avLst/>
              </a:prstGeom>
              <a:ln w="0" cap="flat" cmpd="sng">
                <a:solidFill>
                  <a:srgbClr val="FF0000"/>
                </a:solidFill>
                <a:prstDash val="solid"/>
                <a:round/>
                <a:headEnd type="none" w="med" len="med"/>
                <a:tailEnd type="none" w="med" len="med"/>
              </a:ln>
            </p:spPr>
          </p:sp>
          <p:sp>
            <p:nvSpPr>
              <p:cNvPr id="72029" name="Rectangle 350"/>
              <p:cNvSpPr/>
              <p:nvPr/>
            </p:nvSpPr>
            <p:spPr>
              <a:xfrm>
                <a:off x="3839"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30" name="Line 351"/>
              <p:cNvSpPr/>
              <p:nvPr/>
            </p:nvSpPr>
            <p:spPr>
              <a:xfrm>
                <a:off x="3839" y="1509"/>
                <a:ext cx="3" cy="1"/>
              </a:xfrm>
              <a:prstGeom prst="line">
                <a:avLst/>
              </a:prstGeom>
              <a:ln w="0" cap="flat" cmpd="sng">
                <a:solidFill>
                  <a:srgbClr val="FF0000"/>
                </a:solidFill>
                <a:prstDash val="solid"/>
                <a:round/>
                <a:headEnd type="none" w="med" len="med"/>
                <a:tailEnd type="none" w="med" len="med"/>
              </a:ln>
            </p:spPr>
          </p:sp>
          <p:sp>
            <p:nvSpPr>
              <p:cNvPr id="72031" name="Line 352"/>
              <p:cNvSpPr/>
              <p:nvPr/>
            </p:nvSpPr>
            <p:spPr>
              <a:xfrm>
                <a:off x="3839" y="1509"/>
                <a:ext cx="1" cy="3"/>
              </a:xfrm>
              <a:prstGeom prst="line">
                <a:avLst/>
              </a:prstGeom>
              <a:ln w="0" cap="flat" cmpd="sng">
                <a:solidFill>
                  <a:srgbClr val="FF0000"/>
                </a:solidFill>
                <a:prstDash val="solid"/>
                <a:round/>
                <a:headEnd type="none" w="med" len="med"/>
                <a:tailEnd type="none" w="med" len="med"/>
              </a:ln>
            </p:spPr>
          </p:sp>
          <p:sp>
            <p:nvSpPr>
              <p:cNvPr id="72032" name="Rectangle 353"/>
              <p:cNvSpPr/>
              <p:nvPr/>
            </p:nvSpPr>
            <p:spPr>
              <a:xfrm>
                <a:off x="3842" y="1509"/>
                <a:ext cx="41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33" name="Line 354"/>
              <p:cNvSpPr/>
              <p:nvPr/>
            </p:nvSpPr>
            <p:spPr>
              <a:xfrm>
                <a:off x="3842" y="1509"/>
                <a:ext cx="415" cy="1"/>
              </a:xfrm>
              <a:prstGeom prst="line">
                <a:avLst/>
              </a:prstGeom>
              <a:ln w="0" cap="flat" cmpd="sng">
                <a:solidFill>
                  <a:srgbClr val="FF0000"/>
                </a:solidFill>
                <a:prstDash val="solid"/>
                <a:round/>
                <a:headEnd type="none" w="med" len="med"/>
                <a:tailEnd type="none" w="med" len="med"/>
              </a:ln>
            </p:spPr>
          </p:sp>
          <p:sp>
            <p:nvSpPr>
              <p:cNvPr id="72034" name="Rectangle 355"/>
              <p:cNvSpPr/>
              <p:nvPr/>
            </p:nvSpPr>
            <p:spPr>
              <a:xfrm>
                <a:off x="4257"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35" name="Line 356"/>
              <p:cNvSpPr/>
              <p:nvPr/>
            </p:nvSpPr>
            <p:spPr>
              <a:xfrm>
                <a:off x="4257" y="1509"/>
                <a:ext cx="3" cy="1"/>
              </a:xfrm>
              <a:prstGeom prst="line">
                <a:avLst/>
              </a:prstGeom>
              <a:ln w="0" cap="flat" cmpd="sng">
                <a:solidFill>
                  <a:srgbClr val="FF0000"/>
                </a:solidFill>
                <a:prstDash val="solid"/>
                <a:round/>
                <a:headEnd type="none" w="med" len="med"/>
                <a:tailEnd type="none" w="med" len="med"/>
              </a:ln>
            </p:spPr>
          </p:sp>
          <p:sp>
            <p:nvSpPr>
              <p:cNvPr id="72036" name="Line 357"/>
              <p:cNvSpPr/>
              <p:nvPr/>
            </p:nvSpPr>
            <p:spPr>
              <a:xfrm>
                <a:off x="4257" y="1509"/>
                <a:ext cx="1" cy="3"/>
              </a:xfrm>
              <a:prstGeom prst="line">
                <a:avLst/>
              </a:prstGeom>
              <a:ln w="0" cap="flat" cmpd="sng">
                <a:solidFill>
                  <a:srgbClr val="FF0000"/>
                </a:solidFill>
                <a:prstDash val="solid"/>
                <a:round/>
                <a:headEnd type="none" w="med" len="med"/>
                <a:tailEnd type="none" w="med" len="med"/>
              </a:ln>
            </p:spPr>
          </p:sp>
          <p:sp>
            <p:nvSpPr>
              <p:cNvPr id="72037" name="Rectangle 358"/>
              <p:cNvSpPr/>
              <p:nvPr/>
            </p:nvSpPr>
            <p:spPr>
              <a:xfrm>
                <a:off x="4260" y="1509"/>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38" name="Line 359"/>
              <p:cNvSpPr/>
              <p:nvPr/>
            </p:nvSpPr>
            <p:spPr>
              <a:xfrm>
                <a:off x="4260" y="1509"/>
                <a:ext cx="414" cy="1"/>
              </a:xfrm>
              <a:prstGeom prst="line">
                <a:avLst/>
              </a:prstGeom>
              <a:ln w="0" cap="flat" cmpd="sng">
                <a:solidFill>
                  <a:srgbClr val="FF0000"/>
                </a:solidFill>
                <a:prstDash val="solid"/>
                <a:round/>
                <a:headEnd type="none" w="med" len="med"/>
                <a:tailEnd type="none" w="med" len="med"/>
              </a:ln>
            </p:spPr>
          </p:sp>
          <p:sp>
            <p:nvSpPr>
              <p:cNvPr id="72039" name="Rectangle 360"/>
              <p:cNvSpPr/>
              <p:nvPr/>
            </p:nvSpPr>
            <p:spPr>
              <a:xfrm>
                <a:off x="4674"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40" name="Line 361"/>
              <p:cNvSpPr/>
              <p:nvPr/>
            </p:nvSpPr>
            <p:spPr>
              <a:xfrm>
                <a:off x="4674" y="1509"/>
                <a:ext cx="3" cy="1"/>
              </a:xfrm>
              <a:prstGeom prst="line">
                <a:avLst/>
              </a:prstGeom>
              <a:ln w="0" cap="flat" cmpd="sng">
                <a:solidFill>
                  <a:srgbClr val="FF0000"/>
                </a:solidFill>
                <a:prstDash val="solid"/>
                <a:round/>
                <a:headEnd type="none" w="med" len="med"/>
                <a:tailEnd type="none" w="med" len="med"/>
              </a:ln>
            </p:spPr>
          </p:sp>
          <p:sp>
            <p:nvSpPr>
              <p:cNvPr id="72041" name="Line 362"/>
              <p:cNvSpPr/>
              <p:nvPr/>
            </p:nvSpPr>
            <p:spPr>
              <a:xfrm>
                <a:off x="4674" y="1509"/>
                <a:ext cx="1" cy="3"/>
              </a:xfrm>
              <a:prstGeom prst="line">
                <a:avLst/>
              </a:prstGeom>
              <a:ln w="0" cap="flat" cmpd="sng">
                <a:solidFill>
                  <a:srgbClr val="FF0000"/>
                </a:solidFill>
                <a:prstDash val="solid"/>
                <a:round/>
                <a:headEnd type="none" w="med" len="med"/>
                <a:tailEnd type="none" w="med" len="med"/>
              </a:ln>
            </p:spPr>
          </p:sp>
          <p:sp>
            <p:nvSpPr>
              <p:cNvPr id="72042" name="Rectangle 363"/>
              <p:cNvSpPr/>
              <p:nvPr/>
            </p:nvSpPr>
            <p:spPr>
              <a:xfrm>
                <a:off x="431" y="1512"/>
                <a:ext cx="2"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43" name="Line 364"/>
              <p:cNvSpPr/>
              <p:nvPr/>
            </p:nvSpPr>
            <p:spPr>
              <a:xfrm>
                <a:off x="431" y="1512"/>
                <a:ext cx="1" cy="252"/>
              </a:xfrm>
              <a:prstGeom prst="line">
                <a:avLst/>
              </a:prstGeom>
              <a:ln w="0" cap="flat" cmpd="sng">
                <a:solidFill>
                  <a:srgbClr val="FF0000"/>
                </a:solidFill>
                <a:prstDash val="solid"/>
                <a:round/>
                <a:headEnd type="none" w="med" len="med"/>
                <a:tailEnd type="none" w="med" len="med"/>
              </a:ln>
            </p:spPr>
          </p:sp>
          <p:sp>
            <p:nvSpPr>
              <p:cNvPr id="72044" name="Rectangle 365"/>
              <p:cNvSpPr/>
              <p:nvPr/>
            </p:nvSpPr>
            <p:spPr>
              <a:xfrm>
                <a:off x="802"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45" name="Line 366"/>
              <p:cNvSpPr/>
              <p:nvPr/>
            </p:nvSpPr>
            <p:spPr>
              <a:xfrm>
                <a:off x="802" y="1512"/>
                <a:ext cx="1" cy="252"/>
              </a:xfrm>
              <a:prstGeom prst="line">
                <a:avLst/>
              </a:prstGeom>
              <a:ln w="0" cap="flat" cmpd="sng">
                <a:solidFill>
                  <a:srgbClr val="FF0000"/>
                </a:solidFill>
                <a:prstDash val="solid"/>
                <a:round/>
                <a:headEnd type="none" w="med" len="med"/>
                <a:tailEnd type="none" w="med" len="med"/>
              </a:ln>
            </p:spPr>
          </p:sp>
          <p:sp>
            <p:nvSpPr>
              <p:cNvPr id="72046" name="Rectangle 367"/>
              <p:cNvSpPr/>
              <p:nvPr/>
            </p:nvSpPr>
            <p:spPr>
              <a:xfrm>
                <a:off x="1177"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47" name="Line 368"/>
              <p:cNvSpPr/>
              <p:nvPr/>
            </p:nvSpPr>
            <p:spPr>
              <a:xfrm>
                <a:off x="1177" y="1512"/>
                <a:ext cx="1" cy="252"/>
              </a:xfrm>
              <a:prstGeom prst="line">
                <a:avLst/>
              </a:prstGeom>
              <a:ln w="0" cap="flat" cmpd="sng">
                <a:solidFill>
                  <a:srgbClr val="FF0000"/>
                </a:solidFill>
                <a:prstDash val="solid"/>
                <a:round/>
                <a:headEnd type="none" w="med" len="med"/>
                <a:tailEnd type="none" w="med" len="med"/>
              </a:ln>
            </p:spPr>
          </p:sp>
          <p:sp>
            <p:nvSpPr>
              <p:cNvPr id="72048" name="Rectangle 369"/>
              <p:cNvSpPr/>
              <p:nvPr/>
            </p:nvSpPr>
            <p:spPr>
              <a:xfrm>
                <a:off x="1551"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49" name="Line 370"/>
              <p:cNvSpPr/>
              <p:nvPr/>
            </p:nvSpPr>
            <p:spPr>
              <a:xfrm>
                <a:off x="1551" y="1512"/>
                <a:ext cx="1" cy="252"/>
              </a:xfrm>
              <a:prstGeom prst="line">
                <a:avLst/>
              </a:prstGeom>
              <a:ln w="0" cap="flat" cmpd="sng">
                <a:solidFill>
                  <a:srgbClr val="FF0000"/>
                </a:solidFill>
                <a:prstDash val="solid"/>
                <a:round/>
                <a:headEnd type="none" w="med" len="med"/>
                <a:tailEnd type="none" w="med" len="med"/>
              </a:ln>
            </p:spPr>
          </p:sp>
          <p:sp>
            <p:nvSpPr>
              <p:cNvPr id="72050" name="Rectangle 371"/>
              <p:cNvSpPr/>
              <p:nvPr/>
            </p:nvSpPr>
            <p:spPr>
              <a:xfrm>
                <a:off x="1926"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51" name="Line 372"/>
              <p:cNvSpPr/>
              <p:nvPr/>
            </p:nvSpPr>
            <p:spPr>
              <a:xfrm>
                <a:off x="1926" y="1512"/>
                <a:ext cx="1" cy="252"/>
              </a:xfrm>
              <a:prstGeom prst="line">
                <a:avLst/>
              </a:prstGeom>
              <a:ln w="0" cap="flat" cmpd="sng">
                <a:solidFill>
                  <a:srgbClr val="FF0000"/>
                </a:solidFill>
                <a:prstDash val="solid"/>
                <a:round/>
                <a:headEnd type="none" w="med" len="med"/>
                <a:tailEnd type="none" w="med" len="med"/>
              </a:ln>
            </p:spPr>
          </p:sp>
          <p:sp>
            <p:nvSpPr>
              <p:cNvPr id="72052" name="Rectangle 373"/>
              <p:cNvSpPr/>
              <p:nvPr/>
            </p:nvSpPr>
            <p:spPr>
              <a:xfrm>
                <a:off x="2301"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53" name="Line 374"/>
              <p:cNvSpPr/>
              <p:nvPr/>
            </p:nvSpPr>
            <p:spPr>
              <a:xfrm>
                <a:off x="2301" y="1512"/>
                <a:ext cx="1" cy="252"/>
              </a:xfrm>
              <a:prstGeom prst="line">
                <a:avLst/>
              </a:prstGeom>
              <a:ln w="0" cap="flat" cmpd="sng">
                <a:solidFill>
                  <a:srgbClr val="FF0000"/>
                </a:solidFill>
                <a:prstDash val="solid"/>
                <a:round/>
                <a:headEnd type="none" w="med" len="med"/>
                <a:tailEnd type="none" w="med" len="med"/>
              </a:ln>
            </p:spPr>
          </p:sp>
          <p:sp>
            <p:nvSpPr>
              <p:cNvPr id="72054" name="Rectangle 375"/>
              <p:cNvSpPr/>
              <p:nvPr/>
            </p:nvSpPr>
            <p:spPr>
              <a:xfrm>
                <a:off x="2672"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55" name="Line 376"/>
              <p:cNvSpPr/>
              <p:nvPr/>
            </p:nvSpPr>
            <p:spPr>
              <a:xfrm>
                <a:off x="2672" y="1512"/>
                <a:ext cx="1" cy="252"/>
              </a:xfrm>
              <a:prstGeom prst="line">
                <a:avLst/>
              </a:prstGeom>
              <a:ln w="0" cap="flat" cmpd="sng">
                <a:solidFill>
                  <a:srgbClr val="FF0000"/>
                </a:solidFill>
                <a:prstDash val="solid"/>
                <a:round/>
                <a:headEnd type="none" w="med" len="med"/>
                <a:tailEnd type="none" w="med" len="med"/>
              </a:ln>
            </p:spPr>
          </p:sp>
          <p:sp>
            <p:nvSpPr>
              <p:cNvPr id="72056" name="Rectangle 377"/>
              <p:cNvSpPr/>
              <p:nvPr/>
            </p:nvSpPr>
            <p:spPr>
              <a:xfrm>
                <a:off x="3047"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57" name="Line 378"/>
              <p:cNvSpPr/>
              <p:nvPr/>
            </p:nvSpPr>
            <p:spPr>
              <a:xfrm>
                <a:off x="3047" y="1512"/>
                <a:ext cx="1" cy="252"/>
              </a:xfrm>
              <a:prstGeom prst="line">
                <a:avLst/>
              </a:prstGeom>
              <a:ln w="0" cap="flat" cmpd="sng">
                <a:solidFill>
                  <a:srgbClr val="FF0000"/>
                </a:solidFill>
                <a:prstDash val="solid"/>
                <a:round/>
                <a:headEnd type="none" w="med" len="med"/>
                <a:tailEnd type="none" w="med" len="med"/>
              </a:ln>
            </p:spPr>
          </p:sp>
          <p:sp>
            <p:nvSpPr>
              <p:cNvPr id="72058" name="Rectangle 379"/>
              <p:cNvSpPr/>
              <p:nvPr/>
            </p:nvSpPr>
            <p:spPr>
              <a:xfrm>
                <a:off x="3422"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59" name="Line 380"/>
              <p:cNvSpPr/>
              <p:nvPr/>
            </p:nvSpPr>
            <p:spPr>
              <a:xfrm>
                <a:off x="3422" y="1512"/>
                <a:ext cx="1" cy="252"/>
              </a:xfrm>
              <a:prstGeom prst="line">
                <a:avLst/>
              </a:prstGeom>
              <a:ln w="0" cap="flat" cmpd="sng">
                <a:solidFill>
                  <a:srgbClr val="FF0000"/>
                </a:solidFill>
                <a:prstDash val="solid"/>
                <a:round/>
                <a:headEnd type="none" w="med" len="med"/>
                <a:tailEnd type="none" w="med" len="med"/>
              </a:ln>
            </p:spPr>
          </p:sp>
          <p:sp>
            <p:nvSpPr>
              <p:cNvPr id="72060" name="Rectangle 381"/>
              <p:cNvSpPr/>
              <p:nvPr/>
            </p:nvSpPr>
            <p:spPr>
              <a:xfrm>
                <a:off x="3839"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61" name="Line 382"/>
              <p:cNvSpPr/>
              <p:nvPr/>
            </p:nvSpPr>
            <p:spPr>
              <a:xfrm>
                <a:off x="3839" y="1512"/>
                <a:ext cx="1" cy="252"/>
              </a:xfrm>
              <a:prstGeom prst="line">
                <a:avLst/>
              </a:prstGeom>
              <a:ln w="0" cap="flat" cmpd="sng">
                <a:solidFill>
                  <a:srgbClr val="FF0000"/>
                </a:solidFill>
                <a:prstDash val="solid"/>
                <a:round/>
                <a:headEnd type="none" w="med" len="med"/>
                <a:tailEnd type="none" w="med" len="med"/>
              </a:ln>
            </p:spPr>
          </p:sp>
          <p:sp>
            <p:nvSpPr>
              <p:cNvPr id="72062" name="Rectangle 383"/>
              <p:cNvSpPr/>
              <p:nvPr/>
            </p:nvSpPr>
            <p:spPr>
              <a:xfrm>
                <a:off x="4257"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63" name="Line 384"/>
              <p:cNvSpPr/>
              <p:nvPr/>
            </p:nvSpPr>
            <p:spPr>
              <a:xfrm>
                <a:off x="4257" y="1512"/>
                <a:ext cx="1" cy="252"/>
              </a:xfrm>
              <a:prstGeom prst="line">
                <a:avLst/>
              </a:prstGeom>
              <a:ln w="0" cap="flat" cmpd="sng">
                <a:solidFill>
                  <a:srgbClr val="FF0000"/>
                </a:solidFill>
                <a:prstDash val="solid"/>
                <a:round/>
                <a:headEnd type="none" w="med" len="med"/>
                <a:tailEnd type="none" w="med" len="med"/>
              </a:ln>
            </p:spPr>
          </p:sp>
          <p:sp>
            <p:nvSpPr>
              <p:cNvPr id="72064" name="Rectangle 385"/>
              <p:cNvSpPr/>
              <p:nvPr/>
            </p:nvSpPr>
            <p:spPr>
              <a:xfrm>
                <a:off x="4674"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65" name="Line 386"/>
              <p:cNvSpPr/>
              <p:nvPr/>
            </p:nvSpPr>
            <p:spPr>
              <a:xfrm>
                <a:off x="4674" y="1512"/>
                <a:ext cx="1" cy="252"/>
              </a:xfrm>
              <a:prstGeom prst="line">
                <a:avLst/>
              </a:prstGeom>
              <a:ln w="0" cap="flat" cmpd="sng">
                <a:solidFill>
                  <a:srgbClr val="FF0000"/>
                </a:solidFill>
                <a:prstDash val="solid"/>
                <a:round/>
                <a:headEnd type="none" w="med" len="med"/>
                <a:tailEnd type="none" w="med" len="med"/>
              </a:ln>
            </p:spPr>
          </p:sp>
          <p:sp>
            <p:nvSpPr>
              <p:cNvPr id="72066" name="Rectangle 387"/>
              <p:cNvSpPr/>
              <p:nvPr/>
            </p:nvSpPr>
            <p:spPr>
              <a:xfrm>
                <a:off x="559" y="1784"/>
                <a:ext cx="194"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067" name="Rectangle 388"/>
              <p:cNvSpPr/>
              <p:nvPr/>
            </p:nvSpPr>
            <p:spPr>
              <a:xfrm>
                <a:off x="703" y="178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68" name="Rectangle 389"/>
              <p:cNvSpPr/>
              <p:nvPr/>
            </p:nvSpPr>
            <p:spPr>
              <a:xfrm>
                <a:off x="934" y="1784"/>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069" name="Rectangle 390"/>
              <p:cNvSpPr/>
              <p:nvPr/>
            </p:nvSpPr>
            <p:spPr>
              <a:xfrm>
                <a:off x="1079" y="178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70" name="Rectangle 391"/>
              <p:cNvSpPr/>
              <p:nvPr/>
            </p:nvSpPr>
            <p:spPr>
              <a:xfrm>
                <a:off x="1311" y="1784"/>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071" name="Rectangle 392"/>
              <p:cNvSpPr/>
              <p:nvPr/>
            </p:nvSpPr>
            <p:spPr>
              <a:xfrm>
                <a:off x="1451"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72" name="Rectangle 393"/>
              <p:cNvSpPr/>
              <p:nvPr/>
            </p:nvSpPr>
            <p:spPr>
              <a:xfrm>
                <a:off x="1684" y="1784"/>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073" name="Rectangle 394"/>
              <p:cNvSpPr/>
              <p:nvPr/>
            </p:nvSpPr>
            <p:spPr>
              <a:xfrm>
                <a:off x="1827"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74" name="Rectangle 395"/>
              <p:cNvSpPr/>
              <p:nvPr/>
            </p:nvSpPr>
            <p:spPr>
              <a:xfrm>
                <a:off x="2057" y="1784"/>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075" name="Rectangle 396"/>
              <p:cNvSpPr/>
              <p:nvPr/>
            </p:nvSpPr>
            <p:spPr>
              <a:xfrm>
                <a:off x="2199" y="178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76" name="Rectangle 397"/>
              <p:cNvSpPr/>
              <p:nvPr/>
            </p:nvSpPr>
            <p:spPr>
              <a:xfrm>
                <a:off x="2475" y="178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077" name="Rectangle 398"/>
              <p:cNvSpPr/>
              <p:nvPr/>
            </p:nvSpPr>
            <p:spPr>
              <a:xfrm>
                <a:off x="2543" y="178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78" name="Rectangle 399"/>
              <p:cNvSpPr/>
              <p:nvPr/>
            </p:nvSpPr>
            <p:spPr>
              <a:xfrm>
                <a:off x="2851" y="178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079" name="Rectangle 400"/>
              <p:cNvSpPr/>
              <p:nvPr/>
            </p:nvSpPr>
            <p:spPr>
              <a:xfrm>
                <a:off x="2916" y="178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80" name="Rectangle 401"/>
              <p:cNvSpPr/>
              <p:nvPr/>
            </p:nvSpPr>
            <p:spPr>
              <a:xfrm>
                <a:off x="3223"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081" name="Rectangle 402"/>
              <p:cNvSpPr/>
              <p:nvPr/>
            </p:nvSpPr>
            <p:spPr>
              <a:xfrm>
                <a:off x="3291"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82" name="Rectangle 403"/>
              <p:cNvSpPr/>
              <p:nvPr/>
            </p:nvSpPr>
            <p:spPr>
              <a:xfrm>
                <a:off x="3622"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083" name="Rectangle 404"/>
              <p:cNvSpPr/>
              <p:nvPr/>
            </p:nvSpPr>
            <p:spPr>
              <a:xfrm>
                <a:off x="3688"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84" name="Rectangle 405"/>
              <p:cNvSpPr/>
              <p:nvPr/>
            </p:nvSpPr>
            <p:spPr>
              <a:xfrm>
                <a:off x="4040"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085" name="Rectangle 406"/>
              <p:cNvSpPr/>
              <p:nvPr/>
            </p:nvSpPr>
            <p:spPr>
              <a:xfrm>
                <a:off x="4105"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86" name="Rectangle 407"/>
              <p:cNvSpPr/>
              <p:nvPr/>
            </p:nvSpPr>
            <p:spPr>
              <a:xfrm>
                <a:off x="4458"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087" name="Rectangle 408"/>
              <p:cNvSpPr/>
              <p:nvPr/>
            </p:nvSpPr>
            <p:spPr>
              <a:xfrm>
                <a:off x="4523"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88" name="Rectangle 409"/>
              <p:cNvSpPr/>
              <p:nvPr/>
            </p:nvSpPr>
            <p:spPr>
              <a:xfrm>
                <a:off x="431" y="176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89" name="Line 410"/>
              <p:cNvSpPr/>
              <p:nvPr/>
            </p:nvSpPr>
            <p:spPr>
              <a:xfrm>
                <a:off x="431" y="1764"/>
                <a:ext cx="2" cy="1"/>
              </a:xfrm>
              <a:prstGeom prst="line">
                <a:avLst/>
              </a:prstGeom>
              <a:ln w="0" cap="flat" cmpd="sng">
                <a:solidFill>
                  <a:srgbClr val="FF0000"/>
                </a:solidFill>
                <a:prstDash val="solid"/>
                <a:round/>
                <a:headEnd type="none" w="med" len="med"/>
                <a:tailEnd type="none" w="med" len="med"/>
              </a:ln>
            </p:spPr>
          </p:sp>
          <p:sp>
            <p:nvSpPr>
              <p:cNvPr id="72090" name="Line 411"/>
              <p:cNvSpPr/>
              <p:nvPr/>
            </p:nvSpPr>
            <p:spPr>
              <a:xfrm>
                <a:off x="431" y="1764"/>
                <a:ext cx="1" cy="2"/>
              </a:xfrm>
              <a:prstGeom prst="line">
                <a:avLst/>
              </a:prstGeom>
              <a:ln w="0" cap="flat" cmpd="sng">
                <a:solidFill>
                  <a:srgbClr val="FF0000"/>
                </a:solidFill>
                <a:prstDash val="solid"/>
                <a:round/>
                <a:headEnd type="none" w="med" len="med"/>
                <a:tailEnd type="none" w="med" len="med"/>
              </a:ln>
            </p:spPr>
          </p:sp>
          <p:sp>
            <p:nvSpPr>
              <p:cNvPr id="72091" name="Rectangle 412"/>
              <p:cNvSpPr/>
              <p:nvPr/>
            </p:nvSpPr>
            <p:spPr>
              <a:xfrm>
                <a:off x="433" y="1764"/>
                <a:ext cx="369"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92" name="Line 413"/>
              <p:cNvSpPr/>
              <p:nvPr/>
            </p:nvSpPr>
            <p:spPr>
              <a:xfrm>
                <a:off x="433" y="1764"/>
                <a:ext cx="369" cy="1"/>
              </a:xfrm>
              <a:prstGeom prst="line">
                <a:avLst/>
              </a:prstGeom>
              <a:ln w="0" cap="flat" cmpd="sng">
                <a:solidFill>
                  <a:srgbClr val="FF0000"/>
                </a:solidFill>
                <a:prstDash val="solid"/>
                <a:round/>
                <a:headEnd type="none" w="med" len="med"/>
                <a:tailEnd type="none" w="med" len="med"/>
              </a:ln>
            </p:spPr>
          </p:sp>
          <p:sp>
            <p:nvSpPr>
              <p:cNvPr id="72093" name="Rectangle 414"/>
              <p:cNvSpPr/>
              <p:nvPr/>
            </p:nvSpPr>
            <p:spPr>
              <a:xfrm>
                <a:off x="802"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94" name="Line 415"/>
              <p:cNvSpPr/>
              <p:nvPr/>
            </p:nvSpPr>
            <p:spPr>
              <a:xfrm>
                <a:off x="802" y="1764"/>
                <a:ext cx="3" cy="1"/>
              </a:xfrm>
              <a:prstGeom prst="line">
                <a:avLst/>
              </a:prstGeom>
              <a:ln w="0" cap="flat" cmpd="sng">
                <a:solidFill>
                  <a:srgbClr val="FF0000"/>
                </a:solidFill>
                <a:prstDash val="solid"/>
                <a:round/>
                <a:headEnd type="none" w="med" len="med"/>
                <a:tailEnd type="none" w="med" len="med"/>
              </a:ln>
            </p:spPr>
          </p:sp>
          <p:sp>
            <p:nvSpPr>
              <p:cNvPr id="72095" name="Line 416"/>
              <p:cNvSpPr/>
              <p:nvPr/>
            </p:nvSpPr>
            <p:spPr>
              <a:xfrm>
                <a:off x="802" y="1764"/>
                <a:ext cx="1" cy="2"/>
              </a:xfrm>
              <a:prstGeom prst="line">
                <a:avLst/>
              </a:prstGeom>
              <a:ln w="0" cap="flat" cmpd="sng">
                <a:solidFill>
                  <a:srgbClr val="FF0000"/>
                </a:solidFill>
                <a:prstDash val="solid"/>
                <a:round/>
                <a:headEnd type="none" w="med" len="med"/>
                <a:tailEnd type="none" w="med" len="med"/>
              </a:ln>
            </p:spPr>
          </p:sp>
          <p:sp>
            <p:nvSpPr>
              <p:cNvPr id="72096" name="Rectangle 417"/>
              <p:cNvSpPr/>
              <p:nvPr/>
            </p:nvSpPr>
            <p:spPr>
              <a:xfrm>
                <a:off x="805" y="1764"/>
                <a:ext cx="37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97" name="Line 418"/>
              <p:cNvSpPr/>
              <p:nvPr/>
            </p:nvSpPr>
            <p:spPr>
              <a:xfrm>
                <a:off x="805" y="1764"/>
                <a:ext cx="372" cy="1"/>
              </a:xfrm>
              <a:prstGeom prst="line">
                <a:avLst/>
              </a:prstGeom>
              <a:ln w="0" cap="flat" cmpd="sng">
                <a:solidFill>
                  <a:srgbClr val="FF0000"/>
                </a:solidFill>
                <a:prstDash val="solid"/>
                <a:round/>
                <a:headEnd type="none" w="med" len="med"/>
                <a:tailEnd type="none" w="med" len="med"/>
              </a:ln>
            </p:spPr>
          </p:sp>
          <p:sp>
            <p:nvSpPr>
              <p:cNvPr id="72098" name="Rectangle 419"/>
              <p:cNvSpPr/>
              <p:nvPr/>
            </p:nvSpPr>
            <p:spPr>
              <a:xfrm>
                <a:off x="1177"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99" name="Line 420"/>
              <p:cNvSpPr/>
              <p:nvPr/>
            </p:nvSpPr>
            <p:spPr>
              <a:xfrm>
                <a:off x="1177" y="1764"/>
                <a:ext cx="3" cy="1"/>
              </a:xfrm>
              <a:prstGeom prst="line">
                <a:avLst/>
              </a:prstGeom>
              <a:ln w="0" cap="flat" cmpd="sng">
                <a:solidFill>
                  <a:srgbClr val="FF0000"/>
                </a:solidFill>
                <a:prstDash val="solid"/>
                <a:round/>
                <a:headEnd type="none" w="med" len="med"/>
                <a:tailEnd type="none" w="med" len="med"/>
              </a:ln>
            </p:spPr>
          </p:sp>
          <p:sp>
            <p:nvSpPr>
              <p:cNvPr id="72100" name="Line 421"/>
              <p:cNvSpPr/>
              <p:nvPr/>
            </p:nvSpPr>
            <p:spPr>
              <a:xfrm>
                <a:off x="1177" y="1764"/>
                <a:ext cx="1" cy="2"/>
              </a:xfrm>
              <a:prstGeom prst="line">
                <a:avLst/>
              </a:prstGeom>
              <a:ln w="0" cap="flat" cmpd="sng">
                <a:solidFill>
                  <a:srgbClr val="FF0000"/>
                </a:solidFill>
                <a:prstDash val="solid"/>
                <a:round/>
                <a:headEnd type="none" w="med" len="med"/>
                <a:tailEnd type="none" w="med" len="med"/>
              </a:ln>
            </p:spPr>
          </p:sp>
          <p:sp>
            <p:nvSpPr>
              <p:cNvPr id="72101" name="Rectangle 422"/>
              <p:cNvSpPr/>
              <p:nvPr/>
            </p:nvSpPr>
            <p:spPr>
              <a:xfrm>
                <a:off x="1180" y="1764"/>
                <a:ext cx="371"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02" name="Line 423"/>
              <p:cNvSpPr/>
              <p:nvPr/>
            </p:nvSpPr>
            <p:spPr>
              <a:xfrm>
                <a:off x="1180" y="1764"/>
                <a:ext cx="371" cy="1"/>
              </a:xfrm>
              <a:prstGeom prst="line">
                <a:avLst/>
              </a:prstGeom>
              <a:ln w="0" cap="flat" cmpd="sng">
                <a:solidFill>
                  <a:srgbClr val="FF0000"/>
                </a:solidFill>
                <a:prstDash val="solid"/>
                <a:round/>
                <a:headEnd type="none" w="med" len="med"/>
                <a:tailEnd type="none" w="med" len="med"/>
              </a:ln>
            </p:spPr>
          </p:sp>
          <p:sp>
            <p:nvSpPr>
              <p:cNvPr id="72103" name="Rectangle 424"/>
              <p:cNvSpPr/>
              <p:nvPr/>
            </p:nvSpPr>
            <p:spPr>
              <a:xfrm>
                <a:off x="1551"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04" name="Line 425"/>
              <p:cNvSpPr/>
              <p:nvPr/>
            </p:nvSpPr>
            <p:spPr>
              <a:xfrm>
                <a:off x="1551" y="1764"/>
                <a:ext cx="3" cy="1"/>
              </a:xfrm>
              <a:prstGeom prst="line">
                <a:avLst/>
              </a:prstGeom>
              <a:ln w="0" cap="flat" cmpd="sng">
                <a:solidFill>
                  <a:srgbClr val="FF0000"/>
                </a:solidFill>
                <a:prstDash val="solid"/>
                <a:round/>
                <a:headEnd type="none" w="med" len="med"/>
                <a:tailEnd type="none" w="med" len="med"/>
              </a:ln>
            </p:spPr>
          </p:sp>
          <p:sp>
            <p:nvSpPr>
              <p:cNvPr id="72105" name="Line 426"/>
              <p:cNvSpPr/>
              <p:nvPr/>
            </p:nvSpPr>
            <p:spPr>
              <a:xfrm>
                <a:off x="1551" y="1764"/>
                <a:ext cx="1" cy="2"/>
              </a:xfrm>
              <a:prstGeom prst="line">
                <a:avLst/>
              </a:prstGeom>
              <a:ln w="0" cap="flat" cmpd="sng">
                <a:solidFill>
                  <a:srgbClr val="FF0000"/>
                </a:solidFill>
                <a:prstDash val="solid"/>
                <a:round/>
                <a:headEnd type="none" w="med" len="med"/>
                <a:tailEnd type="none" w="med" len="med"/>
              </a:ln>
            </p:spPr>
          </p:sp>
          <p:sp>
            <p:nvSpPr>
              <p:cNvPr id="72106" name="Rectangle 427"/>
              <p:cNvSpPr/>
              <p:nvPr/>
            </p:nvSpPr>
            <p:spPr>
              <a:xfrm>
                <a:off x="1554" y="1764"/>
                <a:ext cx="37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07" name="Line 428"/>
              <p:cNvSpPr/>
              <p:nvPr/>
            </p:nvSpPr>
            <p:spPr>
              <a:xfrm>
                <a:off x="1554" y="1764"/>
                <a:ext cx="372" cy="1"/>
              </a:xfrm>
              <a:prstGeom prst="line">
                <a:avLst/>
              </a:prstGeom>
              <a:ln w="0" cap="flat" cmpd="sng">
                <a:solidFill>
                  <a:srgbClr val="FF0000"/>
                </a:solidFill>
                <a:prstDash val="solid"/>
                <a:round/>
                <a:headEnd type="none" w="med" len="med"/>
                <a:tailEnd type="none" w="med" len="med"/>
              </a:ln>
            </p:spPr>
          </p:sp>
          <p:sp>
            <p:nvSpPr>
              <p:cNvPr id="72108" name="Rectangle 429"/>
              <p:cNvSpPr/>
              <p:nvPr/>
            </p:nvSpPr>
            <p:spPr>
              <a:xfrm>
                <a:off x="1926"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09" name="Line 430"/>
              <p:cNvSpPr/>
              <p:nvPr/>
            </p:nvSpPr>
            <p:spPr>
              <a:xfrm>
                <a:off x="1926" y="1764"/>
                <a:ext cx="3" cy="1"/>
              </a:xfrm>
              <a:prstGeom prst="line">
                <a:avLst/>
              </a:prstGeom>
              <a:ln w="0" cap="flat" cmpd="sng">
                <a:solidFill>
                  <a:srgbClr val="FF0000"/>
                </a:solidFill>
                <a:prstDash val="solid"/>
                <a:round/>
                <a:headEnd type="none" w="med" len="med"/>
                <a:tailEnd type="none" w="med" len="med"/>
              </a:ln>
            </p:spPr>
          </p:sp>
          <p:sp>
            <p:nvSpPr>
              <p:cNvPr id="72110" name="Line 431"/>
              <p:cNvSpPr/>
              <p:nvPr/>
            </p:nvSpPr>
            <p:spPr>
              <a:xfrm>
                <a:off x="1926" y="1764"/>
                <a:ext cx="1" cy="2"/>
              </a:xfrm>
              <a:prstGeom prst="line">
                <a:avLst/>
              </a:prstGeom>
              <a:ln w="0" cap="flat" cmpd="sng">
                <a:solidFill>
                  <a:srgbClr val="FF0000"/>
                </a:solidFill>
                <a:prstDash val="solid"/>
                <a:round/>
                <a:headEnd type="none" w="med" len="med"/>
                <a:tailEnd type="none" w="med" len="med"/>
              </a:ln>
            </p:spPr>
          </p:sp>
          <p:sp>
            <p:nvSpPr>
              <p:cNvPr id="72111" name="Rectangle 432"/>
              <p:cNvSpPr/>
              <p:nvPr/>
            </p:nvSpPr>
            <p:spPr>
              <a:xfrm>
                <a:off x="1929" y="1764"/>
                <a:ext cx="37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12" name="Line 433"/>
              <p:cNvSpPr/>
              <p:nvPr/>
            </p:nvSpPr>
            <p:spPr>
              <a:xfrm>
                <a:off x="1929" y="1764"/>
                <a:ext cx="372" cy="1"/>
              </a:xfrm>
              <a:prstGeom prst="line">
                <a:avLst/>
              </a:prstGeom>
              <a:ln w="0" cap="flat" cmpd="sng">
                <a:solidFill>
                  <a:srgbClr val="FF0000"/>
                </a:solidFill>
                <a:prstDash val="solid"/>
                <a:round/>
                <a:headEnd type="none" w="med" len="med"/>
                <a:tailEnd type="none" w="med" len="med"/>
              </a:ln>
            </p:spPr>
          </p:sp>
          <p:sp>
            <p:nvSpPr>
              <p:cNvPr id="72113" name="Rectangle 434"/>
              <p:cNvSpPr/>
              <p:nvPr/>
            </p:nvSpPr>
            <p:spPr>
              <a:xfrm>
                <a:off x="2301"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14" name="Line 435"/>
              <p:cNvSpPr/>
              <p:nvPr/>
            </p:nvSpPr>
            <p:spPr>
              <a:xfrm>
                <a:off x="2301" y="1764"/>
                <a:ext cx="3" cy="1"/>
              </a:xfrm>
              <a:prstGeom prst="line">
                <a:avLst/>
              </a:prstGeom>
              <a:ln w="0" cap="flat" cmpd="sng">
                <a:solidFill>
                  <a:srgbClr val="FF0000"/>
                </a:solidFill>
                <a:prstDash val="solid"/>
                <a:round/>
                <a:headEnd type="none" w="med" len="med"/>
                <a:tailEnd type="none" w="med" len="med"/>
              </a:ln>
            </p:spPr>
          </p:sp>
          <p:sp>
            <p:nvSpPr>
              <p:cNvPr id="72115" name="Line 436"/>
              <p:cNvSpPr/>
              <p:nvPr/>
            </p:nvSpPr>
            <p:spPr>
              <a:xfrm>
                <a:off x="2301" y="1764"/>
                <a:ext cx="1" cy="2"/>
              </a:xfrm>
              <a:prstGeom prst="line">
                <a:avLst/>
              </a:prstGeom>
              <a:ln w="0" cap="flat" cmpd="sng">
                <a:solidFill>
                  <a:srgbClr val="FF0000"/>
                </a:solidFill>
                <a:prstDash val="solid"/>
                <a:round/>
                <a:headEnd type="none" w="med" len="med"/>
                <a:tailEnd type="none" w="med" len="med"/>
              </a:ln>
            </p:spPr>
          </p:sp>
          <p:sp>
            <p:nvSpPr>
              <p:cNvPr id="72116" name="Rectangle 437"/>
              <p:cNvSpPr/>
              <p:nvPr/>
            </p:nvSpPr>
            <p:spPr>
              <a:xfrm>
                <a:off x="2304" y="1764"/>
                <a:ext cx="368"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17" name="Line 438"/>
              <p:cNvSpPr/>
              <p:nvPr/>
            </p:nvSpPr>
            <p:spPr>
              <a:xfrm>
                <a:off x="2304" y="1764"/>
                <a:ext cx="368" cy="1"/>
              </a:xfrm>
              <a:prstGeom prst="line">
                <a:avLst/>
              </a:prstGeom>
              <a:ln w="0" cap="flat" cmpd="sng">
                <a:solidFill>
                  <a:srgbClr val="FF0000"/>
                </a:solidFill>
                <a:prstDash val="solid"/>
                <a:round/>
                <a:headEnd type="none" w="med" len="med"/>
                <a:tailEnd type="none" w="med" len="med"/>
              </a:ln>
            </p:spPr>
          </p:sp>
          <p:sp>
            <p:nvSpPr>
              <p:cNvPr id="72118" name="Rectangle 439"/>
              <p:cNvSpPr/>
              <p:nvPr/>
            </p:nvSpPr>
            <p:spPr>
              <a:xfrm>
                <a:off x="2672"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19" name="Line 440"/>
              <p:cNvSpPr/>
              <p:nvPr/>
            </p:nvSpPr>
            <p:spPr>
              <a:xfrm>
                <a:off x="2672" y="1764"/>
                <a:ext cx="3" cy="1"/>
              </a:xfrm>
              <a:prstGeom prst="line">
                <a:avLst/>
              </a:prstGeom>
              <a:ln w="0" cap="flat" cmpd="sng">
                <a:solidFill>
                  <a:srgbClr val="FF0000"/>
                </a:solidFill>
                <a:prstDash val="solid"/>
                <a:round/>
                <a:headEnd type="none" w="med" len="med"/>
                <a:tailEnd type="none" w="med" len="med"/>
              </a:ln>
            </p:spPr>
          </p:sp>
          <p:sp>
            <p:nvSpPr>
              <p:cNvPr id="72120" name="Line 441"/>
              <p:cNvSpPr/>
              <p:nvPr/>
            </p:nvSpPr>
            <p:spPr>
              <a:xfrm>
                <a:off x="2672" y="1764"/>
                <a:ext cx="1" cy="2"/>
              </a:xfrm>
              <a:prstGeom prst="line">
                <a:avLst/>
              </a:prstGeom>
              <a:ln w="0" cap="flat" cmpd="sng">
                <a:solidFill>
                  <a:srgbClr val="FF0000"/>
                </a:solidFill>
                <a:prstDash val="solid"/>
                <a:round/>
                <a:headEnd type="none" w="med" len="med"/>
                <a:tailEnd type="none" w="med" len="med"/>
              </a:ln>
            </p:spPr>
          </p:sp>
          <p:sp>
            <p:nvSpPr>
              <p:cNvPr id="72121" name="Rectangle 442"/>
              <p:cNvSpPr/>
              <p:nvPr/>
            </p:nvSpPr>
            <p:spPr>
              <a:xfrm>
                <a:off x="2675" y="1764"/>
                <a:ext cx="37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22" name="Line 443"/>
              <p:cNvSpPr/>
              <p:nvPr/>
            </p:nvSpPr>
            <p:spPr>
              <a:xfrm>
                <a:off x="2675" y="1764"/>
                <a:ext cx="372" cy="1"/>
              </a:xfrm>
              <a:prstGeom prst="line">
                <a:avLst/>
              </a:prstGeom>
              <a:ln w="0" cap="flat" cmpd="sng">
                <a:solidFill>
                  <a:srgbClr val="FF0000"/>
                </a:solidFill>
                <a:prstDash val="solid"/>
                <a:round/>
                <a:headEnd type="none" w="med" len="med"/>
                <a:tailEnd type="none" w="med" len="med"/>
              </a:ln>
            </p:spPr>
          </p:sp>
          <p:sp>
            <p:nvSpPr>
              <p:cNvPr id="72123" name="Rectangle 444"/>
              <p:cNvSpPr/>
              <p:nvPr/>
            </p:nvSpPr>
            <p:spPr>
              <a:xfrm>
                <a:off x="3047"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24" name="Line 445"/>
              <p:cNvSpPr/>
              <p:nvPr/>
            </p:nvSpPr>
            <p:spPr>
              <a:xfrm>
                <a:off x="3047" y="1764"/>
                <a:ext cx="3" cy="1"/>
              </a:xfrm>
              <a:prstGeom prst="line">
                <a:avLst/>
              </a:prstGeom>
              <a:ln w="0" cap="flat" cmpd="sng">
                <a:solidFill>
                  <a:srgbClr val="FF0000"/>
                </a:solidFill>
                <a:prstDash val="solid"/>
                <a:round/>
                <a:headEnd type="none" w="med" len="med"/>
                <a:tailEnd type="none" w="med" len="med"/>
              </a:ln>
            </p:spPr>
          </p:sp>
          <p:sp>
            <p:nvSpPr>
              <p:cNvPr id="72125" name="Line 446"/>
              <p:cNvSpPr/>
              <p:nvPr/>
            </p:nvSpPr>
            <p:spPr>
              <a:xfrm>
                <a:off x="3047" y="1764"/>
                <a:ext cx="1" cy="2"/>
              </a:xfrm>
              <a:prstGeom prst="line">
                <a:avLst/>
              </a:prstGeom>
              <a:ln w="0" cap="flat" cmpd="sng">
                <a:solidFill>
                  <a:srgbClr val="FF0000"/>
                </a:solidFill>
                <a:prstDash val="solid"/>
                <a:round/>
                <a:headEnd type="none" w="med" len="med"/>
                <a:tailEnd type="none" w="med" len="med"/>
              </a:ln>
            </p:spPr>
          </p:sp>
          <p:sp>
            <p:nvSpPr>
              <p:cNvPr id="72126" name="Rectangle 447"/>
              <p:cNvSpPr/>
              <p:nvPr/>
            </p:nvSpPr>
            <p:spPr>
              <a:xfrm>
                <a:off x="3050" y="1764"/>
                <a:ext cx="37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27" name="Line 448"/>
              <p:cNvSpPr/>
              <p:nvPr/>
            </p:nvSpPr>
            <p:spPr>
              <a:xfrm>
                <a:off x="3050" y="1764"/>
                <a:ext cx="372" cy="1"/>
              </a:xfrm>
              <a:prstGeom prst="line">
                <a:avLst/>
              </a:prstGeom>
              <a:ln w="0" cap="flat" cmpd="sng">
                <a:solidFill>
                  <a:srgbClr val="FF0000"/>
                </a:solidFill>
                <a:prstDash val="solid"/>
                <a:round/>
                <a:headEnd type="none" w="med" len="med"/>
                <a:tailEnd type="none" w="med" len="med"/>
              </a:ln>
            </p:spPr>
          </p:sp>
          <p:sp>
            <p:nvSpPr>
              <p:cNvPr id="72128" name="Rectangle 449"/>
              <p:cNvSpPr/>
              <p:nvPr/>
            </p:nvSpPr>
            <p:spPr>
              <a:xfrm>
                <a:off x="3422"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29" name="Line 450"/>
              <p:cNvSpPr/>
              <p:nvPr/>
            </p:nvSpPr>
            <p:spPr>
              <a:xfrm>
                <a:off x="3422" y="1764"/>
                <a:ext cx="3" cy="1"/>
              </a:xfrm>
              <a:prstGeom prst="line">
                <a:avLst/>
              </a:prstGeom>
              <a:ln w="0" cap="flat" cmpd="sng">
                <a:solidFill>
                  <a:srgbClr val="FF0000"/>
                </a:solidFill>
                <a:prstDash val="solid"/>
                <a:round/>
                <a:headEnd type="none" w="med" len="med"/>
                <a:tailEnd type="none" w="med" len="med"/>
              </a:ln>
            </p:spPr>
          </p:sp>
          <p:sp>
            <p:nvSpPr>
              <p:cNvPr id="72130" name="Line 451"/>
              <p:cNvSpPr/>
              <p:nvPr/>
            </p:nvSpPr>
            <p:spPr>
              <a:xfrm>
                <a:off x="3422" y="1764"/>
                <a:ext cx="1" cy="2"/>
              </a:xfrm>
              <a:prstGeom prst="line">
                <a:avLst/>
              </a:prstGeom>
              <a:ln w="0" cap="flat" cmpd="sng">
                <a:solidFill>
                  <a:srgbClr val="FF0000"/>
                </a:solidFill>
                <a:prstDash val="solid"/>
                <a:round/>
                <a:headEnd type="none" w="med" len="med"/>
                <a:tailEnd type="none" w="med" len="med"/>
              </a:ln>
            </p:spPr>
          </p:sp>
          <p:sp>
            <p:nvSpPr>
              <p:cNvPr id="72131" name="Rectangle 452"/>
              <p:cNvSpPr/>
              <p:nvPr/>
            </p:nvSpPr>
            <p:spPr>
              <a:xfrm>
                <a:off x="3425" y="1764"/>
                <a:ext cx="414"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32" name="Line 453"/>
              <p:cNvSpPr/>
              <p:nvPr/>
            </p:nvSpPr>
            <p:spPr>
              <a:xfrm>
                <a:off x="3425" y="1764"/>
                <a:ext cx="414" cy="1"/>
              </a:xfrm>
              <a:prstGeom prst="line">
                <a:avLst/>
              </a:prstGeom>
              <a:ln w="0" cap="flat" cmpd="sng">
                <a:solidFill>
                  <a:srgbClr val="FF0000"/>
                </a:solidFill>
                <a:prstDash val="solid"/>
                <a:round/>
                <a:headEnd type="none" w="med" len="med"/>
                <a:tailEnd type="none" w="med" len="med"/>
              </a:ln>
            </p:spPr>
          </p:sp>
          <p:sp>
            <p:nvSpPr>
              <p:cNvPr id="72133" name="Rectangle 454"/>
              <p:cNvSpPr/>
              <p:nvPr/>
            </p:nvSpPr>
            <p:spPr>
              <a:xfrm>
                <a:off x="3839"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34" name="Line 455"/>
              <p:cNvSpPr/>
              <p:nvPr/>
            </p:nvSpPr>
            <p:spPr>
              <a:xfrm>
                <a:off x="3839" y="1764"/>
                <a:ext cx="3" cy="1"/>
              </a:xfrm>
              <a:prstGeom prst="line">
                <a:avLst/>
              </a:prstGeom>
              <a:ln w="0" cap="flat" cmpd="sng">
                <a:solidFill>
                  <a:srgbClr val="FF0000"/>
                </a:solidFill>
                <a:prstDash val="solid"/>
                <a:round/>
                <a:headEnd type="none" w="med" len="med"/>
                <a:tailEnd type="none" w="med" len="med"/>
              </a:ln>
            </p:spPr>
          </p:sp>
          <p:sp>
            <p:nvSpPr>
              <p:cNvPr id="72135" name="Line 456"/>
              <p:cNvSpPr/>
              <p:nvPr/>
            </p:nvSpPr>
            <p:spPr>
              <a:xfrm>
                <a:off x="3839" y="1764"/>
                <a:ext cx="1" cy="2"/>
              </a:xfrm>
              <a:prstGeom prst="line">
                <a:avLst/>
              </a:prstGeom>
              <a:ln w="0" cap="flat" cmpd="sng">
                <a:solidFill>
                  <a:srgbClr val="FF0000"/>
                </a:solidFill>
                <a:prstDash val="solid"/>
                <a:round/>
                <a:headEnd type="none" w="med" len="med"/>
                <a:tailEnd type="none" w="med" len="med"/>
              </a:ln>
            </p:spPr>
          </p:sp>
          <p:sp>
            <p:nvSpPr>
              <p:cNvPr id="72136" name="Rectangle 457"/>
              <p:cNvSpPr/>
              <p:nvPr/>
            </p:nvSpPr>
            <p:spPr>
              <a:xfrm>
                <a:off x="3842" y="1764"/>
                <a:ext cx="415"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37" name="Line 458"/>
              <p:cNvSpPr/>
              <p:nvPr/>
            </p:nvSpPr>
            <p:spPr>
              <a:xfrm>
                <a:off x="3842" y="1764"/>
                <a:ext cx="415" cy="1"/>
              </a:xfrm>
              <a:prstGeom prst="line">
                <a:avLst/>
              </a:prstGeom>
              <a:ln w="0" cap="flat" cmpd="sng">
                <a:solidFill>
                  <a:srgbClr val="FF0000"/>
                </a:solidFill>
                <a:prstDash val="solid"/>
                <a:round/>
                <a:headEnd type="none" w="med" len="med"/>
                <a:tailEnd type="none" w="med" len="med"/>
              </a:ln>
            </p:spPr>
          </p:sp>
          <p:sp>
            <p:nvSpPr>
              <p:cNvPr id="72138" name="Rectangle 459"/>
              <p:cNvSpPr/>
              <p:nvPr/>
            </p:nvSpPr>
            <p:spPr>
              <a:xfrm>
                <a:off x="4257"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39" name="Line 460"/>
              <p:cNvSpPr/>
              <p:nvPr/>
            </p:nvSpPr>
            <p:spPr>
              <a:xfrm>
                <a:off x="4257" y="1764"/>
                <a:ext cx="3" cy="1"/>
              </a:xfrm>
              <a:prstGeom prst="line">
                <a:avLst/>
              </a:prstGeom>
              <a:ln w="0" cap="flat" cmpd="sng">
                <a:solidFill>
                  <a:srgbClr val="FF0000"/>
                </a:solidFill>
                <a:prstDash val="solid"/>
                <a:round/>
                <a:headEnd type="none" w="med" len="med"/>
                <a:tailEnd type="none" w="med" len="med"/>
              </a:ln>
            </p:spPr>
          </p:sp>
          <p:sp>
            <p:nvSpPr>
              <p:cNvPr id="72140" name="Line 461"/>
              <p:cNvSpPr/>
              <p:nvPr/>
            </p:nvSpPr>
            <p:spPr>
              <a:xfrm>
                <a:off x="4257" y="1764"/>
                <a:ext cx="1" cy="2"/>
              </a:xfrm>
              <a:prstGeom prst="line">
                <a:avLst/>
              </a:prstGeom>
              <a:ln w="0" cap="flat" cmpd="sng">
                <a:solidFill>
                  <a:srgbClr val="FF0000"/>
                </a:solidFill>
                <a:prstDash val="solid"/>
                <a:round/>
                <a:headEnd type="none" w="med" len="med"/>
                <a:tailEnd type="none" w="med" len="med"/>
              </a:ln>
            </p:spPr>
          </p:sp>
          <p:sp>
            <p:nvSpPr>
              <p:cNvPr id="72141" name="Rectangle 462"/>
              <p:cNvSpPr/>
              <p:nvPr/>
            </p:nvSpPr>
            <p:spPr>
              <a:xfrm>
                <a:off x="4260" y="1764"/>
                <a:ext cx="414"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42" name="Line 463"/>
              <p:cNvSpPr/>
              <p:nvPr/>
            </p:nvSpPr>
            <p:spPr>
              <a:xfrm>
                <a:off x="4260" y="1764"/>
                <a:ext cx="414" cy="1"/>
              </a:xfrm>
              <a:prstGeom prst="line">
                <a:avLst/>
              </a:prstGeom>
              <a:ln w="0" cap="flat" cmpd="sng">
                <a:solidFill>
                  <a:srgbClr val="FF0000"/>
                </a:solidFill>
                <a:prstDash val="solid"/>
                <a:round/>
                <a:headEnd type="none" w="med" len="med"/>
                <a:tailEnd type="none" w="med" len="med"/>
              </a:ln>
            </p:spPr>
          </p:sp>
          <p:sp>
            <p:nvSpPr>
              <p:cNvPr id="72143" name="Rectangle 464"/>
              <p:cNvSpPr/>
              <p:nvPr/>
            </p:nvSpPr>
            <p:spPr>
              <a:xfrm>
                <a:off x="4674"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44" name="Line 465"/>
              <p:cNvSpPr/>
              <p:nvPr/>
            </p:nvSpPr>
            <p:spPr>
              <a:xfrm>
                <a:off x="4674" y="1764"/>
                <a:ext cx="3" cy="1"/>
              </a:xfrm>
              <a:prstGeom prst="line">
                <a:avLst/>
              </a:prstGeom>
              <a:ln w="0" cap="flat" cmpd="sng">
                <a:solidFill>
                  <a:srgbClr val="FF0000"/>
                </a:solidFill>
                <a:prstDash val="solid"/>
                <a:round/>
                <a:headEnd type="none" w="med" len="med"/>
                <a:tailEnd type="none" w="med" len="med"/>
              </a:ln>
            </p:spPr>
          </p:sp>
          <p:sp>
            <p:nvSpPr>
              <p:cNvPr id="72145" name="Line 466"/>
              <p:cNvSpPr/>
              <p:nvPr/>
            </p:nvSpPr>
            <p:spPr>
              <a:xfrm>
                <a:off x="4674" y="1764"/>
                <a:ext cx="1" cy="2"/>
              </a:xfrm>
              <a:prstGeom prst="line">
                <a:avLst/>
              </a:prstGeom>
              <a:ln w="0" cap="flat" cmpd="sng">
                <a:solidFill>
                  <a:srgbClr val="FF0000"/>
                </a:solidFill>
                <a:prstDash val="solid"/>
                <a:round/>
                <a:headEnd type="none" w="med" len="med"/>
                <a:tailEnd type="none" w="med" len="med"/>
              </a:ln>
            </p:spPr>
          </p:sp>
          <p:sp>
            <p:nvSpPr>
              <p:cNvPr id="72146" name="Rectangle 467"/>
              <p:cNvSpPr/>
              <p:nvPr/>
            </p:nvSpPr>
            <p:spPr>
              <a:xfrm>
                <a:off x="431" y="1766"/>
                <a:ext cx="2"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47" name="Line 468"/>
              <p:cNvSpPr/>
              <p:nvPr/>
            </p:nvSpPr>
            <p:spPr>
              <a:xfrm>
                <a:off x="431" y="1766"/>
                <a:ext cx="1" cy="252"/>
              </a:xfrm>
              <a:prstGeom prst="line">
                <a:avLst/>
              </a:prstGeom>
              <a:ln w="0" cap="flat" cmpd="sng">
                <a:solidFill>
                  <a:srgbClr val="FF0000"/>
                </a:solidFill>
                <a:prstDash val="solid"/>
                <a:round/>
                <a:headEnd type="none" w="med" len="med"/>
                <a:tailEnd type="none" w="med" len="med"/>
              </a:ln>
            </p:spPr>
          </p:sp>
          <p:sp>
            <p:nvSpPr>
              <p:cNvPr id="72148" name="Rectangle 469"/>
              <p:cNvSpPr/>
              <p:nvPr/>
            </p:nvSpPr>
            <p:spPr>
              <a:xfrm>
                <a:off x="802"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49" name="Line 470"/>
              <p:cNvSpPr/>
              <p:nvPr/>
            </p:nvSpPr>
            <p:spPr>
              <a:xfrm>
                <a:off x="802" y="1766"/>
                <a:ext cx="1" cy="252"/>
              </a:xfrm>
              <a:prstGeom prst="line">
                <a:avLst/>
              </a:prstGeom>
              <a:ln w="0" cap="flat" cmpd="sng">
                <a:solidFill>
                  <a:srgbClr val="FF0000"/>
                </a:solidFill>
                <a:prstDash val="solid"/>
                <a:round/>
                <a:headEnd type="none" w="med" len="med"/>
                <a:tailEnd type="none" w="med" len="med"/>
              </a:ln>
            </p:spPr>
          </p:sp>
          <p:sp>
            <p:nvSpPr>
              <p:cNvPr id="72150" name="Rectangle 471"/>
              <p:cNvSpPr/>
              <p:nvPr/>
            </p:nvSpPr>
            <p:spPr>
              <a:xfrm>
                <a:off x="1177"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51" name="Line 472"/>
              <p:cNvSpPr/>
              <p:nvPr/>
            </p:nvSpPr>
            <p:spPr>
              <a:xfrm>
                <a:off x="1177" y="1766"/>
                <a:ext cx="1" cy="252"/>
              </a:xfrm>
              <a:prstGeom prst="line">
                <a:avLst/>
              </a:prstGeom>
              <a:ln w="0" cap="flat" cmpd="sng">
                <a:solidFill>
                  <a:srgbClr val="FF0000"/>
                </a:solidFill>
                <a:prstDash val="solid"/>
                <a:round/>
                <a:headEnd type="none" w="med" len="med"/>
                <a:tailEnd type="none" w="med" len="med"/>
              </a:ln>
            </p:spPr>
          </p:sp>
          <p:sp>
            <p:nvSpPr>
              <p:cNvPr id="72152" name="Rectangle 473"/>
              <p:cNvSpPr/>
              <p:nvPr/>
            </p:nvSpPr>
            <p:spPr>
              <a:xfrm>
                <a:off x="1551"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53" name="Line 474"/>
              <p:cNvSpPr/>
              <p:nvPr/>
            </p:nvSpPr>
            <p:spPr>
              <a:xfrm>
                <a:off x="1551" y="1766"/>
                <a:ext cx="1" cy="252"/>
              </a:xfrm>
              <a:prstGeom prst="line">
                <a:avLst/>
              </a:prstGeom>
              <a:ln w="0" cap="flat" cmpd="sng">
                <a:solidFill>
                  <a:srgbClr val="FF0000"/>
                </a:solidFill>
                <a:prstDash val="solid"/>
                <a:round/>
                <a:headEnd type="none" w="med" len="med"/>
                <a:tailEnd type="none" w="med" len="med"/>
              </a:ln>
            </p:spPr>
          </p:sp>
          <p:sp>
            <p:nvSpPr>
              <p:cNvPr id="72154" name="Rectangle 475"/>
              <p:cNvSpPr/>
              <p:nvPr/>
            </p:nvSpPr>
            <p:spPr>
              <a:xfrm>
                <a:off x="1926"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55" name="Line 476"/>
              <p:cNvSpPr/>
              <p:nvPr/>
            </p:nvSpPr>
            <p:spPr>
              <a:xfrm>
                <a:off x="1926" y="1766"/>
                <a:ext cx="1" cy="252"/>
              </a:xfrm>
              <a:prstGeom prst="line">
                <a:avLst/>
              </a:prstGeom>
              <a:ln w="0" cap="flat" cmpd="sng">
                <a:solidFill>
                  <a:srgbClr val="FF0000"/>
                </a:solidFill>
                <a:prstDash val="solid"/>
                <a:round/>
                <a:headEnd type="none" w="med" len="med"/>
                <a:tailEnd type="none" w="med" len="med"/>
              </a:ln>
            </p:spPr>
          </p:sp>
          <p:sp>
            <p:nvSpPr>
              <p:cNvPr id="72156" name="Rectangle 477"/>
              <p:cNvSpPr/>
              <p:nvPr/>
            </p:nvSpPr>
            <p:spPr>
              <a:xfrm>
                <a:off x="2301"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57" name="Line 478"/>
              <p:cNvSpPr/>
              <p:nvPr/>
            </p:nvSpPr>
            <p:spPr>
              <a:xfrm>
                <a:off x="2301" y="1766"/>
                <a:ext cx="1" cy="252"/>
              </a:xfrm>
              <a:prstGeom prst="line">
                <a:avLst/>
              </a:prstGeom>
              <a:ln w="0" cap="flat" cmpd="sng">
                <a:solidFill>
                  <a:srgbClr val="FF0000"/>
                </a:solidFill>
                <a:prstDash val="solid"/>
                <a:round/>
                <a:headEnd type="none" w="med" len="med"/>
                <a:tailEnd type="none" w="med" len="med"/>
              </a:ln>
            </p:spPr>
          </p:sp>
          <p:sp>
            <p:nvSpPr>
              <p:cNvPr id="72158" name="Rectangle 479"/>
              <p:cNvSpPr/>
              <p:nvPr/>
            </p:nvSpPr>
            <p:spPr>
              <a:xfrm>
                <a:off x="2672"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59" name="Line 480"/>
              <p:cNvSpPr/>
              <p:nvPr/>
            </p:nvSpPr>
            <p:spPr>
              <a:xfrm>
                <a:off x="2672" y="1766"/>
                <a:ext cx="1" cy="252"/>
              </a:xfrm>
              <a:prstGeom prst="line">
                <a:avLst/>
              </a:prstGeom>
              <a:ln w="0" cap="flat" cmpd="sng">
                <a:solidFill>
                  <a:srgbClr val="FF0000"/>
                </a:solidFill>
                <a:prstDash val="solid"/>
                <a:round/>
                <a:headEnd type="none" w="med" len="med"/>
                <a:tailEnd type="none" w="med" len="med"/>
              </a:ln>
            </p:spPr>
          </p:sp>
          <p:sp>
            <p:nvSpPr>
              <p:cNvPr id="72160" name="Rectangle 481"/>
              <p:cNvSpPr/>
              <p:nvPr/>
            </p:nvSpPr>
            <p:spPr>
              <a:xfrm>
                <a:off x="3047"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61" name="Line 482"/>
              <p:cNvSpPr/>
              <p:nvPr/>
            </p:nvSpPr>
            <p:spPr>
              <a:xfrm>
                <a:off x="3047" y="1766"/>
                <a:ext cx="1" cy="252"/>
              </a:xfrm>
              <a:prstGeom prst="line">
                <a:avLst/>
              </a:prstGeom>
              <a:ln w="0" cap="flat" cmpd="sng">
                <a:solidFill>
                  <a:srgbClr val="FF0000"/>
                </a:solidFill>
                <a:prstDash val="solid"/>
                <a:round/>
                <a:headEnd type="none" w="med" len="med"/>
                <a:tailEnd type="none" w="med" len="med"/>
              </a:ln>
            </p:spPr>
          </p:sp>
          <p:sp>
            <p:nvSpPr>
              <p:cNvPr id="72162" name="Rectangle 483"/>
              <p:cNvSpPr/>
              <p:nvPr/>
            </p:nvSpPr>
            <p:spPr>
              <a:xfrm>
                <a:off x="3422"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63" name="Line 484"/>
              <p:cNvSpPr/>
              <p:nvPr/>
            </p:nvSpPr>
            <p:spPr>
              <a:xfrm>
                <a:off x="3422" y="1766"/>
                <a:ext cx="1" cy="252"/>
              </a:xfrm>
              <a:prstGeom prst="line">
                <a:avLst/>
              </a:prstGeom>
              <a:ln w="0" cap="flat" cmpd="sng">
                <a:solidFill>
                  <a:srgbClr val="FF0000"/>
                </a:solidFill>
                <a:prstDash val="solid"/>
                <a:round/>
                <a:headEnd type="none" w="med" len="med"/>
                <a:tailEnd type="none" w="med" len="med"/>
              </a:ln>
            </p:spPr>
          </p:sp>
          <p:sp>
            <p:nvSpPr>
              <p:cNvPr id="72164" name="Rectangle 485"/>
              <p:cNvSpPr/>
              <p:nvPr/>
            </p:nvSpPr>
            <p:spPr>
              <a:xfrm>
                <a:off x="3839"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65" name="Line 486"/>
              <p:cNvSpPr/>
              <p:nvPr/>
            </p:nvSpPr>
            <p:spPr>
              <a:xfrm>
                <a:off x="3839" y="1766"/>
                <a:ext cx="1" cy="252"/>
              </a:xfrm>
              <a:prstGeom prst="line">
                <a:avLst/>
              </a:prstGeom>
              <a:ln w="0" cap="flat" cmpd="sng">
                <a:solidFill>
                  <a:srgbClr val="FF0000"/>
                </a:solidFill>
                <a:prstDash val="solid"/>
                <a:round/>
                <a:headEnd type="none" w="med" len="med"/>
                <a:tailEnd type="none" w="med" len="med"/>
              </a:ln>
            </p:spPr>
          </p:sp>
          <p:sp>
            <p:nvSpPr>
              <p:cNvPr id="72166" name="Rectangle 487"/>
              <p:cNvSpPr/>
              <p:nvPr/>
            </p:nvSpPr>
            <p:spPr>
              <a:xfrm>
                <a:off x="4257"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67" name="Line 488"/>
              <p:cNvSpPr/>
              <p:nvPr/>
            </p:nvSpPr>
            <p:spPr>
              <a:xfrm>
                <a:off x="4257" y="1766"/>
                <a:ext cx="1" cy="252"/>
              </a:xfrm>
              <a:prstGeom prst="line">
                <a:avLst/>
              </a:prstGeom>
              <a:ln w="0" cap="flat" cmpd="sng">
                <a:solidFill>
                  <a:srgbClr val="FF0000"/>
                </a:solidFill>
                <a:prstDash val="solid"/>
                <a:round/>
                <a:headEnd type="none" w="med" len="med"/>
                <a:tailEnd type="none" w="med" len="med"/>
              </a:ln>
            </p:spPr>
          </p:sp>
          <p:sp>
            <p:nvSpPr>
              <p:cNvPr id="72168" name="Rectangle 489"/>
              <p:cNvSpPr/>
              <p:nvPr/>
            </p:nvSpPr>
            <p:spPr>
              <a:xfrm>
                <a:off x="4674"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69" name="Line 490"/>
              <p:cNvSpPr/>
              <p:nvPr/>
            </p:nvSpPr>
            <p:spPr>
              <a:xfrm>
                <a:off x="4674" y="1766"/>
                <a:ext cx="1" cy="252"/>
              </a:xfrm>
              <a:prstGeom prst="line">
                <a:avLst/>
              </a:prstGeom>
              <a:ln w="0" cap="flat" cmpd="sng">
                <a:solidFill>
                  <a:srgbClr val="FF0000"/>
                </a:solidFill>
                <a:prstDash val="solid"/>
                <a:round/>
                <a:headEnd type="none" w="med" len="med"/>
                <a:tailEnd type="none" w="med" len="med"/>
              </a:ln>
            </p:spPr>
          </p:sp>
          <p:sp>
            <p:nvSpPr>
              <p:cNvPr id="72170" name="Rectangle 491"/>
              <p:cNvSpPr/>
              <p:nvPr/>
            </p:nvSpPr>
            <p:spPr>
              <a:xfrm>
                <a:off x="559" y="2038"/>
                <a:ext cx="194"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171" name="Rectangle 492"/>
              <p:cNvSpPr/>
              <p:nvPr/>
            </p:nvSpPr>
            <p:spPr>
              <a:xfrm>
                <a:off x="703" y="2038"/>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72" name="Rectangle 493"/>
              <p:cNvSpPr/>
              <p:nvPr/>
            </p:nvSpPr>
            <p:spPr>
              <a:xfrm>
                <a:off x="934" y="2038"/>
                <a:ext cx="193"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173" name="Rectangle 494"/>
              <p:cNvSpPr/>
              <p:nvPr/>
            </p:nvSpPr>
            <p:spPr>
              <a:xfrm>
                <a:off x="1079" y="2038"/>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74" name="Rectangle 495"/>
              <p:cNvSpPr/>
              <p:nvPr/>
            </p:nvSpPr>
            <p:spPr>
              <a:xfrm>
                <a:off x="1311" y="2038"/>
                <a:ext cx="193"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grpSp>
        <p:grpSp>
          <p:nvGrpSpPr>
            <p:cNvPr id="72175" name="Group 496"/>
            <p:cNvGrpSpPr/>
            <p:nvPr/>
          </p:nvGrpSpPr>
          <p:grpSpPr>
            <a:xfrm>
              <a:off x="171" y="2312"/>
              <a:ext cx="2813" cy="588"/>
              <a:chOff x="431" y="2018"/>
              <a:chExt cx="4246" cy="505"/>
            </a:xfrm>
          </p:grpSpPr>
          <p:sp>
            <p:nvSpPr>
              <p:cNvPr id="72176" name="Rectangle 497"/>
              <p:cNvSpPr/>
              <p:nvPr/>
            </p:nvSpPr>
            <p:spPr>
              <a:xfrm>
                <a:off x="1451"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77" name="Rectangle 498"/>
              <p:cNvSpPr/>
              <p:nvPr/>
            </p:nvSpPr>
            <p:spPr>
              <a:xfrm>
                <a:off x="1684" y="2038"/>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178" name="Rectangle 499"/>
              <p:cNvSpPr/>
              <p:nvPr/>
            </p:nvSpPr>
            <p:spPr>
              <a:xfrm>
                <a:off x="1827"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79" name="Rectangle 500"/>
              <p:cNvSpPr/>
              <p:nvPr/>
            </p:nvSpPr>
            <p:spPr>
              <a:xfrm>
                <a:off x="2102"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180" name="Rectangle 501"/>
              <p:cNvSpPr/>
              <p:nvPr/>
            </p:nvSpPr>
            <p:spPr>
              <a:xfrm>
                <a:off x="2165"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81" name="Rectangle 502"/>
              <p:cNvSpPr/>
              <p:nvPr/>
            </p:nvSpPr>
            <p:spPr>
              <a:xfrm>
                <a:off x="2475" y="203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182" name="Rectangle 503"/>
              <p:cNvSpPr/>
              <p:nvPr/>
            </p:nvSpPr>
            <p:spPr>
              <a:xfrm>
                <a:off x="2543" y="203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83" name="Rectangle 504"/>
              <p:cNvSpPr/>
              <p:nvPr/>
            </p:nvSpPr>
            <p:spPr>
              <a:xfrm>
                <a:off x="2851" y="203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184" name="Rectangle 505"/>
              <p:cNvSpPr/>
              <p:nvPr/>
            </p:nvSpPr>
            <p:spPr>
              <a:xfrm>
                <a:off x="2916" y="203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85" name="Rectangle 506"/>
              <p:cNvSpPr/>
              <p:nvPr/>
            </p:nvSpPr>
            <p:spPr>
              <a:xfrm>
                <a:off x="3223"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186" name="Rectangle 507"/>
              <p:cNvSpPr/>
              <p:nvPr/>
            </p:nvSpPr>
            <p:spPr>
              <a:xfrm>
                <a:off x="3291"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87" name="Rectangle 508"/>
              <p:cNvSpPr/>
              <p:nvPr/>
            </p:nvSpPr>
            <p:spPr>
              <a:xfrm>
                <a:off x="3622"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188" name="Rectangle 509"/>
              <p:cNvSpPr/>
              <p:nvPr/>
            </p:nvSpPr>
            <p:spPr>
              <a:xfrm>
                <a:off x="3688"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89" name="Rectangle 510"/>
              <p:cNvSpPr/>
              <p:nvPr/>
            </p:nvSpPr>
            <p:spPr>
              <a:xfrm>
                <a:off x="4040"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190" name="Rectangle 511"/>
              <p:cNvSpPr/>
              <p:nvPr/>
            </p:nvSpPr>
            <p:spPr>
              <a:xfrm>
                <a:off x="4105"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91" name="Rectangle 512"/>
              <p:cNvSpPr/>
              <p:nvPr/>
            </p:nvSpPr>
            <p:spPr>
              <a:xfrm>
                <a:off x="4458"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192" name="Rectangle 513"/>
              <p:cNvSpPr/>
              <p:nvPr/>
            </p:nvSpPr>
            <p:spPr>
              <a:xfrm>
                <a:off x="4523"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93" name="Rectangle 514"/>
              <p:cNvSpPr/>
              <p:nvPr/>
            </p:nvSpPr>
            <p:spPr>
              <a:xfrm>
                <a:off x="431" y="2018"/>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94" name="Line 515"/>
              <p:cNvSpPr/>
              <p:nvPr/>
            </p:nvSpPr>
            <p:spPr>
              <a:xfrm>
                <a:off x="431" y="2018"/>
                <a:ext cx="2" cy="1"/>
              </a:xfrm>
              <a:prstGeom prst="line">
                <a:avLst/>
              </a:prstGeom>
              <a:ln w="0" cap="flat" cmpd="sng">
                <a:solidFill>
                  <a:srgbClr val="FF0000"/>
                </a:solidFill>
                <a:prstDash val="solid"/>
                <a:round/>
                <a:headEnd type="none" w="med" len="med"/>
                <a:tailEnd type="none" w="med" len="med"/>
              </a:ln>
            </p:spPr>
          </p:sp>
          <p:sp>
            <p:nvSpPr>
              <p:cNvPr id="72195" name="Line 516"/>
              <p:cNvSpPr/>
              <p:nvPr/>
            </p:nvSpPr>
            <p:spPr>
              <a:xfrm>
                <a:off x="431" y="2018"/>
                <a:ext cx="1" cy="3"/>
              </a:xfrm>
              <a:prstGeom prst="line">
                <a:avLst/>
              </a:prstGeom>
              <a:ln w="0" cap="flat" cmpd="sng">
                <a:solidFill>
                  <a:srgbClr val="FF0000"/>
                </a:solidFill>
                <a:prstDash val="solid"/>
                <a:round/>
                <a:headEnd type="none" w="med" len="med"/>
                <a:tailEnd type="none" w="med" len="med"/>
              </a:ln>
            </p:spPr>
          </p:sp>
          <p:sp>
            <p:nvSpPr>
              <p:cNvPr id="72196" name="Rectangle 517"/>
              <p:cNvSpPr/>
              <p:nvPr/>
            </p:nvSpPr>
            <p:spPr>
              <a:xfrm>
                <a:off x="433" y="2018"/>
                <a:ext cx="36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97" name="Line 518"/>
              <p:cNvSpPr/>
              <p:nvPr/>
            </p:nvSpPr>
            <p:spPr>
              <a:xfrm>
                <a:off x="433" y="2018"/>
                <a:ext cx="369" cy="1"/>
              </a:xfrm>
              <a:prstGeom prst="line">
                <a:avLst/>
              </a:prstGeom>
              <a:ln w="0" cap="flat" cmpd="sng">
                <a:solidFill>
                  <a:srgbClr val="FF0000"/>
                </a:solidFill>
                <a:prstDash val="solid"/>
                <a:round/>
                <a:headEnd type="none" w="med" len="med"/>
                <a:tailEnd type="none" w="med" len="med"/>
              </a:ln>
            </p:spPr>
          </p:sp>
          <p:sp>
            <p:nvSpPr>
              <p:cNvPr id="72198" name="Rectangle 519"/>
              <p:cNvSpPr/>
              <p:nvPr/>
            </p:nvSpPr>
            <p:spPr>
              <a:xfrm>
                <a:off x="802"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99" name="Line 520"/>
              <p:cNvSpPr/>
              <p:nvPr/>
            </p:nvSpPr>
            <p:spPr>
              <a:xfrm>
                <a:off x="802" y="2018"/>
                <a:ext cx="3" cy="1"/>
              </a:xfrm>
              <a:prstGeom prst="line">
                <a:avLst/>
              </a:prstGeom>
              <a:ln w="0" cap="flat" cmpd="sng">
                <a:solidFill>
                  <a:srgbClr val="FF0000"/>
                </a:solidFill>
                <a:prstDash val="solid"/>
                <a:round/>
                <a:headEnd type="none" w="med" len="med"/>
                <a:tailEnd type="none" w="med" len="med"/>
              </a:ln>
            </p:spPr>
          </p:sp>
          <p:sp>
            <p:nvSpPr>
              <p:cNvPr id="72200" name="Line 521"/>
              <p:cNvSpPr/>
              <p:nvPr/>
            </p:nvSpPr>
            <p:spPr>
              <a:xfrm>
                <a:off x="802" y="2018"/>
                <a:ext cx="1" cy="3"/>
              </a:xfrm>
              <a:prstGeom prst="line">
                <a:avLst/>
              </a:prstGeom>
              <a:ln w="0" cap="flat" cmpd="sng">
                <a:solidFill>
                  <a:srgbClr val="FF0000"/>
                </a:solidFill>
                <a:prstDash val="solid"/>
                <a:round/>
                <a:headEnd type="none" w="med" len="med"/>
                <a:tailEnd type="none" w="med" len="med"/>
              </a:ln>
            </p:spPr>
          </p:sp>
          <p:sp>
            <p:nvSpPr>
              <p:cNvPr id="72201" name="Rectangle 522"/>
              <p:cNvSpPr/>
              <p:nvPr/>
            </p:nvSpPr>
            <p:spPr>
              <a:xfrm>
                <a:off x="805" y="2018"/>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02" name="Line 523"/>
              <p:cNvSpPr/>
              <p:nvPr/>
            </p:nvSpPr>
            <p:spPr>
              <a:xfrm>
                <a:off x="805" y="2018"/>
                <a:ext cx="372" cy="1"/>
              </a:xfrm>
              <a:prstGeom prst="line">
                <a:avLst/>
              </a:prstGeom>
              <a:ln w="0" cap="flat" cmpd="sng">
                <a:solidFill>
                  <a:srgbClr val="FF0000"/>
                </a:solidFill>
                <a:prstDash val="solid"/>
                <a:round/>
                <a:headEnd type="none" w="med" len="med"/>
                <a:tailEnd type="none" w="med" len="med"/>
              </a:ln>
            </p:spPr>
          </p:sp>
          <p:sp>
            <p:nvSpPr>
              <p:cNvPr id="72203" name="Rectangle 524"/>
              <p:cNvSpPr/>
              <p:nvPr/>
            </p:nvSpPr>
            <p:spPr>
              <a:xfrm>
                <a:off x="1177"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04" name="Line 525"/>
              <p:cNvSpPr/>
              <p:nvPr/>
            </p:nvSpPr>
            <p:spPr>
              <a:xfrm>
                <a:off x="1177" y="2018"/>
                <a:ext cx="3" cy="1"/>
              </a:xfrm>
              <a:prstGeom prst="line">
                <a:avLst/>
              </a:prstGeom>
              <a:ln w="0" cap="flat" cmpd="sng">
                <a:solidFill>
                  <a:srgbClr val="FF0000"/>
                </a:solidFill>
                <a:prstDash val="solid"/>
                <a:round/>
                <a:headEnd type="none" w="med" len="med"/>
                <a:tailEnd type="none" w="med" len="med"/>
              </a:ln>
            </p:spPr>
          </p:sp>
          <p:sp>
            <p:nvSpPr>
              <p:cNvPr id="72205" name="Line 526"/>
              <p:cNvSpPr/>
              <p:nvPr/>
            </p:nvSpPr>
            <p:spPr>
              <a:xfrm>
                <a:off x="1177" y="2018"/>
                <a:ext cx="1" cy="3"/>
              </a:xfrm>
              <a:prstGeom prst="line">
                <a:avLst/>
              </a:prstGeom>
              <a:ln w="0" cap="flat" cmpd="sng">
                <a:solidFill>
                  <a:srgbClr val="FF0000"/>
                </a:solidFill>
                <a:prstDash val="solid"/>
                <a:round/>
                <a:headEnd type="none" w="med" len="med"/>
                <a:tailEnd type="none" w="med" len="med"/>
              </a:ln>
            </p:spPr>
          </p:sp>
          <p:sp>
            <p:nvSpPr>
              <p:cNvPr id="72206" name="Rectangle 527"/>
              <p:cNvSpPr/>
              <p:nvPr/>
            </p:nvSpPr>
            <p:spPr>
              <a:xfrm>
                <a:off x="1180" y="2018"/>
                <a:ext cx="371"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07" name="Line 528"/>
              <p:cNvSpPr/>
              <p:nvPr/>
            </p:nvSpPr>
            <p:spPr>
              <a:xfrm>
                <a:off x="1180" y="2018"/>
                <a:ext cx="371" cy="1"/>
              </a:xfrm>
              <a:prstGeom prst="line">
                <a:avLst/>
              </a:prstGeom>
              <a:ln w="0" cap="flat" cmpd="sng">
                <a:solidFill>
                  <a:srgbClr val="FF0000"/>
                </a:solidFill>
                <a:prstDash val="solid"/>
                <a:round/>
                <a:headEnd type="none" w="med" len="med"/>
                <a:tailEnd type="none" w="med" len="med"/>
              </a:ln>
            </p:spPr>
          </p:sp>
          <p:sp>
            <p:nvSpPr>
              <p:cNvPr id="72208" name="Rectangle 529"/>
              <p:cNvSpPr/>
              <p:nvPr/>
            </p:nvSpPr>
            <p:spPr>
              <a:xfrm>
                <a:off x="1551"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09" name="Line 530"/>
              <p:cNvSpPr/>
              <p:nvPr/>
            </p:nvSpPr>
            <p:spPr>
              <a:xfrm>
                <a:off x="1551" y="2018"/>
                <a:ext cx="3" cy="1"/>
              </a:xfrm>
              <a:prstGeom prst="line">
                <a:avLst/>
              </a:prstGeom>
              <a:ln w="0" cap="flat" cmpd="sng">
                <a:solidFill>
                  <a:srgbClr val="FF0000"/>
                </a:solidFill>
                <a:prstDash val="solid"/>
                <a:round/>
                <a:headEnd type="none" w="med" len="med"/>
                <a:tailEnd type="none" w="med" len="med"/>
              </a:ln>
            </p:spPr>
          </p:sp>
          <p:sp>
            <p:nvSpPr>
              <p:cNvPr id="72210" name="Line 531"/>
              <p:cNvSpPr/>
              <p:nvPr/>
            </p:nvSpPr>
            <p:spPr>
              <a:xfrm>
                <a:off x="1551" y="2018"/>
                <a:ext cx="1" cy="3"/>
              </a:xfrm>
              <a:prstGeom prst="line">
                <a:avLst/>
              </a:prstGeom>
              <a:ln w="0" cap="flat" cmpd="sng">
                <a:solidFill>
                  <a:srgbClr val="FF0000"/>
                </a:solidFill>
                <a:prstDash val="solid"/>
                <a:round/>
                <a:headEnd type="none" w="med" len="med"/>
                <a:tailEnd type="none" w="med" len="med"/>
              </a:ln>
            </p:spPr>
          </p:sp>
          <p:sp>
            <p:nvSpPr>
              <p:cNvPr id="72211" name="Rectangle 532"/>
              <p:cNvSpPr/>
              <p:nvPr/>
            </p:nvSpPr>
            <p:spPr>
              <a:xfrm>
                <a:off x="1554" y="2018"/>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12" name="Line 533"/>
              <p:cNvSpPr/>
              <p:nvPr/>
            </p:nvSpPr>
            <p:spPr>
              <a:xfrm>
                <a:off x="1554" y="2018"/>
                <a:ext cx="372" cy="1"/>
              </a:xfrm>
              <a:prstGeom prst="line">
                <a:avLst/>
              </a:prstGeom>
              <a:ln w="0" cap="flat" cmpd="sng">
                <a:solidFill>
                  <a:srgbClr val="FF0000"/>
                </a:solidFill>
                <a:prstDash val="solid"/>
                <a:round/>
                <a:headEnd type="none" w="med" len="med"/>
                <a:tailEnd type="none" w="med" len="med"/>
              </a:ln>
            </p:spPr>
          </p:sp>
          <p:sp>
            <p:nvSpPr>
              <p:cNvPr id="72213" name="Rectangle 534"/>
              <p:cNvSpPr/>
              <p:nvPr/>
            </p:nvSpPr>
            <p:spPr>
              <a:xfrm>
                <a:off x="1926"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14" name="Line 535"/>
              <p:cNvSpPr/>
              <p:nvPr/>
            </p:nvSpPr>
            <p:spPr>
              <a:xfrm>
                <a:off x="1926" y="2018"/>
                <a:ext cx="3" cy="1"/>
              </a:xfrm>
              <a:prstGeom prst="line">
                <a:avLst/>
              </a:prstGeom>
              <a:ln w="0" cap="flat" cmpd="sng">
                <a:solidFill>
                  <a:srgbClr val="FF0000"/>
                </a:solidFill>
                <a:prstDash val="solid"/>
                <a:round/>
                <a:headEnd type="none" w="med" len="med"/>
                <a:tailEnd type="none" w="med" len="med"/>
              </a:ln>
            </p:spPr>
          </p:sp>
          <p:sp>
            <p:nvSpPr>
              <p:cNvPr id="72215" name="Line 536"/>
              <p:cNvSpPr/>
              <p:nvPr/>
            </p:nvSpPr>
            <p:spPr>
              <a:xfrm>
                <a:off x="1926" y="2018"/>
                <a:ext cx="1" cy="3"/>
              </a:xfrm>
              <a:prstGeom prst="line">
                <a:avLst/>
              </a:prstGeom>
              <a:ln w="0" cap="flat" cmpd="sng">
                <a:solidFill>
                  <a:srgbClr val="FF0000"/>
                </a:solidFill>
                <a:prstDash val="solid"/>
                <a:round/>
                <a:headEnd type="none" w="med" len="med"/>
                <a:tailEnd type="none" w="med" len="med"/>
              </a:ln>
            </p:spPr>
          </p:sp>
          <p:sp>
            <p:nvSpPr>
              <p:cNvPr id="72216" name="Rectangle 537"/>
              <p:cNvSpPr/>
              <p:nvPr/>
            </p:nvSpPr>
            <p:spPr>
              <a:xfrm>
                <a:off x="1929" y="2018"/>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17" name="Line 538"/>
              <p:cNvSpPr/>
              <p:nvPr/>
            </p:nvSpPr>
            <p:spPr>
              <a:xfrm>
                <a:off x="1929" y="2018"/>
                <a:ext cx="372" cy="1"/>
              </a:xfrm>
              <a:prstGeom prst="line">
                <a:avLst/>
              </a:prstGeom>
              <a:ln w="0" cap="flat" cmpd="sng">
                <a:solidFill>
                  <a:srgbClr val="FF0000"/>
                </a:solidFill>
                <a:prstDash val="solid"/>
                <a:round/>
                <a:headEnd type="none" w="med" len="med"/>
                <a:tailEnd type="none" w="med" len="med"/>
              </a:ln>
            </p:spPr>
          </p:sp>
          <p:sp>
            <p:nvSpPr>
              <p:cNvPr id="72218" name="Rectangle 539"/>
              <p:cNvSpPr/>
              <p:nvPr/>
            </p:nvSpPr>
            <p:spPr>
              <a:xfrm>
                <a:off x="2301"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19" name="Line 540"/>
              <p:cNvSpPr/>
              <p:nvPr/>
            </p:nvSpPr>
            <p:spPr>
              <a:xfrm>
                <a:off x="2301" y="2018"/>
                <a:ext cx="3" cy="1"/>
              </a:xfrm>
              <a:prstGeom prst="line">
                <a:avLst/>
              </a:prstGeom>
              <a:ln w="0" cap="flat" cmpd="sng">
                <a:solidFill>
                  <a:srgbClr val="FF0000"/>
                </a:solidFill>
                <a:prstDash val="solid"/>
                <a:round/>
                <a:headEnd type="none" w="med" len="med"/>
                <a:tailEnd type="none" w="med" len="med"/>
              </a:ln>
            </p:spPr>
          </p:sp>
          <p:sp>
            <p:nvSpPr>
              <p:cNvPr id="72220" name="Line 541"/>
              <p:cNvSpPr/>
              <p:nvPr/>
            </p:nvSpPr>
            <p:spPr>
              <a:xfrm>
                <a:off x="2301" y="2018"/>
                <a:ext cx="1" cy="3"/>
              </a:xfrm>
              <a:prstGeom prst="line">
                <a:avLst/>
              </a:prstGeom>
              <a:ln w="0" cap="flat" cmpd="sng">
                <a:solidFill>
                  <a:srgbClr val="FF0000"/>
                </a:solidFill>
                <a:prstDash val="solid"/>
                <a:round/>
                <a:headEnd type="none" w="med" len="med"/>
                <a:tailEnd type="none" w="med" len="med"/>
              </a:ln>
            </p:spPr>
          </p:sp>
          <p:sp>
            <p:nvSpPr>
              <p:cNvPr id="72221" name="Rectangle 542"/>
              <p:cNvSpPr/>
              <p:nvPr/>
            </p:nvSpPr>
            <p:spPr>
              <a:xfrm>
                <a:off x="2304" y="2018"/>
                <a:ext cx="36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22" name="Line 543"/>
              <p:cNvSpPr/>
              <p:nvPr/>
            </p:nvSpPr>
            <p:spPr>
              <a:xfrm>
                <a:off x="2304" y="2018"/>
                <a:ext cx="368" cy="1"/>
              </a:xfrm>
              <a:prstGeom prst="line">
                <a:avLst/>
              </a:prstGeom>
              <a:ln w="0" cap="flat" cmpd="sng">
                <a:solidFill>
                  <a:srgbClr val="FF0000"/>
                </a:solidFill>
                <a:prstDash val="solid"/>
                <a:round/>
                <a:headEnd type="none" w="med" len="med"/>
                <a:tailEnd type="none" w="med" len="med"/>
              </a:ln>
            </p:spPr>
          </p:sp>
          <p:sp>
            <p:nvSpPr>
              <p:cNvPr id="72223" name="Rectangle 544"/>
              <p:cNvSpPr/>
              <p:nvPr/>
            </p:nvSpPr>
            <p:spPr>
              <a:xfrm>
                <a:off x="2672"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24" name="Line 545"/>
              <p:cNvSpPr/>
              <p:nvPr/>
            </p:nvSpPr>
            <p:spPr>
              <a:xfrm>
                <a:off x="2672" y="2018"/>
                <a:ext cx="3" cy="1"/>
              </a:xfrm>
              <a:prstGeom prst="line">
                <a:avLst/>
              </a:prstGeom>
              <a:ln w="0" cap="flat" cmpd="sng">
                <a:solidFill>
                  <a:srgbClr val="FF0000"/>
                </a:solidFill>
                <a:prstDash val="solid"/>
                <a:round/>
                <a:headEnd type="none" w="med" len="med"/>
                <a:tailEnd type="none" w="med" len="med"/>
              </a:ln>
            </p:spPr>
          </p:sp>
          <p:sp>
            <p:nvSpPr>
              <p:cNvPr id="72225" name="Line 546"/>
              <p:cNvSpPr/>
              <p:nvPr/>
            </p:nvSpPr>
            <p:spPr>
              <a:xfrm>
                <a:off x="2672" y="2018"/>
                <a:ext cx="1" cy="3"/>
              </a:xfrm>
              <a:prstGeom prst="line">
                <a:avLst/>
              </a:prstGeom>
              <a:ln w="0" cap="flat" cmpd="sng">
                <a:solidFill>
                  <a:srgbClr val="FF0000"/>
                </a:solidFill>
                <a:prstDash val="solid"/>
                <a:round/>
                <a:headEnd type="none" w="med" len="med"/>
                <a:tailEnd type="none" w="med" len="med"/>
              </a:ln>
            </p:spPr>
          </p:sp>
          <p:sp>
            <p:nvSpPr>
              <p:cNvPr id="72226" name="Rectangle 547"/>
              <p:cNvSpPr/>
              <p:nvPr/>
            </p:nvSpPr>
            <p:spPr>
              <a:xfrm>
                <a:off x="2675" y="2018"/>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27" name="Line 548"/>
              <p:cNvSpPr/>
              <p:nvPr/>
            </p:nvSpPr>
            <p:spPr>
              <a:xfrm>
                <a:off x="2675" y="2018"/>
                <a:ext cx="372" cy="1"/>
              </a:xfrm>
              <a:prstGeom prst="line">
                <a:avLst/>
              </a:prstGeom>
              <a:ln w="0" cap="flat" cmpd="sng">
                <a:solidFill>
                  <a:srgbClr val="FF0000"/>
                </a:solidFill>
                <a:prstDash val="solid"/>
                <a:round/>
                <a:headEnd type="none" w="med" len="med"/>
                <a:tailEnd type="none" w="med" len="med"/>
              </a:ln>
            </p:spPr>
          </p:sp>
          <p:sp>
            <p:nvSpPr>
              <p:cNvPr id="72228" name="Rectangle 549"/>
              <p:cNvSpPr/>
              <p:nvPr/>
            </p:nvSpPr>
            <p:spPr>
              <a:xfrm>
                <a:off x="3047"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29" name="Line 550"/>
              <p:cNvSpPr/>
              <p:nvPr/>
            </p:nvSpPr>
            <p:spPr>
              <a:xfrm>
                <a:off x="3047" y="2018"/>
                <a:ext cx="3" cy="1"/>
              </a:xfrm>
              <a:prstGeom prst="line">
                <a:avLst/>
              </a:prstGeom>
              <a:ln w="0" cap="flat" cmpd="sng">
                <a:solidFill>
                  <a:srgbClr val="FF0000"/>
                </a:solidFill>
                <a:prstDash val="solid"/>
                <a:round/>
                <a:headEnd type="none" w="med" len="med"/>
                <a:tailEnd type="none" w="med" len="med"/>
              </a:ln>
            </p:spPr>
          </p:sp>
          <p:sp>
            <p:nvSpPr>
              <p:cNvPr id="72230" name="Line 551"/>
              <p:cNvSpPr/>
              <p:nvPr/>
            </p:nvSpPr>
            <p:spPr>
              <a:xfrm>
                <a:off x="3047" y="2018"/>
                <a:ext cx="1" cy="3"/>
              </a:xfrm>
              <a:prstGeom prst="line">
                <a:avLst/>
              </a:prstGeom>
              <a:ln w="0" cap="flat" cmpd="sng">
                <a:solidFill>
                  <a:srgbClr val="FF0000"/>
                </a:solidFill>
                <a:prstDash val="solid"/>
                <a:round/>
                <a:headEnd type="none" w="med" len="med"/>
                <a:tailEnd type="none" w="med" len="med"/>
              </a:ln>
            </p:spPr>
          </p:sp>
          <p:sp>
            <p:nvSpPr>
              <p:cNvPr id="72231" name="Rectangle 552"/>
              <p:cNvSpPr/>
              <p:nvPr/>
            </p:nvSpPr>
            <p:spPr>
              <a:xfrm>
                <a:off x="3050" y="2018"/>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32" name="Line 553"/>
              <p:cNvSpPr/>
              <p:nvPr/>
            </p:nvSpPr>
            <p:spPr>
              <a:xfrm>
                <a:off x="3050" y="2018"/>
                <a:ext cx="372" cy="1"/>
              </a:xfrm>
              <a:prstGeom prst="line">
                <a:avLst/>
              </a:prstGeom>
              <a:ln w="0" cap="flat" cmpd="sng">
                <a:solidFill>
                  <a:srgbClr val="FF0000"/>
                </a:solidFill>
                <a:prstDash val="solid"/>
                <a:round/>
                <a:headEnd type="none" w="med" len="med"/>
                <a:tailEnd type="none" w="med" len="med"/>
              </a:ln>
            </p:spPr>
          </p:sp>
          <p:sp>
            <p:nvSpPr>
              <p:cNvPr id="72233" name="Rectangle 554"/>
              <p:cNvSpPr/>
              <p:nvPr/>
            </p:nvSpPr>
            <p:spPr>
              <a:xfrm>
                <a:off x="3422"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34" name="Line 555"/>
              <p:cNvSpPr/>
              <p:nvPr/>
            </p:nvSpPr>
            <p:spPr>
              <a:xfrm>
                <a:off x="3422" y="2018"/>
                <a:ext cx="3" cy="1"/>
              </a:xfrm>
              <a:prstGeom prst="line">
                <a:avLst/>
              </a:prstGeom>
              <a:ln w="0" cap="flat" cmpd="sng">
                <a:solidFill>
                  <a:srgbClr val="FF0000"/>
                </a:solidFill>
                <a:prstDash val="solid"/>
                <a:round/>
                <a:headEnd type="none" w="med" len="med"/>
                <a:tailEnd type="none" w="med" len="med"/>
              </a:ln>
            </p:spPr>
          </p:sp>
          <p:sp>
            <p:nvSpPr>
              <p:cNvPr id="72235" name="Line 556"/>
              <p:cNvSpPr/>
              <p:nvPr/>
            </p:nvSpPr>
            <p:spPr>
              <a:xfrm>
                <a:off x="3422" y="2018"/>
                <a:ext cx="1" cy="3"/>
              </a:xfrm>
              <a:prstGeom prst="line">
                <a:avLst/>
              </a:prstGeom>
              <a:ln w="0" cap="flat" cmpd="sng">
                <a:solidFill>
                  <a:srgbClr val="FF0000"/>
                </a:solidFill>
                <a:prstDash val="solid"/>
                <a:round/>
                <a:headEnd type="none" w="med" len="med"/>
                <a:tailEnd type="none" w="med" len="med"/>
              </a:ln>
            </p:spPr>
          </p:sp>
          <p:sp>
            <p:nvSpPr>
              <p:cNvPr id="72236" name="Rectangle 557"/>
              <p:cNvSpPr/>
              <p:nvPr/>
            </p:nvSpPr>
            <p:spPr>
              <a:xfrm>
                <a:off x="3425" y="2018"/>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37" name="Line 558"/>
              <p:cNvSpPr/>
              <p:nvPr/>
            </p:nvSpPr>
            <p:spPr>
              <a:xfrm>
                <a:off x="3425" y="2018"/>
                <a:ext cx="414" cy="1"/>
              </a:xfrm>
              <a:prstGeom prst="line">
                <a:avLst/>
              </a:prstGeom>
              <a:ln w="0" cap="flat" cmpd="sng">
                <a:solidFill>
                  <a:srgbClr val="FF0000"/>
                </a:solidFill>
                <a:prstDash val="solid"/>
                <a:round/>
                <a:headEnd type="none" w="med" len="med"/>
                <a:tailEnd type="none" w="med" len="med"/>
              </a:ln>
            </p:spPr>
          </p:sp>
          <p:sp>
            <p:nvSpPr>
              <p:cNvPr id="72238" name="Rectangle 559"/>
              <p:cNvSpPr/>
              <p:nvPr/>
            </p:nvSpPr>
            <p:spPr>
              <a:xfrm>
                <a:off x="3839"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39" name="Line 560"/>
              <p:cNvSpPr/>
              <p:nvPr/>
            </p:nvSpPr>
            <p:spPr>
              <a:xfrm>
                <a:off x="3839" y="2018"/>
                <a:ext cx="3" cy="1"/>
              </a:xfrm>
              <a:prstGeom prst="line">
                <a:avLst/>
              </a:prstGeom>
              <a:ln w="0" cap="flat" cmpd="sng">
                <a:solidFill>
                  <a:srgbClr val="FF0000"/>
                </a:solidFill>
                <a:prstDash val="solid"/>
                <a:round/>
                <a:headEnd type="none" w="med" len="med"/>
                <a:tailEnd type="none" w="med" len="med"/>
              </a:ln>
            </p:spPr>
          </p:sp>
          <p:sp>
            <p:nvSpPr>
              <p:cNvPr id="72240" name="Line 561"/>
              <p:cNvSpPr/>
              <p:nvPr/>
            </p:nvSpPr>
            <p:spPr>
              <a:xfrm>
                <a:off x="3839" y="2018"/>
                <a:ext cx="1" cy="3"/>
              </a:xfrm>
              <a:prstGeom prst="line">
                <a:avLst/>
              </a:prstGeom>
              <a:ln w="0" cap="flat" cmpd="sng">
                <a:solidFill>
                  <a:srgbClr val="FF0000"/>
                </a:solidFill>
                <a:prstDash val="solid"/>
                <a:round/>
                <a:headEnd type="none" w="med" len="med"/>
                <a:tailEnd type="none" w="med" len="med"/>
              </a:ln>
            </p:spPr>
          </p:sp>
          <p:sp>
            <p:nvSpPr>
              <p:cNvPr id="72241" name="Rectangle 562"/>
              <p:cNvSpPr/>
              <p:nvPr/>
            </p:nvSpPr>
            <p:spPr>
              <a:xfrm>
                <a:off x="3842" y="2018"/>
                <a:ext cx="41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42" name="Line 563"/>
              <p:cNvSpPr/>
              <p:nvPr/>
            </p:nvSpPr>
            <p:spPr>
              <a:xfrm>
                <a:off x="3842" y="2018"/>
                <a:ext cx="415" cy="1"/>
              </a:xfrm>
              <a:prstGeom prst="line">
                <a:avLst/>
              </a:prstGeom>
              <a:ln w="0" cap="flat" cmpd="sng">
                <a:solidFill>
                  <a:srgbClr val="FF0000"/>
                </a:solidFill>
                <a:prstDash val="solid"/>
                <a:round/>
                <a:headEnd type="none" w="med" len="med"/>
                <a:tailEnd type="none" w="med" len="med"/>
              </a:ln>
            </p:spPr>
          </p:sp>
          <p:sp>
            <p:nvSpPr>
              <p:cNvPr id="72243" name="Rectangle 564"/>
              <p:cNvSpPr/>
              <p:nvPr/>
            </p:nvSpPr>
            <p:spPr>
              <a:xfrm>
                <a:off x="4257"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44" name="Line 565"/>
              <p:cNvSpPr/>
              <p:nvPr/>
            </p:nvSpPr>
            <p:spPr>
              <a:xfrm>
                <a:off x="4257" y="2018"/>
                <a:ext cx="3" cy="1"/>
              </a:xfrm>
              <a:prstGeom prst="line">
                <a:avLst/>
              </a:prstGeom>
              <a:ln w="0" cap="flat" cmpd="sng">
                <a:solidFill>
                  <a:srgbClr val="FF0000"/>
                </a:solidFill>
                <a:prstDash val="solid"/>
                <a:round/>
                <a:headEnd type="none" w="med" len="med"/>
                <a:tailEnd type="none" w="med" len="med"/>
              </a:ln>
            </p:spPr>
          </p:sp>
          <p:sp>
            <p:nvSpPr>
              <p:cNvPr id="72245" name="Line 566"/>
              <p:cNvSpPr/>
              <p:nvPr/>
            </p:nvSpPr>
            <p:spPr>
              <a:xfrm>
                <a:off x="4257" y="2018"/>
                <a:ext cx="1" cy="3"/>
              </a:xfrm>
              <a:prstGeom prst="line">
                <a:avLst/>
              </a:prstGeom>
              <a:ln w="0" cap="flat" cmpd="sng">
                <a:solidFill>
                  <a:srgbClr val="FF0000"/>
                </a:solidFill>
                <a:prstDash val="solid"/>
                <a:round/>
                <a:headEnd type="none" w="med" len="med"/>
                <a:tailEnd type="none" w="med" len="med"/>
              </a:ln>
            </p:spPr>
          </p:sp>
          <p:sp>
            <p:nvSpPr>
              <p:cNvPr id="72246" name="Rectangle 567"/>
              <p:cNvSpPr/>
              <p:nvPr/>
            </p:nvSpPr>
            <p:spPr>
              <a:xfrm>
                <a:off x="4260" y="2018"/>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47" name="Line 568"/>
              <p:cNvSpPr/>
              <p:nvPr/>
            </p:nvSpPr>
            <p:spPr>
              <a:xfrm>
                <a:off x="4260" y="2018"/>
                <a:ext cx="414" cy="1"/>
              </a:xfrm>
              <a:prstGeom prst="line">
                <a:avLst/>
              </a:prstGeom>
              <a:ln w="0" cap="flat" cmpd="sng">
                <a:solidFill>
                  <a:srgbClr val="FF0000"/>
                </a:solidFill>
                <a:prstDash val="solid"/>
                <a:round/>
                <a:headEnd type="none" w="med" len="med"/>
                <a:tailEnd type="none" w="med" len="med"/>
              </a:ln>
            </p:spPr>
          </p:sp>
          <p:sp>
            <p:nvSpPr>
              <p:cNvPr id="72248" name="Rectangle 569"/>
              <p:cNvSpPr/>
              <p:nvPr/>
            </p:nvSpPr>
            <p:spPr>
              <a:xfrm>
                <a:off x="4674"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49" name="Line 570"/>
              <p:cNvSpPr/>
              <p:nvPr/>
            </p:nvSpPr>
            <p:spPr>
              <a:xfrm>
                <a:off x="4674" y="2018"/>
                <a:ext cx="3" cy="1"/>
              </a:xfrm>
              <a:prstGeom prst="line">
                <a:avLst/>
              </a:prstGeom>
              <a:ln w="0" cap="flat" cmpd="sng">
                <a:solidFill>
                  <a:srgbClr val="FF0000"/>
                </a:solidFill>
                <a:prstDash val="solid"/>
                <a:round/>
                <a:headEnd type="none" w="med" len="med"/>
                <a:tailEnd type="none" w="med" len="med"/>
              </a:ln>
            </p:spPr>
          </p:sp>
          <p:sp>
            <p:nvSpPr>
              <p:cNvPr id="72250" name="Line 571"/>
              <p:cNvSpPr/>
              <p:nvPr/>
            </p:nvSpPr>
            <p:spPr>
              <a:xfrm>
                <a:off x="4674" y="2018"/>
                <a:ext cx="1" cy="3"/>
              </a:xfrm>
              <a:prstGeom prst="line">
                <a:avLst/>
              </a:prstGeom>
              <a:ln w="0" cap="flat" cmpd="sng">
                <a:solidFill>
                  <a:srgbClr val="FF0000"/>
                </a:solidFill>
                <a:prstDash val="solid"/>
                <a:round/>
                <a:headEnd type="none" w="med" len="med"/>
                <a:tailEnd type="none" w="med" len="med"/>
              </a:ln>
            </p:spPr>
          </p:sp>
          <p:sp>
            <p:nvSpPr>
              <p:cNvPr id="72251" name="Rectangle 572"/>
              <p:cNvSpPr/>
              <p:nvPr/>
            </p:nvSpPr>
            <p:spPr>
              <a:xfrm>
                <a:off x="431" y="2021"/>
                <a:ext cx="2"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52" name="Line 573"/>
              <p:cNvSpPr/>
              <p:nvPr/>
            </p:nvSpPr>
            <p:spPr>
              <a:xfrm>
                <a:off x="431" y="2021"/>
                <a:ext cx="1" cy="248"/>
              </a:xfrm>
              <a:prstGeom prst="line">
                <a:avLst/>
              </a:prstGeom>
              <a:ln w="0" cap="flat" cmpd="sng">
                <a:solidFill>
                  <a:srgbClr val="FF0000"/>
                </a:solidFill>
                <a:prstDash val="solid"/>
                <a:round/>
                <a:headEnd type="none" w="med" len="med"/>
                <a:tailEnd type="none" w="med" len="med"/>
              </a:ln>
            </p:spPr>
          </p:sp>
          <p:sp>
            <p:nvSpPr>
              <p:cNvPr id="72253" name="Rectangle 574"/>
              <p:cNvSpPr/>
              <p:nvPr/>
            </p:nvSpPr>
            <p:spPr>
              <a:xfrm>
                <a:off x="802"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54" name="Line 575"/>
              <p:cNvSpPr/>
              <p:nvPr/>
            </p:nvSpPr>
            <p:spPr>
              <a:xfrm>
                <a:off x="802" y="2021"/>
                <a:ext cx="1" cy="248"/>
              </a:xfrm>
              <a:prstGeom prst="line">
                <a:avLst/>
              </a:prstGeom>
              <a:ln w="0" cap="flat" cmpd="sng">
                <a:solidFill>
                  <a:srgbClr val="FF0000"/>
                </a:solidFill>
                <a:prstDash val="solid"/>
                <a:round/>
                <a:headEnd type="none" w="med" len="med"/>
                <a:tailEnd type="none" w="med" len="med"/>
              </a:ln>
            </p:spPr>
          </p:sp>
          <p:sp>
            <p:nvSpPr>
              <p:cNvPr id="72255" name="Rectangle 576"/>
              <p:cNvSpPr/>
              <p:nvPr/>
            </p:nvSpPr>
            <p:spPr>
              <a:xfrm>
                <a:off x="1177"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56" name="Line 577"/>
              <p:cNvSpPr/>
              <p:nvPr/>
            </p:nvSpPr>
            <p:spPr>
              <a:xfrm>
                <a:off x="1177" y="2021"/>
                <a:ext cx="1" cy="248"/>
              </a:xfrm>
              <a:prstGeom prst="line">
                <a:avLst/>
              </a:prstGeom>
              <a:ln w="0" cap="flat" cmpd="sng">
                <a:solidFill>
                  <a:srgbClr val="FF0000"/>
                </a:solidFill>
                <a:prstDash val="solid"/>
                <a:round/>
                <a:headEnd type="none" w="med" len="med"/>
                <a:tailEnd type="none" w="med" len="med"/>
              </a:ln>
            </p:spPr>
          </p:sp>
          <p:sp>
            <p:nvSpPr>
              <p:cNvPr id="72257" name="Rectangle 578"/>
              <p:cNvSpPr/>
              <p:nvPr/>
            </p:nvSpPr>
            <p:spPr>
              <a:xfrm>
                <a:off x="1551"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58" name="Line 579"/>
              <p:cNvSpPr/>
              <p:nvPr/>
            </p:nvSpPr>
            <p:spPr>
              <a:xfrm>
                <a:off x="1551" y="2021"/>
                <a:ext cx="1" cy="248"/>
              </a:xfrm>
              <a:prstGeom prst="line">
                <a:avLst/>
              </a:prstGeom>
              <a:ln w="0" cap="flat" cmpd="sng">
                <a:solidFill>
                  <a:srgbClr val="FF0000"/>
                </a:solidFill>
                <a:prstDash val="solid"/>
                <a:round/>
                <a:headEnd type="none" w="med" len="med"/>
                <a:tailEnd type="none" w="med" len="med"/>
              </a:ln>
            </p:spPr>
          </p:sp>
          <p:sp>
            <p:nvSpPr>
              <p:cNvPr id="72259" name="Rectangle 580"/>
              <p:cNvSpPr/>
              <p:nvPr/>
            </p:nvSpPr>
            <p:spPr>
              <a:xfrm>
                <a:off x="1926"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60" name="Line 581"/>
              <p:cNvSpPr/>
              <p:nvPr/>
            </p:nvSpPr>
            <p:spPr>
              <a:xfrm>
                <a:off x="1926" y="2021"/>
                <a:ext cx="1" cy="248"/>
              </a:xfrm>
              <a:prstGeom prst="line">
                <a:avLst/>
              </a:prstGeom>
              <a:ln w="0" cap="flat" cmpd="sng">
                <a:solidFill>
                  <a:srgbClr val="FF0000"/>
                </a:solidFill>
                <a:prstDash val="solid"/>
                <a:round/>
                <a:headEnd type="none" w="med" len="med"/>
                <a:tailEnd type="none" w="med" len="med"/>
              </a:ln>
            </p:spPr>
          </p:sp>
          <p:sp>
            <p:nvSpPr>
              <p:cNvPr id="72261" name="Rectangle 582"/>
              <p:cNvSpPr/>
              <p:nvPr/>
            </p:nvSpPr>
            <p:spPr>
              <a:xfrm>
                <a:off x="2301"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62" name="Line 583"/>
              <p:cNvSpPr/>
              <p:nvPr/>
            </p:nvSpPr>
            <p:spPr>
              <a:xfrm>
                <a:off x="2301" y="2021"/>
                <a:ext cx="1" cy="248"/>
              </a:xfrm>
              <a:prstGeom prst="line">
                <a:avLst/>
              </a:prstGeom>
              <a:ln w="0" cap="flat" cmpd="sng">
                <a:solidFill>
                  <a:srgbClr val="FF0000"/>
                </a:solidFill>
                <a:prstDash val="solid"/>
                <a:round/>
                <a:headEnd type="none" w="med" len="med"/>
                <a:tailEnd type="none" w="med" len="med"/>
              </a:ln>
            </p:spPr>
          </p:sp>
          <p:sp>
            <p:nvSpPr>
              <p:cNvPr id="72263" name="Rectangle 584"/>
              <p:cNvSpPr/>
              <p:nvPr/>
            </p:nvSpPr>
            <p:spPr>
              <a:xfrm>
                <a:off x="2672"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64" name="Line 585"/>
              <p:cNvSpPr/>
              <p:nvPr/>
            </p:nvSpPr>
            <p:spPr>
              <a:xfrm>
                <a:off x="2672" y="2021"/>
                <a:ext cx="1" cy="248"/>
              </a:xfrm>
              <a:prstGeom prst="line">
                <a:avLst/>
              </a:prstGeom>
              <a:ln w="0" cap="flat" cmpd="sng">
                <a:solidFill>
                  <a:srgbClr val="FF0000"/>
                </a:solidFill>
                <a:prstDash val="solid"/>
                <a:round/>
                <a:headEnd type="none" w="med" len="med"/>
                <a:tailEnd type="none" w="med" len="med"/>
              </a:ln>
            </p:spPr>
          </p:sp>
          <p:sp>
            <p:nvSpPr>
              <p:cNvPr id="72265" name="Rectangle 586"/>
              <p:cNvSpPr/>
              <p:nvPr/>
            </p:nvSpPr>
            <p:spPr>
              <a:xfrm>
                <a:off x="3047"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66" name="Line 587"/>
              <p:cNvSpPr/>
              <p:nvPr/>
            </p:nvSpPr>
            <p:spPr>
              <a:xfrm>
                <a:off x="3047" y="2021"/>
                <a:ext cx="1" cy="248"/>
              </a:xfrm>
              <a:prstGeom prst="line">
                <a:avLst/>
              </a:prstGeom>
              <a:ln w="0" cap="flat" cmpd="sng">
                <a:solidFill>
                  <a:srgbClr val="FF0000"/>
                </a:solidFill>
                <a:prstDash val="solid"/>
                <a:round/>
                <a:headEnd type="none" w="med" len="med"/>
                <a:tailEnd type="none" w="med" len="med"/>
              </a:ln>
            </p:spPr>
          </p:sp>
          <p:sp>
            <p:nvSpPr>
              <p:cNvPr id="72267" name="Rectangle 588"/>
              <p:cNvSpPr/>
              <p:nvPr/>
            </p:nvSpPr>
            <p:spPr>
              <a:xfrm>
                <a:off x="3422"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68" name="Line 589"/>
              <p:cNvSpPr/>
              <p:nvPr/>
            </p:nvSpPr>
            <p:spPr>
              <a:xfrm>
                <a:off x="3422" y="2021"/>
                <a:ext cx="1" cy="248"/>
              </a:xfrm>
              <a:prstGeom prst="line">
                <a:avLst/>
              </a:prstGeom>
              <a:ln w="0" cap="flat" cmpd="sng">
                <a:solidFill>
                  <a:srgbClr val="FF0000"/>
                </a:solidFill>
                <a:prstDash val="solid"/>
                <a:round/>
                <a:headEnd type="none" w="med" len="med"/>
                <a:tailEnd type="none" w="med" len="med"/>
              </a:ln>
            </p:spPr>
          </p:sp>
          <p:sp>
            <p:nvSpPr>
              <p:cNvPr id="72269" name="Rectangle 590"/>
              <p:cNvSpPr/>
              <p:nvPr/>
            </p:nvSpPr>
            <p:spPr>
              <a:xfrm>
                <a:off x="3839"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70" name="Line 591"/>
              <p:cNvSpPr/>
              <p:nvPr/>
            </p:nvSpPr>
            <p:spPr>
              <a:xfrm>
                <a:off x="3839" y="2021"/>
                <a:ext cx="1" cy="248"/>
              </a:xfrm>
              <a:prstGeom prst="line">
                <a:avLst/>
              </a:prstGeom>
              <a:ln w="0" cap="flat" cmpd="sng">
                <a:solidFill>
                  <a:srgbClr val="FF0000"/>
                </a:solidFill>
                <a:prstDash val="solid"/>
                <a:round/>
                <a:headEnd type="none" w="med" len="med"/>
                <a:tailEnd type="none" w="med" len="med"/>
              </a:ln>
            </p:spPr>
          </p:sp>
          <p:sp>
            <p:nvSpPr>
              <p:cNvPr id="72271" name="Rectangle 592"/>
              <p:cNvSpPr/>
              <p:nvPr/>
            </p:nvSpPr>
            <p:spPr>
              <a:xfrm>
                <a:off x="4257"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72" name="Line 593"/>
              <p:cNvSpPr/>
              <p:nvPr/>
            </p:nvSpPr>
            <p:spPr>
              <a:xfrm>
                <a:off x="4257" y="2021"/>
                <a:ext cx="1" cy="248"/>
              </a:xfrm>
              <a:prstGeom prst="line">
                <a:avLst/>
              </a:prstGeom>
              <a:ln w="0" cap="flat" cmpd="sng">
                <a:solidFill>
                  <a:srgbClr val="FF0000"/>
                </a:solidFill>
                <a:prstDash val="solid"/>
                <a:round/>
                <a:headEnd type="none" w="med" len="med"/>
                <a:tailEnd type="none" w="med" len="med"/>
              </a:ln>
            </p:spPr>
          </p:sp>
          <p:sp>
            <p:nvSpPr>
              <p:cNvPr id="72273" name="Rectangle 594"/>
              <p:cNvSpPr/>
              <p:nvPr/>
            </p:nvSpPr>
            <p:spPr>
              <a:xfrm>
                <a:off x="4674"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74" name="Line 595"/>
              <p:cNvSpPr/>
              <p:nvPr/>
            </p:nvSpPr>
            <p:spPr>
              <a:xfrm>
                <a:off x="4674" y="2021"/>
                <a:ext cx="1" cy="248"/>
              </a:xfrm>
              <a:prstGeom prst="line">
                <a:avLst/>
              </a:prstGeom>
              <a:ln w="0" cap="flat" cmpd="sng">
                <a:solidFill>
                  <a:srgbClr val="FF0000"/>
                </a:solidFill>
                <a:prstDash val="solid"/>
                <a:round/>
                <a:headEnd type="none" w="med" len="med"/>
                <a:tailEnd type="none" w="med" len="med"/>
              </a:ln>
            </p:spPr>
          </p:sp>
          <p:sp>
            <p:nvSpPr>
              <p:cNvPr id="72275" name="Rectangle 596"/>
              <p:cNvSpPr/>
              <p:nvPr/>
            </p:nvSpPr>
            <p:spPr>
              <a:xfrm>
                <a:off x="559" y="2289"/>
                <a:ext cx="194"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276" name="Rectangle 597"/>
              <p:cNvSpPr/>
              <p:nvPr/>
            </p:nvSpPr>
            <p:spPr>
              <a:xfrm>
                <a:off x="703" y="2289"/>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77" name="Rectangle 598"/>
              <p:cNvSpPr/>
              <p:nvPr/>
            </p:nvSpPr>
            <p:spPr>
              <a:xfrm>
                <a:off x="934" y="2289"/>
                <a:ext cx="193"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278" name="Rectangle 599"/>
              <p:cNvSpPr/>
              <p:nvPr/>
            </p:nvSpPr>
            <p:spPr>
              <a:xfrm>
                <a:off x="1079" y="2289"/>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79" name="Rectangle 600"/>
              <p:cNvSpPr/>
              <p:nvPr/>
            </p:nvSpPr>
            <p:spPr>
              <a:xfrm>
                <a:off x="1311" y="2289"/>
                <a:ext cx="193"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280" name="Rectangle 601"/>
              <p:cNvSpPr/>
              <p:nvPr/>
            </p:nvSpPr>
            <p:spPr>
              <a:xfrm>
                <a:off x="1451"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81" name="Rectangle 602"/>
              <p:cNvSpPr/>
              <p:nvPr/>
            </p:nvSpPr>
            <p:spPr>
              <a:xfrm>
                <a:off x="1729"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282" name="Rectangle 603"/>
              <p:cNvSpPr/>
              <p:nvPr/>
            </p:nvSpPr>
            <p:spPr>
              <a:xfrm>
                <a:off x="1796" y="2289"/>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83" name="Rectangle 604"/>
              <p:cNvSpPr/>
              <p:nvPr/>
            </p:nvSpPr>
            <p:spPr>
              <a:xfrm>
                <a:off x="2102"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284" name="Rectangle 605"/>
              <p:cNvSpPr/>
              <p:nvPr/>
            </p:nvSpPr>
            <p:spPr>
              <a:xfrm>
                <a:off x="2165"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85" name="Rectangle 606"/>
              <p:cNvSpPr/>
              <p:nvPr/>
            </p:nvSpPr>
            <p:spPr>
              <a:xfrm>
                <a:off x="2475" y="2289"/>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286" name="Rectangle 607"/>
              <p:cNvSpPr/>
              <p:nvPr/>
            </p:nvSpPr>
            <p:spPr>
              <a:xfrm>
                <a:off x="2543" y="2289"/>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87" name="Rectangle 608"/>
              <p:cNvSpPr/>
              <p:nvPr/>
            </p:nvSpPr>
            <p:spPr>
              <a:xfrm>
                <a:off x="2851" y="2289"/>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288" name="Rectangle 609"/>
              <p:cNvSpPr/>
              <p:nvPr/>
            </p:nvSpPr>
            <p:spPr>
              <a:xfrm>
                <a:off x="2916" y="2289"/>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89" name="Rectangle 610"/>
              <p:cNvSpPr/>
              <p:nvPr/>
            </p:nvSpPr>
            <p:spPr>
              <a:xfrm>
                <a:off x="3223"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290" name="Rectangle 611"/>
              <p:cNvSpPr/>
              <p:nvPr/>
            </p:nvSpPr>
            <p:spPr>
              <a:xfrm>
                <a:off x="3291"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91" name="Rectangle 612"/>
              <p:cNvSpPr/>
              <p:nvPr/>
            </p:nvSpPr>
            <p:spPr>
              <a:xfrm>
                <a:off x="3622"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292" name="Rectangle 613"/>
              <p:cNvSpPr/>
              <p:nvPr/>
            </p:nvSpPr>
            <p:spPr>
              <a:xfrm>
                <a:off x="3688"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93" name="Rectangle 614"/>
              <p:cNvSpPr/>
              <p:nvPr/>
            </p:nvSpPr>
            <p:spPr>
              <a:xfrm>
                <a:off x="4040"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294" name="Rectangle 615"/>
              <p:cNvSpPr/>
              <p:nvPr/>
            </p:nvSpPr>
            <p:spPr>
              <a:xfrm>
                <a:off x="4105"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95" name="Rectangle 616"/>
              <p:cNvSpPr/>
              <p:nvPr/>
            </p:nvSpPr>
            <p:spPr>
              <a:xfrm>
                <a:off x="4458"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296" name="Rectangle 617"/>
              <p:cNvSpPr/>
              <p:nvPr/>
            </p:nvSpPr>
            <p:spPr>
              <a:xfrm>
                <a:off x="4523"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97" name="Rectangle 618"/>
              <p:cNvSpPr/>
              <p:nvPr/>
            </p:nvSpPr>
            <p:spPr>
              <a:xfrm>
                <a:off x="431" y="2269"/>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98" name="Line 619"/>
              <p:cNvSpPr/>
              <p:nvPr/>
            </p:nvSpPr>
            <p:spPr>
              <a:xfrm>
                <a:off x="431" y="2269"/>
                <a:ext cx="2" cy="1"/>
              </a:xfrm>
              <a:prstGeom prst="line">
                <a:avLst/>
              </a:prstGeom>
              <a:ln w="0" cap="flat" cmpd="sng">
                <a:solidFill>
                  <a:srgbClr val="FF0000"/>
                </a:solidFill>
                <a:prstDash val="solid"/>
                <a:round/>
                <a:headEnd type="none" w="med" len="med"/>
                <a:tailEnd type="none" w="med" len="med"/>
              </a:ln>
            </p:spPr>
          </p:sp>
          <p:sp>
            <p:nvSpPr>
              <p:cNvPr id="72299" name="Line 620"/>
              <p:cNvSpPr/>
              <p:nvPr/>
            </p:nvSpPr>
            <p:spPr>
              <a:xfrm>
                <a:off x="431" y="2269"/>
                <a:ext cx="1" cy="3"/>
              </a:xfrm>
              <a:prstGeom prst="line">
                <a:avLst/>
              </a:prstGeom>
              <a:ln w="0" cap="flat" cmpd="sng">
                <a:solidFill>
                  <a:srgbClr val="FF0000"/>
                </a:solidFill>
                <a:prstDash val="solid"/>
                <a:round/>
                <a:headEnd type="none" w="med" len="med"/>
                <a:tailEnd type="none" w="med" len="med"/>
              </a:ln>
            </p:spPr>
          </p:sp>
          <p:sp>
            <p:nvSpPr>
              <p:cNvPr id="72300" name="Rectangle 621"/>
              <p:cNvSpPr/>
              <p:nvPr/>
            </p:nvSpPr>
            <p:spPr>
              <a:xfrm>
                <a:off x="433" y="2269"/>
                <a:ext cx="36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01" name="Line 622"/>
              <p:cNvSpPr/>
              <p:nvPr/>
            </p:nvSpPr>
            <p:spPr>
              <a:xfrm>
                <a:off x="433" y="2269"/>
                <a:ext cx="369" cy="1"/>
              </a:xfrm>
              <a:prstGeom prst="line">
                <a:avLst/>
              </a:prstGeom>
              <a:ln w="0" cap="flat" cmpd="sng">
                <a:solidFill>
                  <a:srgbClr val="FF0000"/>
                </a:solidFill>
                <a:prstDash val="solid"/>
                <a:round/>
                <a:headEnd type="none" w="med" len="med"/>
                <a:tailEnd type="none" w="med" len="med"/>
              </a:ln>
            </p:spPr>
          </p:sp>
          <p:sp>
            <p:nvSpPr>
              <p:cNvPr id="72302" name="Rectangle 623"/>
              <p:cNvSpPr/>
              <p:nvPr/>
            </p:nvSpPr>
            <p:spPr>
              <a:xfrm>
                <a:off x="802"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03" name="Line 624"/>
              <p:cNvSpPr/>
              <p:nvPr/>
            </p:nvSpPr>
            <p:spPr>
              <a:xfrm>
                <a:off x="802" y="2269"/>
                <a:ext cx="3" cy="1"/>
              </a:xfrm>
              <a:prstGeom prst="line">
                <a:avLst/>
              </a:prstGeom>
              <a:ln w="0" cap="flat" cmpd="sng">
                <a:solidFill>
                  <a:srgbClr val="FF0000"/>
                </a:solidFill>
                <a:prstDash val="solid"/>
                <a:round/>
                <a:headEnd type="none" w="med" len="med"/>
                <a:tailEnd type="none" w="med" len="med"/>
              </a:ln>
            </p:spPr>
          </p:sp>
          <p:sp>
            <p:nvSpPr>
              <p:cNvPr id="72304" name="Line 625"/>
              <p:cNvSpPr/>
              <p:nvPr/>
            </p:nvSpPr>
            <p:spPr>
              <a:xfrm>
                <a:off x="802" y="2269"/>
                <a:ext cx="1" cy="3"/>
              </a:xfrm>
              <a:prstGeom prst="line">
                <a:avLst/>
              </a:prstGeom>
              <a:ln w="0" cap="flat" cmpd="sng">
                <a:solidFill>
                  <a:srgbClr val="FF0000"/>
                </a:solidFill>
                <a:prstDash val="solid"/>
                <a:round/>
                <a:headEnd type="none" w="med" len="med"/>
                <a:tailEnd type="none" w="med" len="med"/>
              </a:ln>
            </p:spPr>
          </p:sp>
          <p:sp>
            <p:nvSpPr>
              <p:cNvPr id="72305" name="Rectangle 626"/>
              <p:cNvSpPr/>
              <p:nvPr/>
            </p:nvSpPr>
            <p:spPr>
              <a:xfrm>
                <a:off x="805" y="226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06" name="Line 627"/>
              <p:cNvSpPr/>
              <p:nvPr/>
            </p:nvSpPr>
            <p:spPr>
              <a:xfrm>
                <a:off x="805" y="2269"/>
                <a:ext cx="372" cy="1"/>
              </a:xfrm>
              <a:prstGeom prst="line">
                <a:avLst/>
              </a:prstGeom>
              <a:ln w="0" cap="flat" cmpd="sng">
                <a:solidFill>
                  <a:srgbClr val="FF0000"/>
                </a:solidFill>
                <a:prstDash val="solid"/>
                <a:round/>
                <a:headEnd type="none" w="med" len="med"/>
                <a:tailEnd type="none" w="med" len="med"/>
              </a:ln>
            </p:spPr>
          </p:sp>
          <p:sp>
            <p:nvSpPr>
              <p:cNvPr id="72307" name="Rectangle 628"/>
              <p:cNvSpPr/>
              <p:nvPr/>
            </p:nvSpPr>
            <p:spPr>
              <a:xfrm>
                <a:off x="1177"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08" name="Line 629"/>
              <p:cNvSpPr/>
              <p:nvPr/>
            </p:nvSpPr>
            <p:spPr>
              <a:xfrm>
                <a:off x="1177" y="2269"/>
                <a:ext cx="3" cy="1"/>
              </a:xfrm>
              <a:prstGeom prst="line">
                <a:avLst/>
              </a:prstGeom>
              <a:ln w="0" cap="flat" cmpd="sng">
                <a:solidFill>
                  <a:srgbClr val="FF0000"/>
                </a:solidFill>
                <a:prstDash val="solid"/>
                <a:round/>
                <a:headEnd type="none" w="med" len="med"/>
                <a:tailEnd type="none" w="med" len="med"/>
              </a:ln>
            </p:spPr>
          </p:sp>
          <p:sp>
            <p:nvSpPr>
              <p:cNvPr id="72309" name="Line 630"/>
              <p:cNvSpPr/>
              <p:nvPr/>
            </p:nvSpPr>
            <p:spPr>
              <a:xfrm>
                <a:off x="1177" y="2269"/>
                <a:ext cx="1" cy="3"/>
              </a:xfrm>
              <a:prstGeom prst="line">
                <a:avLst/>
              </a:prstGeom>
              <a:ln w="0" cap="flat" cmpd="sng">
                <a:solidFill>
                  <a:srgbClr val="FF0000"/>
                </a:solidFill>
                <a:prstDash val="solid"/>
                <a:round/>
                <a:headEnd type="none" w="med" len="med"/>
                <a:tailEnd type="none" w="med" len="med"/>
              </a:ln>
            </p:spPr>
          </p:sp>
          <p:sp>
            <p:nvSpPr>
              <p:cNvPr id="72310" name="Rectangle 631"/>
              <p:cNvSpPr/>
              <p:nvPr/>
            </p:nvSpPr>
            <p:spPr>
              <a:xfrm>
                <a:off x="1180" y="2269"/>
                <a:ext cx="371"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11" name="Line 632"/>
              <p:cNvSpPr/>
              <p:nvPr/>
            </p:nvSpPr>
            <p:spPr>
              <a:xfrm>
                <a:off x="1180" y="2269"/>
                <a:ext cx="371" cy="1"/>
              </a:xfrm>
              <a:prstGeom prst="line">
                <a:avLst/>
              </a:prstGeom>
              <a:ln w="0" cap="flat" cmpd="sng">
                <a:solidFill>
                  <a:srgbClr val="FF0000"/>
                </a:solidFill>
                <a:prstDash val="solid"/>
                <a:round/>
                <a:headEnd type="none" w="med" len="med"/>
                <a:tailEnd type="none" w="med" len="med"/>
              </a:ln>
            </p:spPr>
          </p:sp>
          <p:sp>
            <p:nvSpPr>
              <p:cNvPr id="72312" name="Rectangle 633"/>
              <p:cNvSpPr/>
              <p:nvPr/>
            </p:nvSpPr>
            <p:spPr>
              <a:xfrm>
                <a:off x="1551"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13" name="Line 634"/>
              <p:cNvSpPr/>
              <p:nvPr/>
            </p:nvSpPr>
            <p:spPr>
              <a:xfrm>
                <a:off x="1551" y="2269"/>
                <a:ext cx="3" cy="1"/>
              </a:xfrm>
              <a:prstGeom prst="line">
                <a:avLst/>
              </a:prstGeom>
              <a:ln w="0" cap="flat" cmpd="sng">
                <a:solidFill>
                  <a:srgbClr val="FF0000"/>
                </a:solidFill>
                <a:prstDash val="solid"/>
                <a:round/>
                <a:headEnd type="none" w="med" len="med"/>
                <a:tailEnd type="none" w="med" len="med"/>
              </a:ln>
            </p:spPr>
          </p:sp>
          <p:sp>
            <p:nvSpPr>
              <p:cNvPr id="72314" name="Line 635"/>
              <p:cNvSpPr/>
              <p:nvPr/>
            </p:nvSpPr>
            <p:spPr>
              <a:xfrm>
                <a:off x="1551" y="2269"/>
                <a:ext cx="1" cy="3"/>
              </a:xfrm>
              <a:prstGeom prst="line">
                <a:avLst/>
              </a:prstGeom>
              <a:ln w="0" cap="flat" cmpd="sng">
                <a:solidFill>
                  <a:srgbClr val="FF0000"/>
                </a:solidFill>
                <a:prstDash val="solid"/>
                <a:round/>
                <a:headEnd type="none" w="med" len="med"/>
                <a:tailEnd type="none" w="med" len="med"/>
              </a:ln>
            </p:spPr>
          </p:sp>
          <p:sp>
            <p:nvSpPr>
              <p:cNvPr id="72315" name="Rectangle 636"/>
              <p:cNvSpPr/>
              <p:nvPr/>
            </p:nvSpPr>
            <p:spPr>
              <a:xfrm>
                <a:off x="1554" y="226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16" name="Line 637"/>
              <p:cNvSpPr/>
              <p:nvPr/>
            </p:nvSpPr>
            <p:spPr>
              <a:xfrm>
                <a:off x="1554" y="2269"/>
                <a:ext cx="372" cy="1"/>
              </a:xfrm>
              <a:prstGeom prst="line">
                <a:avLst/>
              </a:prstGeom>
              <a:ln w="0" cap="flat" cmpd="sng">
                <a:solidFill>
                  <a:srgbClr val="FF0000"/>
                </a:solidFill>
                <a:prstDash val="solid"/>
                <a:round/>
                <a:headEnd type="none" w="med" len="med"/>
                <a:tailEnd type="none" w="med" len="med"/>
              </a:ln>
            </p:spPr>
          </p:sp>
          <p:sp>
            <p:nvSpPr>
              <p:cNvPr id="72317" name="Rectangle 638"/>
              <p:cNvSpPr/>
              <p:nvPr/>
            </p:nvSpPr>
            <p:spPr>
              <a:xfrm>
                <a:off x="1926"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18" name="Line 639"/>
              <p:cNvSpPr/>
              <p:nvPr/>
            </p:nvSpPr>
            <p:spPr>
              <a:xfrm>
                <a:off x="1926" y="2269"/>
                <a:ext cx="3" cy="1"/>
              </a:xfrm>
              <a:prstGeom prst="line">
                <a:avLst/>
              </a:prstGeom>
              <a:ln w="0" cap="flat" cmpd="sng">
                <a:solidFill>
                  <a:srgbClr val="FF0000"/>
                </a:solidFill>
                <a:prstDash val="solid"/>
                <a:round/>
                <a:headEnd type="none" w="med" len="med"/>
                <a:tailEnd type="none" w="med" len="med"/>
              </a:ln>
            </p:spPr>
          </p:sp>
          <p:sp>
            <p:nvSpPr>
              <p:cNvPr id="72319" name="Line 640"/>
              <p:cNvSpPr/>
              <p:nvPr/>
            </p:nvSpPr>
            <p:spPr>
              <a:xfrm>
                <a:off x="1926" y="2269"/>
                <a:ext cx="1" cy="3"/>
              </a:xfrm>
              <a:prstGeom prst="line">
                <a:avLst/>
              </a:prstGeom>
              <a:ln w="0" cap="flat" cmpd="sng">
                <a:solidFill>
                  <a:srgbClr val="FF0000"/>
                </a:solidFill>
                <a:prstDash val="solid"/>
                <a:round/>
                <a:headEnd type="none" w="med" len="med"/>
                <a:tailEnd type="none" w="med" len="med"/>
              </a:ln>
            </p:spPr>
          </p:sp>
          <p:sp>
            <p:nvSpPr>
              <p:cNvPr id="72320" name="Rectangle 641"/>
              <p:cNvSpPr/>
              <p:nvPr/>
            </p:nvSpPr>
            <p:spPr>
              <a:xfrm>
                <a:off x="1929" y="226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21" name="Line 642"/>
              <p:cNvSpPr/>
              <p:nvPr/>
            </p:nvSpPr>
            <p:spPr>
              <a:xfrm>
                <a:off x="1929" y="2269"/>
                <a:ext cx="372" cy="1"/>
              </a:xfrm>
              <a:prstGeom prst="line">
                <a:avLst/>
              </a:prstGeom>
              <a:ln w="0" cap="flat" cmpd="sng">
                <a:solidFill>
                  <a:srgbClr val="FF0000"/>
                </a:solidFill>
                <a:prstDash val="solid"/>
                <a:round/>
                <a:headEnd type="none" w="med" len="med"/>
                <a:tailEnd type="none" w="med" len="med"/>
              </a:ln>
            </p:spPr>
          </p:sp>
          <p:sp>
            <p:nvSpPr>
              <p:cNvPr id="72322" name="Rectangle 643"/>
              <p:cNvSpPr/>
              <p:nvPr/>
            </p:nvSpPr>
            <p:spPr>
              <a:xfrm>
                <a:off x="2301"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23" name="Line 644"/>
              <p:cNvSpPr/>
              <p:nvPr/>
            </p:nvSpPr>
            <p:spPr>
              <a:xfrm>
                <a:off x="2301" y="2269"/>
                <a:ext cx="3" cy="1"/>
              </a:xfrm>
              <a:prstGeom prst="line">
                <a:avLst/>
              </a:prstGeom>
              <a:ln w="0" cap="flat" cmpd="sng">
                <a:solidFill>
                  <a:srgbClr val="FF0000"/>
                </a:solidFill>
                <a:prstDash val="solid"/>
                <a:round/>
                <a:headEnd type="none" w="med" len="med"/>
                <a:tailEnd type="none" w="med" len="med"/>
              </a:ln>
            </p:spPr>
          </p:sp>
          <p:sp>
            <p:nvSpPr>
              <p:cNvPr id="72324" name="Line 645"/>
              <p:cNvSpPr/>
              <p:nvPr/>
            </p:nvSpPr>
            <p:spPr>
              <a:xfrm>
                <a:off x="2301" y="2269"/>
                <a:ext cx="1" cy="3"/>
              </a:xfrm>
              <a:prstGeom prst="line">
                <a:avLst/>
              </a:prstGeom>
              <a:ln w="0" cap="flat" cmpd="sng">
                <a:solidFill>
                  <a:srgbClr val="FF0000"/>
                </a:solidFill>
                <a:prstDash val="solid"/>
                <a:round/>
                <a:headEnd type="none" w="med" len="med"/>
                <a:tailEnd type="none" w="med" len="med"/>
              </a:ln>
            </p:spPr>
          </p:sp>
          <p:sp>
            <p:nvSpPr>
              <p:cNvPr id="72325" name="Rectangle 646"/>
              <p:cNvSpPr/>
              <p:nvPr/>
            </p:nvSpPr>
            <p:spPr>
              <a:xfrm>
                <a:off x="2304" y="2269"/>
                <a:ext cx="36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26" name="Line 647"/>
              <p:cNvSpPr/>
              <p:nvPr/>
            </p:nvSpPr>
            <p:spPr>
              <a:xfrm>
                <a:off x="2304" y="2269"/>
                <a:ext cx="368" cy="1"/>
              </a:xfrm>
              <a:prstGeom prst="line">
                <a:avLst/>
              </a:prstGeom>
              <a:ln w="0" cap="flat" cmpd="sng">
                <a:solidFill>
                  <a:srgbClr val="FF0000"/>
                </a:solidFill>
                <a:prstDash val="solid"/>
                <a:round/>
                <a:headEnd type="none" w="med" len="med"/>
                <a:tailEnd type="none" w="med" len="med"/>
              </a:ln>
            </p:spPr>
          </p:sp>
          <p:sp>
            <p:nvSpPr>
              <p:cNvPr id="72327" name="Rectangle 648"/>
              <p:cNvSpPr/>
              <p:nvPr/>
            </p:nvSpPr>
            <p:spPr>
              <a:xfrm>
                <a:off x="2672"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28" name="Line 649"/>
              <p:cNvSpPr/>
              <p:nvPr/>
            </p:nvSpPr>
            <p:spPr>
              <a:xfrm>
                <a:off x="2672" y="2269"/>
                <a:ext cx="3" cy="1"/>
              </a:xfrm>
              <a:prstGeom prst="line">
                <a:avLst/>
              </a:prstGeom>
              <a:ln w="0" cap="flat" cmpd="sng">
                <a:solidFill>
                  <a:srgbClr val="FF0000"/>
                </a:solidFill>
                <a:prstDash val="solid"/>
                <a:round/>
                <a:headEnd type="none" w="med" len="med"/>
                <a:tailEnd type="none" w="med" len="med"/>
              </a:ln>
            </p:spPr>
          </p:sp>
          <p:sp>
            <p:nvSpPr>
              <p:cNvPr id="72329" name="Line 650"/>
              <p:cNvSpPr/>
              <p:nvPr/>
            </p:nvSpPr>
            <p:spPr>
              <a:xfrm>
                <a:off x="2672" y="2269"/>
                <a:ext cx="1" cy="3"/>
              </a:xfrm>
              <a:prstGeom prst="line">
                <a:avLst/>
              </a:prstGeom>
              <a:ln w="0" cap="flat" cmpd="sng">
                <a:solidFill>
                  <a:srgbClr val="FF0000"/>
                </a:solidFill>
                <a:prstDash val="solid"/>
                <a:round/>
                <a:headEnd type="none" w="med" len="med"/>
                <a:tailEnd type="none" w="med" len="med"/>
              </a:ln>
            </p:spPr>
          </p:sp>
          <p:sp>
            <p:nvSpPr>
              <p:cNvPr id="72330" name="Rectangle 651"/>
              <p:cNvSpPr/>
              <p:nvPr/>
            </p:nvSpPr>
            <p:spPr>
              <a:xfrm>
                <a:off x="2675" y="226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31" name="Line 652"/>
              <p:cNvSpPr/>
              <p:nvPr/>
            </p:nvSpPr>
            <p:spPr>
              <a:xfrm>
                <a:off x="2675" y="2269"/>
                <a:ext cx="372" cy="1"/>
              </a:xfrm>
              <a:prstGeom prst="line">
                <a:avLst/>
              </a:prstGeom>
              <a:ln w="0" cap="flat" cmpd="sng">
                <a:solidFill>
                  <a:srgbClr val="FF0000"/>
                </a:solidFill>
                <a:prstDash val="solid"/>
                <a:round/>
                <a:headEnd type="none" w="med" len="med"/>
                <a:tailEnd type="none" w="med" len="med"/>
              </a:ln>
            </p:spPr>
          </p:sp>
          <p:sp>
            <p:nvSpPr>
              <p:cNvPr id="72332" name="Rectangle 653"/>
              <p:cNvSpPr/>
              <p:nvPr/>
            </p:nvSpPr>
            <p:spPr>
              <a:xfrm>
                <a:off x="3047"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33" name="Line 654"/>
              <p:cNvSpPr/>
              <p:nvPr/>
            </p:nvSpPr>
            <p:spPr>
              <a:xfrm>
                <a:off x="3047" y="2269"/>
                <a:ext cx="3" cy="1"/>
              </a:xfrm>
              <a:prstGeom prst="line">
                <a:avLst/>
              </a:prstGeom>
              <a:ln w="0" cap="flat" cmpd="sng">
                <a:solidFill>
                  <a:srgbClr val="FF0000"/>
                </a:solidFill>
                <a:prstDash val="solid"/>
                <a:round/>
                <a:headEnd type="none" w="med" len="med"/>
                <a:tailEnd type="none" w="med" len="med"/>
              </a:ln>
            </p:spPr>
          </p:sp>
          <p:sp>
            <p:nvSpPr>
              <p:cNvPr id="72334" name="Line 655"/>
              <p:cNvSpPr/>
              <p:nvPr/>
            </p:nvSpPr>
            <p:spPr>
              <a:xfrm>
                <a:off x="3047" y="2269"/>
                <a:ext cx="1" cy="3"/>
              </a:xfrm>
              <a:prstGeom prst="line">
                <a:avLst/>
              </a:prstGeom>
              <a:ln w="0" cap="flat" cmpd="sng">
                <a:solidFill>
                  <a:srgbClr val="FF0000"/>
                </a:solidFill>
                <a:prstDash val="solid"/>
                <a:round/>
                <a:headEnd type="none" w="med" len="med"/>
                <a:tailEnd type="none" w="med" len="med"/>
              </a:ln>
            </p:spPr>
          </p:sp>
          <p:sp>
            <p:nvSpPr>
              <p:cNvPr id="72335" name="Rectangle 656"/>
              <p:cNvSpPr/>
              <p:nvPr/>
            </p:nvSpPr>
            <p:spPr>
              <a:xfrm>
                <a:off x="3050" y="226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36" name="Line 657"/>
              <p:cNvSpPr/>
              <p:nvPr/>
            </p:nvSpPr>
            <p:spPr>
              <a:xfrm>
                <a:off x="3050" y="2269"/>
                <a:ext cx="372" cy="1"/>
              </a:xfrm>
              <a:prstGeom prst="line">
                <a:avLst/>
              </a:prstGeom>
              <a:ln w="0" cap="flat" cmpd="sng">
                <a:solidFill>
                  <a:srgbClr val="FF0000"/>
                </a:solidFill>
                <a:prstDash val="solid"/>
                <a:round/>
                <a:headEnd type="none" w="med" len="med"/>
                <a:tailEnd type="none" w="med" len="med"/>
              </a:ln>
            </p:spPr>
          </p:sp>
          <p:sp>
            <p:nvSpPr>
              <p:cNvPr id="72337" name="Rectangle 658"/>
              <p:cNvSpPr/>
              <p:nvPr/>
            </p:nvSpPr>
            <p:spPr>
              <a:xfrm>
                <a:off x="3422"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38" name="Line 659"/>
              <p:cNvSpPr/>
              <p:nvPr/>
            </p:nvSpPr>
            <p:spPr>
              <a:xfrm>
                <a:off x="3422" y="2269"/>
                <a:ext cx="3" cy="1"/>
              </a:xfrm>
              <a:prstGeom prst="line">
                <a:avLst/>
              </a:prstGeom>
              <a:ln w="0" cap="flat" cmpd="sng">
                <a:solidFill>
                  <a:srgbClr val="FF0000"/>
                </a:solidFill>
                <a:prstDash val="solid"/>
                <a:round/>
                <a:headEnd type="none" w="med" len="med"/>
                <a:tailEnd type="none" w="med" len="med"/>
              </a:ln>
            </p:spPr>
          </p:sp>
          <p:sp>
            <p:nvSpPr>
              <p:cNvPr id="72339" name="Line 660"/>
              <p:cNvSpPr/>
              <p:nvPr/>
            </p:nvSpPr>
            <p:spPr>
              <a:xfrm>
                <a:off x="3422" y="2269"/>
                <a:ext cx="1" cy="3"/>
              </a:xfrm>
              <a:prstGeom prst="line">
                <a:avLst/>
              </a:prstGeom>
              <a:ln w="0" cap="flat" cmpd="sng">
                <a:solidFill>
                  <a:srgbClr val="FF0000"/>
                </a:solidFill>
                <a:prstDash val="solid"/>
                <a:round/>
                <a:headEnd type="none" w="med" len="med"/>
                <a:tailEnd type="none" w="med" len="med"/>
              </a:ln>
            </p:spPr>
          </p:sp>
          <p:sp>
            <p:nvSpPr>
              <p:cNvPr id="72340" name="Rectangle 661"/>
              <p:cNvSpPr/>
              <p:nvPr/>
            </p:nvSpPr>
            <p:spPr>
              <a:xfrm>
                <a:off x="3425" y="2269"/>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41" name="Line 662"/>
              <p:cNvSpPr/>
              <p:nvPr/>
            </p:nvSpPr>
            <p:spPr>
              <a:xfrm>
                <a:off x="3425" y="2269"/>
                <a:ext cx="414" cy="1"/>
              </a:xfrm>
              <a:prstGeom prst="line">
                <a:avLst/>
              </a:prstGeom>
              <a:ln w="0" cap="flat" cmpd="sng">
                <a:solidFill>
                  <a:srgbClr val="FF0000"/>
                </a:solidFill>
                <a:prstDash val="solid"/>
                <a:round/>
                <a:headEnd type="none" w="med" len="med"/>
                <a:tailEnd type="none" w="med" len="med"/>
              </a:ln>
            </p:spPr>
          </p:sp>
          <p:sp>
            <p:nvSpPr>
              <p:cNvPr id="72342" name="Rectangle 663"/>
              <p:cNvSpPr/>
              <p:nvPr/>
            </p:nvSpPr>
            <p:spPr>
              <a:xfrm>
                <a:off x="3839"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43" name="Line 664"/>
              <p:cNvSpPr/>
              <p:nvPr/>
            </p:nvSpPr>
            <p:spPr>
              <a:xfrm>
                <a:off x="3839" y="2269"/>
                <a:ext cx="3" cy="1"/>
              </a:xfrm>
              <a:prstGeom prst="line">
                <a:avLst/>
              </a:prstGeom>
              <a:ln w="0" cap="flat" cmpd="sng">
                <a:solidFill>
                  <a:srgbClr val="FF0000"/>
                </a:solidFill>
                <a:prstDash val="solid"/>
                <a:round/>
                <a:headEnd type="none" w="med" len="med"/>
                <a:tailEnd type="none" w="med" len="med"/>
              </a:ln>
            </p:spPr>
          </p:sp>
          <p:sp>
            <p:nvSpPr>
              <p:cNvPr id="72344" name="Line 665"/>
              <p:cNvSpPr/>
              <p:nvPr/>
            </p:nvSpPr>
            <p:spPr>
              <a:xfrm>
                <a:off x="3839" y="2269"/>
                <a:ext cx="1" cy="3"/>
              </a:xfrm>
              <a:prstGeom prst="line">
                <a:avLst/>
              </a:prstGeom>
              <a:ln w="0" cap="flat" cmpd="sng">
                <a:solidFill>
                  <a:srgbClr val="FF0000"/>
                </a:solidFill>
                <a:prstDash val="solid"/>
                <a:round/>
                <a:headEnd type="none" w="med" len="med"/>
                <a:tailEnd type="none" w="med" len="med"/>
              </a:ln>
            </p:spPr>
          </p:sp>
          <p:sp>
            <p:nvSpPr>
              <p:cNvPr id="72345" name="Rectangle 666"/>
              <p:cNvSpPr/>
              <p:nvPr/>
            </p:nvSpPr>
            <p:spPr>
              <a:xfrm>
                <a:off x="3842" y="2269"/>
                <a:ext cx="41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46" name="Line 667"/>
              <p:cNvSpPr/>
              <p:nvPr/>
            </p:nvSpPr>
            <p:spPr>
              <a:xfrm>
                <a:off x="3842" y="2269"/>
                <a:ext cx="415" cy="1"/>
              </a:xfrm>
              <a:prstGeom prst="line">
                <a:avLst/>
              </a:prstGeom>
              <a:ln w="0" cap="flat" cmpd="sng">
                <a:solidFill>
                  <a:srgbClr val="FF0000"/>
                </a:solidFill>
                <a:prstDash val="solid"/>
                <a:round/>
                <a:headEnd type="none" w="med" len="med"/>
                <a:tailEnd type="none" w="med" len="med"/>
              </a:ln>
            </p:spPr>
          </p:sp>
          <p:sp>
            <p:nvSpPr>
              <p:cNvPr id="72347" name="Rectangle 668"/>
              <p:cNvSpPr/>
              <p:nvPr/>
            </p:nvSpPr>
            <p:spPr>
              <a:xfrm>
                <a:off x="4257"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48" name="Line 669"/>
              <p:cNvSpPr/>
              <p:nvPr/>
            </p:nvSpPr>
            <p:spPr>
              <a:xfrm>
                <a:off x="4257" y="2269"/>
                <a:ext cx="3" cy="1"/>
              </a:xfrm>
              <a:prstGeom prst="line">
                <a:avLst/>
              </a:prstGeom>
              <a:ln w="0" cap="flat" cmpd="sng">
                <a:solidFill>
                  <a:srgbClr val="FF0000"/>
                </a:solidFill>
                <a:prstDash val="solid"/>
                <a:round/>
                <a:headEnd type="none" w="med" len="med"/>
                <a:tailEnd type="none" w="med" len="med"/>
              </a:ln>
            </p:spPr>
          </p:sp>
          <p:sp>
            <p:nvSpPr>
              <p:cNvPr id="72349" name="Line 670"/>
              <p:cNvSpPr/>
              <p:nvPr/>
            </p:nvSpPr>
            <p:spPr>
              <a:xfrm>
                <a:off x="4257" y="2269"/>
                <a:ext cx="1" cy="3"/>
              </a:xfrm>
              <a:prstGeom prst="line">
                <a:avLst/>
              </a:prstGeom>
              <a:ln w="0" cap="flat" cmpd="sng">
                <a:solidFill>
                  <a:srgbClr val="FF0000"/>
                </a:solidFill>
                <a:prstDash val="solid"/>
                <a:round/>
                <a:headEnd type="none" w="med" len="med"/>
                <a:tailEnd type="none" w="med" len="med"/>
              </a:ln>
            </p:spPr>
          </p:sp>
          <p:sp>
            <p:nvSpPr>
              <p:cNvPr id="72350" name="Rectangle 671"/>
              <p:cNvSpPr/>
              <p:nvPr/>
            </p:nvSpPr>
            <p:spPr>
              <a:xfrm>
                <a:off x="4260" y="2269"/>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51" name="Line 672"/>
              <p:cNvSpPr/>
              <p:nvPr/>
            </p:nvSpPr>
            <p:spPr>
              <a:xfrm>
                <a:off x="4260" y="2269"/>
                <a:ext cx="414" cy="1"/>
              </a:xfrm>
              <a:prstGeom prst="line">
                <a:avLst/>
              </a:prstGeom>
              <a:ln w="0" cap="flat" cmpd="sng">
                <a:solidFill>
                  <a:srgbClr val="FF0000"/>
                </a:solidFill>
                <a:prstDash val="solid"/>
                <a:round/>
                <a:headEnd type="none" w="med" len="med"/>
                <a:tailEnd type="none" w="med" len="med"/>
              </a:ln>
            </p:spPr>
          </p:sp>
          <p:sp>
            <p:nvSpPr>
              <p:cNvPr id="72352" name="Rectangle 673"/>
              <p:cNvSpPr/>
              <p:nvPr/>
            </p:nvSpPr>
            <p:spPr>
              <a:xfrm>
                <a:off x="4674"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53" name="Line 674"/>
              <p:cNvSpPr/>
              <p:nvPr/>
            </p:nvSpPr>
            <p:spPr>
              <a:xfrm>
                <a:off x="4674" y="2269"/>
                <a:ext cx="3" cy="1"/>
              </a:xfrm>
              <a:prstGeom prst="line">
                <a:avLst/>
              </a:prstGeom>
              <a:ln w="0" cap="flat" cmpd="sng">
                <a:solidFill>
                  <a:srgbClr val="FF0000"/>
                </a:solidFill>
                <a:prstDash val="solid"/>
                <a:round/>
                <a:headEnd type="none" w="med" len="med"/>
                <a:tailEnd type="none" w="med" len="med"/>
              </a:ln>
            </p:spPr>
          </p:sp>
          <p:sp>
            <p:nvSpPr>
              <p:cNvPr id="72354" name="Line 675"/>
              <p:cNvSpPr/>
              <p:nvPr/>
            </p:nvSpPr>
            <p:spPr>
              <a:xfrm>
                <a:off x="4674" y="2269"/>
                <a:ext cx="1" cy="3"/>
              </a:xfrm>
              <a:prstGeom prst="line">
                <a:avLst/>
              </a:prstGeom>
              <a:ln w="0" cap="flat" cmpd="sng">
                <a:solidFill>
                  <a:srgbClr val="FF0000"/>
                </a:solidFill>
                <a:prstDash val="solid"/>
                <a:round/>
                <a:headEnd type="none" w="med" len="med"/>
                <a:tailEnd type="none" w="med" len="med"/>
              </a:ln>
            </p:spPr>
          </p:sp>
          <p:sp>
            <p:nvSpPr>
              <p:cNvPr id="72355" name="Rectangle 676"/>
              <p:cNvSpPr/>
              <p:nvPr/>
            </p:nvSpPr>
            <p:spPr>
              <a:xfrm>
                <a:off x="431" y="2272"/>
                <a:ext cx="2"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56" name="Line 677"/>
              <p:cNvSpPr/>
              <p:nvPr/>
            </p:nvSpPr>
            <p:spPr>
              <a:xfrm>
                <a:off x="431" y="2272"/>
                <a:ext cx="1" cy="251"/>
              </a:xfrm>
              <a:prstGeom prst="line">
                <a:avLst/>
              </a:prstGeom>
              <a:ln w="0" cap="flat" cmpd="sng">
                <a:solidFill>
                  <a:srgbClr val="FF0000"/>
                </a:solidFill>
                <a:prstDash val="solid"/>
                <a:round/>
                <a:headEnd type="none" w="med" len="med"/>
                <a:tailEnd type="none" w="med" len="med"/>
              </a:ln>
            </p:spPr>
          </p:sp>
          <p:sp>
            <p:nvSpPr>
              <p:cNvPr id="72357" name="Rectangle 678"/>
              <p:cNvSpPr/>
              <p:nvPr/>
            </p:nvSpPr>
            <p:spPr>
              <a:xfrm>
                <a:off x="802"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58" name="Line 679"/>
              <p:cNvSpPr/>
              <p:nvPr/>
            </p:nvSpPr>
            <p:spPr>
              <a:xfrm>
                <a:off x="802" y="2272"/>
                <a:ext cx="1" cy="251"/>
              </a:xfrm>
              <a:prstGeom prst="line">
                <a:avLst/>
              </a:prstGeom>
              <a:ln w="0" cap="flat" cmpd="sng">
                <a:solidFill>
                  <a:srgbClr val="FF0000"/>
                </a:solidFill>
                <a:prstDash val="solid"/>
                <a:round/>
                <a:headEnd type="none" w="med" len="med"/>
                <a:tailEnd type="none" w="med" len="med"/>
              </a:ln>
            </p:spPr>
          </p:sp>
          <p:sp>
            <p:nvSpPr>
              <p:cNvPr id="72359" name="Rectangle 680"/>
              <p:cNvSpPr/>
              <p:nvPr/>
            </p:nvSpPr>
            <p:spPr>
              <a:xfrm>
                <a:off x="1177"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60" name="Line 681"/>
              <p:cNvSpPr/>
              <p:nvPr/>
            </p:nvSpPr>
            <p:spPr>
              <a:xfrm>
                <a:off x="1177" y="2272"/>
                <a:ext cx="1" cy="251"/>
              </a:xfrm>
              <a:prstGeom prst="line">
                <a:avLst/>
              </a:prstGeom>
              <a:ln w="0" cap="flat" cmpd="sng">
                <a:solidFill>
                  <a:srgbClr val="FF0000"/>
                </a:solidFill>
                <a:prstDash val="solid"/>
                <a:round/>
                <a:headEnd type="none" w="med" len="med"/>
                <a:tailEnd type="none" w="med" len="med"/>
              </a:ln>
            </p:spPr>
          </p:sp>
          <p:sp>
            <p:nvSpPr>
              <p:cNvPr id="72361" name="Rectangle 682"/>
              <p:cNvSpPr/>
              <p:nvPr/>
            </p:nvSpPr>
            <p:spPr>
              <a:xfrm>
                <a:off x="1551"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62" name="Line 683"/>
              <p:cNvSpPr/>
              <p:nvPr/>
            </p:nvSpPr>
            <p:spPr>
              <a:xfrm>
                <a:off x="1551" y="2272"/>
                <a:ext cx="1" cy="251"/>
              </a:xfrm>
              <a:prstGeom prst="line">
                <a:avLst/>
              </a:prstGeom>
              <a:ln w="0" cap="flat" cmpd="sng">
                <a:solidFill>
                  <a:srgbClr val="FF0000"/>
                </a:solidFill>
                <a:prstDash val="solid"/>
                <a:round/>
                <a:headEnd type="none" w="med" len="med"/>
                <a:tailEnd type="none" w="med" len="med"/>
              </a:ln>
            </p:spPr>
          </p:sp>
          <p:sp>
            <p:nvSpPr>
              <p:cNvPr id="72363" name="Rectangle 684"/>
              <p:cNvSpPr/>
              <p:nvPr/>
            </p:nvSpPr>
            <p:spPr>
              <a:xfrm>
                <a:off x="1926"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64" name="Line 685"/>
              <p:cNvSpPr/>
              <p:nvPr/>
            </p:nvSpPr>
            <p:spPr>
              <a:xfrm>
                <a:off x="1926" y="2272"/>
                <a:ext cx="1" cy="251"/>
              </a:xfrm>
              <a:prstGeom prst="line">
                <a:avLst/>
              </a:prstGeom>
              <a:ln w="0" cap="flat" cmpd="sng">
                <a:solidFill>
                  <a:srgbClr val="FF0000"/>
                </a:solidFill>
                <a:prstDash val="solid"/>
                <a:round/>
                <a:headEnd type="none" w="med" len="med"/>
                <a:tailEnd type="none" w="med" len="med"/>
              </a:ln>
            </p:spPr>
          </p:sp>
          <p:sp>
            <p:nvSpPr>
              <p:cNvPr id="72365" name="Rectangle 686"/>
              <p:cNvSpPr/>
              <p:nvPr/>
            </p:nvSpPr>
            <p:spPr>
              <a:xfrm>
                <a:off x="2301"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66" name="Line 687"/>
              <p:cNvSpPr/>
              <p:nvPr/>
            </p:nvSpPr>
            <p:spPr>
              <a:xfrm>
                <a:off x="2301" y="2272"/>
                <a:ext cx="1" cy="251"/>
              </a:xfrm>
              <a:prstGeom prst="line">
                <a:avLst/>
              </a:prstGeom>
              <a:ln w="0" cap="flat" cmpd="sng">
                <a:solidFill>
                  <a:srgbClr val="FF0000"/>
                </a:solidFill>
                <a:prstDash val="solid"/>
                <a:round/>
                <a:headEnd type="none" w="med" len="med"/>
                <a:tailEnd type="none" w="med" len="med"/>
              </a:ln>
            </p:spPr>
          </p:sp>
          <p:sp>
            <p:nvSpPr>
              <p:cNvPr id="72367" name="Rectangle 688"/>
              <p:cNvSpPr/>
              <p:nvPr/>
            </p:nvSpPr>
            <p:spPr>
              <a:xfrm>
                <a:off x="2672"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68" name="Line 689"/>
              <p:cNvSpPr/>
              <p:nvPr/>
            </p:nvSpPr>
            <p:spPr>
              <a:xfrm>
                <a:off x="2672" y="2272"/>
                <a:ext cx="1" cy="251"/>
              </a:xfrm>
              <a:prstGeom prst="line">
                <a:avLst/>
              </a:prstGeom>
              <a:ln w="0" cap="flat" cmpd="sng">
                <a:solidFill>
                  <a:srgbClr val="FF0000"/>
                </a:solidFill>
                <a:prstDash val="solid"/>
                <a:round/>
                <a:headEnd type="none" w="med" len="med"/>
                <a:tailEnd type="none" w="med" len="med"/>
              </a:ln>
            </p:spPr>
          </p:sp>
          <p:sp>
            <p:nvSpPr>
              <p:cNvPr id="72369" name="Rectangle 690"/>
              <p:cNvSpPr/>
              <p:nvPr/>
            </p:nvSpPr>
            <p:spPr>
              <a:xfrm>
                <a:off x="3047"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70" name="Line 691"/>
              <p:cNvSpPr/>
              <p:nvPr/>
            </p:nvSpPr>
            <p:spPr>
              <a:xfrm>
                <a:off x="3047" y="2272"/>
                <a:ext cx="1" cy="251"/>
              </a:xfrm>
              <a:prstGeom prst="line">
                <a:avLst/>
              </a:prstGeom>
              <a:ln w="0" cap="flat" cmpd="sng">
                <a:solidFill>
                  <a:srgbClr val="FF0000"/>
                </a:solidFill>
                <a:prstDash val="solid"/>
                <a:round/>
                <a:headEnd type="none" w="med" len="med"/>
                <a:tailEnd type="none" w="med" len="med"/>
              </a:ln>
            </p:spPr>
          </p:sp>
          <p:sp>
            <p:nvSpPr>
              <p:cNvPr id="72371" name="Rectangle 692"/>
              <p:cNvSpPr/>
              <p:nvPr/>
            </p:nvSpPr>
            <p:spPr>
              <a:xfrm>
                <a:off x="3422"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72" name="Line 693"/>
              <p:cNvSpPr/>
              <p:nvPr/>
            </p:nvSpPr>
            <p:spPr>
              <a:xfrm>
                <a:off x="3422" y="2272"/>
                <a:ext cx="1" cy="251"/>
              </a:xfrm>
              <a:prstGeom prst="line">
                <a:avLst/>
              </a:prstGeom>
              <a:ln w="0" cap="flat" cmpd="sng">
                <a:solidFill>
                  <a:srgbClr val="FF0000"/>
                </a:solidFill>
                <a:prstDash val="solid"/>
                <a:round/>
                <a:headEnd type="none" w="med" len="med"/>
                <a:tailEnd type="none" w="med" len="med"/>
              </a:ln>
            </p:spPr>
          </p:sp>
          <p:sp>
            <p:nvSpPr>
              <p:cNvPr id="72373" name="Rectangle 694"/>
              <p:cNvSpPr/>
              <p:nvPr/>
            </p:nvSpPr>
            <p:spPr>
              <a:xfrm>
                <a:off x="3839"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74" name="Line 695"/>
              <p:cNvSpPr/>
              <p:nvPr/>
            </p:nvSpPr>
            <p:spPr>
              <a:xfrm>
                <a:off x="3839" y="2272"/>
                <a:ext cx="1" cy="251"/>
              </a:xfrm>
              <a:prstGeom prst="line">
                <a:avLst/>
              </a:prstGeom>
              <a:ln w="0" cap="flat" cmpd="sng">
                <a:solidFill>
                  <a:srgbClr val="FF0000"/>
                </a:solidFill>
                <a:prstDash val="solid"/>
                <a:round/>
                <a:headEnd type="none" w="med" len="med"/>
                <a:tailEnd type="none" w="med" len="med"/>
              </a:ln>
            </p:spPr>
          </p:sp>
          <p:sp>
            <p:nvSpPr>
              <p:cNvPr id="72375" name="Rectangle 696"/>
              <p:cNvSpPr/>
              <p:nvPr/>
            </p:nvSpPr>
            <p:spPr>
              <a:xfrm>
                <a:off x="4257"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2376" name="Group 697"/>
            <p:cNvGrpSpPr/>
            <p:nvPr/>
          </p:nvGrpSpPr>
          <p:grpSpPr>
            <a:xfrm>
              <a:off x="171" y="2608"/>
              <a:ext cx="2813" cy="886"/>
              <a:chOff x="431" y="2272"/>
              <a:chExt cx="4246" cy="760"/>
            </a:xfrm>
          </p:grpSpPr>
          <p:sp>
            <p:nvSpPr>
              <p:cNvPr id="72377" name="Line 698"/>
              <p:cNvSpPr/>
              <p:nvPr/>
            </p:nvSpPr>
            <p:spPr>
              <a:xfrm>
                <a:off x="4257" y="2272"/>
                <a:ext cx="1" cy="251"/>
              </a:xfrm>
              <a:prstGeom prst="line">
                <a:avLst/>
              </a:prstGeom>
              <a:ln w="0" cap="flat" cmpd="sng">
                <a:solidFill>
                  <a:srgbClr val="FF0000"/>
                </a:solidFill>
                <a:prstDash val="solid"/>
                <a:round/>
                <a:headEnd type="none" w="med" len="med"/>
                <a:tailEnd type="none" w="med" len="med"/>
              </a:ln>
            </p:spPr>
          </p:sp>
          <p:sp>
            <p:nvSpPr>
              <p:cNvPr id="72378" name="Rectangle 699"/>
              <p:cNvSpPr/>
              <p:nvPr/>
            </p:nvSpPr>
            <p:spPr>
              <a:xfrm>
                <a:off x="4674"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79" name="Line 700"/>
              <p:cNvSpPr/>
              <p:nvPr/>
            </p:nvSpPr>
            <p:spPr>
              <a:xfrm>
                <a:off x="4674" y="2272"/>
                <a:ext cx="1" cy="251"/>
              </a:xfrm>
              <a:prstGeom prst="line">
                <a:avLst/>
              </a:prstGeom>
              <a:ln w="0" cap="flat" cmpd="sng">
                <a:solidFill>
                  <a:srgbClr val="FF0000"/>
                </a:solidFill>
                <a:prstDash val="solid"/>
                <a:round/>
                <a:headEnd type="none" w="med" len="med"/>
                <a:tailEnd type="none" w="med" len="med"/>
              </a:ln>
            </p:spPr>
          </p:sp>
          <p:sp>
            <p:nvSpPr>
              <p:cNvPr id="72380" name="Rectangle 701"/>
              <p:cNvSpPr/>
              <p:nvPr/>
            </p:nvSpPr>
            <p:spPr>
              <a:xfrm>
                <a:off x="559" y="2544"/>
                <a:ext cx="194"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381" name="Rectangle 702"/>
              <p:cNvSpPr/>
              <p:nvPr/>
            </p:nvSpPr>
            <p:spPr>
              <a:xfrm>
                <a:off x="703"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82" name="Rectangle 703"/>
              <p:cNvSpPr/>
              <p:nvPr/>
            </p:nvSpPr>
            <p:spPr>
              <a:xfrm>
                <a:off x="934" y="2544"/>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383" name="Rectangle 704"/>
              <p:cNvSpPr/>
              <p:nvPr/>
            </p:nvSpPr>
            <p:spPr>
              <a:xfrm>
                <a:off x="1079"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84" name="Rectangle 705"/>
              <p:cNvSpPr/>
              <p:nvPr/>
            </p:nvSpPr>
            <p:spPr>
              <a:xfrm>
                <a:off x="1355"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385" name="Rectangle 706"/>
              <p:cNvSpPr/>
              <p:nvPr/>
            </p:nvSpPr>
            <p:spPr>
              <a:xfrm>
                <a:off x="1420"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86" name="Rectangle 707"/>
              <p:cNvSpPr/>
              <p:nvPr/>
            </p:nvSpPr>
            <p:spPr>
              <a:xfrm>
                <a:off x="1729"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387" name="Rectangle 708"/>
              <p:cNvSpPr/>
              <p:nvPr/>
            </p:nvSpPr>
            <p:spPr>
              <a:xfrm>
                <a:off x="1796"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88" name="Rectangle 709"/>
              <p:cNvSpPr/>
              <p:nvPr/>
            </p:nvSpPr>
            <p:spPr>
              <a:xfrm>
                <a:off x="2102"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389" name="Rectangle 710"/>
              <p:cNvSpPr/>
              <p:nvPr/>
            </p:nvSpPr>
            <p:spPr>
              <a:xfrm>
                <a:off x="2165"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90" name="Rectangle 711"/>
              <p:cNvSpPr/>
              <p:nvPr/>
            </p:nvSpPr>
            <p:spPr>
              <a:xfrm>
                <a:off x="2475"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391" name="Rectangle 712"/>
              <p:cNvSpPr/>
              <p:nvPr/>
            </p:nvSpPr>
            <p:spPr>
              <a:xfrm>
                <a:off x="2543"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92" name="Rectangle 713"/>
              <p:cNvSpPr/>
              <p:nvPr/>
            </p:nvSpPr>
            <p:spPr>
              <a:xfrm>
                <a:off x="2851"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393" name="Rectangle 714"/>
              <p:cNvSpPr/>
              <p:nvPr/>
            </p:nvSpPr>
            <p:spPr>
              <a:xfrm>
                <a:off x="2916"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94" name="Rectangle 715"/>
              <p:cNvSpPr/>
              <p:nvPr/>
            </p:nvSpPr>
            <p:spPr>
              <a:xfrm>
                <a:off x="3223"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395" name="Rectangle 716"/>
              <p:cNvSpPr/>
              <p:nvPr/>
            </p:nvSpPr>
            <p:spPr>
              <a:xfrm>
                <a:off x="3291"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96" name="Rectangle 717"/>
              <p:cNvSpPr/>
              <p:nvPr/>
            </p:nvSpPr>
            <p:spPr>
              <a:xfrm>
                <a:off x="3622"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397" name="Rectangle 718"/>
              <p:cNvSpPr/>
              <p:nvPr/>
            </p:nvSpPr>
            <p:spPr>
              <a:xfrm>
                <a:off x="3688"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98" name="Rectangle 719"/>
              <p:cNvSpPr/>
              <p:nvPr/>
            </p:nvSpPr>
            <p:spPr>
              <a:xfrm>
                <a:off x="4040"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399" name="Rectangle 720"/>
              <p:cNvSpPr/>
              <p:nvPr/>
            </p:nvSpPr>
            <p:spPr>
              <a:xfrm>
                <a:off x="4105"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00" name="Rectangle 721"/>
              <p:cNvSpPr/>
              <p:nvPr/>
            </p:nvSpPr>
            <p:spPr>
              <a:xfrm>
                <a:off x="4458"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401" name="Rectangle 722"/>
              <p:cNvSpPr/>
              <p:nvPr/>
            </p:nvSpPr>
            <p:spPr>
              <a:xfrm>
                <a:off x="4523"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02" name="Rectangle 723"/>
              <p:cNvSpPr/>
              <p:nvPr/>
            </p:nvSpPr>
            <p:spPr>
              <a:xfrm>
                <a:off x="431" y="2523"/>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03" name="Line 724"/>
              <p:cNvSpPr/>
              <p:nvPr/>
            </p:nvSpPr>
            <p:spPr>
              <a:xfrm>
                <a:off x="431" y="2523"/>
                <a:ext cx="2" cy="1"/>
              </a:xfrm>
              <a:prstGeom prst="line">
                <a:avLst/>
              </a:prstGeom>
              <a:ln w="0" cap="flat" cmpd="sng">
                <a:solidFill>
                  <a:srgbClr val="FF0000"/>
                </a:solidFill>
                <a:prstDash val="solid"/>
                <a:round/>
                <a:headEnd type="none" w="med" len="med"/>
                <a:tailEnd type="none" w="med" len="med"/>
              </a:ln>
            </p:spPr>
          </p:sp>
          <p:sp>
            <p:nvSpPr>
              <p:cNvPr id="72404" name="Line 725"/>
              <p:cNvSpPr/>
              <p:nvPr/>
            </p:nvSpPr>
            <p:spPr>
              <a:xfrm>
                <a:off x="431" y="2523"/>
                <a:ext cx="1" cy="3"/>
              </a:xfrm>
              <a:prstGeom prst="line">
                <a:avLst/>
              </a:prstGeom>
              <a:ln w="0" cap="flat" cmpd="sng">
                <a:solidFill>
                  <a:srgbClr val="FF0000"/>
                </a:solidFill>
                <a:prstDash val="solid"/>
                <a:round/>
                <a:headEnd type="none" w="med" len="med"/>
                <a:tailEnd type="none" w="med" len="med"/>
              </a:ln>
            </p:spPr>
          </p:sp>
          <p:sp>
            <p:nvSpPr>
              <p:cNvPr id="72405" name="Rectangle 726"/>
              <p:cNvSpPr/>
              <p:nvPr/>
            </p:nvSpPr>
            <p:spPr>
              <a:xfrm>
                <a:off x="433" y="2523"/>
                <a:ext cx="36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06" name="Line 727"/>
              <p:cNvSpPr/>
              <p:nvPr/>
            </p:nvSpPr>
            <p:spPr>
              <a:xfrm>
                <a:off x="433" y="2523"/>
                <a:ext cx="369" cy="1"/>
              </a:xfrm>
              <a:prstGeom prst="line">
                <a:avLst/>
              </a:prstGeom>
              <a:ln w="0" cap="flat" cmpd="sng">
                <a:solidFill>
                  <a:srgbClr val="FF0000"/>
                </a:solidFill>
                <a:prstDash val="solid"/>
                <a:round/>
                <a:headEnd type="none" w="med" len="med"/>
                <a:tailEnd type="none" w="med" len="med"/>
              </a:ln>
            </p:spPr>
          </p:sp>
          <p:sp>
            <p:nvSpPr>
              <p:cNvPr id="72407" name="Rectangle 728"/>
              <p:cNvSpPr/>
              <p:nvPr/>
            </p:nvSpPr>
            <p:spPr>
              <a:xfrm>
                <a:off x="802"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08" name="Line 729"/>
              <p:cNvSpPr/>
              <p:nvPr/>
            </p:nvSpPr>
            <p:spPr>
              <a:xfrm>
                <a:off x="802" y="2523"/>
                <a:ext cx="3" cy="1"/>
              </a:xfrm>
              <a:prstGeom prst="line">
                <a:avLst/>
              </a:prstGeom>
              <a:ln w="0" cap="flat" cmpd="sng">
                <a:solidFill>
                  <a:srgbClr val="FF0000"/>
                </a:solidFill>
                <a:prstDash val="solid"/>
                <a:round/>
                <a:headEnd type="none" w="med" len="med"/>
                <a:tailEnd type="none" w="med" len="med"/>
              </a:ln>
            </p:spPr>
          </p:sp>
          <p:sp>
            <p:nvSpPr>
              <p:cNvPr id="72409" name="Line 730"/>
              <p:cNvSpPr/>
              <p:nvPr/>
            </p:nvSpPr>
            <p:spPr>
              <a:xfrm>
                <a:off x="802" y="2523"/>
                <a:ext cx="1" cy="3"/>
              </a:xfrm>
              <a:prstGeom prst="line">
                <a:avLst/>
              </a:prstGeom>
              <a:ln w="0" cap="flat" cmpd="sng">
                <a:solidFill>
                  <a:srgbClr val="FF0000"/>
                </a:solidFill>
                <a:prstDash val="solid"/>
                <a:round/>
                <a:headEnd type="none" w="med" len="med"/>
                <a:tailEnd type="none" w="med" len="med"/>
              </a:ln>
            </p:spPr>
          </p:sp>
          <p:sp>
            <p:nvSpPr>
              <p:cNvPr id="72410" name="Rectangle 731"/>
              <p:cNvSpPr/>
              <p:nvPr/>
            </p:nvSpPr>
            <p:spPr>
              <a:xfrm>
                <a:off x="805" y="2523"/>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11" name="Line 732"/>
              <p:cNvSpPr/>
              <p:nvPr/>
            </p:nvSpPr>
            <p:spPr>
              <a:xfrm>
                <a:off x="805" y="2523"/>
                <a:ext cx="372" cy="1"/>
              </a:xfrm>
              <a:prstGeom prst="line">
                <a:avLst/>
              </a:prstGeom>
              <a:ln w="0" cap="flat" cmpd="sng">
                <a:solidFill>
                  <a:srgbClr val="FF0000"/>
                </a:solidFill>
                <a:prstDash val="solid"/>
                <a:round/>
                <a:headEnd type="none" w="med" len="med"/>
                <a:tailEnd type="none" w="med" len="med"/>
              </a:ln>
            </p:spPr>
          </p:sp>
          <p:sp>
            <p:nvSpPr>
              <p:cNvPr id="72412" name="Rectangle 733"/>
              <p:cNvSpPr/>
              <p:nvPr/>
            </p:nvSpPr>
            <p:spPr>
              <a:xfrm>
                <a:off x="1177"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13" name="Line 734"/>
              <p:cNvSpPr/>
              <p:nvPr/>
            </p:nvSpPr>
            <p:spPr>
              <a:xfrm>
                <a:off x="1177" y="2523"/>
                <a:ext cx="3" cy="1"/>
              </a:xfrm>
              <a:prstGeom prst="line">
                <a:avLst/>
              </a:prstGeom>
              <a:ln w="0" cap="flat" cmpd="sng">
                <a:solidFill>
                  <a:srgbClr val="FF0000"/>
                </a:solidFill>
                <a:prstDash val="solid"/>
                <a:round/>
                <a:headEnd type="none" w="med" len="med"/>
                <a:tailEnd type="none" w="med" len="med"/>
              </a:ln>
            </p:spPr>
          </p:sp>
          <p:sp>
            <p:nvSpPr>
              <p:cNvPr id="72414" name="Line 735"/>
              <p:cNvSpPr/>
              <p:nvPr/>
            </p:nvSpPr>
            <p:spPr>
              <a:xfrm>
                <a:off x="1177" y="2523"/>
                <a:ext cx="1" cy="3"/>
              </a:xfrm>
              <a:prstGeom prst="line">
                <a:avLst/>
              </a:prstGeom>
              <a:ln w="0" cap="flat" cmpd="sng">
                <a:solidFill>
                  <a:srgbClr val="FF0000"/>
                </a:solidFill>
                <a:prstDash val="solid"/>
                <a:round/>
                <a:headEnd type="none" w="med" len="med"/>
                <a:tailEnd type="none" w="med" len="med"/>
              </a:ln>
            </p:spPr>
          </p:sp>
          <p:sp>
            <p:nvSpPr>
              <p:cNvPr id="72415" name="Rectangle 736"/>
              <p:cNvSpPr/>
              <p:nvPr/>
            </p:nvSpPr>
            <p:spPr>
              <a:xfrm>
                <a:off x="1180" y="2523"/>
                <a:ext cx="371"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16" name="Line 737"/>
              <p:cNvSpPr/>
              <p:nvPr/>
            </p:nvSpPr>
            <p:spPr>
              <a:xfrm>
                <a:off x="1180" y="2523"/>
                <a:ext cx="371" cy="1"/>
              </a:xfrm>
              <a:prstGeom prst="line">
                <a:avLst/>
              </a:prstGeom>
              <a:ln w="0" cap="flat" cmpd="sng">
                <a:solidFill>
                  <a:srgbClr val="FF0000"/>
                </a:solidFill>
                <a:prstDash val="solid"/>
                <a:round/>
                <a:headEnd type="none" w="med" len="med"/>
                <a:tailEnd type="none" w="med" len="med"/>
              </a:ln>
            </p:spPr>
          </p:sp>
          <p:sp>
            <p:nvSpPr>
              <p:cNvPr id="72417" name="Rectangle 738"/>
              <p:cNvSpPr/>
              <p:nvPr/>
            </p:nvSpPr>
            <p:spPr>
              <a:xfrm>
                <a:off x="1551"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18" name="Line 739"/>
              <p:cNvSpPr/>
              <p:nvPr/>
            </p:nvSpPr>
            <p:spPr>
              <a:xfrm>
                <a:off x="1551" y="2523"/>
                <a:ext cx="3" cy="1"/>
              </a:xfrm>
              <a:prstGeom prst="line">
                <a:avLst/>
              </a:prstGeom>
              <a:ln w="0" cap="flat" cmpd="sng">
                <a:solidFill>
                  <a:srgbClr val="FF0000"/>
                </a:solidFill>
                <a:prstDash val="solid"/>
                <a:round/>
                <a:headEnd type="none" w="med" len="med"/>
                <a:tailEnd type="none" w="med" len="med"/>
              </a:ln>
            </p:spPr>
          </p:sp>
          <p:sp>
            <p:nvSpPr>
              <p:cNvPr id="72419" name="Line 740"/>
              <p:cNvSpPr/>
              <p:nvPr/>
            </p:nvSpPr>
            <p:spPr>
              <a:xfrm>
                <a:off x="1551" y="2523"/>
                <a:ext cx="1" cy="3"/>
              </a:xfrm>
              <a:prstGeom prst="line">
                <a:avLst/>
              </a:prstGeom>
              <a:ln w="0" cap="flat" cmpd="sng">
                <a:solidFill>
                  <a:srgbClr val="FF0000"/>
                </a:solidFill>
                <a:prstDash val="solid"/>
                <a:round/>
                <a:headEnd type="none" w="med" len="med"/>
                <a:tailEnd type="none" w="med" len="med"/>
              </a:ln>
            </p:spPr>
          </p:sp>
          <p:sp>
            <p:nvSpPr>
              <p:cNvPr id="72420" name="Rectangle 741"/>
              <p:cNvSpPr/>
              <p:nvPr/>
            </p:nvSpPr>
            <p:spPr>
              <a:xfrm>
                <a:off x="1554" y="2523"/>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21" name="Line 742"/>
              <p:cNvSpPr/>
              <p:nvPr/>
            </p:nvSpPr>
            <p:spPr>
              <a:xfrm>
                <a:off x="1554" y="2523"/>
                <a:ext cx="372" cy="1"/>
              </a:xfrm>
              <a:prstGeom prst="line">
                <a:avLst/>
              </a:prstGeom>
              <a:ln w="0" cap="flat" cmpd="sng">
                <a:solidFill>
                  <a:srgbClr val="FF0000"/>
                </a:solidFill>
                <a:prstDash val="solid"/>
                <a:round/>
                <a:headEnd type="none" w="med" len="med"/>
                <a:tailEnd type="none" w="med" len="med"/>
              </a:ln>
            </p:spPr>
          </p:sp>
          <p:sp>
            <p:nvSpPr>
              <p:cNvPr id="72422" name="Rectangle 743"/>
              <p:cNvSpPr/>
              <p:nvPr/>
            </p:nvSpPr>
            <p:spPr>
              <a:xfrm>
                <a:off x="1926"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23" name="Line 744"/>
              <p:cNvSpPr/>
              <p:nvPr/>
            </p:nvSpPr>
            <p:spPr>
              <a:xfrm>
                <a:off x="1926" y="2523"/>
                <a:ext cx="3" cy="1"/>
              </a:xfrm>
              <a:prstGeom prst="line">
                <a:avLst/>
              </a:prstGeom>
              <a:ln w="0" cap="flat" cmpd="sng">
                <a:solidFill>
                  <a:srgbClr val="FF0000"/>
                </a:solidFill>
                <a:prstDash val="solid"/>
                <a:round/>
                <a:headEnd type="none" w="med" len="med"/>
                <a:tailEnd type="none" w="med" len="med"/>
              </a:ln>
            </p:spPr>
          </p:sp>
          <p:sp>
            <p:nvSpPr>
              <p:cNvPr id="72424" name="Line 745"/>
              <p:cNvSpPr/>
              <p:nvPr/>
            </p:nvSpPr>
            <p:spPr>
              <a:xfrm>
                <a:off x="1926" y="2523"/>
                <a:ext cx="1" cy="3"/>
              </a:xfrm>
              <a:prstGeom prst="line">
                <a:avLst/>
              </a:prstGeom>
              <a:ln w="0" cap="flat" cmpd="sng">
                <a:solidFill>
                  <a:srgbClr val="FF0000"/>
                </a:solidFill>
                <a:prstDash val="solid"/>
                <a:round/>
                <a:headEnd type="none" w="med" len="med"/>
                <a:tailEnd type="none" w="med" len="med"/>
              </a:ln>
            </p:spPr>
          </p:sp>
          <p:sp>
            <p:nvSpPr>
              <p:cNvPr id="72425" name="Rectangle 746"/>
              <p:cNvSpPr/>
              <p:nvPr/>
            </p:nvSpPr>
            <p:spPr>
              <a:xfrm>
                <a:off x="1929" y="2523"/>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26" name="Line 747"/>
              <p:cNvSpPr/>
              <p:nvPr/>
            </p:nvSpPr>
            <p:spPr>
              <a:xfrm>
                <a:off x="1929" y="2523"/>
                <a:ext cx="372" cy="1"/>
              </a:xfrm>
              <a:prstGeom prst="line">
                <a:avLst/>
              </a:prstGeom>
              <a:ln w="0" cap="flat" cmpd="sng">
                <a:solidFill>
                  <a:srgbClr val="FF0000"/>
                </a:solidFill>
                <a:prstDash val="solid"/>
                <a:round/>
                <a:headEnd type="none" w="med" len="med"/>
                <a:tailEnd type="none" w="med" len="med"/>
              </a:ln>
            </p:spPr>
          </p:sp>
          <p:sp>
            <p:nvSpPr>
              <p:cNvPr id="72427" name="Rectangle 748"/>
              <p:cNvSpPr/>
              <p:nvPr/>
            </p:nvSpPr>
            <p:spPr>
              <a:xfrm>
                <a:off x="2301"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28" name="Line 749"/>
              <p:cNvSpPr/>
              <p:nvPr/>
            </p:nvSpPr>
            <p:spPr>
              <a:xfrm>
                <a:off x="2301" y="2523"/>
                <a:ext cx="3" cy="1"/>
              </a:xfrm>
              <a:prstGeom prst="line">
                <a:avLst/>
              </a:prstGeom>
              <a:ln w="0" cap="flat" cmpd="sng">
                <a:solidFill>
                  <a:srgbClr val="FF0000"/>
                </a:solidFill>
                <a:prstDash val="solid"/>
                <a:round/>
                <a:headEnd type="none" w="med" len="med"/>
                <a:tailEnd type="none" w="med" len="med"/>
              </a:ln>
            </p:spPr>
          </p:sp>
          <p:sp>
            <p:nvSpPr>
              <p:cNvPr id="72429" name="Line 750"/>
              <p:cNvSpPr/>
              <p:nvPr/>
            </p:nvSpPr>
            <p:spPr>
              <a:xfrm>
                <a:off x="2301" y="2523"/>
                <a:ext cx="1" cy="3"/>
              </a:xfrm>
              <a:prstGeom prst="line">
                <a:avLst/>
              </a:prstGeom>
              <a:ln w="0" cap="flat" cmpd="sng">
                <a:solidFill>
                  <a:srgbClr val="FF0000"/>
                </a:solidFill>
                <a:prstDash val="solid"/>
                <a:round/>
                <a:headEnd type="none" w="med" len="med"/>
                <a:tailEnd type="none" w="med" len="med"/>
              </a:ln>
            </p:spPr>
          </p:sp>
          <p:sp>
            <p:nvSpPr>
              <p:cNvPr id="72430" name="Rectangle 751"/>
              <p:cNvSpPr/>
              <p:nvPr/>
            </p:nvSpPr>
            <p:spPr>
              <a:xfrm>
                <a:off x="2304" y="2523"/>
                <a:ext cx="36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31" name="Line 752"/>
              <p:cNvSpPr/>
              <p:nvPr/>
            </p:nvSpPr>
            <p:spPr>
              <a:xfrm>
                <a:off x="2304" y="2523"/>
                <a:ext cx="368" cy="1"/>
              </a:xfrm>
              <a:prstGeom prst="line">
                <a:avLst/>
              </a:prstGeom>
              <a:ln w="0" cap="flat" cmpd="sng">
                <a:solidFill>
                  <a:srgbClr val="FF0000"/>
                </a:solidFill>
                <a:prstDash val="solid"/>
                <a:round/>
                <a:headEnd type="none" w="med" len="med"/>
                <a:tailEnd type="none" w="med" len="med"/>
              </a:ln>
            </p:spPr>
          </p:sp>
          <p:sp>
            <p:nvSpPr>
              <p:cNvPr id="72432" name="Rectangle 753"/>
              <p:cNvSpPr/>
              <p:nvPr/>
            </p:nvSpPr>
            <p:spPr>
              <a:xfrm>
                <a:off x="2672"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33" name="Line 754"/>
              <p:cNvSpPr/>
              <p:nvPr/>
            </p:nvSpPr>
            <p:spPr>
              <a:xfrm>
                <a:off x="2672" y="2523"/>
                <a:ext cx="3" cy="1"/>
              </a:xfrm>
              <a:prstGeom prst="line">
                <a:avLst/>
              </a:prstGeom>
              <a:ln w="0" cap="flat" cmpd="sng">
                <a:solidFill>
                  <a:srgbClr val="FF0000"/>
                </a:solidFill>
                <a:prstDash val="solid"/>
                <a:round/>
                <a:headEnd type="none" w="med" len="med"/>
                <a:tailEnd type="none" w="med" len="med"/>
              </a:ln>
            </p:spPr>
          </p:sp>
          <p:sp>
            <p:nvSpPr>
              <p:cNvPr id="72434" name="Line 755"/>
              <p:cNvSpPr/>
              <p:nvPr/>
            </p:nvSpPr>
            <p:spPr>
              <a:xfrm>
                <a:off x="2672" y="2523"/>
                <a:ext cx="1" cy="3"/>
              </a:xfrm>
              <a:prstGeom prst="line">
                <a:avLst/>
              </a:prstGeom>
              <a:ln w="0" cap="flat" cmpd="sng">
                <a:solidFill>
                  <a:srgbClr val="FF0000"/>
                </a:solidFill>
                <a:prstDash val="solid"/>
                <a:round/>
                <a:headEnd type="none" w="med" len="med"/>
                <a:tailEnd type="none" w="med" len="med"/>
              </a:ln>
            </p:spPr>
          </p:sp>
          <p:sp>
            <p:nvSpPr>
              <p:cNvPr id="72435" name="Rectangle 756"/>
              <p:cNvSpPr/>
              <p:nvPr/>
            </p:nvSpPr>
            <p:spPr>
              <a:xfrm>
                <a:off x="2675" y="2523"/>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36" name="Line 757"/>
              <p:cNvSpPr/>
              <p:nvPr/>
            </p:nvSpPr>
            <p:spPr>
              <a:xfrm>
                <a:off x="2675" y="2523"/>
                <a:ext cx="372" cy="1"/>
              </a:xfrm>
              <a:prstGeom prst="line">
                <a:avLst/>
              </a:prstGeom>
              <a:ln w="0" cap="flat" cmpd="sng">
                <a:solidFill>
                  <a:srgbClr val="FF0000"/>
                </a:solidFill>
                <a:prstDash val="solid"/>
                <a:round/>
                <a:headEnd type="none" w="med" len="med"/>
                <a:tailEnd type="none" w="med" len="med"/>
              </a:ln>
            </p:spPr>
          </p:sp>
          <p:sp>
            <p:nvSpPr>
              <p:cNvPr id="72437" name="Rectangle 758"/>
              <p:cNvSpPr/>
              <p:nvPr/>
            </p:nvSpPr>
            <p:spPr>
              <a:xfrm>
                <a:off x="3047"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38" name="Line 759"/>
              <p:cNvSpPr/>
              <p:nvPr/>
            </p:nvSpPr>
            <p:spPr>
              <a:xfrm>
                <a:off x="3047" y="2523"/>
                <a:ext cx="3" cy="1"/>
              </a:xfrm>
              <a:prstGeom prst="line">
                <a:avLst/>
              </a:prstGeom>
              <a:ln w="0" cap="flat" cmpd="sng">
                <a:solidFill>
                  <a:srgbClr val="FF0000"/>
                </a:solidFill>
                <a:prstDash val="solid"/>
                <a:round/>
                <a:headEnd type="none" w="med" len="med"/>
                <a:tailEnd type="none" w="med" len="med"/>
              </a:ln>
            </p:spPr>
          </p:sp>
          <p:sp>
            <p:nvSpPr>
              <p:cNvPr id="72439" name="Line 760"/>
              <p:cNvSpPr/>
              <p:nvPr/>
            </p:nvSpPr>
            <p:spPr>
              <a:xfrm>
                <a:off x="3047" y="2523"/>
                <a:ext cx="1" cy="3"/>
              </a:xfrm>
              <a:prstGeom prst="line">
                <a:avLst/>
              </a:prstGeom>
              <a:ln w="0" cap="flat" cmpd="sng">
                <a:solidFill>
                  <a:srgbClr val="FF0000"/>
                </a:solidFill>
                <a:prstDash val="solid"/>
                <a:round/>
                <a:headEnd type="none" w="med" len="med"/>
                <a:tailEnd type="none" w="med" len="med"/>
              </a:ln>
            </p:spPr>
          </p:sp>
          <p:sp>
            <p:nvSpPr>
              <p:cNvPr id="72440" name="Rectangle 761"/>
              <p:cNvSpPr/>
              <p:nvPr/>
            </p:nvSpPr>
            <p:spPr>
              <a:xfrm>
                <a:off x="3050" y="2523"/>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41" name="Line 762"/>
              <p:cNvSpPr/>
              <p:nvPr/>
            </p:nvSpPr>
            <p:spPr>
              <a:xfrm>
                <a:off x="3050" y="2523"/>
                <a:ext cx="372" cy="1"/>
              </a:xfrm>
              <a:prstGeom prst="line">
                <a:avLst/>
              </a:prstGeom>
              <a:ln w="0" cap="flat" cmpd="sng">
                <a:solidFill>
                  <a:srgbClr val="FF0000"/>
                </a:solidFill>
                <a:prstDash val="solid"/>
                <a:round/>
                <a:headEnd type="none" w="med" len="med"/>
                <a:tailEnd type="none" w="med" len="med"/>
              </a:ln>
            </p:spPr>
          </p:sp>
          <p:sp>
            <p:nvSpPr>
              <p:cNvPr id="72442" name="Rectangle 763"/>
              <p:cNvSpPr/>
              <p:nvPr/>
            </p:nvSpPr>
            <p:spPr>
              <a:xfrm>
                <a:off x="3422"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43" name="Line 764"/>
              <p:cNvSpPr/>
              <p:nvPr/>
            </p:nvSpPr>
            <p:spPr>
              <a:xfrm>
                <a:off x="3422" y="2523"/>
                <a:ext cx="3" cy="1"/>
              </a:xfrm>
              <a:prstGeom prst="line">
                <a:avLst/>
              </a:prstGeom>
              <a:ln w="0" cap="flat" cmpd="sng">
                <a:solidFill>
                  <a:srgbClr val="FF0000"/>
                </a:solidFill>
                <a:prstDash val="solid"/>
                <a:round/>
                <a:headEnd type="none" w="med" len="med"/>
                <a:tailEnd type="none" w="med" len="med"/>
              </a:ln>
            </p:spPr>
          </p:sp>
          <p:sp>
            <p:nvSpPr>
              <p:cNvPr id="72444" name="Line 765"/>
              <p:cNvSpPr/>
              <p:nvPr/>
            </p:nvSpPr>
            <p:spPr>
              <a:xfrm>
                <a:off x="3422" y="2523"/>
                <a:ext cx="1" cy="3"/>
              </a:xfrm>
              <a:prstGeom prst="line">
                <a:avLst/>
              </a:prstGeom>
              <a:ln w="0" cap="flat" cmpd="sng">
                <a:solidFill>
                  <a:srgbClr val="FF0000"/>
                </a:solidFill>
                <a:prstDash val="solid"/>
                <a:round/>
                <a:headEnd type="none" w="med" len="med"/>
                <a:tailEnd type="none" w="med" len="med"/>
              </a:ln>
            </p:spPr>
          </p:sp>
          <p:sp>
            <p:nvSpPr>
              <p:cNvPr id="72445" name="Rectangle 766"/>
              <p:cNvSpPr/>
              <p:nvPr/>
            </p:nvSpPr>
            <p:spPr>
              <a:xfrm>
                <a:off x="3425" y="2523"/>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46" name="Line 767"/>
              <p:cNvSpPr/>
              <p:nvPr/>
            </p:nvSpPr>
            <p:spPr>
              <a:xfrm>
                <a:off x="3425" y="2523"/>
                <a:ext cx="414" cy="1"/>
              </a:xfrm>
              <a:prstGeom prst="line">
                <a:avLst/>
              </a:prstGeom>
              <a:ln w="0" cap="flat" cmpd="sng">
                <a:solidFill>
                  <a:srgbClr val="FF0000"/>
                </a:solidFill>
                <a:prstDash val="solid"/>
                <a:round/>
                <a:headEnd type="none" w="med" len="med"/>
                <a:tailEnd type="none" w="med" len="med"/>
              </a:ln>
            </p:spPr>
          </p:sp>
          <p:sp>
            <p:nvSpPr>
              <p:cNvPr id="72447" name="Rectangle 768"/>
              <p:cNvSpPr/>
              <p:nvPr/>
            </p:nvSpPr>
            <p:spPr>
              <a:xfrm>
                <a:off x="3839"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48" name="Line 769"/>
              <p:cNvSpPr/>
              <p:nvPr/>
            </p:nvSpPr>
            <p:spPr>
              <a:xfrm>
                <a:off x="3839" y="2523"/>
                <a:ext cx="3" cy="1"/>
              </a:xfrm>
              <a:prstGeom prst="line">
                <a:avLst/>
              </a:prstGeom>
              <a:ln w="0" cap="flat" cmpd="sng">
                <a:solidFill>
                  <a:srgbClr val="FF0000"/>
                </a:solidFill>
                <a:prstDash val="solid"/>
                <a:round/>
                <a:headEnd type="none" w="med" len="med"/>
                <a:tailEnd type="none" w="med" len="med"/>
              </a:ln>
            </p:spPr>
          </p:sp>
          <p:sp>
            <p:nvSpPr>
              <p:cNvPr id="72449" name="Line 770"/>
              <p:cNvSpPr/>
              <p:nvPr/>
            </p:nvSpPr>
            <p:spPr>
              <a:xfrm>
                <a:off x="3839" y="2523"/>
                <a:ext cx="1" cy="3"/>
              </a:xfrm>
              <a:prstGeom prst="line">
                <a:avLst/>
              </a:prstGeom>
              <a:ln w="0" cap="flat" cmpd="sng">
                <a:solidFill>
                  <a:srgbClr val="FF0000"/>
                </a:solidFill>
                <a:prstDash val="solid"/>
                <a:round/>
                <a:headEnd type="none" w="med" len="med"/>
                <a:tailEnd type="none" w="med" len="med"/>
              </a:ln>
            </p:spPr>
          </p:sp>
          <p:sp>
            <p:nvSpPr>
              <p:cNvPr id="72450" name="Rectangle 771"/>
              <p:cNvSpPr/>
              <p:nvPr/>
            </p:nvSpPr>
            <p:spPr>
              <a:xfrm>
                <a:off x="3842" y="2523"/>
                <a:ext cx="41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51" name="Line 772"/>
              <p:cNvSpPr/>
              <p:nvPr/>
            </p:nvSpPr>
            <p:spPr>
              <a:xfrm>
                <a:off x="3842" y="2523"/>
                <a:ext cx="415" cy="1"/>
              </a:xfrm>
              <a:prstGeom prst="line">
                <a:avLst/>
              </a:prstGeom>
              <a:ln w="0" cap="flat" cmpd="sng">
                <a:solidFill>
                  <a:srgbClr val="FF0000"/>
                </a:solidFill>
                <a:prstDash val="solid"/>
                <a:round/>
                <a:headEnd type="none" w="med" len="med"/>
                <a:tailEnd type="none" w="med" len="med"/>
              </a:ln>
            </p:spPr>
          </p:sp>
          <p:sp>
            <p:nvSpPr>
              <p:cNvPr id="72452" name="Rectangle 773"/>
              <p:cNvSpPr/>
              <p:nvPr/>
            </p:nvSpPr>
            <p:spPr>
              <a:xfrm>
                <a:off x="4257"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53" name="Line 774"/>
              <p:cNvSpPr/>
              <p:nvPr/>
            </p:nvSpPr>
            <p:spPr>
              <a:xfrm>
                <a:off x="4257" y="2523"/>
                <a:ext cx="3" cy="1"/>
              </a:xfrm>
              <a:prstGeom prst="line">
                <a:avLst/>
              </a:prstGeom>
              <a:ln w="0" cap="flat" cmpd="sng">
                <a:solidFill>
                  <a:srgbClr val="FF0000"/>
                </a:solidFill>
                <a:prstDash val="solid"/>
                <a:round/>
                <a:headEnd type="none" w="med" len="med"/>
                <a:tailEnd type="none" w="med" len="med"/>
              </a:ln>
            </p:spPr>
          </p:sp>
          <p:sp>
            <p:nvSpPr>
              <p:cNvPr id="72454" name="Line 775"/>
              <p:cNvSpPr/>
              <p:nvPr/>
            </p:nvSpPr>
            <p:spPr>
              <a:xfrm>
                <a:off x="4257" y="2523"/>
                <a:ext cx="1" cy="3"/>
              </a:xfrm>
              <a:prstGeom prst="line">
                <a:avLst/>
              </a:prstGeom>
              <a:ln w="0" cap="flat" cmpd="sng">
                <a:solidFill>
                  <a:srgbClr val="FF0000"/>
                </a:solidFill>
                <a:prstDash val="solid"/>
                <a:round/>
                <a:headEnd type="none" w="med" len="med"/>
                <a:tailEnd type="none" w="med" len="med"/>
              </a:ln>
            </p:spPr>
          </p:sp>
          <p:sp>
            <p:nvSpPr>
              <p:cNvPr id="72455" name="Rectangle 776"/>
              <p:cNvSpPr/>
              <p:nvPr/>
            </p:nvSpPr>
            <p:spPr>
              <a:xfrm>
                <a:off x="4260" y="2523"/>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56" name="Line 777"/>
              <p:cNvSpPr/>
              <p:nvPr/>
            </p:nvSpPr>
            <p:spPr>
              <a:xfrm>
                <a:off x="4260" y="2523"/>
                <a:ext cx="414" cy="1"/>
              </a:xfrm>
              <a:prstGeom prst="line">
                <a:avLst/>
              </a:prstGeom>
              <a:ln w="0" cap="flat" cmpd="sng">
                <a:solidFill>
                  <a:srgbClr val="FF0000"/>
                </a:solidFill>
                <a:prstDash val="solid"/>
                <a:round/>
                <a:headEnd type="none" w="med" len="med"/>
                <a:tailEnd type="none" w="med" len="med"/>
              </a:ln>
            </p:spPr>
          </p:sp>
          <p:sp>
            <p:nvSpPr>
              <p:cNvPr id="72457" name="Rectangle 778"/>
              <p:cNvSpPr/>
              <p:nvPr/>
            </p:nvSpPr>
            <p:spPr>
              <a:xfrm>
                <a:off x="4674"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58" name="Line 779"/>
              <p:cNvSpPr/>
              <p:nvPr/>
            </p:nvSpPr>
            <p:spPr>
              <a:xfrm>
                <a:off x="4674" y="2523"/>
                <a:ext cx="3" cy="1"/>
              </a:xfrm>
              <a:prstGeom prst="line">
                <a:avLst/>
              </a:prstGeom>
              <a:ln w="0" cap="flat" cmpd="sng">
                <a:solidFill>
                  <a:srgbClr val="FF0000"/>
                </a:solidFill>
                <a:prstDash val="solid"/>
                <a:round/>
                <a:headEnd type="none" w="med" len="med"/>
                <a:tailEnd type="none" w="med" len="med"/>
              </a:ln>
            </p:spPr>
          </p:sp>
          <p:sp>
            <p:nvSpPr>
              <p:cNvPr id="72459" name="Line 780"/>
              <p:cNvSpPr/>
              <p:nvPr/>
            </p:nvSpPr>
            <p:spPr>
              <a:xfrm>
                <a:off x="4674" y="2523"/>
                <a:ext cx="1" cy="3"/>
              </a:xfrm>
              <a:prstGeom prst="line">
                <a:avLst/>
              </a:prstGeom>
              <a:ln w="0" cap="flat" cmpd="sng">
                <a:solidFill>
                  <a:srgbClr val="FF0000"/>
                </a:solidFill>
                <a:prstDash val="solid"/>
                <a:round/>
                <a:headEnd type="none" w="med" len="med"/>
                <a:tailEnd type="none" w="med" len="med"/>
              </a:ln>
            </p:spPr>
          </p:sp>
          <p:sp>
            <p:nvSpPr>
              <p:cNvPr id="72460" name="Rectangle 781"/>
              <p:cNvSpPr/>
              <p:nvPr/>
            </p:nvSpPr>
            <p:spPr>
              <a:xfrm>
                <a:off x="431" y="2526"/>
                <a:ext cx="2"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61" name="Line 782"/>
              <p:cNvSpPr/>
              <p:nvPr/>
            </p:nvSpPr>
            <p:spPr>
              <a:xfrm>
                <a:off x="431" y="2526"/>
                <a:ext cx="1" cy="251"/>
              </a:xfrm>
              <a:prstGeom prst="line">
                <a:avLst/>
              </a:prstGeom>
              <a:ln w="0" cap="flat" cmpd="sng">
                <a:solidFill>
                  <a:srgbClr val="FF0000"/>
                </a:solidFill>
                <a:prstDash val="solid"/>
                <a:round/>
                <a:headEnd type="none" w="med" len="med"/>
                <a:tailEnd type="none" w="med" len="med"/>
              </a:ln>
            </p:spPr>
          </p:sp>
          <p:sp>
            <p:nvSpPr>
              <p:cNvPr id="72462" name="Rectangle 783"/>
              <p:cNvSpPr/>
              <p:nvPr/>
            </p:nvSpPr>
            <p:spPr>
              <a:xfrm>
                <a:off x="802"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63" name="Line 784"/>
              <p:cNvSpPr/>
              <p:nvPr/>
            </p:nvSpPr>
            <p:spPr>
              <a:xfrm>
                <a:off x="802" y="2526"/>
                <a:ext cx="1" cy="251"/>
              </a:xfrm>
              <a:prstGeom prst="line">
                <a:avLst/>
              </a:prstGeom>
              <a:ln w="0" cap="flat" cmpd="sng">
                <a:solidFill>
                  <a:srgbClr val="FF0000"/>
                </a:solidFill>
                <a:prstDash val="solid"/>
                <a:round/>
                <a:headEnd type="none" w="med" len="med"/>
                <a:tailEnd type="none" w="med" len="med"/>
              </a:ln>
            </p:spPr>
          </p:sp>
          <p:sp>
            <p:nvSpPr>
              <p:cNvPr id="72464" name="Rectangle 785"/>
              <p:cNvSpPr/>
              <p:nvPr/>
            </p:nvSpPr>
            <p:spPr>
              <a:xfrm>
                <a:off x="1177"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65" name="Line 786"/>
              <p:cNvSpPr/>
              <p:nvPr/>
            </p:nvSpPr>
            <p:spPr>
              <a:xfrm>
                <a:off x="1177" y="2526"/>
                <a:ext cx="1" cy="251"/>
              </a:xfrm>
              <a:prstGeom prst="line">
                <a:avLst/>
              </a:prstGeom>
              <a:ln w="0" cap="flat" cmpd="sng">
                <a:solidFill>
                  <a:srgbClr val="FF0000"/>
                </a:solidFill>
                <a:prstDash val="solid"/>
                <a:round/>
                <a:headEnd type="none" w="med" len="med"/>
                <a:tailEnd type="none" w="med" len="med"/>
              </a:ln>
            </p:spPr>
          </p:sp>
          <p:sp>
            <p:nvSpPr>
              <p:cNvPr id="72466" name="Rectangle 787"/>
              <p:cNvSpPr/>
              <p:nvPr/>
            </p:nvSpPr>
            <p:spPr>
              <a:xfrm>
                <a:off x="1551"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67" name="Line 788"/>
              <p:cNvSpPr/>
              <p:nvPr/>
            </p:nvSpPr>
            <p:spPr>
              <a:xfrm>
                <a:off x="1551" y="2526"/>
                <a:ext cx="1" cy="251"/>
              </a:xfrm>
              <a:prstGeom prst="line">
                <a:avLst/>
              </a:prstGeom>
              <a:ln w="0" cap="flat" cmpd="sng">
                <a:solidFill>
                  <a:srgbClr val="FF0000"/>
                </a:solidFill>
                <a:prstDash val="solid"/>
                <a:round/>
                <a:headEnd type="none" w="med" len="med"/>
                <a:tailEnd type="none" w="med" len="med"/>
              </a:ln>
            </p:spPr>
          </p:sp>
          <p:sp>
            <p:nvSpPr>
              <p:cNvPr id="72468" name="Rectangle 789"/>
              <p:cNvSpPr/>
              <p:nvPr/>
            </p:nvSpPr>
            <p:spPr>
              <a:xfrm>
                <a:off x="1926"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69" name="Line 790"/>
              <p:cNvSpPr/>
              <p:nvPr/>
            </p:nvSpPr>
            <p:spPr>
              <a:xfrm>
                <a:off x="1926" y="2526"/>
                <a:ext cx="1" cy="251"/>
              </a:xfrm>
              <a:prstGeom prst="line">
                <a:avLst/>
              </a:prstGeom>
              <a:ln w="0" cap="flat" cmpd="sng">
                <a:solidFill>
                  <a:srgbClr val="FF0000"/>
                </a:solidFill>
                <a:prstDash val="solid"/>
                <a:round/>
                <a:headEnd type="none" w="med" len="med"/>
                <a:tailEnd type="none" w="med" len="med"/>
              </a:ln>
            </p:spPr>
          </p:sp>
          <p:sp>
            <p:nvSpPr>
              <p:cNvPr id="72470" name="Rectangle 791"/>
              <p:cNvSpPr/>
              <p:nvPr/>
            </p:nvSpPr>
            <p:spPr>
              <a:xfrm>
                <a:off x="2301"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71" name="Line 792"/>
              <p:cNvSpPr/>
              <p:nvPr/>
            </p:nvSpPr>
            <p:spPr>
              <a:xfrm>
                <a:off x="2301" y="2526"/>
                <a:ext cx="1" cy="251"/>
              </a:xfrm>
              <a:prstGeom prst="line">
                <a:avLst/>
              </a:prstGeom>
              <a:ln w="0" cap="flat" cmpd="sng">
                <a:solidFill>
                  <a:srgbClr val="FF0000"/>
                </a:solidFill>
                <a:prstDash val="solid"/>
                <a:round/>
                <a:headEnd type="none" w="med" len="med"/>
                <a:tailEnd type="none" w="med" len="med"/>
              </a:ln>
            </p:spPr>
          </p:sp>
          <p:sp>
            <p:nvSpPr>
              <p:cNvPr id="72472" name="Rectangle 793"/>
              <p:cNvSpPr/>
              <p:nvPr/>
            </p:nvSpPr>
            <p:spPr>
              <a:xfrm>
                <a:off x="2672"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73" name="Line 794"/>
              <p:cNvSpPr/>
              <p:nvPr/>
            </p:nvSpPr>
            <p:spPr>
              <a:xfrm>
                <a:off x="2672" y="2526"/>
                <a:ext cx="1" cy="251"/>
              </a:xfrm>
              <a:prstGeom prst="line">
                <a:avLst/>
              </a:prstGeom>
              <a:ln w="0" cap="flat" cmpd="sng">
                <a:solidFill>
                  <a:srgbClr val="FF0000"/>
                </a:solidFill>
                <a:prstDash val="solid"/>
                <a:round/>
                <a:headEnd type="none" w="med" len="med"/>
                <a:tailEnd type="none" w="med" len="med"/>
              </a:ln>
            </p:spPr>
          </p:sp>
          <p:sp>
            <p:nvSpPr>
              <p:cNvPr id="72474" name="Rectangle 795"/>
              <p:cNvSpPr/>
              <p:nvPr/>
            </p:nvSpPr>
            <p:spPr>
              <a:xfrm>
                <a:off x="3047"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75" name="Line 796"/>
              <p:cNvSpPr/>
              <p:nvPr/>
            </p:nvSpPr>
            <p:spPr>
              <a:xfrm>
                <a:off x="3047" y="2526"/>
                <a:ext cx="1" cy="251"/>
              </a:xfrm>
              <a:prstGeom prst="line">
                <a:avLst/>
              </a:prstGeom>
              <a:ln w="0" cap="flat" cmpd="sng">
                <a:solidFill>
                  <a:srgbClr val="FF0000"/>
                </a:solidFill>
                <a:prstDash val="solid"/>
                <a:round/>
                <a:headEnd type="none" w="med" len="med"/>
                <a:tailEnd type="none" w="med" len="med"/>
              </a:ln>
            </p:spPr>
          </p:sp>
          <p:sp>
            <p:nvSpPr>
              <p:cNvPr id="72476" name="Rectangle 797"/>
              <p:cNvSpPr/>
              <p:nvPr/>
            </p:nvSpPr>
            <p:spPr>
              <a:xfrm>
                <a:off x="3422"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77" name="Line 798"/>
              <p:cNvSpPr/>
              <p:nvPr/>
            </p:nvSpPr>
            <p:spPr>
              <a:xfrm>
                <a:off x="3422" y="2526"/>
                <a:ext cx="1" cy="251"/>
              </a:xfrm>
              <a:prstGeom prst="line">
                <a:avLst/>
              </a:prstGeom>
              <a:ln w="0" cap="flat" cmpd="sng">
                <a:solidFill>
                  <a:srgbClr val="FF0000"/>
                </a:solidFill>
                <a:prstDash val="solid"/>
                <a:round/>
                <a:headEnd type="none" w="med" len="med"/>
                <a:tailEnd type="none" w="med" len="med"/>
              </a:ln>
            </p:spPr>
          </p:sp>
          <p:sp>
            <p:nvSpPr>
              <p:cNvPr id="72478" name="Rectangle 799"/>
              <p:cNvSpPr/>
              <p:nvPr/>
            </p:nvSpPr>
            <p:spPr>
              <a:xfrm>
                <a:off x="3839"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79" name="Line 800"/>
              <p:cNvSpPr/>
              <p:nvPr/>
            </p:nvSpPr>
            <p:spPr>
              <a:xfrm>
                <a:off x="3839" y="2526"/>
                <a:ext cx="1" cy="251"/>
              </a:xfrm>
              <a:prstGeom prst="line">
                <a:avLst/>
              </a:prstGeom>
              <a:ln w="0" cap="flat" cmpd="sng">
                <a:solidFill>
                  <a:srgbClr val="FF0000"/>
                </a:solidFill>
                <a:prstDash val="solid"/>
                <a:round/>
                <a:headEnd type="none" w="med" len="med"/>
                <a:tailEnd type="none" w="med" len="med"/>
              </a:ln>
            </p:spPr>
          </p:sp>
          <p:sp>
            <p:nvSpPr>
              <p:cNvPr id="72480" name="Rectangle 801"/>
              <p:cNvSpPr/>
              <p:nvPr/>
            </p:nvSpPr>
            <p:spPr>
              <a:xfrm>
                <a:off x="4257"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81" name="Line 802"/>
              <p:cNvSpPr/>
              <p:nvPr/>
            </p:nvSpPr>
            <p:spPr>
              <a:xfrm>
                <a:off x="4257" y="2526"/>
                <a:ext cx="1" cy="251"/>
              </a:xfrm>
              <a:prstGeom prst="line">
                <a:avLst/>
              </a:prstGeom>
              <a:ln w="0" cap="flat" cmpd="sng">
                <a:solidFill>
                  <a:srgbClr val="FF0000"/>
                </a:solidFill>
                <a:prstDash val="solid"/>
                <a:round/>
                <a:headEnd type="none" w="med" len="med"/>
                <a:tailEnd type="none" w="med" len="med"/>
              </a:ln>
            </p:spPr>
          </p:sp>
          <p:sp>
            <p:nvSpPr>
              <p:cNvPr id="72482" name="Rectangle 803"/>
              <p:cNvSpPr/>
              <p:nvPr/>
            </p:nvSpPr>
            <p:spPr>
              <a:xfrm>
                <a:off x="4674"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83" name="Line 804"/>
              <p:cNvSpPr/>
              <p:nvPr/>
            </p:nvSpPr>
            <p:spPr>
              <a:xfrm>
                <a:off x="4674" y="2526"/>
                <a:ext cx="1" cy="251"/>
              </a:xfrm>
              <a:prstGeom prst="line">
                <a:avLst/>
              </a:prstGeom>
              <a:ln w="0" cap="flat" cmpd="sng">
                <a:solidFill>
                  <a:srgbClr val="FF0000"/>
                </a:solidFill>
                <a:prstDash val="solid"/>
                <a:round/>
                <a:headEnd type="none" w="med" len="med"/>
                <a:tailEnd type="none" w="med" len="med"/>
              </a:ln>
            </p:spPr>
          </p:sp>
          <p:sp>
            <p:nvSpPr>
              <p:cNvPr id="72484" name="Rectangle 805"/>
              <p:cNvSpPr/>
              <p:nvPr/>
            </p:nvSpPr>
            <p:spPr>
              <a:xfrm>
                <a:off x="559" y="2798"/>
                <a:ext cx="194"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485" name="Rectangle 806"/>
              <p:cNvSpPr/>
              <p:nvPr/>
            </p:nvSpPr>
            <p:spPr>
              <a:xfrm>
                <a:off x="703"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86" name="Rectangle 807"/>
              <p:cNvSpPr/>
              <p:nvPr/>
            </p:nvSpPr>
            <p:spPr>
              <a:xfrm>
                <a:off x="980"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487" name="Rectangle 808"/>
              <p:cNvSpPr/>
              <p:nvPr/>
            </p:nvSpPr>
            <p:spPr>
              <a:xfrm>
                <a:off x="1045"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88" name="Rectangle 809"/>
              <p:cNvSpPr/>
              <p:nvPr/>
            </p:nvSpPr>
            <p:spPr>
              <a:xfrm>
                <a:off x="1355"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489" name="Rectangle 810"/>
              <p:cNvSpPr/>
              <p:nvPr/>
            </p:nvSpPr>
            <p:spPr>
              <a:xfrm>
                <a:off x="1420"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90" name="Rectangle 811"/>
              <p:cNvSpPr/>
              <p:nvPr/>
            </p:nvSpPr>
            <p:spPr>
              <a:xfrm>
                <a:off x="1729"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491" name="Rectangle 812"/>
              <p:cNvSpPr/>
              <p:nvPr/>
            </p:nvSpPr>
            <p:spPr>
              <a:xfrm>
                <a:off x="1796"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92" name="Rectangle 813"/>
              <p:cNvSpPr/>
              <p:nvPr/>
            </p:nvSpPr>
            <p:spPr>
              <a:xfrm>
                <a:off x="2102"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493" name="Rectangle 814"/>
              <p:cNvSpPr/>
              <p:nvPr/>
            </p:nvSpPr>
            <p:spPr>
              <a:xfrm>
                <a:off x="2165"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94" name="Rectangle 815"/>
              <p:cNvSpPr/>
              <p:nvPr/>
            </p:nvSpPr>
            <p:spPr>
              <a:xfrm>
                <a:off x="2475"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495" name="Rectangle 816"/>
              <p:cNvSpPr/>
              <p:nvPr/>
            </p:nvSpPr>
            <p:spPr>
              <a:xfrm>
                <a:off x="2543"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96" name="Rectangle 817"/>
              <p:cNvSpPr/>
              <p:nvPr/>
            </p:nvSpPr>
            <p:spPr>
              <a:xfrm>
                <a:off x="2851"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497" name="Rectangle 818"/>
              <p:cNvSpPr/>
              <p:nvPr/>
            </p:nvSpPr>
            <p:spPr>
              <a:xfrm>
                <a:off x="2916"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98" name="Rectangle 819"/>
              <p:cNvSpPr/>
              <p:nvPr/>
            </p:nvSpPr>
            <p:spPr>
              <a:xfrm>
                <a:off x="3223"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499" name="Rectangle 820"/>
              <p:cNvSpPr/>
              <p:nvPr/>
            </p:nvSpPr>
            <p:spPr>
              <a:xfrm>
                <a:off x="3291"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00" name="Rectangle 821"/>
              <p:cNvSpPr/>
              <p:nvPr/>
            </p:nvSpPr>
            <p:spPr>
              <a:xfrm>
                <a:off x="3622"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501" name="Rectangle 822"/>
              <p:cNvSpPr/>
              <p:nvPr/>
            </p:nvSpPr>
            <p:spPr>
              <a:xfrm>
                <a:off x="3688"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02" name="Rectangle 823"/>
              <p:cNvSpPr/>
              <p:nvPr/>
            </p:nvSpPr>
            <p:spPr>
              <a:xfrm>
                <a:off x="4040"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503" name="Rectangle 824"/>
              <p:cNvSpPr/>
              <p:nvPr/>
            </p:nvSpPr>
            <p:spPr>
              <a:xfrm>
                <a:off x="4105"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04" name="Rectangle 825"/>
              <p:cNvSpPr/>
              <p:nvPr/>
            </p:nvSpPr>
            <p:spPr>
              <a:xfrm>
                <a:off x="4458"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505" name="Rectangle 826"/>
              <p:cNvSpPr/>
              <p:nvPr/>
            </p:nvSpPr>
            <p:spPr>
              <a:xfrm>
                <a:off x="4523"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06" name="Rectangle 827"/>
              <p:cNvSpPr/>
              <p:nvPr/>
            </p:nvSpPr>
            <p:spPr>
              <a:xfrm>
                <a:off x="431" y="2777"/>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07" name="Line 828"/>
              <p:cNvSpPr/>
              <p:nvPr/>
            </p:nvSpPr>
            <p:spPr>
              <a:xfrm>
                <a:off x="431" y="2777"/>
                <a:ext cx="2" cy="1"/>
              </a:xfrm>
              <a:prstGeom prst="line">
                <a:avLst/>
              </a:prstGeom>
              <a:ln w="0" cap="flat" cmpd="sng">
                <a:solidFill>
                  <a:srgbClr val="FF0000"/>
                </a:solidFill>
                <a:prstDash val="solid"/>
                <a:round/>
                <a:headEnd type="none" w="med" len="med"/>
                <a:tailEnd type="none" w="med" len="med"/>
              </a:ln>
            </p:spPr>
          </p:sp>
          <p:sp>
            <p:nvSpPr>
              <p:cNvPr id="72508" name="Line 829"/>
              <p:cNvSpPr/>
              <p:nvPr/>
            </p:nvSpPr>
            <p:spPr>
              <a:xfrm>
                <a:off x="431" y="2777"/>
                <a:ext cx="1" cy="3"/>
              </a:xfrm>
              <a:prstGeom prst="line">
                <a:avLst/>
              </a:prstGeom>
              <a:ln w="0" cap="flat" cmpd="sng">
                <a:solidFill>
                  <a:srgbClr val="FF0000"/>
                </a:solidFill>
                <a:prstDash val="solid"/>
                <a:round/>
                <a:headEnd type="none" w="med" len="med"/>
                <a:tailEnd type="none" w="med" len="med"/>
              </a:ln>
            </p:spPr>
          </p:sp>
          <p:sp>
            <p:nvSpPr>
              <p:cNvPr id="72509" name="Rectangle 830"/>
              <p:cNvSpPr/>
              <p:nvPr/>
            </p:nvSpPr>
            <p:spPr>
              <a:xfrm>
                <a:off x="433" y="2777"/>
                <a:ext cx="36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10" name="Line 831"/>
              <p:cNvSpPr/>
              <p:nvPr/>
            </p:nvSpPr>
            <p:spPr>
              <a:xfrm>
                <a:off x="433" y="2777"/>
                <a:ext cx="369" cy="1"/>
              </a:xfrm>
              <a:prstGeom prst="line">
                <a:avLst/>
              </a:prstGeom>
              <a:ln w="0" cap="flat" cmpd="sng">
                <a:solidFill>
                  <a:srgbClr val="FF0000"/>
                </a:solidFill>
                <a:prstDash val="solid"/>
                <a:round/>
                <a:headEnd type="none" w="med" len="med"/>
                <a:tailEnd type="none" w="med" len="med"/>
              </a:ln>
            </p:spPr>
          </p:sp>
          <p:sp>
            <p:nvSpPr>
              <p:cNvPr id="72511" name="Rectangle 832"/>
              <p:cNvSpPr/>
              <p:nvPr/>
            </p:nvSpPr>
            <p:spPr>
              <a:xfrm>
                <a:off x="802"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12" name="Line 833"/>
              <p:cNvSpPr/>
              <p:nvPr/>
            </p:nvSpPr>
            <p:spPr>
              <a:xfrm>
                <a:off x="802" y="2777"/>
                <a:ext cx="3" cy="1"/>
              </a:xfrm>
              <a:prstGeom prst="line">
                <a:avLst/>
              </a:prstGeom>
              <a:ln w="0" cap="flat" cmpd="sng">
                <a:solidFill>
                  <a:srgbClr val="FF0000"/>
                </a:solidFill>
                <a:prstDash val="solid"/>
                <a:round/>
                <a:headEnd type="none" w="med" len="med"/>
                <a:tailEnd type="none" w="med" len="med"/>
              </a:ln>
            </p:spPr>
          </p:sp>
          <p:sp>
            <p:nvSpPr>
              <p:cNvPr id="72513" name="Line 834"/>
              <p:cNvSpPr/>
              <p:nvPr/>
            </p:nvSpPr>
            <p:spPr>
              <a:xfrm>
                <a:off x="802" y="2777"/>
                <a:ext cx="1" cy="3"/>
              </a:xfrm>
              <a:prstGeom prst="line">
                <a:avLst/>
              </a:prstGeom>
              <a:ln w="0" cap="flat" cmpd="sng">
                <a:solidFill>
                  <a:srgbClr val="FF0000"/>
                </a:solidFill>
                <a:prstDash val="solid"/>
                <a:round/>
                <a:headEnd type="none" w="med" len="med"/>
                <a:tailEnd type="none" w="med" len="med"/>
              </a:ln>
            </p:spPr>
          </p:sp>
          <p:sp>
            <p:nvSpPr>
              <p:cNvPr id="72514" name="Rectangle 835"/>
              <p:cNvSpPr/>
              <p:nvPr/>
            </p:nvSpPr>
            <p:spPr>
              <a:xfrm>
                <a:off x="805" y="2777"/>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15" name="Line 836"/>
              <p:cNvSpPr/>
              <p:nvPr/>
            </p:nvSpPr>
            <p:spPr>
              <a:xfrm>
                <a:off x="805" y="2777"/>
                <a:ext cx="372" cy="1"/>
              </a:xfrm>
              <a:prstGeom prst="line">
                <a:avLst/>
              </a:prstGeom>
              <a:ln w="0" cap="flat" cmpd="sng">
                <a:solidFill>
                  <a:srgbClr val="FF0000"/>
                </a:solidFill>
                <a:prstDash val="solid"/>
                <a:round/>
                <a:headEnd type="none" w="med" len="med"/>
                <a:tailEnd type="none" w="med" len="med"/>
              </a:ln>
            </p:spPr>
          </p:sp>
          <p:sp>
            <p:nvSpPr>
              <p:cNvPr id="72516" name="Rectangle 837"/>
              <p:cNvSpPr/>
              <p:nvPr/>
            </p:nvSpPr>
            <p:spPr>
              <a:xfrm>
                <a:off x="1177"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17" name="Line 838"/>
              <p:cNvSpPr/>
              <p:nvPr/>
            </p:nvSpPr>
            <p:spPr>
              <a:xfrm>
                <a:off x="1177" y="2777"/>
                <a:ext cx="3" cy="1"/>
              </a:xfrm>
              <a:prstGeom prst="line">
                <a:avLst/>
              </a:prstGeom>
              <a:ln w="0" cap="flat" cmpd="sng">
                <a:solidFill>
                  <a:srgbClr val="FF0000"/>
                </a:solidFill>
                <a:prstDash val="solid"/>
                <a:round/>
                <a:headEnd type="none" w="med" len="med"/>
                <a:tailEnd type="none" w="med" len="med"/>
              </a:ln>
            </p:spPr>
          </p:sp>
          <p:sp>
            <p:nvSpPr>
              <p:cNvPr id="72518" name="Line 839"/>
              <p:cNvSpPr/>
              <p:nvPr/>
            </p:nvSpPr>
            <p:spPr>
              <a:xfrm>
                <a:off x="1177" y="2777"/>
                <a:ext cx="1" cy="3"/>
              </a:xfrm>
              <a:prstGeom prst="line">
                <a:avLst/>
              </a:prstGeom>
              <a:ln w="0" cap="flat" cmpd="sng">
                <a:solidFill>
                  <a:srgbClr val="FF0000"/>
                </a:solidFill>
                <a:prstDash val="solid"/>
                <a:round/>
                <a:headEnd type="none" w="med" len="med"/>
                <a:tailEnd type="none" w="med" len="med"/>
              </a:ln>
            </p:spPr>
          </p:sp>
          <p:sp>
            <p:nvSpPr>
              <p:cNvPr id="72519" name="Rectangle 840"/>
              <p:cNvSpPr/>
              <p:nvPr/>
            </p:nvSpPr>
            <p:spPr>
              <a:xfrm>
                <a:off x="1180" y="2777"/>
                <a:ext cx="371"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20" name="Line 841"/>
              <p:cNvSpPr/>
              <p:nvPr/>
            </p:nvSpPr>
            <p:spPr>
              <a:xfrm>
                <a:off x="1180" y="2777"/>
                <a:ext cx="371" cy="1"/>
              </a:xfrm>
              <a:prstGeom prst="line">
                <a:avLst/>
              </a:prstGeom>
              <a:ln w="0" cap="flat" cmpd="sng">
                <a:solidFill>
                  <a:srgbClr val="FF0000"/>
                </a:solidFill>
                <a:prstDash val="solid"/>
                <a:round/>
                <a:headEnd type="none" w="med" len="med"/>
                <a:tailEnd type="none" w="med" len="med"/>
              </a:ln>
            </p:spPr>
          </p:sp>
          <p:sp>
            <p:nvSpPr>
              <p:cNvPr id="72521" name="Rectangle 842"/>
              <p:cNvSpPr/>
              <p:nvPr/>
            </p:nvSpPr>
            <p:spPr>
              <a:xfrm>
                <a:off x="1551"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22" name="Line 843"/>
              <p:cNvSpPr/>
              <p:nvPr/>
            </p:nvSpPr>
            <p:spPr>
              <a:xfrm>
                <a:off x="1551" y="2777"/>
                <a:ext cx="3" cy="1"/>
              </a:xfrm>
              <a:prstGeom prst="line">
                <a:avLst/>
              </a:prstGeom>
              <a:ln w="0" cap="flat" cmpd="sng">
                <a:solidFill>
                  <a:srgbClr val="FF0000"/>
                </a:solidFill>
                <a:prstDash val="solid"/>
                <a:round/>
                <a:headEnd type="none" w="med" len="med"/>
                <a:tailEnd type="none" w="med" len="med"/>
              </a:ln>
            </p:spPr>
          </p:sp>
          <p:sp>
            <p:nvSpPr>
              <p:cNvPr id="72523" name="Line 844"/>
              <p:cNvSpPr/>
              <p:nvPr/>
            </p:nvSpPr>
            <p:spPr>
              <a:xfrm>
                <a:off x="1551" y="2777"/>
                <a:ext cx="1" cy="3"/>
              </a:xfrm>
              <a:prstGeom prst="line">
                <a:avLst/>
              </a:prstGeom>
              <a:ln w="0" cap="flat" cmpd="sng">
                <a:solidFill>
                  <a:srgbClr val="FF0000"/>
                </a:solidFill>
                <a:prstDash val="solid"/>
                <a:round/>
                <a:headEnd type="none" w="med" len="med"/>
                <a:tailEnd type="none" w="med" len="med"/>
              </a:ln>
            </p:spPr>
          </p:sp>
          <p:sp>
            <p:nvSpPr>
              <p:cNvPr id="72524" name="Rectangle 845"/>
              <p:cNvSpPr/>
              <p:nvPr/>
            </p:nvSpPr>
            <p:spPr>
              <a:xfrm>
                <a:off x="1554" y="2777"/>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25" name="Line 846"/>
              <p:cNvSpPr/>
              <p:nvPr/>
            </p:nvSpPr>
            <p:spPr>
              <a:xfrm>
                <a:off x="1554" y="2777"/>
                <a:ext cx="372" cy="1"/>
              </a:xfrm>
              <a:prstGeom prst="line">
                <a:avLst/>
              </a:prstGeom>
              <a:ln w="0" cap="flat" cmpd="sng">
                <a:solidFill>
                  <a:srgbClr val="FF0000"/>
                </a:solidFill>
                <a:prstDash val="solid"/>
                <a:round/>
                <a:headEnd type="none" w="med" len="med"/>
                <a:tailEnd type="none" w="med" len="med"/>
              </a:ln>
            </p:spPr>
          </p:sp>
          <p:sp>
            <p:nvSpPr>
              <p:cNvPr id="72526" name="Rectangle 847"/>
              <p:cNvSpPr/>
              <p:nvPr/>
            </p:nvSpPr>
            <p:spPr>
              <a:xfrm>
                <a:off x="1926"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27" name="Line 848"/>
              <p:cNvSpPr/>
              <p:nvPr/>
            </p:nvSpPr>
            <p:spPr>
              <a:xfrm>
                <a:off x="1926" y="2777"/>
                <a:ext cx="3" cy="1"/>
              </a:xfrm>
              <a:prstGeom prst="line">
                <a:avLst/>
              </a:prstGeom>
              <a:ln w="0" cap="flat" cmpd="sng">
                <a:solidFill>
                  <a:srgbClr val="FF0000"/>
                </a:solidFill>
                <a:prstDash val="solid"/>
                <a:round/>
                <a:headEnd type="none" w="med" len="med"/>
                <a:tailEnd type="none" w="med" len="med"/>
              </a:ln>
            </p:spPr>
          </p:sp>
          <p:sp>
            <p:nvSpPr>
              <p:cNvPr id="72528" name="Line 849"/>
              <p:cNvSpPr/>
              <p:nvPr/>
            </p:nvSpPr>
            <p:spPr>
              <a:xfrm>
                <a:off x="1926" y="2777"/>
                <a:ext cx="1" cy="3"/>
              </a:xfrm>
              <a:prstGeom prst="line">
                <a:avLst/>
              </a:prstGeom>
              <a:ln w="0" cap="flat" cmpd="sng">
                <a:solidFill>
                  <a:srgbClr val="FF0000"/>
                </a:solidFill>
                <a:prstDash val="solid"/>
                <a:round/>
                <a:headEnd type="none" w="med" len="med"/>
                <a:tailEnd type="none" w="med" len="med"/>
              </a:ln>
            </p:spPr>
          </p:sp>
          <p:sp>
            <p:nvSpPr>
              <p:cNvPr id="72529" name="Rectangle 850"/>
              <p:cNvSpPr/>
              <p:nvPr/>
            </p:nvSpPr>
            <p:spPr>
              <a:xfrm>
                <a:off x="1929" y="2777"/>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30" name="Line 851"/>
              <p:cNvSpPr/>
              <p:nvPr/>
            </p:nvSpPr>
            <p:spPr>
              <a:xfrm>
                <a:off x="1929" y="2777"/>
                <a:ext cx="372" cy="1"/>
              </a:xfrm>
              <a:prstGeom prst="line">
                <a:avLst/>
              </a:prstGeom>
              <a:ln w="0" cap="flat" cmpd="sng">
                <a:solidFill>
                  <a:srgbClr val="FF0000"/>
                </a:solidFill>
                <a:prstDash val="solid"/>
                <a:round/>
                <a:headEnd type="none" w="med" len="med"/>
                <a:tailEnd type="none" w="med" len="med"/>
              </a:ln>
            </p:spPr>
          </p:sp>
          <p:sp>
            <p:nvSpPr>
              <p:cNvPr id="72531" name="Rectangle 852"/>
              <p:cNvSpPr/>
              <p:nvPr/>
            </p:nvSpPr>
            <p:spPr>
              <a:xfrm>
                <a:off x="2301"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32" name="Line 853"/>
              <p:cNvSpPr/>
              <p:nvPr/>
            </p:nvSpPr>
            <p:spPr>
              <a:xfrm>
                <a:off x="2301" y="2777"/>
                <a:ext cx="3" cy="1"/>
              </a:xfrm>
              <a:prstGeom prst="line">
                <a:avLst/>
              </a:prstGeom>
              <a:ln w="0" cap="flat" cmpd="sng">
                <a:solidFill>
                  <a:srgbClr val="FF0000"/>
                </a:solidFill>
                <a:prstDash val="solid"/>
                <a:round/>
                <a:headEnd type="none" w="med" len="med"/>
                <a:tailEnd type="none" w="med" len="med"/>
              </a:ln>
            </p:spPr>
          </p:sp>
          <p:sp>
            <p:nvSpPr>
              <p:cNvPr id="72533" name="Line 854"/>
              <p:cNvSpPr/>
              <p:nvPr/>
            </p:nvSpPr>
            <p:spPr>
              <a:xfrm>
                <a:off x="2301" y="2777"/>
                <a:ext cx="1" cy="3"/>
              </a:xfrm>
              <a:prstGeom prst="line">
                <a:avLst/>
              </a:prstGeom>
              <a:ln w="0" cap="flat" cmpd="sng">
                <a:solidFill>
                  <a:srgbClr val="FF0000"/>
                </a:solidFill>
                <a:prstDash val="solid"/>
                <a:round/>
                <a:headEnd type="none" w="med" len="med"/>
                <a:tailEnd type="none" w="med" len="med"/>
              </a:ln>
            </p:spPr>
          </p:sp>
          <p:sp>
            <p:nvSpPr>
              <p:cNvPr id="72534" name="Rectangle 855"/>
              <p:cNvSpPr/>
              <p:nvPr/>
            </p:nvSpPr>
            <p:spPr>
              <a:xfrm>
                <a:off x="2304" y="2777"/>
                <a:ext cx="36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35" name="Line 856"/>
              <p:cNvSpPr/>
              <p:nvPr/>
            </p:nvSpPr>
            <p:spPr>
              <a:xfrm>
                <a:off x="2304" y="2777"/>
                <a:ext cx="368" cy="1"/>
              </a:xfrm>
              <a:prstGeom prst="line">
                <a:avLst/>
              </a:prstGeom>
              <a:ln w="0" cap="flat" cmpd="sng">
                <a:solidFill>
                  <a:srgbClr val="FF0000"/>
                </a:solidFill>
                <a:prstDash val="solid"/>
                <a:round/>
                <a:headEnd type="none" w="med" len="med"/>
                <a:tailEnd type="none" w="med" len="med"/>
              </a:ln>
            </p:spPr>
          </p:sp>
          <p:sp>
            <p:nvSpPr>
              <p:cNvPr id="72536" name="Rectangle 857"/>
              <p:cNvSpPr/>
              <p:nvPr/>
            </p:nvSpPr>
            <p:spPr>
              <a:xfrm>
                <a:off x="2672"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37" name="Line 858"/>
              <p:cNvSpPr/>
              <p:nvPr/>
            </p:nvSpPr>
            <p:spPr>
              <a:xfrm>
                <a:off x="2672" y="2777"/>
                <a:ext cx="3" cy="1"/>
              </a:xfrm>
              <a:prstGeom prst="line">
                <a:avLst/>
              </a:prstGeom>
              <a:ln w="0" cap="flat" cmpd="sng">
                <a:solidFill>
                  <a:srgbClr val="FF0000"/>
                </a:solidFill>
                <a:prstDash val="solid"/>
                <a:round/>
                <a:headEnd type="none" w="med" len="med"/>
                <a:tailEnd type="none" w="med" len="med"/>
              </a:ln>
            </p:spPr>
          </p:sp>
          <p:sp>
            <p:nvSpPr>
              <p:cNvPr id="72538" name="Line 859"/>
              <p:cNvSpPr/>
              <p:nvPr/>
            </p:nvSpPr>
            <p:spPr>
              <a:xfrm>
                <a:off x="2672" y="2777"/>
                <a:ext cx="1" cy="3"/>
              </a:xfrm>
              <a:prstGeom prst="line">
                <a:avLst/>
              </a:prstGeom>
              <a:ln w="0" cap="flat" cmpd="sng">
                <a:solidFill>
                  <a:srgbClr val="FF0000"/>
                </a:solidFill>
                <a:prstDash val="solid"/>
                <a:round/>
                <a:headEnd type="none" w="med" len="med"/>
                <a:tailEnd type="none" w="med" len="med"/>
              </a:ln>
            </p:spPr>
          </p:sp>
          <p:sp>
            <p:nvSpPr>
              <p:cNvPr id="72539" name="Rectangle 860"/>
              <p:cNvSpPr/>
              <p:nvPr/>
            </p:nvSpPr>
            <p:spPr>
              <a:xfrm>
                <a:off x="2675" y="2777"/>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40" name="Line 861"/>
              <p:cNvSpPr/>
              <p:nvPr/>
            </p:nvSpPr>
            <p:spPr>
              <a:xfrm>
                <a:off x="2675" y="2777"/>
                <a:ext cx="372" cy="1"/>
              </a:xfrm>
              <a:prstGeom prst="line">
                <a:avLst/>
              </a:prstGeom>
              <a:ln w="0" cap="flat" cmpd="sng">
                <a:solidFill>
                  <a:srgbClr val="FF0000"/>
                </a:solidFill>
                <a:prstDash val="solid"/>
                <a:round/>
                <a:headEnd type="none" w="med" len="med"/>
                <a:tailEnd type="none" w="med" len="med"/>
              </a:ln>
            </p:spPr>
          </p:sp>
          <p:sp>
            <p:nvSpPr>
              <p:cNvPr id="72541" name="Rectangle 862"/>
              <p:cNvSpPr/>
              <p:nvPr/>
            </p:nvSpPr>
            <p:spPr>
              <a:xfrm>
                <a:off x="3047"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42" name="Line 863"/>
              <p:cNvSpPr/>
              <p:nvPr/>
            </p:nvSpPr>
            <p:spPr>
              <a:xfrm>
                <a:off x="3047" y="2777"/>
                <a:ext cx="3" cy="1"/>
              </a:xfrm>
              <a:prstGeom prst="line">
                <a:avLst/>
              </a:prstGeom>
              <a:ln w="0" cap="flat" cmpd="sng">
                <a:solidFill>
                  <a:srgbClr val="FF0000"/>
                </a:solidFill>
                <a:prstDash val="solid"/>
                <a:round/>
                <a:headEnd type="none" w="med" len="med"/>
                <a:tailEnd type="none" w="med" len="med"/>
              </a:ln>
            </p:spPr>
          </p:sp>
          <p:sp>
            <p:nvSpPr>
              <p:cNvPr id="72543" name="Line 864"/>
              <p:cNvSpPr/>
              <p:nvPr/>
            </p:nvSpPr>
            <p:spPr>
              <a:xfrm>
                <a:off x="3047" y="2777"/>
                <a:ext cx="1" cy="3"/>
              </a:xfrm>
              <a:prstGeom prst="line">
                <a:avLst/>
              </a:prstGeom>
              <a:ln w="0" cap="flat" cmpd="sng">
                <a:solidFill>
                  <a:srgbClr val="FF0000"/>
                </a:solidFill>
                <a:prstDash val="solid"/>
                <a:round/>
                <a:headEnd type="none" w="med" len="med"/>
                <a:tailEnd type="none" w="med" len="med"/>
              </a:ln>
            </p:spPr>
          </p:sp>
          <p:sp>
            <p:nvSpPr>
              <p:cNvPr id="72544" name="Rectangle 865"/>
              <p:cNvSpPr/>
              <p:nvPr/>
            </p:nvSpPr>
            <p:spPr>
              <a:xfrm>
                <a:off x="3050" y="2777"/>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45" name="Line 866"/>
              <p:cNvSpPr/>
              <p:nvPr/>
            </p:nvSpPr>
            <p:spPr>
              <a:xfrm>
                <a:off x="3050" y="2777"/>
                <a:ext cx="372" cy="1"/>
              </a:xfrm>
              <a:prstGeom prst="line">
                <a:avLst/>
              </a:prstGeom>
              <a:ln w="0" cap="flat" cmpd="sng">
                <a:solidFill>
                  <a:srgbClr val="FF0000"/>
                </a:solidFill>
                <a:prstDash val="solid"/>
                <a:round/>
                <a:headEnd type="none" w="med" len="med"/>
                <a:tailEnd type="none" w="med" len="med"/>
              </a:ln>
            </p:spPr>
          </p:sp>
          <p:sp>
            <p:nvSpPr>
              <p:cNvPr id="72546" name="Rectangle 867"/>
              <p:cNvSpPr/>
              <p:nvPr/>
            </p:nvSpPr>
            <p:spPr>
              <a:xfrm>
                <a:off x="3422"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47" name="Line 868"/>
              <p:cNvSpPr/>
              <p:nvPr/>
            </p:nvSpPr>
            <p:spPr>
              <a:xfrm>
                <a:off x="3422" y="2777"/>
                <a:ext cx="3" cy="1"/>
              </a:xfrm>
              <a:prstGeom prst="line">
                <a:avLst/>
              </a:prstGeom>
              <a:ln w="0" cap="flat" cmpd="sng">
                <a:solidFill>
                  <a:srgbClr val="FF0000"/>
                </a:solidFill>
                <a:prstDash val="solid"/>
                <a:round/>
                <a:headEnd type="none" w="med" len="med"/>
                <a:tailEnd type="none" w="med" len="med"/>
              </a:ln>
            </p:spPr>
          </p:sp>
          <p:sp>
            <p:nvSpPr>
              <p:cNvPr id="72548" name="Line 869"/>
              <p:cNvSpPr/>
              <p:nvPr/>
            </p:nvSpPr>
            <p:spPr>
              <a:xfrm>
                <a:off x="3422" y="2777"/>
                <a:ext cx="1" cy="3"/>
              </a:xfrm>
              <a:prstGeom prst="line">
                <a:avLst/>
              </a:prstGeom>
              <a:ln w="0" cap="flat" cmpd="sng">
                <a:solidFill>
                  <a:srgbClr val="FF0000"/>
                </a:solidFill>
                <a:prstDash val="solid"/>
                <a:round/>
                <a:headEnd type="none" w="med" len="med"/>
                <a:tailEnd type="none" w="med" len="med"/>
              </a:ln>
            </p:spPr>
          </p:sp>
          <p:sp>
            <p:nvSpPr>
              <p:cNvPr id="72549" name="Rectangle 870"/>
              <p:cNvSpPr/>
              <p:nvPr/>
            </p:nvSpPr>
            <p:spPr>
              <a:xfrm>
                <a:off x="3425" y="2777"/>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50" name="Line 871"/>
              <p:cNvSpPr/>
              <p:nvPr/>
            </p:nvSpPr>
            <p:spPr>
              <a:xfrm>
                <a:off x="3425" y="2777"/>
                <a:ext cx="414" cy="1"/>
              </a:xfrm>
              <a:prstGeom prst="line">
                <a:avLst/>
              </a:prstGeom>
              <a:ln w="0" cap="flat" cmpd="sng">
                <a:solidFill>
                  <a:srgbClr val="FF0000"/>
                </a:solidFill>
                <a:prstDash val="solid"/>
                <a:round/>
                <a:headEnd type="none" w="med" len="med"/>
                <a:tailEnd type="none" w="med" len="med"/>
              </a:ln>
            </p:spPr>
          </p:sp>
          <p:sp>
            <p:nvSpPr>
              <p:cNvPr id="72551" name="Rectangle 872"/>
              <p:cNvSpPr/>
              <p:nvPr/>
            </p:nvSpPr>
            <p:spPr>
              <a:xfrm>
                <a:off x="3839"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52" name="Line 873"/>
              <p:cNvSpPr/>
              <p:nvPr/>
            </p:nvSpPr>
            <p:spPr>
              <a:xfrm>
                <a:off x="3839" y="2777"/>
                <a:ext cx="3" cy="1"/>
              </a:xfrm>
              <a:prstGeom prst="line">
                <a:avLst/>
              </a:prstGeom>
              <a:ln w="0" cap="flat" cmpd="sng">
                <a:solidFill>
                  <a:srgbClr val="FF0000"/>
                </a:solidFill>
                <a:prstDash val="solid"/>
                <a:round/>
                <a:headEnd type="none" w="med" len="med"/>
                <a:tailEnd type="none" w="med" len="med"/>
              </a:ln>
            </p:spPr>
          </p:sp>
          <p:sp>
            <p:nvSpPr>
              <p:cNvPr id="72553" name="Line 874"/>
              <p:cNvSpPr/>
              <p:nvPr/>
            </p:nvSpPr>
            <p:spPr>
              <a:xfrm>
                <a:off x="3839" y="2777"/>
                <a:ext cx="1" cy="3"/>
              </a:xfrm>
              <a:prstGeom prst="line">
                <a:avLst/>
              </a:prstGeom>
              <a:ln w="0" cap="flat" cmpd="sng">
                <a:solidFill>
                  <a:srgbClr val="FF0000"/>
                </a:solidFill>
                <a:prstDash val="solid"/>
                <a:round/>
                <a:headEnd type="none" w="med" len="med"/>
                <a:tailEnd type="none" w="med" len="med"/>
              </a:ln>
            </p:spPr>
          </p:sp>
          <p:sp>
            <p:nvSpPr>
              <p:cNvPr id="72554" name="Rectangle 875"/>
              <p:cNvSpPr/>
              <p:nvPr/>
            </p:nvSpPr>
            <p:spPr>
              <a:xfrm>
                <a:off x="3842" y="2777"/>
                <a:ext cx="41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55" name="Line 876"/>
              <p:cNvSpPr/>
              <p:nvPr/>
            </p:nvSpPr>
            <p:spPr>
              <a:xfrm>
                <a:off x="3842" y="2777"/>
                <a:ext cx="415" cy="1"/>
              </a:xfrm>
              <a:prstGeom prst="line">
                <a:avLst/>
              </a:prstGeom>
              <a:ln w="0" cap="flat" cmpd="sng">
                <a:solidFill>
                  <a:srgbClr val="FF0000"/>
                </a:solidFill>
                <a:prstDash val="solid"/>
                <a:round/>
                <a:headEnd type="none" w="med" len="med"/>
                <a:tailEnd type="none" w="med" len="med"/>
              </a:ln>
            </p:spPr>
          </p:sp>
          <p:sp>
            <p:nvSpPr>
              <p:cNvPr id="72556" name="Rectangle 877"/>
              <p:cNvSpPr/>
              <p:nvPr/>
            </p:nvSpPr>
            <p:spPr>
              <a:xfrm>
                <a:off x="4257"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57" name="Line 878"/>
              <p:cNvSpPr/>
              <p:nvPr/>
            </p:nvSpPr>
            <p:spPr>
              <a:xfrm>
                <a:off x="4257" y="2777"/>
                <a:ext cx="3" cy="1"/>
              </a:xfrm>
              <a:prstGeom prst="line">
                <a:avLst/>
              </a:prstGeom>
              <a:ln w="0" cap="flat" cmpd="sng">
                <a:solidFill>
                  <a:srgbClr val="FF0000"/>
                </a:solidFill>
                <a:prstDash val="solid"/>
                <a:round/>
                <a:headEnd type="none" w="med" len="med"/>
                <a:tailEnd type="none" w="med" len="med"/>
              </a:ln>
            </p:spPr>
          </p:sp>
          <p:sp>
            <p:nvSpPr>
              <p:cNvPr id="72558" name="Line 879"/>
              <p:cNvSpPr/>
              <p:nvPr/>
            </p:nvSpPr>
            <p:spPr>
              <a:xfrm>
                <a:off x="4257" y="2777"/>
                <a:ext cx="1" cy="3"/>
              </a:xfrm>
              <a:prstGeom prst="line">
                <a:avLst/>
              </a:prstGeom>
              <a:ln w="0" cap="flat" cmpd="sng">
                <a:solidFill>
                  <a:srgbClr val="FF0000"/>
                </a:solidFill>
                <a:prstDash val="solid"/>
                <a:round/>
                <a:headEnd type="none" w="med" len="med"/>
                <a:tailEnd type="none" w="med" len="med"/>
              </a:ln>
            </p:spPr>
          </p:sp>
          <p:sp>
            <p:nvSpPr>
              <p:cNvPr id="72559" name="Rectangle 880"/>
              <p:cNvSpPr/>
              <p:nvPr/>
            </p:nvSpPr>
            <p:spPr>
              <a:xfrm>
                <a:off x="4260" y="2777"/>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60" name="Line 881"/>
              <p:cNvSpPr/>
              <p:nvPr/>
            </p:nvSpPr>
            <p:spPr>
              <a:xfrm>
                <a:off x="4260" y="2777"/>
                <a:ext cx="414" cy="1"/>
              </a:xfrm>
              <a:prstGeom prst="line">
                <a:avLst/>
              </a:prstGeom>
              <a:ln w="0" cap="flat" cmpd="sng">
                <a:solidFill>
                  <a:srgbClr val="FF0000"/>
                </a:solidFill>
                <a:prstDash val="solid"/>
                <a:round/>
                <a:headEnd type="none" w="med" len="med"/>
                <a:tailEnd type="none" w="med" len="med"/>
              </a:ln>
            </p:spPr>
          </p:sp>
          <p:sp>
            <p:nvSpPr>
              <p:cNvPr id="72561" name="Rectangle 882"/>
              <p:cNvSpPr/>
              <p:nvPr/>
            </p:nvSpPr>
            <p:spPr>
              <a:xfrm>
                <a:off x="4674"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62" name="Line 883"/>
              <p:cNvSpPr/>
              <p:nvPr/>
            </p:nvSpPr>
            <p:spPr>
              <a:xfrm>
                <a:off x="4674" y="2777"/>
                <a:ext cx="3" cy="1"/>
              </a:xfrm>
              <a:prstGeom prst="line">
                <a:avLst/>
              </a:prstGeom>
              <a:ln w="0" cap="flat" cmpd="sng">
                <a:solidFill>
                  <a:srgbClr val="FF0000"/>
                </a:solidFill>
                <a:prstDash val="solid"/>
                <a:round/>
                <a:headEnd type="none" w="med" len="med"/>
                <a:tailEnd type="none" w="med" len="med"/>
              </a:ln>
            </p:spPr>
          </p:sp>
          <p:sp>
            <p:nvSpPr>
              <p:cNvPr id="72563" name="Line 884"/>
              <p:cNvSpPr/>
              <p:nvPr/>
            </p:nvSpPr>
            <p:spPr>
              <a:xfrm>
                <a:off x="4674" y="2777"/>
                <a:ext cx="1" cy="3"/>
              </a:xfrm>
              <a:prstGeom prst="line">
                <a:avLst/>
              </a:prstGeom>
              <a:ln w="0" cap="flat" cmpd="sng">
                <a:solidFill>
                  <a:srgbClr val="FF0000"/>
                </a:solidFill>
                <a:prstDash val="solid"/>
                <a:round/>
                <a:headEnd type="none" w="med" len="med"/>
                <a:tailEnd type="none" w="med" len="med"/>
              </a:ln>
            </p:spPr>
          </p:sp>
          <p:sp>
            <p:nvSpPr>
              <p:cNvPr id="72564" name="Rectangle 885"/>
              <p:cNvSpPr/>
              <p:nvPr/>
            </p:nvSpPr>
            <p:spPr>
              <a:xfrm>
                <a:off x="431" y="2780"/>
                <a:ext cx="2"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65" name="Line 886"/>
              <p:cNvSpPr/>
              <p:nvPr/>
            </p:nvSpPr>
            <p:spPr>
              <a:xfrm>
                <a:off x="431" y="2780"/>
                <a:ext cx="1" cy="252"/>
              </a:xfrm>
              <a:prstGeom prst="line">
                <a:avLst/>
              </a:prstGeom>
              <a:ln w="0" cap="flat" cmpd="sng">
                <a:solidFill>
                  <a:srgbClr val="FF0000"/>
                </a:solidFill>
                <a:prstDash val="solid"/>
                <a:round/>
                <a:headEnd type="none" w="med" len="med"/>
                <a:tailEnd type="none" w="med" len="med"/>
              </a:ln>
            </p:spPr>
          </p:sp>
          <p:sp>
            <p:nvSpPr>
              <p:cNvPr id="72566" name="Rectangle 887"/>
              <p:cNvSpPr/>
              <p:nvPr/>
            </p:nvSpPr>
            <p:spPr>
              <a:xfrm>
                <a:off x="802" y="2780"/>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67" name="Line 888"/>
              <p:cNvSpPr/>
              <p:nvPr/>
            </p:nvSpPr>
            <p:spPr>
              <a:xfrm>
                <a:off x="802" y="2780"/>
                <a:ext cx="1" cy="252"/>
              </a:xfrm>
              <a:prstGeom prst="line">
                <a:avLst/>
              </a:prstGeom>
              <a:ln w="0" cap="flat" cmpd="sng">
                <a:solidFill>
                  <a:srgbClr val="FF0000"/>
                </a:solidFill>
                <a:prstDash val="solid"/>
                <a:round/>
                <a:headEnd type="none" w="med" len="med"/>
                <a:tailEnd type="none" w="med" len="med"/>
              </a:ln>
            </p:spPr>
          </p:sp>
          <p:sp>
            <p:nvSpPr>
              <p:cNvPr id="72568" name="Rectangle 889"/>
              <p:cNvSpPr/>
              <p:nvPr/>
            </p:nvSpPr>
            <p:spPr>
              <a:xfrm>
                <a:off x="1177" y="2780"/>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69" name="Line 890"/>
              <p:cNvSpPr/>
              <p:nvPr/>
            </p:nvSpPr>
            <p:spPr>
              <a:xfrm>
                <a:off x="1177" y="2780"/>
                <a:ext cx="1" cy="252"/>
              </a:xfrm>
              <a:prstGeom prst="line">
                <a:avLst/>
              </a:prstGeom>
              <a:ln w="0" cap="flat" cmpd="sng">
                <a:solidFill>
                  <a:srgbClr val="FF0000"/>
                </a:solidFill>
                <a:prstDash val="solid"/>
                <a:round/>
                <a:headEnd type="none" w="med" len="med"/>
                <a:tailEnd type="none" w="med" len="med"/>
              </a:ln>
            </p:spPr>
          </p:sp>
          <p:sp>
            <p:nvSpPr>
              <p:cNvPr id="72570" name="Rectangle 891"/>
              <p:cNvSpPr/>
              <p:nvPr/>
            </p:nvSpPr>
            <p:spPr>
              <a:xfrm>
                <a:off x="1551" y="2780"/>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71" name="Line 892"/>
              <p:cNvSpPr/>
              <p:nvPr/>
            </p:nvSpPr>
            <p:spPr>
              <a:xfrm>
                <a:off x="1551" y="2780"/>
                <a:ext cx="1" cy="252"/>
              </a:xfrm>
              <a:prstGeom prst="line">
                <a:avLst/>
              </a:prstGeom>
              <a:ln w="0" cap="flat" cmpd="sng">
                <a:solidFill>
                  <a:srgbClr val="FF0000"/>
                </a:solidFill>
                <a:prstDash val="solid"/>
                <a:round/>
                <a:headEnd type="none" w="med" len="med"/>
                <a:tailEnd type="none" w="med" len="med"/>
              </a:ln>
            </p:spPr>
          </p:sp>
          <p:sp>
            <p:nvSpPr>
              <p:cNvPr id="72572" name="Rectangle 893"/>
              <p:cNvSpPr/>
              <p:nvPr/>
            </p:nvSpPr>
            <p:spPr>
              <a:xfrm>
                <a:off x="1926" y="2780"/>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73" name="Line 894"/>
              <p:cNvSpPr/>
              <p:nvPr/>
            </p:nvSpPr>
            <p:spPr>
              <a:xfrm>
                <a:off x="1926" y="2780"/>
                <a:ext cx="1" cy="252"/>
              </a:xfrm>
              <a:prstGeom prst="line">
                <a:avLst/>
              </a:prstGeom>
              <a:ln w="0" cap="flat" cmpd="sng">
                <a:solidFill>
                  <a:srgbClr val="FF0000"/>
                </a:solidFill>
                <a:prstDash val="solid"/>
                <a:round/>
                <a:headEnd type="none" w="med" len="med"/>
                <a:tailEnd type="none" w="med" len="med"/>
              </a:ln>
            </p:spPr>
          </p:sp>
          <p:sp>
            <p:nvSpPr>
              <p:cNvPr id="72574" name="Rectangle 895"/>
              <p:cNvSpPr/>
              <p:nvPr/>
            </p:nvSpPr>
            <p:spPr>
              <a:xfrm>
                <a:off x="2301" y="2780"/>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75" name="Line 896"/>
              <p:cNvSpPr/>
              <p:nvPr/>
            </p:nvSpPr>
            <p:spPr>
              <a:xfrm>
                <a:off x="2301" y="2780"/>
                <a:ext cx="1" cy="252"/>
              </a:xfrm>
              <a:prstGeom prst="line">
                <a:avLst/>
              </a:prstGeom>
              <a:ln w="0" cap="flat" cmpd="sng">
                <a:solidFill>
                  <a:srgbClr val="FF0000"/>
                </a:solidFill>
                <a:prstDash val="solid"/>
                <a:round/>
                <a:headEnd type="none" w="med" len="med"/>
                <a:tailEnd type="none" w="med" len="med"/>
              </a:ln>
            </p:spPr>
          </p:sp>
          <p:sp>
            <p:nvSpPr>
              <p:cNvPr id="72576" name="Rectangle 897"/>
              <p:cNvSpPr/>
              <p:nvPr/>
            </p:nvSpPr>
            <p:spPr>
              <a:xfrm>
                <a:off x="2672" y="2780"/>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72577" name="Line 898"/>
            <p:cNvSpPr/>
            <p:nvPr/>
          </p:nvSpPr>
          <p:spPr>
            <a:xfrm>
              <a:off x="1656" y="3200"/>
              <a:ext cx="0" cy="294"/>
            </a:xfrm>
            <a:prstGeom prst="line">
              <a:avLst/>
            </a:prstGeom>
            <a:ln w="0" cap="flat" cmpd="sng">
              <a:solidFill>
                <a:srgbClr val="FF0000"/>
              </a:solidFill>
              <a:prstDash val="solid"/>
              <a:round/>
              <a:headEnd type="none" w="med" len="med"/>
              <a:tailEnd type="none" w="med" len="med"/>
            </a:ln>
          </p:spPr>
        </p:sp>
        <p:sp>
          <p:nvSpPr>
            <p:cNvPr id="72578" name="Rectangle 899"/>
            <p:cNvSpPr/>
            <p:nvPr/>
          </p:nvSpPr>
          <p:spPr>
            <a:xfrm>
              <a:off x="1904" y="3200"/>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79" name="Line 900"/>
            <p:cNvSpPr/>
            <p:nvPr/>
          </p:nvSpPr>
          <p:spPr>
            <a:xfrm>
              <a:off x="1904" y="3200"/>
              <a:ext cx="1" cy="294"/>
            </a:xfrm>
            <a:prstGeom prst="line">
              <a:avLst/>
            </a:prstGeom>
            <a:ln w="0" cap="flat" cmpd="sng">
              <a:solidFill>
                <a:srgbClr val="FF0000"/>
              </a:solidFill>
              <a:prstDash val="solid"/>
              <a:round/>
              <a:headEnd type="none" w="med" len="med"/>
              <a:tailEnd type="none" w="med" len="med"/>
            </a:ln>
          </p:spPr>
        </p:sp>
        <p:sp>
          <p:nvSpPr>
            <p:cNvPr id="72580" name="Rectangle 901"/>
            <p:cNvSpPr/>
            <p:nvPr/>
          </p:nvSpPr>
          <p:spPr>
            <a:xfrm>
              <a:off x="2152" y="3200"/>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81" name="Line 902"/>
            <p:cNvSpPr/>
            <p:nvPr/>
          </p:nvSpPr>
          <p:spPr>
            <a:xfrm>
              <a:off x="2152" y="3200"/>
              <a:ext cx="1" cy="294"/>
            </a:xfrm>
            <a:prstGeom prst="line">
              <a:avLst/>
            </a:prstGeom>
            <a:ln w="0" cap="flat" cmpd="sng">
              <a:solidFill>
                <a:srgbClr val="FF0000"/>
              </a:solidFill>
              <a:prstDash val="solid"/>
              <a:round/>
              <a:headEnd type="none" w="med" len="med"/>
              <a:tailEnd type="none" w="med" len="med"/>
            </a:ln>
          </p:spPr>
        </p:sp>
        <p:sp>
          <p:nvSpPr>
            <p:cNvPr id="72582" name="Rectangle 903"/>
            <p:cNvSpPr/>
            <p:nvPr/>
          </p:nvSpPr>
          <p:spPr>
            <a:xfrm>
              <a:off x="2429" y="3200"/>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83" name="Line 904"/>
            <p:cNvSpPr/>
            <p:nvPr/>
          </p:nvSpPr>
          <p:spPr>
            <a:xfrm>
              <a:off x="2429" y="3200"/>
              <a:ext cx="0" cy="294"/>
            </a:xfrm>
            <a:prstGeom prst="line">
              <a:avLst/>
            </a:prstGeom>
            <a:ln w="0" cap="flat" cmpd="sng">
              <a:solidFill>
                <a:srgbClr val="FF0000"/>
              </a:solidFill>
              <a:prstDash val="solid"/>
              <a:round/>
              <a:headEnd type="none" w="med" len="med"/>
              <a:tailEnd type="none" w="med" len="med"/>
            </a:ln>
          </p:spPr>
        </p:sp>
        <p:sp>
          <p:nvSpPr>
            <p:cNvPr id="72584" name="Rectangle 905"/>
            <p:cNvSpPr/>
            <p:nvPr/>
          </p:nvSpPr>
          <p:spPr>
            <a:xfrm>
              <a:off x="2706" y="3200"/>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85" name="Line 906"/>
            <p:cNvSpPr/>
            <p:nvPr/>
          </p:nvSpPr>
          <p:spPr>
            <a:xfrm>
              <a:off x="2706" y="3200"/>
              <a:ext cx="0" cy="294"/>
            </a:xfrm>
            <a:prstGeom prst="line">
              <a:avLst/>
            </a:prstGeom>
            <a:ln w="0" cap="flat" cmpd="sng">
              <a:solidFill>
                <a:srgbClr val="FF0000"/>
              </a:solidFill>
              <a:prstDash val="solid"/>
              <a:round/>
              <a:headEnd type="none" w="med" len="med"/>
              <a:tailEnd type="none" w="med" len="med"/>
            </a:ln>
          </p:spPr>
        </p:sp>
        <p:sp>
          <p:nvSpPr>
            <p:cNvPr id="72586" name="Rectangle 907"/>
            <p:cNvSpPr/>
            <p:nvPr/>
          </p:nvSpPr>
          <p:spPr>
            <a:xfrm>
              <a:off x="2982" y="3200"/>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87" name="Line 908"/>
            <p:cNvSpPr/>
            <p:nvPr/>
          </p:nvSpPr>
          <p:spPr>
            <a:xfrm>
              <a:off x="2982" y="3200"/>
              <a:ext cx="0" cy="294"/>
            </a:xfrm>
            <a:prstGeom prst="line">
              <a:avLst/>
            </a:prstGeom>
            <a:ln w="0" cap="flat" cmpd="sng">
              <a:solidFill>
                <a:srgbClr val="FF0000"/>
              </a:solidFill>
              <a:prstDash val="solid"/>
              <a:round/>
              <a:headEnd type="none" w="med" len="med"/>
              <a:tailEnd type="none" w="med" len="med"/>
            </a:ln>
          </p:spPr>
        </p:sp>
        <p:sp>
          <p:nvSpPr>
            <p:cNvPr id="72588" name="Rectangle 909"/>
            <p:cNvSpPr/>
            <p:nvPr/>
          </p:nvSpPr>
          <p:spPr>
            <a:xfrm>
              <a:off x="287"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589" name="Rectangle 910"/>
            <p:cNvSpPr/>
            <p:nvPr/>
          </p:nvSpPr>
          <p:spPr>
            <a:xfrm>
              <a:off x="331"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90" name="Rectangle 911"/>
            <p:cNvSpPr/>
            <p:nvPr/>
          </p:nvSpPr>
          <p:spPr>
            <a:xfrm>
              <a:off x="535"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591" name="Rectangle 912"/>
            <p:cNvSpPr/>
            <p:nvPr/>
          </p:nvSpPr>
          <p:spPr>
            <a:xfrm>
              <a:off x="579"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92" name="Rectangle 913"/>
            <p:cNvSpPr/>
            <p:nvPr/>
          </p:nvSpPr>
          <p:spPr>
            <a:xfrm>
              <a:off x="783"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593" name="Rectangle 914"/>
            <p:cNvSpPr/>
            <p:nvPr/>
          </p:nvSpPr>
          <p:spPr>
            <a:xfrm>
              <a:off x="827"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94" name="Rectangle 915"/>
            <p:cNvSpPr/>
            <p:nvPr/>
          </p:nvSpPr>
          <p:spPr>
            <a:xfrm>
              <a:off x="1032"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595" name="Rectangle 916"/>
            <p:cNvSpPr/>
            <p:nvPr/>
          </p:nvSpPr>
          <p:spPr>
            <a:xfrm>
              <a:off x="1075"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96" name="Rectangle 917"/>
            <p:cNvSpPr/>
            <p:nvPr/>
          </p:nvSpPr>
          <p:spPr>
            <a:xfrm>
              <a:off x="1277"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597" name="Rectangle 918"/>
            <p:cNvSpPr/>
            <p:nvPr/>
          </p:nvSpPr>
          <p:spPr>
            <a:xfrm>
              <a:off x="1321"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98" name="Rectangle 919"/>
            <p:cNvSpPr/>
            <p:nvPr/>
          </p:nvSpPr>
          <p:spPr>
            <a:xfrm>
              <a:off x="1526"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599" name="Rectangle 920"/>
            <p:cNvSpPr/>
            <p:nvPr/>
          </p:nvSpPr>
          <p:spPr>
            <a:xfrm>
              <a:off x="1569"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600" name="Rectangle 921"/>
            <p:cNvSpPr/>
            <p:nvPr/>
          </p:nvSpPr>
          <p:spPr>
            <a:xfrm>
              <a:off x="1774"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601" name="Rectangle 922"/>
            <p:cNvSpPr/>
            <p:nvPr/>
          </p:nvSpPr>
          <p:spPr>
            <a:xfrm>
              <a:off x="1817"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602" name="Rectangle 923"/>
            <p:cNvSpPr/>
            <p:nvPr/>
          </p:nvSpPr>
          <p:spPr>
            <a:xfrm>
              <a:off x="2022"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603" name="Rectangle 924"/>
            <p:cNvSpPr/>
            <p:nvPr/>
          </p:nvSpPr>
          <p:spPr>
            <a:xfrm>
              <a:off x="2065"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604" name="Rectangle 925"/>
            <p:cNvSpPr/>
            <p:nvPr/>
          </p:nvSpPr>
          <p:spPr>
            <a:xfrm>
              <a:off x="2286"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605" name="Rectangle 926"/>
            <p:cNvSpPr/>
            <p:nvPr/>
          </p:nvSpPr>
          <p:spPr>
            <a:xfrm>
              <a:off x="2329"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606" name="Rectangle 927"/>
            <p:cNvSpPr/>
            <p:nvPr/>
          </p:nvSpPr>
          <p:spPr>
            <a:xfrm>
              <a:off x="2562"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607" name="Rectangle 928"/>
            <p:cNvSpPr/>
            <p:nvPr/>
          </p:nvSpPr>
          <p:spPr>
            <a:xfrm>
              <a:off x="2606"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608" name="Rectangle 929"/>
            <p:cNvSpPr/>
            <p:nvPr/>
          </p:nvSpPr>
          <p:spPr>
            <a:xfrm>
              <a:off x="2839"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609" name="Rectangle 930"/>
            <p:cNvSpPr/>
            <p:nvPr/>
          </p:nvSpPr>
          <p:spPr>
            <a:xfrm>
              <a:off x="2882"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610" name="Rectangle 931"/>
            <p:cNvSpPr/>
            <p:nvPr/>
          </p:nvSpPr>
          <p:spPr>
            <a:xfrm>
              <a:off x="171"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11" name="Line 932"/>
            <p:cNvSpPr/>
            <p:nvPr/>
          </p:nvSpPr>
          <p:spPr>
            <a:xfrm>
              <a:off x="171" y="3494"/>
              <a:ext cx="2" cy="1"/>
            </a:xfrm>
            <a:prstGeom prst="line">
              <a:avLst/>
            </a:prstGeom>
            <a:ln w="0" cap="flat" cmpd="sng">
              <a:solidFill>
                <a:srgbClr val="FF0000"/>
              </a:solidFill>
              <a:prstDash val="solid"/>
              <a:round/>
              <a:headEnd type="none" w="med" len="med"/>
              <a:tailEnd type="none" w="med" len="med"/>
            </a:ln>
          </p:spPr>
        </p:sp>
        <p:sp>
          <p:nvSpPr>
            <p:cNvPr id="72612" name="Line 933"/>
            <p:cNvSpPr/>
            <p:nvPr/>
          </p:nvSpPr>
          <p:spPr>
            <a:xfrm>
              <a:off x="171" y="3494"/>
              <a:ext cx="1" cy="2"/>
            </a:xfrm>
            <a:prstGeom prst="line">
              <a:avLst/>
            </a:prstGeom>
            <a:ln w="0" cap="flat" cmpd="sng">
              <a:solidFill>
                <a:srgbClr val="FF0000"/>
              </a:solidFill>
              <a:prstDash val="solid"/>
              <a:round/>
              <a:headEnd type="none" w="med" len="med"/>
              <a:tailEnd type="none" w="med" len="med"/>
            </a:ln>
          </p:spPr>
        </p:sp>
        <p:sp>
          <p:nvSpPr>
            <p:cNvPr id="72613" name="Rectangle 934"/>
            <p:cNvSpPr/>
            <p:nvPr/>
          </p:nvSpPr>
          <p:spPr>
            <a:xfrm>
              <a:off x="173" y="3494"/>
              <a:ext cx="244"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14" name="Line 935"/>
            <p:cNvSpPr/>
            <p:nvPr/>
          </p:nvSpPr>
          <p:spPr>
            <a:xfrm>
              <a:off x="173" y="3494"/>
              <a:ext cx="244" cy="1"/>
            </a:xfrm>
            <a:prstGeom prst="line">
              <a:avLst/>
            </a:prstGeom>
            <a:ln w="0" cap="flat" cmpd="sng">
              <a:solidFill>
                <a:srgbClr val="FF0000"/>
              </a:solidFill>
              <a:prstDash val="solid"/>
              <a:round/>
              <a:headEnd type="none" w="med" len="med"/>
              <a:tailEnd type="none" w="med" len="med"/>
            </a:ln>
          </p:spPr>
        </p:sp>
        <p:sp>
          <p:nvSpPr>
            <p:cNvPr id="72615" name="Rectangle 936"/>
            <p:cNvSpPr/>
            <p:nvPr/>
          </p:nvSpPr>
          <p:spPr>
            <a:xfrm>
              <a:off x="417"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16" name="Line 937"/>
            <p:cNvSpPr/>
            <p:nvPr/>
          </p:nvSpPr>
          <p:spPr>
            <a:xfrm>
              <a:off x="417" y="3494"/>
              <a:ext cx="2" cy="1"/>
            </a:xfrm>
            <a:prstGeom prst="line">
              <a:avLst/>
            </a:prstGeom>
            <a:ln w="0" cap="flat" cmpd="sng">
              <a:solidFill>
                <a:srgbClr val="FF0000"/>
              </a:solidFill>
              <a:prstDash val="solid"/>
              <a:round/>
              <a:headEnd type="none" w="med" len="med"/>
              <a:tailEnd type="none" w="med" len="med"/>
            </a:ln>
          </p:spPr>
        </p:sp>
        <p:sp>
          <p:nvSpPr>
            <p:cNvPr id="72617" name="Line 938"/>
            <p:cNvSpPr/>
            <p:nvPr/>
          </p:nvSpPr>
          <p:spPr>
            <a:xfrm>
              <a:off x="417" y="3494"/>
              <a:ext cx="1" cy="2"/>
            </a:xfrm>
            <a:prstGeom prst="line">
              <a:avLst/>
            </a:prstGeom>
            <a:ln w="0" cap="flat" cmpd="sng">
              <a:solidFill>
                <a:srgbClr val="FF0000"/>
              </a:solidFill>
              <a:prstDash val="solid"/>
              <a:round/>
              <a:headEnd type="none" w="med" len="med"/>
              <a:tailEnd type="none" w="med" len="med"/>
            </a:ln>
          </p:spPr>
        </p:sp>
        <p:sp>
          <p:nvSpPr>
            <p:cNvPr id="72618" name="Rectangle 939"/>
            <p:cNvSpPr/>
            <p:nvPr/>
          </p:nvSpPr>
          <p:spPr>
            <a:xfrm>
              <a:off x="419" y="3494"/>
              <a:ext cx="246"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19" name="Line 940"/>
            <p:cNvSpPr/>
            <p:nvPr/>
          </p:nvSpPr>
          <p:spPr>
            <a:xfrm>
              <a:off x="419" y="3494"/>
              <a:ext cx="246" cy="1"/>
            </a:xfrm>
            <a:prstGeom prst="line">
              <a:avLst/>
            </a:prstGeom>
            <a:ln w="0" cap="flat" cmpd="sng">
              <a:solidFill>
                <a:srgbClr val="FF0000"/>
              </a:solidFill>
              <a:prstDash val="solid"/>
              <a:round/>
              <a:headEnd type="none" w="med" len="med"/>
              <a:tailEnd type="none" w="med" len="med"/>
            </a:ln>
          </p:spPr>
        </p:sp>
        <p:sp>
          <p:nvSpPr>
            <p:cNvPr id="72620" name="Rectangle 941"/>
            <p:cNvSpPr/>
            <p:nvPr/>
          </p:nvSpPr>
          <p:spPr>
            <a:xfrm>
              <a:off x="665"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21" name="Line 942"/>
            <p:cNvSpPr/>
            <p:nvPr/>
          </p:nvSpPr>
          <p:spPr>
            <a:xfrm>
              <a:off x="665" y="3494"/>
              <a:ext cx="2" cy="1"/>
            </a:xfrm>
            <a:prstGeom prst="line">
              <a:avLst/>
            </a:prstGeom>
            <a:ln w="0" cap="flat" cmpd="sng">
              <a:solidFill>
                <a:srgbClr val="FF0000"/>
              </a:solidFill>
              <a:prstDash val="solid"/>
              <a:round/>
              <a:headEnd type="none" w="med" len="med"/>
              <a:tailEnd type="none" w="med" len="med"/>
            </a:ln>
          </p:spPr>
        </p:sp>
        <p:sp>
          <p:nvSpPr>
            <p:cNvPr id="72622" name="Line 943"/>
            <p:cNvSpPr/>
            <p:nvPr/>
          </p:nvSpPr>
          <p:spPr>
            <a:xfrm>
              <a:off x="665" y="3494"/>
              <a:ext cx="1" cy="2"/>
            </a:xfrm>
            <a:prstGeom prst="line">
              <a:avLst/>
            </a:prstGeom>
            <a:ln w="0" cap="flat" cmpd="sng">
              <a:solidFill>
                <a:srgbClr val="FF0000"/>
              </a:solidFill>
              <a:prstDash val="solid"/>
              <a:round/>
              <a:headEnd type="none" w="med" len="med"/>
              <a:tailEnd type="none" w="med" len="med"/>
            </a:ln>
          </p:spPr>
        </p:sp>
        <p:sp>
          <p:nvSpPr>
            <p:cNvPr id="72623" name="Rectangle 944"/>
            <p:cNvSpPr/>
            <p:nvPr/>
          </p:nvSpPr>
          <p:spPr>
            <a:xfrm>
              <a:off x="667" y="3494"/>
              <a:ext cx="246"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24" name="Line 945"/>
            <p:cNvSpPr/>
            <p:nvPr/>
          </p:nvSpPr>
          <p:spPr>
            <a:xfrm>
              <a:off x="667" y="3494"/>
              <a:ext cx="246" cy="1"/>
            </a:xfrm>
            <a:prstGeom prst="line">
              <a:avLst/>
            </a:prstGeom>
            <a:ln w="0" cap="flat" cmpd="sng">
              <a:solidFill>
                <a:srgbClr val="FF0000"/>
              </a:solidFill>
              <a:prstDash val="solid"/>
              <a:round/>
              <a:headEnd type="none" w="med" len="med"/>
              <a:tailEnd type="none" w="med" len="med"/>
            </a:ln>
          </p:spPr>
        </p:sp>
        <p:sp>
          <p:nvSpPr>
            <p:cNvPr id="72625" name="Rectangle 946"/>
            <p:cNvSpPr/>
            <p:nvPr/>
          </p:nvSpPr>
          <p:spPr>
            <a:xfrm>
              <a:off x="913"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26" name="Line 947"/>
            <p:cNvSpPr/>
            <p:nvPr/>
          </p:nvSpPr>
          <p:spPr>
            <a:xfrm>
              <a:off x="913" y="3494"/>
              <a:ext cx="2" cy="1"/>
            </a:xfrm>
            <a:prstGeom prst="line">
              <a:avLst/>
            </a:prstGeom>
            <a:ln w="0" cap="flat" cmpd="sng">
              <a:solidFill>
                <a:srgbClr val="FF0000"/>
              </a:solidFill>
              <a:prstDash val="solid"/>
              <a:round/>
              <a:headEnd type="none" w="med" len="med"/>
              <a:tailEnd type="none" w="med" len="med"/>
            </a:ln>
          </p:spPr>
        </p:sp>
        <p:sp>
          <p:nvSpPr>
            <p:cNvPr id="72627" name="Line 948"/>
            <p:cNvSpPr/>
            <p:nvPr/>
          </p:nvSpPr>
          <p:spPr>
            <a:xfrm>
              <a:off x="913" y="3494"/>
              <a:ext cx="1" cy="2"/>
            </a:xfrm>
            <a:prstGeom prst="line">
              <a:avLst/>
            </a:prstGeom>
            <a:ln w="0" cap="flat" cmpd="sng">
              <a:solidFill>
                <a:srgbClr val="FF0000"/>
              </a:solidFill>
              <a:prstDash val="solid"/>
              <a:round/>
              <a:headEnd type="none" w="med" len="med"/>
              <a:tailEnd type="none" w="med" len="med"/>
            </a:ln>
          </p:spPr>
        </p:sp>
        <p:sp>
          <p:nvSpPr>
            <p:cNvPr id="72628" name="Rectangle 949"/>
            <p:cNvSpPr/>
            <p:nvPr/>
          </p:nvSpPr>
          <p:spPr>
            <a:xfrm>
              <a:off x="915" y="3494"/>
              <a:ext cx="246"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29" name="Line 950"/>
            <p:cNvSpPr/>
            <p:nvPr/>
          </p:nvSpPr>
          <p:spPr>
            <a:xfrm>
              <a:off x="915" y="3494"/>
              <a:ext cx="246" cy="1"/>
            </a:xfrm>
            <a:prstGeom prst="line">
              <a:avLst/>
            </a:prstGeom>
            <a:ln w="0" cap="flat" cmpd="sng">
              <a:solidFill>
                <a:srgbClr val="FF0000"/>
              </a:solidFill>
              <a:prstDash val="solid"/>
              <a:round/>
              <a:headEnd type="none" w="med" len="med"/>
              <a:tailEnd type="none" w="med" len="med"/>
            </a:ln>
          </p:spPr>
        </p:sp>
        <p:sp>
          <p:nvSpPr>
            <p:cNvPr id="72630" name="Rectangle 951"/>
            <p:cNvSpPr/>
            <p:nvPr/>
          </p:nvSpPr>
          <p:spPr>
            <a:xfrm>
              <a:off x="1161"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31" name="Line 952"/>
            <p:cNvSpPr/>
            <p:nvPr/>
          </p:nvSpPr>
          <p:spPr>
            <a:xfrm>
              <a:off x="1161" y="3494"/>
              <a:ext cx="2" cy="1"/>
            </a:xfrm>
            <a:prstGeom prst="line">
              <a:avLst/>
            </a:prstGeom>
            <a:ln w="0" cap="flat" cmpd="sng">
              <a:solidFill>
                <a:srgbClr val="FF0000"/>
              </a:solidFill>
              <a:prstDash val="solid"/>
              <a:round/>
              <a:headEnd type="none" w="med" len="med"/>
              <a:tailEnd type="none" w="med" len="med"/>
            </a:ln>
          </p:spPr>
        </p:sp>
        <p:sp>
          <p:nvSpPr>
            <p:cNvPr id="72632" name="Line 953"/>
            <p:cNvSpPr/>
            <p:nvPr/>
          </p:nvSpPr>
          <p:spPr>
            <a:xfrm>
              <a:off x="1161" y="3494"/>
              <a:ext cx="1" cy="2"/>
            </a:xfrm>
            <a:prstGeom prst="line">
              <a:avLst/>
            </a:prstGeom>
            <a:ln w="0" cap="flat" cmpd="sng">
              <a:solidFill>
                <a:srgbClr val="FF0000"/>
              </a:solidFill>
              <a:prstDash val="solid"/>
              <a:round/>
              <a:headEnd type="none" w="med" len="med"/>
              <a:tailEnd type="none" w="med" len="med"/>
            </a:ln>
          </p:spPr>
        </p:sp>
        <p:sp>
          <p:nvSpPr>
            <p:cNvPr id="72633" name="Rectangle 954"/>
            <p:cNvSpPr/>
            <p:nvPr/>
          </p:nvSpPr>
          <p:spPr>
            <a:xfrm>
              <a:off x="1163" y="3494"/>
              <a:ext cx="247"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34" name="Line 955"/>
            <p:cNvSpPr/>
            <p:nvPr/>
          </p:nvSpPr>
          <p:spPr>
            <a:xfrm>
              <a:off x="1163" y="3494"/>
              <a:ext cx="247" cy="1"/>
            </a:xfrm>
            <a:prstGeom prst="line">
              <a:avLst/>
            </a:prstGeom>
            <a:ln w="0" cap="flat" cmpd="sng">
              <a:solidFill>
                <a:srgbClr val="FF0000"/>
              </a:solidFill>
              <a:prstDash val="solid"/>
              <a:round/>
              <a:headEnd type="none" w="med" len="med"/>
              <a:tailEnd type="none" w="med" len="med"/>
            </a:ln>
          </p:spPr>
        </p:sp>
        <p:sp>
          <p:nvSpPr>
            <p:cNvPr id="72635" name="Rectangle 956"/>
            <p:cNvSpPr/>
            <p:nvPr/>
          </p:nvSpPr>
          <p:spPr>
            <a:xfrm>
              <a:off x="1410"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36" name="Line 957"/>
            <p:cNvSpPr/>
            <p:nvPr/>
          </p:nvSpPr>
          <p:spPr>
            <a:xfrm>
              <a:off x="1410" y="3494"/>
              <a:ext cx="2" cy="1"/>
            </a:xfrm>
            <a:prstGeom prst="line">
              <a:avLst/>
            </a:prstGeom>
            <a:ln w="0" cap="flat" cmpd="sng">
              <a:solidFill>
                <a:srgbClr val="FF0000"/>
              </a:solidFill>
              <a:prstDash val="solid"/>
              <a:round/>
              <a:headEnd type="none" w="med" len="med"/>
              <a:tailEnd type="none" w="med" len="med"/>
            </a:ln>
          </p:spPr>
        </p:sp>
        <p:sp>
          <p:nvSpPr>
            <p:cNvPr id="72637" name="Line 958"/>
            <p:cNvSpPr/>
            <p:nvPr/>
          </p:nvSpPr>
          <p:spPr>
            <a:xfrm>
              <a:off x="1410" y="3494"/>
              <a:ext cx="1" cy="2"/>
            </a:xfrm>
            <a:prstGeom prst="line">
              <a:avLst/>
            </a:prstGeom>
            <a:ln w="0" cap="flat" cmpd="sng">
              <a:solidFill>
                <a:srgbClr val="FF0000"/>
              </a:solidFill>
              <a:prstDash val="solid"/>
              <a:round/>
              <a:headEnd type="none" w="med" len="med"/>
              <a:tailEnd type="none" w="med" len="med"/>
            </a:ln>
          </p:spPr>
        </p:sp>
        <p:sp>
          <p:nvSpPr>
            <p:cNvPr id="72638" name="Rectangle 959"/>
            <p:cNvSpPr/>
            <p:nvPr/>
          </p:nvSpPr>
          <p:spPr>
            <a:xfrm>
              <a:off x="1412" y="3494"/>
              <a:ext cx="244"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39" name="Line 960"/>
            <p:cNvSpPr/>
            <p:nvPr/>
          </p:nvSpPr>
          <p:spPr>
            <a:xfrm>
              <a:off x="1412" y="3494"/>
              <a:ext cx="244" cy="1"/>
            </a:xfrm>
            <a:prstGeom prst="line">
              <a:avLst/>
            </a:prstGeom>
            <a:ln w="0" cap="flat" cmpd="sng">
              <a:solidFill>
                <a:srgbClr val="FF0000"/>
              </a:solidFill>
              <a:prstDash val="solid"/>
              <a:round/>
              <a:headEnd type="none" w="med" len="med"/>
              <a:tailEnd type="none" w="med" len="med"/>
            </a:ln>
          </p:spPr>
        </p:sp>
        <p:sp>
          <p:nvSpPr>
            <p:cNvPr id="72640" name="Rectangle 961"/>
            <p:cNvSpPr/>
            <p:nvPr/>
          </p:nvSpPr>
          <p:spPr>
            <a:xfrm>
              <a:off x="1656"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41" name="Line 962"/>
            <p:cNvSpPr/>
            <p:nvPr/>
          </p:nvSpPr>
          <p:spPr>
            <a:xfrm>
              <a:off x="1656" y="3494"/>
              <a:ext cx="2" cy="1"/>
            </a:xfrm>
            <a:prstGeom prst="line">
              <a:avLst/>
            </a:prstGeom>
            <a:ln w="0" cap="flat" cmpd="sng">
              <a:solidFill>
                <a:srgbClr val="FF0000"/>
              </a:solidFill>
              <a:prstDash val="solid"/>
              <a:round/>
              <a:headEnd type="none" w="med" len="med"/>
              <a:tailEnd type="none" w="med" len="med"/>
            </a:ln>
          </p:spPr>
        </p:sp>
        <p:sp>
          <p:nvSpPr>
            <p:cNvPr id="72642" name="Line 963"/>
            <p:cNvSpPr/>
            <p:nvPr/>
          </p:nvSpPr>
          <p:spPr>
            <a:xfrm>
              <a:off x="1656" y="3494"/>
              <a:ext cx="0" cy="2"/>
            </a:xfrm>
            <a:prstGeom prst="line">
              <a:avLst/>
            </a:prstGeom>
            <a:ln w="0" cap="flat" cmpd="sng">
              <a:solidFill>
                <a:srgbClr val="FF0000"/>
              </a:solidFill>
              <a:prstDash val="solid"/>
              <a:round/>
              <a:headEnd type="none" w="med" len="med"/>
              <a:tailEnd type="none" w="med" len="med"/>
            </a:ln>
          </p:spPr>
        </p:sp>
        <p:sp>
          <p:nvSpPr>
            <p:cNvPr id="72643" name="Rectangle 964"/>
            <p:cNvSpPr/>
            <p:nvPr/>
          </p:nvSpPr>
          <p:spPr>
            <a:xfrm>
              <a:off x="1658" y="3494"/>
              <a:ext cx="246"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44" name="Line 965"/>
            <p:cNvSpPr/>
            <p:nvPr/>
          </p:nvSpPr>
          <p:spPr>
            <a:xfrm>
              <a:off x="1658" y="3494"/>
              <a:ext cx="246" cy="1"/>
            </a:xfrm>
            <a:prstGeom prst="line">
              <a:avLst/>
            </a:prstGeom>
            <a:ln w="0" cap="flat" cmpd="sng">
              <a:solidFill>
                <a:srgbClr val="FF0000"/>
              </a:solidFill>
              <a:prstDash val="solid"/>
              <a:round/>
              <a:headEnd type="none" w="med" len="med"/>
              <a:tailEnd type="none" w="med" len="med"/>
            </a:ln>
          </p:spPr>
        </p:sp>
        <p:sp>
          <p:nvSpPr>
            <p:cNvPr id="72645" name="Rectangle 966"/>
            <p:cNvSpPr/>
            <p:nvPr/>
          </p:nvSpPr>
          <p:spPr>
            <a:xfrm>
              <a:off x="1904"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46" name="Line 967"/>
            <p:cNvSpPr/>
            <p:nvPr/>
          </p:nvSpPr>
          <p:spPr>
            <a:xfrm>
              <a:off x="1904" y="3494"/>
              <a:ext cx="2" cy="1"/>
            </a:xfrm>
            <a:prstGeom prst="line">
              <a:avLst/>
            </a:prstGeom>
            <a:ln w="0" cap="flat" cmpd="sng">
              <a:solidFill>
                <a:srgbClr val="FF0000"/>
              </a:solidFill>
              <a:prstDash val="solid"/>
              <a:round/>
              <a:headEnd type="none" w="med" len="med"/>
              <a:tailEnd type="none" w="med" len="med"/>
            </a:ln>
          </p:spPr>
        </p:sp>
        <p:sp>
          <p:nvSpPr>
            <p:cNvPr id="72647" name="Line 968"/>
            <p:cNvSpPr/>
            <p:nvPr/>
          </p:nvSpPr>
          <p:spPr>
            <a:xfrm>
              <a:off x="1904" y="3494"/>
              <a:ext cx="1" cy="2"/>
            </a:xfrm>
            <a:prstGeom prst="line">
              <a:avLst/>
            </a:prstGeom>
            <a:ln w="0" cap="flat" cmpd="sng">
              <a:solidFill>
                <a:srgbClr val="FF0000"/>
              </a:solidFill>
              <a:prstDash val="solid"/>
              <a:round/>
              <a:headEnd type="none" w="med" len="med"/>
              <a:tailEnd type="none" w="med" len="med"/>
            </a:ln>
          </p:spPr>
        </p:sp>
        <p:sp>
          <p:nvSpPr>
            <p:cNvPr id="72648" name="Rectangle 969"/>
            <p:cNvSpPr/>
            <p:nvPr/>
          </p:nvSpPr>
          <p:spPr>
            <a:xfrm>
              <a:off x="1906" y="3494"/>
              <a:ext cx="246"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49" name="Line 970"/>
            <p:cNvSpPr/>
            <p:nvPr/>
          </p:nvSpPr>
          <p:spPr>
            <a:xfrm>
              <a:off x="1906" y="3494"/>
              <a:ext cx="246" cy="1"/>
            </a:xfrm>
            <a:prstGeom prst="line">
              <a:avLst/>
            </a:prstGeom>
            <a:ln w="0" cap="flat" cmpd="sng">
              <a:solidFill>
                <a:srgbClr val="FF0000"/>
              </a:solidFill>
              <a:prstDash val="solid"/>
              <a:round/>
              <a:headEnd type="none" w="med" len="med"/>
              <a:tailEnd type="none" w="med" len="med"/>
            </a:ln>
          </p:spPr>
        </p:sp>
        <p:sp>
          <p:nvSpPr>
            <p:cNvPr id="72650" name="Rectangle 971"/>
            <p:cNvSpPr/>
            <p:nvPr/>
          </p:nvSpPr>
          <p:spPr>
            <a:xfrm>
              <a:off x="2152"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51" name="Line 972"/>
            <p:cNvSpPr/>
            <p:nvPr/>
          </p:nvSpPr>
          <p:spPr>
            <a:xfrm>
              <a:off x="2152" y="3494"/>
              <a:ext cx="2" cy="1"/>
            </a:xfrm>
            <a:prstGeom prst="line">
              <a:avLst/>
            </a:prstGeom>
            <a:ln w="0" cap="flat" cmpd="sng">
              <a:solidFill>
                <a:srgbClr val="FF0000"/>
              </a:solidFill>
              <a:prstDash val="solid"/>
              <a:round/>
              <a:headEnd type="none" w="med" len="med"/>
              <a:tailEnd type="none" w="med" len="med"/>
            </a:ln>
          </p:spPr>
        </p:sp>
        <p:sp>
          <p:nvSpPr>
            <p:cNvPr id="72652" name="Line 973"/>
            <p:cNvSpPr/>
            <p:nvPr/>
          </p:nvSpPr>
          <p:spPr>
            <a:xfrm>
              <a:off x="2152" y="3494"/>
              <a:ext cx="1" cy="2"/>
            </a:xfrm>
            <a:prstGeom prst="line">
              <a:avLst/>
            </a:prstGeom>
            <a:ln w="0" cap="flat" cmpd="sng">
              <a:solidFill>
                <a:srgbClr val="FF0000"/>
              </a:solidFill>
              <a:prstDash val="solid"/>
              <a:round/>
              <a:headEnd type="none" w="med" len="med"/>
              <a:tailEnd type="none" w="med" len="med"/>
            </a:ln>
          </p:spPr>
        </p:sp>
        <p:sp>
          <p:nvSpPr>
            <p:cNvPr id="72653" name="Rectangle 974"/>
            <p:cNvSpPr/>
            <p:nvPr/>
          </p:nvSpPr>
          <p:spPr>
            <a:xfrm>
              <a:off x="2154" y="3494"/>
              <a:ext cx="275"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54" name="Line 975"/>
            <p:cNvSpPr/>
            <p:nvPr/>
          </p:nvSpPr>
          <p:spPr>
            <a:xfrm>
              <a:off x="2154" y="3494"/>
              <a:ext cx="275" cy="1"/>
            </a:xfrm>
            <a:prstGeom prst="line">
              <a:avLst/>
            </a:prstGeom>
            <a:ln w="0" cap="flat" cmpd="sng">
              <a:solidFill>
                <a:srgbClr val="FF0000"/>
              </a:solidFill>
              <a:prstDash val="solid"/>
              <a:round/>
              <a:headEnd type="none" w="med" len="med"/>
              <a:tailEnd type="none" w="med" len="med"/>
            </a:ln>
          </p:spPr>
        </p:sp>
        <p:sp>
          <p:nvSpPr>
            <p:cNvPr id="72655" name="Rectangle 976"/>
            <p:cNvSpPr/>
            <p:nvPr/>
          </p:nvSpPr>
          <p:spPr>
            <a:xfrm>
              <a:off x="2429"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56" name="Line 977"/>
            <p:cNvSpPr/>
            <p:nvPr/>
          </p:nvSpPr>
          <p:spPr>
            <a:xfrm>
              <a:off x="2429" y="3494"/>
              <a:ext cx="2" cy="1"/>
            </a:xfrm>
            <a:prstGeom prst="line">
              <a:avLst/>
            </a:prstGeom>
            <a:ln w="0" cap="flat" cmpd="sng">
              <a:solidFill>
                <a:srgbClr val="FF0000"/>
              </a:solidFill>
              <a:prstDash val="solid"/>
              <a:round/>
              <a:headEnd type="none" w="med" len="med"/>
              <a:tailEnd type="none" w="med" len="med"/>
            </a:ln>
          </p:spPr>
        </p:sp>
        <p:sp>
          <p:nvSpPr>
            <p:cNvPr id="72657" name="Line 978"/>
            <p:cNvSpPr/>
            <p:nvPr/>
          </p:nvSpPr>
          <p:spPr>
            <a:xfrm>
              <a:off x="2429" y="3494"/>
              <a:ext cx="0" cy="2"/>
            </a:xfrm>
            <a:prstGeom prst="line">
              <a:avLst/>
            </a:prstGeom>
            <a:ln w="0" cap="flat" cmpd="sng">
              <a:solidFill>
                <a:srgbClr val="FF0000"/>
              </a:solidFill>
              <a:prstDash val="solid"/>
              <a:round/>
              <a:headEnd type="none" w="med" len="med"/>
              <a:tailEnd type="none" w="med" len="med"/>
            </a:ln>
          </p:spPr>
        </p:sp>
        <p:sp>
          <p:nvSpPr>
            <p:cNvPr id="72658" name="Rectangle 979"/>
            <p:cNvSpPr/>
            <p:nvPr/>
          </p:nvSpPr>
          <p:spPr>
            <a:xfrm>
              <a:off x="2431" y="3494"/>
              <a:ext cx="275"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59" name="Line 980"/>
            <p:cNvSpPr/>
            <p:nvPr/>
          </p:nvSpPr>
          <p:spPr>
            <a:xfrm>
              <a:off x="2431" y="3494"/>
              <a:ext cx="275" cy="1"/>
            </a:xfrm>
            <a:prstGeom prst="line">
              <a:avLst/>
            </a:prstGeom>
            <a:ln w="0" cap="flat" cmpd="sng">
              <a:solidFill>
                <a:srgbClr val="FF0000"/>
              </a:solidFill>
              <a:prstDash val="solid"/>
              <a:round/>
              <a:headEnd type="none" w="med" len="med"/>
              <a:tailEnd type="none" w="med" len="med"/>
            </a:ln>
          </p:spPr>
        </p:sp>
        <p:sp>
          <p:nvSpPr>
            <p:cNvPr id="72660" name="Rectangle 981"/>
            <p:cNvSpPr/>
            <p:nvPr/>
          </p:nvSpPr>
          <p:spPr>
            <a:xfrm>
              <a:off x="2706"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61" name="Line 982"/>
            <p:cNvSpPr/>
            <p:nvPr/>
          </p:nvSpPr>
          <p:spPr>
            <a:xfrm>
              <a:off x="2706" y="3494"/>
              <a:ext cx="2" cy="1"/>
            </a:xfrm>
            <a:prstGeom prst="line">
              <a:avLst/>
            </a:prstGeom>
            <a:ln w="0" cap="flat" cmpd="sng">
              <a:solidFill>
                <a:srgbClr val="FF0000"/>
              </a:solidFill>
              <a:prstDash val="solid"/>
              <a:round/>
              <a:headEnd type="none" w="med" len="med"/>
              <a:tailEnd type="none" w="med" len="med"/>
            </a:ln>
          </p:spPr>
        </p:sp>
        <p:sp>
          <p:nvSpPr>
            <p:cNvPr id="72662" name="Line 983"/>
            <p:cNvSpPr/>
            <p:nvPr/>
          </p:nvSpPr>
          <p:spPr>
            <a:xfrm>
              <a:off x="2706" y="3494"/>
              <a:ext cx="0" cy="2"/>
            </a:xfrm>
            <a:prstGeom prst="line">
              <a:avLst/>
            </a:prstGeom>
            <a:ln w="0" cap="flat" cmpd="sng">
              <a:solidFill>
                <a:srgbClr val="FF0000"/>
              </a:solidFill>
              <a:prstDash val="solid"/>
              <a:round/>
              <a:headEnd type="none" w="med" len="med"/>
              <a:tailEnd type="none" w="med" len="med"/>
            </a:ln>
          </p:spPr>
        </p:sp>
        <p:sp>
          <p:nvSpPr>
            <p:cNvPr id="72663" name="Rectangle 984"/>
            <p:cNvSpPr/>
            <p:nvPr/>
          </p:nvSpPr>
          <p:spPr>
            <a:xfrm>
              <a:off x="2708" y="3494"/>
              <a:ext cx="274"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64" name="Line 985"/>
            <p:cNvSpPr/>
            <p:nvPr/>
          </p:nvSpPr>
          <p:spPr>
            <a:xfrm>
              <a:off x="2708" y="3494"/>
              <a:ext cx="274" cy="1"/>
            </a:xfrm>
            <a:prstGeom prst="line">
              <a:avLst/>
            </a:prstGeom>
            <a:ln w="0" cap="flat" cmpd="sng">
              <a:solidFill>
                <a:srgbClr val="FF0000"/>
              </a:solidFill>
              <a:prstDash val="solid"/>
              <a:round/>
              <a:headEnd type="none" w="med" len="med"/>
              <a:tailEnd type="none" w="med" len="med"/>
            </a:ln>
          </p:spPr>
        </p:sp>
        <p:sp>
          <p:nvSpPr>
            <p:cNvPr id="72665" name="Rectangle 986"/>
            <p:cNvSpPr/>
            <p:nvPr/>
          </p:nvSpPr>
          <p:spPr>
            <a:xfrm>
              <a:off x="2982"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66" name="Line 987"/>
            <p:cNvSpPr/>
            <p:nvPr/>
          </p:nvSpPr>
          <p:spPr>
            <a:xfrm>
              <a:off x="2982" y="3494"/>
              <a:ext cx="2" cy="1"/>
            </a:xfrm>
            <a:prstGeom prst="line">
              <a:avLst/>
            </a:prstGeom>
            <a:ln w="0" cap="flat" cmpd="sng">
              <a:solidFill>
                <a:srgbClr val="FF0000"/>
              </a:solidFill>
              <a:prstDash val="solid"/>
              <a:round/>
              <a:headEnd type="none" w="med" len="med"/>
              <a:tailEnd type="none" w="med" len="med"/>
            </a:ln>
          </p:spPr>
        </p:sp>
        <p:sp>
          <p:nvSpPr>
            <p:cNvPr id="72667" name="Line 988"/>
            <p:cNvSpPr/>
            <p:nvPr/>
          </p:nvSpPr>
          <p:spPr>
            <a:xfrm>
              <a:off x="2982" y="3494"/>
              <a:ext cx="0" cy="2"/>
            </a:xfrm>
            <a:prstGeom prst="line">
              <a:avLst/>
            </a:prstGeom>
            <a:ln w="0" cap="flat" cmpd="sng">
              <a:solidFill>
                <a:srgbClr val="FF0000"/>
              </a:solidFill>
              <a:prstDash val="solid"/>
              <a:round/>
              <a:headEnd type="none" w="med" len="med"/>
              <a:tailEnd type="none" w="med" len="med"/>
            </a:ln>
          </p:spPr>
        </p:sp>
        <p:sp>
          <p:nvSpPr>
            <p:cNvPr id="72668" name="Rectangle 989"/>
            <p:cNvSpPr/>
            <p:nvPr/>
          </p:nvSpPr>
          <p:spPr>
            <a:xfrm>
              <a:off x="171"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69" name="Line 990"/>
            <p:cNvSpPr/>
            <p:nvPr/>
          </p:nvSpPr>
          <p:spPr>
            <a:xfrm>
              <a:off x="171" y="3496"/>
              <a:ext cx="1" cy="294"/>
            </a:xfrm>
            <a:prstGeom prst="line">
              <a:avLst/>
            </a:prstGeom>
            <a:ln w="0" cap="flat" cmpd="sng">
              <a:solidFill>
                <a:srgbClr val="FF0000"/>
              </a:solidFill>
              <a:prstDash val="solid"/>
              <a:round/>
              <a:headEnd type="none" w="med" len="med"/>
              <a:tailEnd type="none" w="med" len="med"/>
            </a:ln>
          </p:spPr>
        </p:sp>
        <p:sp>
          <p:nvSpPr>
            <p:cNvPr id="72670" name="Rectangle 991"/>
            <p:cNvSpPr/>
            <p:nvPr/>
          </p:nvSpPr>
          <p:spPr>
            <a:xfrm>
              <a:off x="171"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71" name="Line 992"/>
            <p:cNvSpPr/>
            <p:nvPr/>
          </p:nvSpPr>
          <p:spPr>
            <a:xfrm>
              <a:off x="171" y="3790"/>
              <a:ext cx="2" cy="1"/>
            </a:xfrm>
            <a:prstGeom prst="line">
              <a:avLst/>
            </a:prstGeom>
            <a:ln w="0" cap="flat" cmpd="sng">
              <a:solidFill>
                <a:srgbClr val="FF0000"/>
              </a:solidFill>
              <a:prstDash val="solid"/>
              <a:round/>
              <a:headEnd type="none" w="med" len="med"/>
              <a:tailEnd type="none" w="med" len="med"/>
            </a:ln>
          </p:spPr>
        </p:sp>
        <p:sp>
          <p:nvSpPr>
            <p:cNvPr id="72672" name="Line 993"/>
            <p:cNvSpPr/>
            <p:nvPr/>
          </p:nvSpPr>
          <p:spPr>
            <a:xfrm>
              <a:off x="171" y="3790"/>
              <a:ext cx="1" cy="3"/>
            </a:xfrm>
            <a:prstGeom prst="line">
              <a:avLst/>
            </a:prstGeom>
            <a:ln w="0" cap="flat" cmpd="sng">
              <a:solidFill>
                <a:srgbClr val="FF0000"/>
              </a:solidFill>
              <a:prstDash val="solid"/>
              <a:round/>
              <a:headEnd type="none" w="med" len="med"/>
              <a:tailEnd type="none" w="med" len="med"/>
            </a:ln>
          </p:spPr>
        </p:sp>
        <p:sp>
          <p:nvSpPr>
            <p:cNvPr id="72673" name="Rectangle 994"/>
            <p:cNvSpPr/>
            <p:nvPr/>
          </p:nvSpPr>
          <p:spPr>
            <a:xfrm>
              <a:off x="171"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74" name="Line 995"/>
            <p:cNvSpPr/>
            <p:nvPr/>
          </p:nvSpPr>
          <p:spPr>
            <a:xfrm>
              <a:off x="171" y="3790"/>
              <a:ext cx="2" cy="1"/>
            </a:xfrm>
            <a:prstGeom prst="line">
              <a:avLst/>
            </a:prstGeom>
            <a:ln w="0" cap="flat" cmpd="sng">
              <a:solidFill>
                <a:srgbClr val="FF0000"/>
              </a:solidFill>
              <a:prstDash val="solid"/>
              <a:round/>
              <a:headEnd type="none" w="med" len="med"/>
              <a:tailEnd type="none" w="med" len="med"/>
            </a:ln>
          </p:spPr>
        </p:sp>
        <p:sp>
          <p:nvSpPr>
            <p:cNvPr id="72675" name="Line 996"/>
            <p:cNvSpPr/>
            <p:nvPr/>
          </p:nvSpPr>
          <p:spPr>
            <a:xfrm>
              <a:off x="171" y="3790"/>
              <a:ext cx="1" cy="3"/>
            </a:xfrm>
            <a:prstGeom prst="line">
              <a:avLst/>
            </a:prstGeom>
            <a:ln w="0" cap="flat" cmpd="sng">
              <a:solidFill>
                <a:srgbClr val="FF0000"/>
              </a:solidFill>
              <a:prstDash val="solid"/>
              <a:round/>
              <a:headEnd type="none" w="med" len="med"/>
              <a:tailEnd type="none" w="med" len="med"/>
            </a:ln>
          </p:spPr>
        </p:sp>
        <p:sp>
          <p:nvSpPr>
            <p:cNvPr id="72676" name="Rectangle 997"/>
            <p:cNvSpPr/>
            <p:nvPr/>
          </p:nvSpPr>
          <p:spPr>
            <a:xfrm>
              <a:off x="173" y="3790"/>
              <a:ext cx="24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77" name="Line 998"/>
            <p:cNvSpPr/>
            <p:nvPr/>
          </p:nvSpPr>
          <p:spPr>
            <a:xfrm>
              <a:off x="173" y="3790"/>
              <a:ext cx="244" cy="1"/>
            </a:xfrm>
            <a:prstGeom prst="line">
              <a:avLst/>
            </a:prstGeom>
            <a:ln w="0" cap="flat" cmpd="sng">
              <a:solidFill>
                <a:srgbClr val="FF0000"/>
              </a:solidFill>
              <a:prstDash val="solid"/>
              <a:round/>
              <a:headEnd type="none" w="med" len="med"/>
              <a:tailEnd type="none" w="med" len="med"/>
            </a:ln>
          </p:spPr>
        </p:sp>
        <p:sp>
          <p:nvSpPr>
            <p:cNvPr id="72678" name="Rectangle 999"/>
            <p:cNvSpPr/>
            <p:nvPr/>
          </p:nvSpPr>
          <p:spPr>
            <a:xfrm>
              <a:off x="417"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79" name="Line 1000"/>
            <p:cNvSpPr/>
            <p:nvPr/>
          </p:nvSpPr>
          <p:spPr>
            <a:xfrm>
              <a:off x="417" y="3496"/>
              <a:ext cx="1" cy="294"/>
            </a:xfrm>
            <a:prstGeom prst="line">
              <a:avLst/>
            </a:prstGeom>
            <a:ln w="0" cap="flat" cmpd="sng">
              <a:solidFill>
                <a:srgbClr val="FF0000"/>
              </a:solidFill>
              <a:prstDash val="solid"/>
              <a:round/>
              <a:headEnd type="none" w="med" len="med"/>
              <a:tailEnd type="none" w="med" len="med"/>
            </a:ln>
          </p:spPr>
        </p:sp>
        <p:sp>
          <p:nvSpPr>
            <p:cNvPr id="72680" name="Rectangle 1001"/>
            <p:cNvSpPr/>
            <p:nvPr/>
          </p:nvSpPr>
          <p:spPr>
            <a:xfrm>
              <a:off x="417"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81" name="Line 1002"/>
            <p:cNvSpPr/>
            <p:nvPr/>
          </p:nvSpPr>
          <p:spPr>
            <a:xfrm>
              <a:off x="417" y="3790"/>
              <a:ext cx="2" cy="1"/>
            </a:xfrm>
            <a:prstGeom prst="line">
              <a:avLst/>
            </a:prstGeom>
            <a:ln w="0" cap="flat" cmpd="sng">
              <a:solidFill>
                <a:srgbClr val="FF0000"/>
              </a:solidFill>
              <a:prstDash val="solid"/>
              <a:round/>
              <a:headEnd type="none" w="med" len="med"/>
              <a:tailEnd type="none" w="med" len="med"/>
            </a:ln>
          </p:spPr>
        </p:sp>
        <p:sp>
          <p:nvSpPr>
            <p:cNvPr id="72682" name="Line 1003"/>
            <p:cNvSpPr/>
            <p:nvPr/>
          </p:nvSpPr>
          <p:spPr>
            <a:xfrm>
              <a:off x="417" y="3790"/>
              <a:ext cx="1" cy="3"/>
            </a:xfrm>
            <a:prstGeom prst="line">
              <a:avLst/>
            </a:prstGeom>
            <a:ln w="0" cap="flat" cmpd="sng">
              <a:solidFill>
                <a:srgbClr val="FF0000"/>
              </a:solidFill>
              <a:prstDash val="solid"/>
              <a:round/>
              <a:headEnd type="none" w="med" len="med"/>
              <a:tailEnd type="none" w="med" len="med"/>
            </a:ln>
          </p:spPr>
        </p:sp>
        <p:sp>
          <p:nvSpPr>
            <p:cNvPr id="72683" name="Rectangle 1004"/>
            <p:cNvSpPr/>
            <p:nvPr/>
          </p:nvSpPr>
          <p:spPr>
            <a:xfrm>
              <a:off x="419" y="3790"/>
              <a:ext cx="246"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84" name="Line 1005"/>
            <p:cNvSpPr/>
            <p:nvPr/>
          </p:nvSpPr>
          <p:spPr>
            <a:xfrm>
              <a:off x="419" y="3790"/>
              <a:ext cx="246" cy="1"/>
            </a:xfrm>
            <a:prstGeom prst="line">
              <a:avLst/>
            </a:prstGeom>
            <a:ln w="0" cap="flat" cmpd="sng">
              <a:solidFill>
                <a:srgbClr val="FF0000"/>
              </a:solidFill>
              <a:prstDash val="solid"/>
              <a:round/>
              <a:headEnd type="none" w="med" len="med"/>
              <a:tailEnd type="none" w="med" len="med"/>
            </a:ln>
          </p:spPr>
        </p:sp>
        <p:sp>
          <p:nvSpPr>
            <p:cNvPr id="72685" name="Rectangle 1006"/>
            <p:cNvSpPr/>
            <p:nvPr/>
          </p:nvSpPr>
          <p:spPr>
            <a:xfrm>
              <a:off x="665"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86" name="Line 1007"/>
            <p:cNvSpPr/>
            <p:nvPr/>
          </p:nvSpPr>
          <p:spPr>
            <a:xfrm>
              <a:off x="665" y="3496"/>
              <a:ext cx="1" cy="294"/>
            </a:xfrm>
            <a:prstGeom prst="line">
              <a:avLst/>
            </a:prstGeom>
            <a:ln w="0" cap="flat" cmpd="sng">
              <a:solidFill>
                <a:srgbClr val="FF0000"/>
              </a:solidFill>
              <a:prstDash val="solid"/>
              <a:round/>
              <a:headEnd type="none" w="med" len="med"/>
              <a:tailEnd type="none" w="med" len="med"/>
            </a:ln>
          </p:spPr>
        </p:sp>
        <p:sp>
          <p:nvSpPr>
            <p:cNvPr id="72687" name="Rectangle 1008"/>
            <p:cNvSpPr/>
            <p:nvPr/>
          </p:nvSpPr>
          <p:spPr>
            <a:xfrm>
              <a:off x="665"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88" name="Line 1009"/>
            <p:cNvSpPr/>
            <p:nvPr/>
          </p:nvSpPr>
          <p:spPr>
            <a:xfrm>
              <a:off x="665" y="3790"/>
              <a:ext cx="2" cy="1"/>
            </a:xfrm>
            <a:prstGeom prst="line">
              <a:avLst/>
            </a:prstGeom>
            <a:ln w="0" cap="flat" cmpd="sng">
              <a:solidFill>
                <a:srgbClr val="FF0000"/>
              </a:solidFill>
              <a:prstDash val="solid"/>
              <a:round/>
              <a:headEnd type="none" w="med" len="med"/>
              <a:tailEnd type="none" w="med" len="med"/>
            </a:ln>
          </p:spPr>
        </p:sp>
        <p:sp>
          <p:nvSpPr>
            <p:cNvPr id="72689" name="Line 1010"/>
            <p:cNvSpPr/>
            <p:nvPr/>
          </p:nvSpPr>
          <p:spPr>
            <a:xfrm>
              <a:off x="665" y="3790"/>
              <a:ext cx="1" cy="3"/>
            </a:xfrm>
            <a:prstGeom prst="line">
              <a:avLst/>
            </a:prstGeom>
            <a:ln w="0" cap="flat" cmpd="sng">
              <a:solidFill>
                <a:srgbClr val="FF0000"/>
              </a:solidFill>
              <a:prstDash val="solid"/>
              <a:round/>
              <a:headEnd type="none" w="med" len="med"/>
              <a:tailEnd type="none" w="med" len="med"/>
            </a:ln>
          </p:spPr>
        </p:sp>
        <p:sp>
          <p:nvSpPr>
            <p:cNvPr id="72690" name="Rectangle 1011"/>
            <p:cNvSpPr/>
            <p:nvPr/>
          </p:nvSpPr>
          <p:spPr>
            <a:xfrm>
              <a:off x="667" y="3790"/>
              <a:ext cx="246"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91" name="Line 1012"/>
            <p:cNvSpPr/>
            <p:nvPr/>
          </p:nvSpPr>
          <p:spPr>
            <a:xfrm>
              <a:off x="667" y="3790"/>
              <a:ext cx="246" cy="1"/>
            </a:xfrm>
            <a:prstGeom prst="line">
              <a:avLst/>
            </a:prstGeom>
            <a:ln w="0" cap="flat" cmpd="sng">
              <a:solidFill>
                <a:srgbClr val="FF0000"/>
              </a:solidFill>
              <a:prstDash val="solid"/>
              <a:round/>
              <a:headEnd type="none" w="med" len="med"/>
              <a:tailEnd type="none" w="med" len="med"/>
            </a:ln>
          </p:spPr>
        </p:sp>
        <p:sp>
          <p:nvSpPr>
            <p:cNvPr id="72692" name="Rectangle 1013"/>
            <p:cNvSpPr/>
            <p:nvPr/>
          </p:nvSpPr>
          <p:spPr>
            <a:xfrm>
              <a:off x="913"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93" name="Line 1014"/>
            <p:cNvSpPr/>
            <p:nvPr/>
          </p:nvSpPr>
          <p:spPr>
            <a:xfrm>
              <a:off x="913" y="3496"/>
              <a:ext cx="1" cy="294"/>
            </a:xfrm>
            <a:prstGeom prst="line">
              <a:avLst/>
            </a:prstGeom>
            <a:ln w="0" cap="flat" cmpd="sng">
              <a:solidFill>
                <a:srgbClr val="FF0000"/>
              </a:solidFill>
              <a:prstDash val="solid"/>
              <a:round/>
              <a:headEnd type="none" w="med" len="med"/>
              <a:tailEnd type="none" w="med" len="med"/>
            </a:ln>
          </p:spPr>
        </p:sp>
        <p:sp>
          <p:nvSpPr>
            <p:cNvPr id="72694" name="Rectangle 1015"/>
            <p:cNvSpPr/>
            <p:nvPr/>
          </p:nvSpPr>
          <p:spPr>
            <a:xfrm>
              <a:off x="913"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95" name="Line 1016"/>
            <p:cNvSpPr/>
            <p:nvPr/>
          </p:nvSpPr>
          <p:spPr>
            <a:xfrm>
              <a:off x="913" y="3790"/>
              <a:ext cx="2" cy="1"/>
            </a:xfrm>
            <a:prstGeom prst="line">
              <a:avLst/>
            </a:prstGeom>
            <a:ln w="0" cap="flat" cmpd="sng">
              <a:solidFill>
                <a:srgbClr val="FF0000"/>
              </a:solidFill>
              <a:prstDash val="solid"/>
              <a:round/>
              <a:headEnd type="none" w="med" len="med"/>
              <a:tailEnd type="none" w="med" len="med"/>
            </a:ln>
          </p:spPr>
        </p:sp>
        <p:sp>
          <p:nvSpPr>
            <p:cNvPr id="72696" name="Line 1017"/>
            <p:cNvSpPr/>
            <p:nvPr/>
          </p:nvSpPr>
          <p:spPr>
            <a:xfrm>
              <a:off x="913" y="3790"/>
              <a:ext cx="1" cy="3"/>
            </a:xfrm>
            <a:prstGeom prst="line">
              <a:avLst/>
            </a:prstGeom>
            <a:ln w="0" cap="flat" cmpd="sng">
              <a:solidFill>
                <a:srgbClr val="FF0000"/>
              </a:solidFill>
              <a:prstDash val="solid"/>
              <a:round/>
              <a:headEnd type="none" w="med" len="med"/>
              <a:tailEnd type="none" w="med" len="med"/>
            </a:ln>
          </p:spPr>
        </p:sp>
        <p:sp>
          <p:nvSpPr>
            <p:cNvPr id="72697" name="Rectangle 1018"/>
            <p:cNvSpPr/>
            <p:nvPr/>
          </p:nvSpPr>
          <p:spPr>
            <a:xfrm>
              <a:off x="915" y="3790"/>
              <a:ext cx="246"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98" name="Line 1019"/>
            <p:cNvSpPr/>
            <p:nvPr/>
          </p:nvSpPr>
          <p:spPr>
            <a:xfrm>
              <a:off x="915" y="3790"/>
              <a:ext cx="246" cy="1"/>
            </a:xfrm>
            <a:prstGeom prst="line">
              <a:avLst/>
            </a:prstGeom>
            <a:ln w="0" cap="flat" cmpd="sng">
              <a:solidFill>
                <a:srgbClr val="FF0000"/>
              </a:solidFill>
              <a:prstDash val="solid"/>
              <a:round/>
              <a:headEnd type="none" w="med" len="med"/>
              <a:tailEnd type="none" w="med" len="med"/>
            </a:ln>
          </p:spPr>
        </p:sp>
        <p:sp>
          <p:nvSpPr>
            <p:cNvPr id="72699" name="Rectangle 1020"/>
            <p:cNvSpPr/>
            <p:nvPr/>
          </p:nvSpPr>
          <p:spPr>
            <a:xfrm>
              <a:off x="1161"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00" name="Line 1021"/>
            <p:cNvSpPr/>
            <p:nvPr/>
          </p:nvSpPr>
          <p:spPr>
            <a:xfrm>
              <a:off x="1161" y="3496"/>
              <a:ext cx="1" cy="294"/>
            </a:xfrm>
            <a:prstGeom prst="line">
              <a:avLst/>
            </a:prstGeom>
            <a:ln w="0" cap="flat" cmpd="sng">
              <a:solidFill>
                <a:srgbClr val="FF0000"/>
              </a:solidFill>
              <a:prstDash val="solid"/>
              <a:round/>
              <a:headEnd type="none" w="med" len="med"/>
              <a:tailEnd type="none" w="med" len="med"/>
            </a:ln>
          </p:spPr>
        </p:sp>
        <p:sp>
          <p:nvSpPr>
            <p:cNvPr id="72701" name="Rectangle 1022"/>
            <p:cNvSpPr/>
            <p:nvPr/>
          </p:nvSpPr>
          <p:spPr>
            <a:xfrm>
              <a:off x="1161"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02" name="Line 1023"/>
            <p:cNvSpPr/>
            <p:nvPr/>
          </p:nvSpPr>
          <p:spPr>
            <a:xfrm>
              <a:off x="1161" y="3790"/>
              <a:ext cx="2" cy="1"/>
            </a:xfrm>
            <a:prstGeom prst="line">
              <a:avLst/>
            </a:prstGeom>
            <a:ln w="0" cap="flat" cmpd="sng">
              <a:solidFill>
                <a:srgbClr val="FF0000"/>
              </a:solidFill>
              <a:prstDash val="solid"/>
              <a:round/>
              <a:headEnd type="none" w="med" len="med"/>
              <a:tailEnd type="none" w="med" len="med"/>
            </a:ln>
          </p:spPr>
        </p:sp>
        <p:sp>
          <p:nvSpPr>
            <p:cNvPr id="72703" name="Line 1024"/>
            <p:cNvSpPr/>
            <p:nvPr/>
          </p:nvSpPr>
          <p:spPr>
            <a:xfrm>
              <a:off x="1161" y="3790"/>
              <a:ext cx="1" cy="3"/>
            </a:xfrm>
            <a:prstGeom prst="line">
              <a:avLst/>
            </a:prstGeom>
            <a:ln w="0" cap="flat" cmpd="sng">
              <a:solidFill>
                <a:srgbClr val="FF0000"/>
              </a:solidFill>
              <a:prstDash val="solid"/>
              <a:round/>
              <a:headEnd type="none" w="med" len="med"/>
              <a:tailEnd type="none" w="med" len="med"/>
            </a:ln>
          </p:spPr>
        </p:sp>
        <p:sp>
          <p:nvSpPr>
            <p:cNvPr id="72704" name="Rectangle 1025"/>
            <p:cNvSpPr/>
            <p:nvPr/>
          </p:nvSpPr>
          <p:spPr>
            <a:xfrm>
              <a:off x="1163" y="3790"/>
              <a:ext cx="247"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05" name="Line 1026"/>
            <p:cNvSpPr/>
            <p:nvPr/>
          </p:nvSpPr>
          <p:spPr>
            <a:xfrm>
              <a:off x="1163" y="3790"/>
              <a:ext cx="247" cy="1"/>
            </a:xfrm>
            <a:prstGeom prst="line">
              <a:avLst/>
            </a:prstGeom>
            <a:ln w="0" cap="flat" cmpd="sng">
              <a:solidFill>
                <a:srgbClr val="FF0000"/>
              </a:solidFill>
              <a:prstDash val="solid"/>
              <a:round/>
              <a:headEnd type="none" w="med" len="med"/>
              <a:tailEnd type="none" w="med" len="med"/>
            </a:ln>
          </p:spPr>
        </p:sp>
        <p:sp>
          <p:nvSpPr>
            <p:cNvPr id="72706" name="Rectangle 1027"/>
            <p:cNvSpPr/>
            <p:nvPr/>
          </p:nvSpPr>
          <p:spPr>
            <a:xfrm>
              <a:off x="1410"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07" name="Line 1028"/>
            <p:cNvSpPr/>
            <p:nvPr/>
          </p:nvSpPr>
          <p:spPr>
            <a:xfrm>
              <a:off x="1410" y="3496"/>
              <a:ext cx="1" cy="294"/>
            </a:xfrm>
            <a:prstGeom prst="line">
              <a:avLst/>
            </a:prstGeom>
            <a:ln w="0" cap="flat" cmpd="sng">
              <a:solidFill>
                <a:srgbClr val="FF0000"/>
              </a:solidFill>
              <a:prstDash val="solid"/>
              <a:round/>
              <a:headEnd type="none" w="med" len="med"/>
              <a:tailEnd type="none" w="med" len="med"/>
            </a:ln>
          </p:spPr>
        </p:sp>
        <p:sp>
          <p:nvSpPr>
            <p:cNvPr id="72708" name="Rectangle 1029"/>
            <p:cNvSpPr/>
            <p:nvPr/>
          </p:nvSpPr>
          <p:spPr>
            <a:xfrm>
              <a:off x="1410"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09" name="Line 1030"/>
            <p:cNvSpPr/>
            <p:nvPr/>
          </p:nvSpPr>
          <p:spPr>
            <a:xfrm>
              <a:off x="1410" y="3790"/>
              <a:ext cx="2" cy="1"/>
            </a:xfrm>
            <a:prstGeom prst="line">
              <a:avLst/>
            </a:prstGeom>
            <a:ln w="0" cap="flat" cmpd="sng">
              <a:solidFill>
                <a:srgbClr val="FF0000"/>
              </a:solidFill>
              <a:prstDash val="solid"/>
              <a:round/>
              <a:headEnd type="none" w="med" len="med"/>
              <a:tailEnd type="none" w="med" len="med"/>
            </a:ln>
          </p:spPr>
        </p:sp>
        <p:sp>
          <p:nvSpPr>
            <p:cNvPr id="72710" name="Line 1031"/>
            <p:cNvSpPr/>
            <p:nvPr/>
          </p:nvSpPr>
          <p:spPr>
            <a:xfrm>
              <a:off x="1410" y="3790"/>
              <a:ext cx="1" cy="3"/>
            </a:xfrm>
            <a:prstGeom prst="line">
              <a:avLst/>
            </a:prstGeom>
            <a:ln w="0" cap="flat" cmpd="sng">
              <a:solidFill>
                <a:srgbClr val="FF0000"/>
              </a:solidFill>
              <a:prstDash val="solid"/>
              <a:round/>
              <a:headEnd type="none" w="med" len="med"/>
              <a:tailEnd type="none" w="med" len="med"/>
            </a:ln>
          </p:spPr>
        </p:sp>
        <p:sp>
          <p:nvSpPr>
            <p:cNvPr id="72711" name="Rectangle 1032"/>
            <p:cNvSpPr/>
            <p:nvPr/>
          </p:nvSpPr>
          <p:spPr>
            <a:xfrm>
              <a:off x="1412" y="3790"/>
              <a:ext cx="24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12" name="Line 1033"/>
            <p:cNvSpPr/>
            <p:nvPr/>
          </p:nvSpPr>
          <p:spPr>
            <a:xfrm>
              <a:off x="1412" y="3790"/>
              <a:ext cx="244" cy="1"/>
            </a:xfrm>
            <a:prstGeom prst="line">
              <a:avLst/>
            </a:prstGeom>
            <a:ln w="0" cap="flat" cmpd="sng">
              <a:solidFill>
                <a:srgbClr val="FF0000"/>
              </a:solidFill>
              <a:prstDash val="solid"/>
              <a:round/>
              <a:headEnd type="none" w="med" len="med"/>
              <a:tailEnd type="none" w="med" len="med"/>
            </a:ln>
          </p:spPr>
        </p:sp>
        <p:sp>
          <p:nvSpPr>
            <p:cNvPr id="72713" name="Rectangle 1034"/>
            <p:cNvSpPr/>
            <p:nvPr/>
          </p:nvSpPr>
          <p:spPr>
            <a:xfrm>
              <a:off x="1656"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14" name="Line 1035"/>
            <p:cNvSpPr/>
            <p:nvPr/>
          </p:nvSpPr>
          <p:spPr>
            <a:xfrm>
              <a:off x="1656" y="3496"/>
              <a:ext cx="0" cy="294"/>
            </a:xfrm>
            <a:prstGeom prst="line">
              <a:avLst/>
            </a:prstGeom>
            <a:ln w="0" cap="flat" cmpd="sng">
              <a:solidFill>
                <a:srgbClr val="FF0000"/>
              </a:solidFill>
              <a:prstDash val="solid"/>
              <a:round/>
              <a:headEnd type="none" w="med" len="med"/>
              <a:tailEnd type="none" w="med" len="med"/>
            </a:ln>
          </p:spPr>
        </p:sp>
        <p:sp>
          <p:nvSpPr>
            <p:cNvPr id="72715" name="Rectangle 1036"/>
            <p:cNvSpPr/>
            <p:nvPr/>
          </p:nvSpPr>
          <p:spPr>
            <a:xfrm>
              <a:off x="1656"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16" name="Line 1037"/>
            <p:cNvSpPr/>
            <p:nvPr/>
          </p:nvSpPr>
          <p:spPr>
            <a:xfrm>
              <a:off x="1656" y="3790"/>
              <a:ext cx="2" cy="1"/>
            </a:xfrm>
            <a:prstGeom prst="line">
              <a:avLst/>
            </a:prstGeom>
            <a:ln w="0" cap="flat" cmpd="sng">
              <a:solidFill>
                <a:srgbClr val="FF0000"/>
              </a:solidFill>
              <a:prstDash val="solid"/>
              <a:round/>
              <a:headEnd type="none" w="med" len="med"/>
              <a:tailEnd type="none" w="med" len="med"/>
            </a:ln>
          </p:spPr>
        </p:sp>
        <p:sp>
          <p:nvSpPr>
            <p:cNvPr id="72717" name="Line 1038"/>
            <p:cNvSpPr/>
            <p:nvPr/>
          </p:nvSpPr>
          <p:spPr>
            <a:xfrm>
              <a:off x="1656" y="3790"/>
              <a:ext cx="0" cy="3"/>
            </a:xfrm>
            <a:prstGeom prst="line">
              <a:avLst/>
            </a:prstGeom>
            <a:ln w="0" cap="flat" cmpd="sng">
              <a:solidFill>
                <a:srgbClr val="FF0000"/>
              </a:solidFill>
              <a:prstDash val="solid"/>
              <a:round/>
              <a:headEnd type="none" w="med" len="med"/>
              <a:tailEnd type="none" w="med" len="med"/>
            </a:ln>
          </p:spPr>
        </p:sp>
        <p:sp>
          <p:nvSpPr>
            <p:cNvPr id="72718" name="Rectangle 1039"/>
            <p:cNvSpPr/>
            <p:nvPr/>
          </p:nvSpPr>
          <p:spPr>
            <a:xfrm>
              <a:off x="1658" y="3790"/>
              <a:ext cx="246"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19" name="Line 1040"/>
            <p:cNvSpPr/>
            <p:nvPr/>
          </p:nvSpPr>
          <p:spPr>
            <a:xfrm>
              <a:off x="1658" y="3790"/>
              <a:ext cx="246" cy="1"/>
            </a:xfrm>
            <a:prstGeom prst="line">
              <a:avLst/>
            </a:prstGeom>
            <a:ln w="0" cap="flat" cmpd="sng">
              <a:solidFill>
                <a:srgbClr val="FF0000"/>
              </a:solidFill>
              <a:prstDash val="solid"/>
              <a:round/>
              <a:headEnd type="none" w="med" len="med"/>
              <a:tailEnd type="none" w="med" len="med"/>
            </a:ln>
          </p:spPr>
        </p:sp>
        <p:sp>
          <p:nvSpPr>
            <p:cNvPr id="72720" name="Rectangle 1041"/>
            <p:cNvSpPr/>
            <p:nvPr/>
          </p:nvSpPr>
          <p:spPr>
            <a:xfrm>
              <a:off x="1904"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21" name="Line 1042"/>
            <p:cNvSpPr/>
            <p:nvPr/>
          </p:nvSpPr>
          <p:spPr>
            <a:xfrm>
              <a:off x="1904" y="3496"/>
              <a:ext cx="1" cy="294"/>
            </a:xfrm>
            <a:prstGeom prst="line">
              <a:avLst/>
            </a:prstGeom>
            <a:ln w="0" cap="flat" cmpd="sng">
              <a:solidFill>
                <a:srgbClr val="FF0000"/>
              </a:solidFill>
              <a:prstDash val="solid"/>
              <a:round/>
              <a:headEnd type="none" w="med" len="med"/>
              <a:tailEnd type="none" w="med" len="med"/>
            </a:ln>
          </p:spPr>
        </p:sp>
        <p:sp>
          <p:nvSpPr>
            <p:cNvPr id="72722" name="Rectangle 1043"/>
            <p:cNvSpPr/>
            <p:nvPr/>
          </p:nvSpPr>
          <p:spPr>
            <a:xfrm>
              <a:off x="1904"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23" name="Line 1044"/>
            <p:cNvSpPr/>
            <p:nvPr/>
          </p:nvSpPr>
          <p:spPr>
            <a:xfrm>
              <a:off x="1904" y="3790"/>
              <a:ext cx="2" cy="1"/>
            </a:xfrm>
            <a:prstGeom prst="line">
              <a:avLst/>
            </a:prstGeom>
            <a:ln w="0" cap="flat" cmpd="sng">
              <a:solidFill>
                <a:srgbClr val="FF0000"/>
              </a:solidFill>
              <a:prstDash val="solid"/>
              <a:round/>
              <a:headEnd type="none" w="med" len="med"/>
              <a:tailEnd type="none" w="med" len="med"/>
            </a:ln>
          </p:spPr>
        </p:sp>
        <p:sp>
          <p:nvSpPr>
            <p:cNvPr id="72724" name="Line 1045"/>
            <p:cNvSpPr/>
            <p:nvPr/>
          </p:nvSpPr>
          <p:spPr>
            <a:xfrm>
              <a:off x="1904" y="3790"/>
              <a:ext cx="1" cy="3"/>
            </a:xfrm>
            <a:prstGeom prst="line">
              <a:avLst/>
            </a:prstGeom>
            <a:ln w="0" cap="flat" cmpd="sng">
              <a:solidFill>
                <a:srgbClr val="FF0000"/>
              </a:solidFill>
              <a:prstDash val="solid"/>
              <a:round/>
              <a:headEnd type="none" w="med" len="med"/>
              <a:tailEnd type="none" w="med" len="med"/>
            </a:ln>
          </p:spPr>
        </p:sp>
        <p:sp>
          <p:nvSpPr>
            <p:cNvPr id="72725" name="Rectangle 1046"/>
            <p:cNvSpPr/>
            <p:nvPr/>
          </p:nvSpPr>
          <p:spPr>
            <a:xfrm>
              <a:off x="1906" y="3790"/>
              <a:ext cx="246"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26" name="Line 1047"/>
            <p:cNvSpPr/>
            <p:nvPr/>
          </p:nvSpPr>
          <p:spPr>
            <a:xfrm>
              <a:off x="1906" y="3790"/>
              <a:ext cx="246" cy="1"/>
            </a:xfrm>
            <a:prstGeom prst="line">
              <a:avLst/>
            </a:prstGeom>
            <a:ln w="0" cap="flat" cmpd="sng">
              <a:solidFill>
                <a:srgbClr val="FF0000"/>
              </a:solidFill>
              <a:prstDash val="solid"/>
              <a:round/>
              <a:headEnd type="none" w="med" len="med"/>
              <a:tailEnd type="none" w="med" len="med"/>
            </a:ln>
          </p:spPr>
        </p:sp>
        <p:sp>
          <p:nvSpPr>
            <p:cNvPr id="72727" name="Rectangle 1048"/>
            <p:cNvSpPr/>
            <p:nvPr/>
          </p:nvSpPr>
          <p:spPr>
            <a:xfrm>
              <a:off x="2152"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28" name="Line 1049"/>
            <p:cNvSpPr/>
            <p:nvPr/>
          </p:nvSpPr>
          <p:spPr>
            <a:xfrm>
              <a:off x="2152" y="3496"/>
              <a:ext cx="1" cy="294"/>
            </a:xfrm>
            <a:prstGeom prst="line">
              <a:avLst/>
            </a:prstGeom>
            <a:ln w="0" cap="flat" cmpd="sng">
              <a:solidFill>
                <a:srgbClr val="FF0000"/>
              </a:solidFill>
              <a:prstDash val="solid"/>
              <a:round/>
              <a:headEnd type="none" w="med" len="med"/>
              <a:tailEnd type="none" w="med" len="med"/>
            </a:ln>
          </p:spPr>
        </p:sp>
        <p:sp>
          <p:nvSpPr>
            <p:cNvPr id="72729" name="Rectangle 1050"/>
            <p:cNvSpPr/>
            <p:nvPr/>
          </p:nvSpPr>
          <p:spPr>
            <a:xfrm>
              <a:off x="2152"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30" name="Line 1051"/>
            <p:cNvSpPr/>
            <p:nvPr/>
          </p:nvSpPr>
          <p:spPr>
            <a:xfrm>
              <a:off x="2152" y="3790"/>
              <a:ext cx="2" cy="1"/>
            </a:xfrm>
            <a:prstGeom prst="line">
              <a:avLst/>
            </a:prstGeom>
            <a:ln w="0" cap="flat" cmpd="sng">
              <a:solidFill>
                <a:srgbClr val="FF0000"/>
              </a:solidFill>
              <a:prstDash val="solid"/>
              <a:round/>
              <a:headEnd type="none" w="med" len="med"/>
              <a:tailEnd type="none" w="med" len="med"/>
            </a:ln>
          </p:spPr>
        </p:sp>
        <p:sp>
          <p:nvSpPr>
            <p:cNvPr id="72731" name="Line 1052"/>
            <p:cNvSpPr/>
            <p:nvPr/>
          </p:nvSpPr>
          <p:spPr>
            <a:xfrm>
              <a:off x="2152" y="3790"/>
              <a:ext cx="1" cy="3"/>
            </a:xfrm>
            <a:prstGeom prst="line">
              <a:avLst/>
            </a:prstGeom>
            <a:ln w="0" cap="flat" cmpd="sng">
              <a:solidFill>
                <a:srgbClr val="FF0000"/>
              </a:solidFill>
              <a:prstDash val="solid"/>
              <a:round/>
              <a:headEnd type="none" w="med" len="med"/>
              <a:tailEnd type="none" w="med" len="med"/>
            </a:ln>
          </p:spPr>
        </p:sp>
        <p:sp>
          <p:nvSpPr>
            <p:cNvPr id="72732" name="Rectangle 1053"/>
            <p:cNvSpPr/>
            <p:nvPr/>
          </p:nvSpPr>
          <p:spPr>
            <a:xfrm>
              <a:off x="2154" y="3790"/>
              <a:ext cx="27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33" name="Line 1054"/>
            <p:cNvSpPr/>
            <p:nvPr/>
          </p:nvSpPr>
          <p:spPr>
            <a:xfrm>
              <a:off x="2154" y="3790"/>
              <a:ext cx="275" cy="1"/>
            </a:xfrm>
            <a:prstGeom prst="line">
              <a:avLst/>
            </a:prstGeom>
            <a:ln w="0" cap="flat" cmpd="sng">
              <a:solidFill>
                <a:srgbClr val="FF0000"/>
              </a:solidFill>
              <a:prstDash val="solid"/>
              <a:round/>
              <a:headEnd type="none" w="med" len="med"/>
              <a:tailEnd type="none" w="med" len="med"/>
            </a:ln>
          </p:spPr>
        </p:sp>
        <p:sp>
          <p:nvSpPr>
            <p:cNvPr id="72734" name="Rectangle 1055"/>
            <p:cNvSpPr/>
            <p:nvPr/>
          </p:nvSpPr>
          <p:spPr>
            <a:xfrm>
              <a:off x="2429"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35" name="Line 1056"/>
            <p:cNvSpPr/>
            <p:nvPr/>
          </p:nvSpPr>
          <p:spPr>
            <a:xfrm>
              <a:off x="2429" y="3496"/>
              <a:ext cx="0" cy="294"/>
            </a:xfrm>
            <a:prstGeom prst="line">
              <a:avLst/>
            </a:prstGeom>
            <a:ln w="0" cap="flat" cmpd="sng">
              <a:solidFill>
                <a:srgbClr val="FF0000"/>
              </a:solidFill>
              <a:prstDash val="solid"/>
              <a:round/>
              <a:headEnd type="none" w="med" len="med"/>
              <a:tailEnd type="none" w="med" len="med"/>
            </a:ln>
          </p:spPr>
        </p:sp>
        <p:sp>
          <p:nvSpPr>
            <p:cNvPr id="72736" name="Rectangle 1057"/>
            <p:cNvSpPr/>
            <p:nvPr/>
          </p:nvSpPr>
          <p:spPr>
            <a:xfrm>
              <a:off x="2429"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37" name="Line 1058"/>
            <p:cNvSpPr/>
            <p:nvPr/>
          </p:nvSpPr>
          <p:spPr>
            <a:xfrm>
              <a:off x="2429" y="3790"/>
              <a:ext cx="2" cy="1"/>
            </a:xfrm>
            <a:prstGeom prst="line">
              <a:avLst/>
            </a:prstGeom>
            <a:ln w="0" cap="flat" cmpd="sng">
              <a:solidFill>
                <a:srgbClr val="FF0000"/>
              </a:solidFill>
              <a:prstDash val="solid"/>
              <a:round/>
              <a:headEnd type="none" w="med" len="med"/>
              <a:tailEnd type="none" w="med" len="med"/>
            </a:ln>
          </p:spPr>
        </p:sp>
        <p:sp>
          <p:nvSpPr>
            <p:cNvPr id="72738" name="Line 1059"/>
            <p:cNvSpPr/>
            <p:nvPr/>
          </p:nvSpPr>
          <p:spPr>
            <a:xfrm>
              <a:off x="2429" y="3790"/>
              <a:ext cx="0" cy="3"/>
            </a:xfrm>
            <a:prstGeom prst="line">
              <a:avLst/>
            </a:prstGeom>
            <a:ln w="0" cap="flat" cmpd="sng">
              <a:solidFill>
                <a:srgbClr val="FF0000"/>
              </a:solidFill>
              <a:prstDash val="solid"/>
              <a:round/>
              <a:headEnd type="none" w="med" len="med"/>
              <a:tailEnd type="none" w="med" len="med"/>
            </a:ln>
          </p:spPr>
        </p:sp>
        <p:sp>
          <p:nvSpPr>
            <p:cNvPr id="72739" name="Rectangle 1060"/>
            <p:cNvSpPr/>
            <p:nvPr/>
          </p:nvSpPr>
          <p:spPr>
            <a:xfrm>
              <a:off x="2431" y="3790"/>
              <a:ext cx="27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40" name="Line 1061"/>
            <p:cNvSpPr/>
            <p:nvPr/>
          </p:nvSpPr>
          <p:spPr>
            <a:xfrm>
              <a:off x="2431" y="3790"/>
              <a:ext cx="275" cy="1"/>
            </a:xfrm>
            <a:prstGeom prst="line">
              <a:avLst/>
            </a:prstGeom>
            <a:ln w="0" cap="flat" cmpd="sng">
              <a:solidFill>
                <a:srgbClr val="FF0000"/>
              </a:solidFill>
              <a:prstDash val="solid"/>
              <a:round/>
              <a:headEnd type="none" w="med" len="med"/>
              <a:tailEnd type="none" w="med" len="med"/>
            </a:ln>
          </p:spPr>
        </p:sp>
        <p:sp>
          <p:nvSpPr>
            <p:cNvPr id="72741" name="Rectangle 1062"/>
            <p:cNvSpPr/>
            <p:nvPr/>
          </p:nvSpPr>
          <p:spPr>
            <a:xfrm>
              <a:off x="2706"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42" name="Line 1063"/>
            <p:cNvSpPr/>
            <p:nvPr/>
          </p:nvSpPr>
          <p:spPr>
            <a:xfrm>
              <a:off x="2706" y="3496"/>
              <a:ext cx="0" cy="294"/>
            </a:xfrm>
            <a:prstGeom prst="line">
              <a:avLst/>
            </a:prstGeom>
            <a:ln w="0" cap="flat" cmpd="sng">
              <a:solidFill>
                <a:srgbClr val="FF0000"/>
              </a:solidFill>
              <a:prstDash val="solid"/>
              <a:round/>
              <a:headEnd type="none" w="med" len="med"/>
              <a:tailEnd type="none" w="med" len="med"/>
            </a:ln>
          </p:spPr>
        </p:sp>
        <p:sp>
          <p:nvSpPr>
            <p:cNvPr id="72743" name="Rectangle 1064"/>
            <p:cNvSpPr/>
            <p:nvPr/>
          </p:nvSpPr>
          <p:spPr>
            <a:xfrm>
              <a:off x="2706"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44" name="Line 1065"/>
            <p:cNvSpPr/>
            <p:nvPr/>
          </p:nvSpPr>
          <p:spPr>
            <a:xfrm>
              <a:off x="2706" y="3790"/>
              <a:ext cx="2" cy="1"/>
            </a:xfrm>
            <a:prstGeom prst="line">
              <a:avLst/>
            </a:prstGeom>
            <a:ln w="0" cap="flat" cmpd="sng">
              <a:solidFill>
                <a:srgbClr val="FF0000"/>
              </a:solidFill>
              <a:prstDash val="solid"/>
              <a:round/>
              <a:headEnd type="none" w="med" len="med"/>
              <a:tailEnd type="none" w="med" len="med"/>
            </a:ln>
          </p:spPr>
        </p:sp>
        <p:sp>
          <p:nvSpPr>
            <p:cNvPr id="72745" name="Line 1066"/>
            <p:cNvSpPr/>
            <p:nvPr/>
          </p:nvSpPr>
          <p:spPr>
            <a:xfrm>
              <a:off x="2706" y="3790"/>
              <a:ext cx="0" cy="3"/>
            </a:xfrm>
            <a:prstGeom prst="line">
              <a:avLst/>
            </a:prstGeom>
            <a:ln w="0" cap="flat" cmpd="sng">
              <a:solidFill>
                <a:srgbClr val="FF0000"/>
              </a:solidFill>
              <a:prstDash val="solid"/>
              <a:round/>
              <a:headEnd type="none" w="med" len="med"/>
              <a:tailEnd type="none" w="med" len="med"/>
            </a:ln>
          </p:spPr>
        </p:sp>
        <p:sp>
          <p:nvSpPr>
            <p:cNvPr id="72746" name="Rectangle 1067"/>
            <p:cNvSpPr/>
            <p:nvPr/>
          </p:nvSpPr>
          <p:spPr>
            <a:xfrm>
              <a:off x="2708" y="3790"/>
              <a:ext cx="27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47" name="Line 1068"/>
            <p:cNvSpPr/>
            <p:nvPr/>
          </p:nvSpPr>
          <p:spPr>
            <a:xfrm>
              <a:off x="2708" y="3790"/>
              <a:ext cx="274" cy="1"/>
            </a:xfrm>
            <a:prstGeom prst="line">
              <a:avLst/>
            </a:prstGeom>
            <a:ln w="0" cap="flat" cmpd="sng">
              <a:solidFill>
                <a:srgbClr val="FF0000"/>
              </a:solidFill>
              <a:prstDash val="solid"/>
              <a:round/>
              <a:headEnd type="none" w="med" len="med"/>
              <a:tailEnd type="none" w="med" len="med"/>
            </a:ln>
          </p:spPr>
        </p:sp>
        <p:sp>
          <p:nvSpPr>
            <p:cNvPr id="72748" name="Rectangle 1069"/>
            <p:cNvSpPr/>
            <p:nvPr/>
          </p:nvSpPr>
          <p:spPr>
            <a:xfrm>
              <a:off x="2982"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49" name="Line 1070"/>
            <p:cNvSpPr/>
            <p:nvPr/>
          </p:nvSpPr>
          <p:spPr>
            <a:xfrm>
              <a:off x="2982" y="3496"/>
              <a:ext cx="0" cy="294"/>
            </a:xfrm>
            <a:prstGeom prst="line">
              <a:avLst/>
            </a:prstGeom>
            <a:ln w="0" cap="flat" cmpd="sng">
              <a:solidFill>
                <a:srgbClr val="FF0000"/>
              </a:solidFill>
              <a:prstDash val="solid"/>
              <a:round/>
              <a:headEnd type="none" w="med" len="med"/>
              <a:tailEnd type="none" w="med" len="med"/>
            </a:ln>
          </p:spPr>
        </p:sp>
        <p:sp>
          <p:nvSpPr>
            <p:cNvPr id="72750" name="Rectangle 1071"/>
            <p:cNvSpPr/>
            <p:nvPr/>
          </p:nvSpPr>
          <p:spPr>
            <a:xfrm>
              <a:off x="2982"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51" name="Line 1072"/>
            <p:cNvSpPr/>
            <p:nvPr/>
          </p:nvSpPr>
          <p:spPr>
            <a:xfrm>
              <a:off x="2982" y="3790"/>
              <a:ext cx="2" cy="1"/>
            </a:xfrm>
            <a:prstGeom prst="line">
              <a:avLst/>
            </a:prstGeom>
            <a:ln w="0" cap="flat" cmpd="sng">
              <a:solidFill>
                <a:srgbClr val="FF0000"/>
              </a:solidFill>
              <a:prstDash val="solid"/>
              <a:round/>
              <a:headEnd type="none" w="med" len="med"/>
              <a:tailEnd type="none" w="med" len="med"/>
            </a:ln>
          </p:spPr>
        </p:sp>
        <p:sp>
          <p:nvSpPr>
            <p:cNvPr id="72752" name="Line 1073"/>
            <p:cNvSpPr/>
            <p:nvPr/>
          </p:nvSpPr>
          <p:spPr>
            <a:xfrm>
              <a:off x="2982" y="3790"/>
              <a:ext cx="0" cy="3"/>
            </a:xfrm>
            <a:prstGeom prst="line">
              <a:avLst/>
            </a:prstGeom>
            <a:ln w="0" cap="flat" cmpd="sng">
              <a:solidFill>
                <a:srgbClr val="FF0000"/>
              </a:solidFill>
              <a:prstDash val="solid"/>
              <a:round/>
              <a:headEnd type="none" w="med" len="med"/>
              <a:tailEnd type="none" w="med" len="med"/>
            </a:ln>
          </p:spPr>
        </p:sp>
        <p:sp>
          <p:nvSpPr>
            <p:cNvPr id="72753" name="Rectangle 1074"/>
            <p:cNvSpPr/>
            <p:nvPr/>
          </p:nvSpPr>
          <p:spPr>
            <a:xfrm>
              <a:off x="2982"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54" name="Line 1075"/>
            <p:cNvSpPr/>
            <p:nvPr/>
          </p:nvSpPr>
          <p:spPr>
            <a:xfrm>
              <a:off x="2982" y="3790"/>
              <a:ext cx="2" cy="1"/>
            </a:xfrm>
            <a:prstGeom prst="line">
              <a:avLst/>
            </a:prstGeom>
            <a:ln w="0" cap="flat" cmpd="sng">
              <a:solidFill>
                <a:srgbClr val="FF0000"/>
              </a:solidFill>
              <a:prstDash val="solid"/>
              <a:round/>
              <a:headEnd type="none" w="med" len="med"/>
              <a:tailEnd type="none" w="med" len="med"/>
            </a:ln>
          </p:spPr>
        </p:sp>
        <p:sp>
          <p:nvSpPr>
            <p:cNvPr id="72755" name="Line 1076"/>
            <p:cNvSpPr/>
            <p:nvPr/>
          </p:nvSpPr>
          <p:spPr>
            <a:xfrm>
              <a:off x="2982" y="3790"/>
              <a:ext cx="0" cy="3"/>
            </a:xfrm>
            <a:prstGeom prst="line">
              <a:avLst/>
            </a:prstGeom>
            <a:ln w="0" cap="flat" cmpd="sng">
              <a:solidFill>
                <a:srgbClr val="FF0000"/>
              </a:solidFill>
              <a:prstDash val="solid"/>
              <a:round/>
              <a:headEnd type="none" w="med" len="med"/>
              <a:tailEnd type="none" w="med" len="med"/>
            </a:ln>
          </p:spPr>
        </p:sp>
        <p:sp>
          <p:nvSpPr>
            <p:cNvPr id="72756" name="Rectangle 1077"/>
            <p:cNvSpPr/>
            <p:nvPr/>
          </p:nvSpPr>
          <p:spPr>
            <a:xfrm>
              <a:off x="132" y="3810"/>
              <a:ext cx="18" cy="86"/>
            </a:xfrm>
            <a:prstGeom prst="rect">
              <a:avLst/>
            </a:prstGeom>
            <a:noFill/>
            <a:ln w="9525">
              <a:noFill/>
            </a:ln>
          </p:spPr>
          <p:txBody>
            <a:bodyPr wrap="none" lIns="0" tIns="0" rIns="0" bIns="0" anchor="t" anchorCtr="0">
              <a:spAutoFit/>
            </a:bodyPr>
            <a:p>
              <a:pPr algn="ctr"/>
              <a:r>
                <a:rPr lang="en-US" altLang="zh-CN" sz="900" i="0" dirty="0">
                  <a:solidFill>
                    <a:srgbClr val="FFFF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3729" name="Object 2"/>
          <p:cNvGraphicFramePr>
            <a:graphicFrameLocks noChangeAspect="1"/>
          </p:cNvGraphicFramePr>
          <p:nvPr/>
        </p:nvGraphicFramePr>
        <p:xfrm>
          <a:off x="1119188" y="1420813"/>
          <a:ext cx="3632200" cy="1349375"/>
        </p:xfrm>
        <a:graphic>
          <a:graphicData uri="http://schemas.openxmlformats.org/presentationml/2006/ole">
            <mc:AlternateContent xmlns:mc="http://schemas.openxmlformats.org/markup-compatibility/2006">
              <mc:Choice xmlns:v="urn:schemas-microsoft-com:vml" Requires="v">
                <p:oleObj spid="_x0000_s3150" name="" r:id="rId1" imgW="1879600" imgH="825500" progId="Equation.3">
                  <p:embed/>
                </p:oleObj>
              </mc:Choice>
              <mc:Fallback>
                <p:oleObj name="" r:id="rId1" imgW="1879600" imgH="825500" progId="Equation.3">
                  <p:embed/>
                  <p:pic>
                    <p:nvPicPr>
                      <p:cNvPr id="0" name="图片 3149"/>
                      <p:cNvPicPr/>
                      <p:nvPr/>
                    </p:nvPicPr>
                    <p:blipFill>
                      <a:blip r:embed="rId2"/>
                      <a:stretch>
                        <a:fillRect/>
                      </a:stretch>
                    </p:blipFill>
                    <p:spPr>
                      <a:xfrm>
                        <a:off x="1119188" y="1420813"/>
                        <a:ext cx="3632200" cy="1349375"/>
                      </a:xfrm>
                      <a:prstGeom prst="rect">
                        <a:avLst/>
                      </a:prstGeom>
                      <a:noFill/>
                      <a:ln w="38100">
                        <a:noFill/>
                        <a:miter/>
                      </a:ln>
                    </p:spPr>
                  </p:pic>
                </p:oleObj>
              </mc:Fallback>
            </mc:AlternateContent>
          </a:graphicData>
        </a:graphic>
      </p:graphicFrame>
      <p:graphicFrame>
        <p:nvGraphicFramePr>
          <p:cNvPr id="73730" name="Object 3"/>
          <p:cNvGraphicFramePr>
            <a:graphicFrameLocks noChangeAspect="1"/>
          </p:cNvGraphicFramePr>
          <p:nvPr/>
        </p:nvGraphicFramePr>
        <p:xfrm>
          <a:off x="1025525" y="3573463"/>
          <a:ext cx="2041525" cy="434975"/>
        </p:xfrm>
        <a:graphic>
          <a:graphicData uri="http://schemas.openxmlformats.org/presentationml/2006/ole">
            <mc:AlternateContent xmlns:mc="http://schemas.openxmlformats.org/markup-compatibility/2006">
              <mc:Choice xmlns:v="urn:schemas-microsoft-com:vml" Requires="v">
                <p:oleObj spid="_x0000_s3151" name="" r:id="rId3" imgW="1130300" imgH="254000" progId="Equation.3">
                  <p:embed/>
                </p:oleObj>
              </mc:Choice>
              <mc:Fallback>
                <p:oleObj name="" r:id="rId3" imgW="1130300" imgH="254000" progId="Equation.3">
                  <p:embed/>
                  <p:pic>
                    <p:nvPicPr>
                      <p:cNvPr id="0" name="图片 3150"/>
                      <p:cNvPicPr/>
                      <p:nvPr/>
                    </p:nvPicPr>
                    <p:blipFill>
                      <a:blip r:embed="rId4"/>
                      <a:stretch>
                        <a:fillRect/>
                      </a:stretch>
                    </p:blipFill>
                    <p:spPr>
                      <a:xfrm>
                        <a:off x="1025525" y="3573463"/>
                        <a:ext cx="2041525" cy="434975"/>
                      </a:xfrm>
                      <a:prstGeom prst="rect">
                        <a:avLst/>
                      </a:prstGeom>
                      <a:noFill/>
                      <a:ln w="38100">
                        <a:noFill/>
                        <a:miter/>
                      </a:ln>
                    </p:spPr>
                  </p:pic>
                </p:oleObj>
              </mc:Fallback>
            </mc:AlternateContent>
          </a:graphicData>
        </a:graphic>
      </p:graphicFrame>
      <p:graphicFrame>
        <p:nvGraphicFramePr>
          <p:cNvPr id="73731" name="Object 4"/>
          <p:cNvGraphicFramePr>
            <a:graphicFrameLocks noChangeAspect="1"/>
          </p:cNvGraphicFramePr>
          <p:nvPr/>
        </p:nvGraphicFramePr>
        <p:xfrm>
          <a:off x="646113" y="4537075"/>
          <a:ext cx="5391150" cy="600075"/>
        </p:xfrm>
        <a:graphic>
          <a:graphicData uri="http://schemas.openxmlformats.org/presentationml/2006/ole">
            <mc:AlternateContent xmlns:mc="http://schemas.openxmlformats.org/markup-compatibility/2006">
              <mc:Choice xmlns:v="urn:schemas-microsoft-com:vml" Requires="v">
                <p:oleObj spid="_x0000_s3152" name="" r:id="rId5" imgW="3492500" imgH="360045" progId="Equation.3">
                  <p:embed/>
                </p:oleObj>
              </mc:Choice>
              <mc:Fallback>
                <p:oleObj name="" r:id="rId5" imgW="3492500" imgH="360045" progId="Equation.3">
                  <p:embed/>
                  <p:pic>
                    <p:nvPicPr>
                      <p:cNvPr id="0" name="图片 3151"/>
                      <p:cNvPicPr/>
                      <p:nvPr/>
                    </p:nvPicPr>
                    <p:blipFill>
                      <a:blip r:embed="rId6">
                        <a:clrChange>
                          <a:clrFrom>
                            <a:srgbClr val="000000"/>
                          </a:clrFrom>
                          <a:clrTo>
                            <a:srgbClr val="000000"/>
                          </a:clrTo>
                        </a:clrChange>
                      </a:blip>
                      <a:stretch>
                        <a:fillRect/>
                      </a:stretch>
                    </p:blipFill>
                    <p:spPr>
                      <a:xfrm>
                        <a:off x="646113" y="4537075"/>
                        <a:ext cx="5391150" cy="600075"/>
                      </a:xfrm>
                      <a:prstGeom prst="rect">
                        <a:avLst/>
                      </a:prstGeom>
                      <a:noFill/>
                      <a:ln w="38100">
                        <a:noFill/>
                        <a:miter/>
                      </a:ln>
                    </p:spPr>
                  </p:pic>
                </p:oleObj>
              </mc:Fallback>
            </mc:AlternateContent>
          </a:graphicData>
        </a:graphic>
      </p:graphicFrame>
      <p:sp>
        <p:nvSpPr>
          <p:cNvPr id="73732" name="Text Box 5"/>
          <p:cNvSpPr txBox="1"/>
          <p:nvPr/>
        </p:nvSpPr>
        <p:spPr>
          <a:xfrm>
            <a:off x="541338" y="382588"/>
            <a:ext cx="3095625" cy="519112"/>
          </a:xfrm>
          <a:prstGeom prst="rect">
            <a:avLst/>
          </a:prstGeom>
          <a:noFill/>
          <a:ln w="9525">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逻辑函数表达式</a:t>
            </a:r>
            <a:endParaRPr lang="zh-CN" altLang="en-US" sz="2800" b="1" i="0" dirty="0">
              <a:latin typeface="Times New Roman" panose="02020603050405020304" pitchFamily="18" charset="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4753" name="Picture 219"/>
          <p:cNvPicPr>
            <a:picLocks noChangeAspect="1"/>
          </p:cNvPicPr>
          <p:nvPr/>
        </p:nvPicPr>
        <p:blipFill>
          <a:blip r:embed="rId1"/>
          <a:stretch>
            <a:fillRect/>
          </a:stretch>
        </p:blipFill>
        <p:spPr>
          <a:xfrm>
            <a:off x="1770063" y="473075"/>
            <a:ext cx="5114925" cy="6202363"/>
          </a:xfrm>
          <a:prstGeom prst="rect">
            <a:avLst/>
          </a:prstGeom>
          <a:noFill/>
          <a:ln w="9525">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5777" name="Group 2"/>
          <p:cNvGrpSpPr/>
          <p:nvPr/>
        </p:nvGrpSpPr>
        <p:grpSpPr>
          <a:xfrm>
            <a:off x="1252538" y="517525"/>
            <a:ext cx="5299075" cy="6318250"/>
            <a:chOff x="3998" y="7836"/>
            <a:chExt cx="4172" cy="5563"/>
          </a:xfrm>
        </p:grpSpPr>
        <p:grpSp>
          <p:nvGrpSpPr>
            <p:cNvPr id="75778" name="Group 3"/>
            <p:cNvGrpSpPr/>
            <p:nvPr/>
          </p:nvGrpSpPr>
          <p:grpSpPr>
            <a:xfrm>
              <a:off x="3998" y="7836"/>
              <a:ext cx="4172" cy="5148"/>
              <a:chOff x="3998" y="7836"/>
              <a:chExt cx="4172" cy="5148"/>
            </a:xfrm>
          </p:grpSpPr>
          <p:sp>
            <p:nvSpPr>
              <p:cNvPr id="75779" name="Rectangle 5"/>
              <p:cNvSpPr/>
              <p:nvPr/>
            </p:nvSpPr>
            <p:spPr>
              <a:xfrm>
                <a:off x="7050" y="7836"/>
                <a:ext cx="210" cy="222"/>
              </a:xfrm>
              <a:prstGeom prst="rect">
                <a:avLst/>
              </a:prstGeom>
              <a:noFill/>
              <a:ln w="9525">
                <a:noFill/>
              </a:ln>
            </p:spPr>
            <p:txBody>
              <a:bodyPr lIns="0" tIns="0" rIns="0" bIns="0" anchor="t" anchorCtr="0"/>
              <a:p>
                <a:pPr algn="ctr"/>
                <a:endParaRPr lang="zh-CN" altLang="zh-CN" dirty="0">
                  <a:latin typeface="Times New Roman" panose="02020603050405020304" pitchFamily="18" charset="0"/>
                  <a:ea typeface="宋体" panose="02010600030101010101" pitchFamily="2" charset="-122"/>
                </a:endParaRPr>
              </a:p>
            </p:txBody>
          </p:sp>
          <p:sp>
            <p:nvSpPr>
              <p:cNvPr id="75780" name="Rectangle 6"/>
              <p:cNvSpPr/>
              <p:nvPr/>
            </p:nvSpPr>
            <p:spPr>
              <a:xfrm>
                <a:off x="5205" y="12330"/>
                <a:ext cx="210" cy="222"/>
              </a:xfrm>
              <a:prstGeom prst="rect">
                <a:avLst/>
              </a:prstGeom>
              <a:solidFill>
                <a:srgbClr val="FFFFFF">
                  <a:alpha val="0"/>
                </a:srgbClr>
              </a:solidFill>
              <a:ln w="9525" cap="flat" cmpd="sng">
                <a:solidFill>
                  <a:srgbClr val="FFFFFF"/>
                </a:solidFill>
                <a:prstDash val="solid"/>
                <a:miter/>
                <a:headEnd type="none" w="med" len="med"/>
                <a:tailEnd type="none" w="med" len="med"/>
              </a:ln>
            </p:spPr>
            <p:txBody>
              <a:bodyPr lIns="0" tIns="0" rIns="0" bIns="0" anchor="t" anchorCtr="0"/>
              <a:p>
                <a:pPr algn="just">
                  <a:lnSpc>
                    <a:spcPct val="80000"/>
                  </a:lnSpc>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1</a:t>
                </a:r>
                <a:endParaRPr lang="en-US" altLang="zh-CN" sz="3600" dirty="0">
                  <a:latin typeface="Times New Roman" panose="02020603050405020304" pitchFamily="18" charset="0"/>
                  <a:ea typeface="宋体" panose="02010600030101010101" pitchFamily="2" charset="-122"/>
                </a:endParaRPr>
              </a:p>
            </p:txBody>
          </p:sp>
          <p:sp>
            <p:nvSpPr>
              <p:cNvPr id="75781" name="Rectangle 7"/>
              <p:cNvSpPr/>
              <p:nvPr/>
            </p:nvSpPr>
            <p:spPr>
              <a:xfrm>
                <a:off x="6720" y="8889"/>
                <a:ext cx="180" cy="321"/>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&amp;</a:t>
                </a:r>
                <a:endParaRPr lang="en-US" altLang="zh-CN" sz="4000" dirty="0">
                  <a:latin typeface="Times New Roman" panose="02020603050405020304" pitchFamily="18" charset="0"/>
                  <a:ea typeface="宋体" panose="02010600030101010101" pitchFamily="2" charset="-122"/>
                </a:endParaRPr>
              </a:p>
            </p:txBody>
          </p:sp>
          <p:sp>
            <p:nvSpPr>
              <p:cNvPr id="75782" name="Line 8"/>
              <p:cNvSpPr/>
              <p:nvPr/>
            </p:nvSpPr>
            <p:spPr>
              <a:xfrm>
                <a:off x="6587" y="8988"/>
                <a:ext cx="125" cy="0"/>
              </a:xfrm>
              <a:prstGeom prst="line">
                <a:avLst/>
              </a:prstGeom>
              <a:ln w="9525" cap="flat" cmpd="sng">
                <a:solidFill>
                  <a:srgbClr val="000000"/>
                </a:solidFill>
                <a:prstDash val="solid"/>
                <a:round/>
                <a:headEnd type="none" w="med" len="med"/>
                <a:tailEnd type="none" w="med" len="med"/>
              </a:ln>
            </p:spPr>
          </p:sp>
          <p:sp>
            <p:nvSpPr>
              <p:cNvPr id="75783" name="Line 9"/>
              <p:cNvSpPr/>
              <p:nvPr/>
            </p:nvSpPr>
            <p:spPr>
              <a:xfrm>
                <a:off x="6225" y="9621"/>
                <a:ext cx="493" cy="0"/>
              </a:xfrm>
              <a:prstGeom prst="line">
                <a:avLst/>
              </a:prstGeom>
              <a:ln w="9525" cap="flat" cmpd="sng">
                <a:solidFill>
                  <a:srgbClr val="000000"/>
                </a:solidFill>
                <a:prstDash val="solid"/>
                <a:round/>
                <a:headEnd type="none" w="med" len="med"/>
                <a:tailEnd type="none" w="med" len="med"/>
              </a:ln>
            </p:spPr>
          </p:sp>
          <p:sp>
            <p:nvSpPr>
              <p:cNvPr id="75784" name="Line 10"/>
              <p:cNvSpPr/>
              <p:nvPr/>
            </p:nvSpPr>
            <p:spPr>
              <a:xfrm>
                <a:off x="5515" y="10800"/>
                <a:ext cx="374" cy="0"/>
              </a:xfrm>
              <a:prstGeom prst="line">
                <a:avLst/>
              </a:prstGeom>
              <a:ln w="9525" cap="flat" cmpd="sng">
                <a:solidFill>
                  <a:srgbClr val="000000"/>
                </a:solidFill>
                <a:prstDash val="solid"/>
                <a:round/>
                <a:headEnd type="none" w="med" len="med"/>
                <a:tailEnd type="none" w="med" len="med"/>
              </a:ln>
            </p:spPr>
          </p:sp>
          <p:sp>
            <p:nvSpPr>
              <p:cNvPr id="75785" name="Line 11"/>
              <p:cNvSpPr/>
              <p:nvPr/>
            </p:nvSpPr>
            <p:spPr>
              <a:xfrm flipH="1">
                <a:off x="5900" y="10800"/>
                <a:ext cx="2" cy="1086"/>
              </a:xfrm>
              <a:prstGeom prst="line">
                <a:avLst/>
              </a:prstGeom>
              <a:ln w="9525" cap="flat" cmpd="sng">
                <a:solidFill>
                  <a:srgbClr val="000000"/>
                </a:solidFill>
                <a:prstDash val="solid"/>
                <a:round/>
                <a:headEnd type="none" w="med" len="med"/>
                <a:tailEnd type="none" w="med" len="med"/>
              </a:ln>
            </p:spPr>
          </p:sp>
          <p:sp>
            <p:nvSpPr>
              <p:cNvPr id="75786" name="Oval 12"/>
              <p:cNvSpPr/>
              <p:nvPr/>
            </p:nvSpPr>
            <p:spPr>
              <a:xfrm>
                <a:off x="5471" y="10549"/>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787" name="Line 13"/>
              <p:cNvSpPr/>
              <p:nvPr/>
            </p:nvSpPr>
            <p:spPr>
              <a:xfrm>
                <a:off x="5395" y="9526"/>
                <a:ext cx="238" cy="0"/>
              </a:xfrm>
              <a:prstGeom prst="line">
                <a:avLst/>
              </a:prstGeom>
              <a:ln w="9525" cap="flat" cmpd="sng">
                <a:solidFill>
                  <a:srgbClr val="000000"/>
                </a:solidFill>
                <a:prstDash val="solid"/>
                <a:round/>
                <a:headEnd type="none" w="med" len="med"/>
                <a:tailEnd type="none" w="med" len="med"/>
              </a:ln>
            </p:spPr>
          </p:sp>
          <p:sp>
            <p:nvSpPr>
              <p:cNvPr id="75788" name="Oval 14"/>
              <p:cNvSpPr/>
              <p:nvPr/>
            </p:nvSpPr>
            <p:spPr>
              <a:xfrm>
                <a:off x="5473" y="9499"/>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789" name="Line 15"/>
              <p:cNvSpPr/>
              <p:nvPr/>
            </p:nvSpPr>
            <p:spPr>
              <a:xfrm>
                <a:off x="5386" y="11063"/>
                <a:ext cx="238" cy="0"/>
              </a:xfrm>
              <a:prstGeom prst="line">
                <a:avLst/>
              </a:prstGeom>
              <a:ln w="9525" cap="flat" cmpd="sng">
                <a:solidFill>
                  <a:srgbClr val="000000"/>
                </a:solidFill>
                <a:prstDash val="solid"/>
                <a:round/>
                <a:headEnd type="none" w="med" len="med"/>
                <a:tailEnd type="none" w="med" len="med"/>
              </a:ln>
            </p:spPr>
          </p:sp>
          <p:sp>
            <p:nvSpPr>
              <p:cNvPr id="75790" name="Line 16"/>
              <p:cNvSpPr/>
              <p:nvPr/>
            </p:nvSpPr>
            <p:spPr>
              <a:xfrm>
                <a:off x="5373" y="11544"/>
                <a:ext cx="238" cy="0"/>
              </a:xfrm>
              <a:prstGeom prst="line">
                <a:avLst/>
              </a:prstGeom>
              <a:ln w="9525" cap="flat" cmpd="sng">
                <a:solidFill>
                  <a:srgbClr val="000000"/>
                </a:solidFill>
                <a:prstDash val="solid"/>
                <a:round/>
                <a:headEnd type="none" w="med" len="med"/>
                <a:tailEnd type="none" w="med" len="med"/>
              </a:ln>
            </p:spPr>
          </p:sp>
          <p:sp>
            <p:nvSpPr>
              <p:cNvPr id="75791" name="Line 17"/>
              <p:cNvSpPr/>
              <p:nvPr/>
            </p:nvSpPr>
            <p:spPr>
              <a:xfrm>
                <a:off x="5813" y="9538"/>
                <a:ext cx="125" cy="0"/>
              </a:xfrm>
              <a:prstGeom prst="line">
                <a:avLst/>
              </a:prstGeom>
              <a:ln w="9525" cap="flat" cmpd="sng">
                <a:solidFill>
                  <a:srgbClr val="000000"/>
                </a:solidFill>
                <a:prstDash val="solid"/>
                <a:round/>
                <a:headEnd type="none" w="med" len="med"/>
                <a:tailEnd type="none" w="med" len="med"/>
              </a:ln>
            </p:spPr>
          </p:sp>
          <p:sp>
            <p:nvSpPr>
              <p:cNvPr id="75792" name="Line 18"/>
              <p:cNvSpPr/>
              <p:nvPr/>
            </p:nvSpPr>
            <p:spPr>
              <a:xfrm>
                <a:off x="6374" y="11480"/>
                <a:ext cx="340" cy="0"/>
              </a:xfrm>
              <a:prstGeom prst="line">
                <a:avLst/>
              </a:prstGeom>
              <a:ln w="9525" cap="flat" cmpd="sng">
                <a:solidFill>
                  <a:srgbClr val="000000"/>
                </a:solidFill>
                <a:prstDash val="solid"/>
                <a:round/>
                <a:headEnd type="none" w="med" len="med"/>
                <a:tailEnd type="none" w="med" len="med"/>
              </a:ln>
            </p:spPr>
          </p:sp>
          <p:sp>
            <p:nvSpPr>
              <p:cNvPr id="75793" name="Line 19"/>
              <p:cNvSpPr/>
              <p:nvPr/>
            </p:nvSpPr>
            <p:spPr>
              <a:xfrm flipV="1">
                <a:off x="6316" y="11338"/>
                <a:ext cx="2" cy="1010"/>
              </a:xfrm>
              <a:prstGeom prst="line">
                <a:avLst/>
              </a:prstGeom>
              <a:ln w="9525" cap="flat" cmpd="sng">
                <a:solidFill>
                  <a:srgbClr val="000000"/>
                </a:solidFill>
                <a:prstDash val="solid"/>
                <a:round/>
                <a:headEnd type="none" w="med" len="med"/>
                <a:tailEnd type="none" w="med" len="med"/>
              </a:ln>
            </p:spPr>
          </p:sp>
          <p:sp>
            <p:nvSpPr>
              <p:cNvPr id="75794" name="Line 20"/>
              <p:cNvSpPr/>
              <p:nvPr/>
            </p:nvSpPr>
            <p:spPr>
              <a:xfrm flipH="1" flipV="1">
                <a:off x="6146" y="10083"/>
                <a:ext cx="2" cy="2019"/>
              </a:xfrm>
              <a:prstGeom prst="line">
                <a:avLst/>
              </a:prstGeom>
              <a:ln w="9525" cap="flat" cmpd="sng">
                <a:solidFill>
                  <a:srgbClr val="000000"/>
                </a:solidFill>
                <a:prstDash val="solid"/>
                <a:round/>
                <a:headEnd type="none" w="med" len="med"/>
                <a:tailEnd type="none" w="med" len="med"/>
              </a:ln>
            </p:spPr>
          </p:sp>
          <p:sp>
            <p:nvSpPr>
              <p:cNvPr id="75795" name="Line 21"/>
              <p:cNvSpPr/>
              <p:nvPr/>
            </p:nvSpPr>
            <p:spPr>
              <a:xfrm flipV="1">
                <a:off x="6322" y="9534"/>
                <a:ext cx="2" cy="1578"/>
              </a:xfrm>
              <a:prstGeom prst="line">
                <a:avLst/>
              </a:prstGeom>
              <a:ln w="9525" cap="flat" cmpd="sng">
                <a:solidFill>
                  <a:srgbClr val="000000"/>
                </a:solidFill>
                <a:prstDash val="solid"/>
                <a:round/>
                <a:headEnd type="none" w="med" len="med"/>
                <a:tailEnd type="none" w="med" len="med"/>
              </a:ln>
            </p:spPr>
          </p:sp>
          <p:sp>
            <p:nvSpPr>
              <p:cNvPr id="75796" name="Line 22"/>
              <p:cNvSpPr/>
              <p:nvPr/>
            </p:nvSpPr>
            <p:spPr>
              <a:xfrm>
                <a:off x="6328" y="9540"/>
                <a:ext cx="380" cy="0"/>
              </a:xfrm>
              <a:prstGeom prst="line">
                <a:avLst/>
              </a:prstGeom>
              <a:ln w="9525" cap="flat" cmpd="sng">
                <a:solidFill>
                  <a:srgbClr val="000000"/>
                </a:solidFill>
                <a:prstDash val="solid"/>
                <a:round/>
                <a:headEnd type="none" w="med" len="med"/>
                <a:tailEnd type="none" w="med" len="med"/>
              </a:ln>
            </p:spPr>
          </p:sp>
          <p:sp>
            <p:nvSpPr>
              <p:cNvPr id="75797" name="Line 23"/>
              <p:cNvSpPr/>
              <p:nvPr/>
            </p:nvSpPr>
            <p:spPr>
              <a:xfrm>
                <a:off x="5976" y="9726"/>
                <a:ext cx="0" cy="936"/>
              </a:xfrm>
              <a:prstGeom prst="line">
                <a:avLst/>
              </a:prstGeom>
              <a:ln w="9525" cap="flat" cmpd="sng">
                <a:solidFill>
                  <a:srgbClr val="000000"/>
                </a:solidFill>
                <a:prstDash val="solid"/>
                <a:round/>
                <a:headEnd type="none" w="med" len="med"/>
                <a:tailEnd type="none" w="med" len="med"/>
              </a:ln>
            </p:spPr>
          </p:sp>
          <p:sp>
            <p:nvSpPr>
              <p:cNvPr id="75798" name="Line 24"/>
              <p:cNvSpPr/>
              <p:nvPr/>
            </p:nvSpPr>
            <p:spPr>
              <a:xfrm>
                <a:off x="5806" y="11066"/>
                <a:ext cx="194" cy="0"/>
              </a:xfrm>
              <a:prstGeom prst="line">
                <a:avLst/>
              </a:prstGeom>
              <a:ln w="9525" cap="flat" cmpd="sng">
                <a:solidFill>
                  <a:srgbClr val="000000"/>
                </a:solidFill>
                <a:prstDash val="solid"/>
                <a:round/>
                <a:headEnd type="none" w="med" len="med"/>
                <a:tailEnd type="none" w="med" len="med"/>
              </a:ln>
            </p:spPr>
          </p:sp>
          <p:sp>
            <p:nvSpPr>
              <p:cNvPr id="75799" name="Oval 25"/>
              <p:cNvSpPr/>
              <p:nvPr/>
            </p:nvSpPr>
            <p:spPr>
              <a:xfrm>
                <a:off x="6292" y="9819"/>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00" name="Line 26"/>
              <p:cNvSpPr/>
              <p:nvPr/>
            </p:nvSpPr>
            <p:spPr>
              <a:xfrm>
                <a:off x="6230" y="10152"/>
                <a:ext cx="510" cy="0"/>
              </a:xfrm>
              <a:prstGeom prst="line">
                <a:avLst/>
              </a:prstGeom>
              <a:ln w="9525" cap="flat" cmpd="sng">
                <a:solidFill>
                  <a:srgbClr val="000000"/>
                </a:solidFill>
                <a:prstDash val="solid"/>
                <a:round/>
                <a:headEnd type="none" w="med" len="med"/>
                <a:tailEnd type="none" w="med" len="med"/>
              </a:ln>
            </p:spPr>
          </p:sp>
          <p:sp>
            <p:nvSpPr>
              <p:cNvPr id="75801" name="Line 27"/>
              <p:cNvSpPr/>
              <p:nvPr/>
            </p:nvSpPr>
            <p:spPr>
              <a:xfrm flipV="1">
                <a:off x="5490" y="9726"/>
                <a:ext cx="478" cy="0"/>
              </a:xfrm>
              <a:prstGeom prst="line">
                <a:avLst/>
              </a:prstGeom>
              <a:ln w="9525" cap="flat" cmpd="sng">
                <a:solidFill>
                  <a:srgbClr val="000000"/>
                </a:solidFill>
                <a:prstDash val="solid"/>
                <a:round/>
                <a:headEnd type="none" w="med" len="med"/>
                <a:tailEnd type="none" w="med" len="med"/>
              </a:ln>
            </p:spPr>
          </p:sp>
          <p:sp>
            <p:nvSpPr>
              <p:cNvPr id="75802" name="Line 28"/>
              <p:cNvSpPr/>
              <p:nvPr/>
            </p:nvSpPr>
            <p:spPr>
              <a:xfrm flipH="1">
                <a:off x="6060" y="9774"/>
                <a:ext cx="0" cy="1242"/>
              </a:xfrm>
              <a:prstGeom prst="line">
                <a:avLst/>
              </a:prstGeom>
              <a:ln w="9525" cap="flat" cmpd="sng">
                <a:solidFill>
                  <a:srgbClr val="000000"/>
                </a:solidFill>
                <a:prstDash val="solid"/>
                <a:round/>
                <a:headEnd type="none" w="med" len="med"/>
                <a:tailEnd type="none" w="med" len="med"/>
              </a:ln>
            </p:spPr>
          </p:sp>
          <p:sp>
            <p:nvSpPr>
              <p:cNvPr id="75803" name="Line 29"/>
              <p:cNvSpPr/>
              <p:nvPr/>
            </p:nvSpPr>
            <p:spPr>
              <a:xfrm>
                <a:off x="5880" y="11520"/>
                <a:ext cx="340" cy="0"/>
              </a:xfrm>
              <a:prstGeom prst="line">
                <a:avLst/>
              </a:prstGeom>
              <a:ln w="9525" cap="flat" cmpd="sng">
                <a:solidFill>
                  <a:srgbClr val="000000"/>
                </a:solidFill>
                <a:prstDash val="solid"/>
                <a:round/>
                <a:headEnd type="none" w="med" len="med"/>
                <a:tailEnd type="none" w="med" len="med"/>
              </a:ln>
            </p:spPr>
          </p:sp>
          <p:sp>
            <p:nvSpPr>
              <p:cNvPr id="75804" name="Line 30"/>
              <p:cNvSpPr/>
              <p:nvPr/>
            </p:nvSpPr>
            <p:spPr>
              <a:xfrm>
                <a:off x="5980" y="10836"/>
                <a:ext cx="2" cy="351"/>
              </a:xfrm>
              <a:prstGeom prst="line">
                <a:avLst/>
              </a:prstGeom>
              <a:ln w="9525" cap="flat" cmpd="sng">
                <a:solidFill>
                  <a:srgbClr val="000000"/>
                </a:solidFill>
                <a:prstDash val="solid"/>
                <a:round/>
                <a:headEnd type="none" w="med" len="med"/>
                <a:tailEnd type="none" w="med" len="med"/>
              </a:ln>
            </p:spPr>
          </p:sp>
          <p:sp>
            <p:nvSpPr>
              <p:cNvPr id="75805" name="Line 31"/>
              <p:cNvSpPr/>
              <p:nvPr/>
            </p:nvSpPr>
            <p:spPr>
              <a:xfrm>
                <a:off x="5505" y="11295"/>
                <a:ext cx="624" cy="0"/>
              </a:xfrm>
              <a:prstGeom prst="line">
                <a:avLst/>
              </a:prstGeom>
              <a:ln w="9525" cap="flat" cmpd="sng">
                <a:solidFill>
                  <a:srgbClr val="000000"/>
                </a:solidFill>
                <a:prstDash val="solid"/>
                <a:round/>
                <a:headEnd type="none" w="med" len="med"/>
                <a:tailEnd type="none" w="med" len="med"/>
              </a:ln>
            </p:spPr>
          </p:sp>
          <p:sp>
            <p:nvSpPr>
              <p:cNvPr id="75806" name="Oval 32"/>
              <p:cNvSpPr/>
              <p:nvPr/>
            </p:nvSpPr>
            <p:spPr>
              <a:xfrm>
                <a:off x="5949" y="11037"/>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07" name="Line 33"/>
              <p:cNvSpPr/>
              <p:nvPr/>
            </p:nvSpPr>
            <p:spPr>
              <a:xfrm>
                <a:off x="6240" y="9942"/>
                <a:ext cx="471" cy="0"/>
              </a:xfrm>
              <a:prstGeom prst="line">
                <a:avLst/>
              </a:prstGeom>
              <a:ln w="9525" cap="flat" cmpd="sng">
                <a:solidFill>
                  <a:srgbClr val="000000"/>
                </a:solidFill>
                <a:prstDash val="solid"/>
                <a:round/>
                <a:headEnd type="none" w="med" len="med"/>
                <a:tailEnd type="none" w="med" len="med"/>
              </a:ln>
            </p:spPr>
          </p:sp>
          <p:sp>
            <p:nvSpPr>
              <p:cNvPr id="75808" name="Line 34"/>
              <p:cNvSpPr/>
              <p:nvPr/>
            </p:nvSpPr>
            <p:spPr>
              <a:xfrm>
                <a:off x="5407" y="12698"/>
                <a:ext cx="1310" cy="0"/>
              </a:xfrm>
              <a:prstGeom prst="line">
                <a:avLst/>
              </a:prstGeom>
              <a:ln w="9525" cap="flat" cmpd="sng">
                <a:solidFill>
                  <a:srgbClr val="000000"/>
                </a:solidFill>
                <a:prstDash val="solid"/>
                <a:round/>
                <a:headEnd type="none" w="med" len="med"/>
                <a:tailEnd type="none" w="med" len="med"/>
              </a:ln>
            </p:spPr>
          </p:sp>
          <p:sp>
            <p:nvSpPr>
              <p:cNvPr id="75809" name="Line 35"/>
              <p:cNvSpPr/>
              <p:nvPr/>
            </p:nvSpPr>
            <p:spPr>
              <a:xfrm>
                <a:off x="6320" y="12348"/>
                <a:ext cx="399" cy="0"/>
              </a:xfrm>
              <a:prstGeom prst="line">
                <a:avLst/>
              </a:prstGeom>
              <a:ln w="9525" cap="flat" cmpd="sng">
                <a:solidFill>
                  <a:srgbClr val="000000"/>
                </a:solidFill>
                <a:prstDash val="solid"/>
                <a:round/>
                <a:headEnd type="none" w="med" len="med"/>
                <a:tailEnd type="none" w="med" len="med"/>
              </a:ln>
            </p:spPr>
          </p:sp>
          <p:sp>
            <p:nvSpPr>
              <p:cNvPr id="75810" name="Line 36"/>
              <p:cNvSpPr/>
              <p:nvPr/>
            </p:nvSpPr>
            <p:spPr>
              <a:xfrm>
                <a:off x="6148" y="12108"/>
                <a:ext cx="584" cy="0"/>
              </a:xfrm>
              <a:prstGeom prst="line">
                <a:avLst/>
              </a:prstGeom>
              <a:ln w="9525" cap="flat" cmpd="sng">
                <a:solidFill>
                  <a:srgbClr val="000000"/>
                </a:solidFill>
                <a:prstDash val="solid"/>
                <a:round/>
                <a:headEnd type="none" w="med" len="med"/>
                <a:tailEnd type="none" w="med" len="med"/>
              </a:ln>
            </p:spPr>
          </p:sp>
          <p:sp>
            <p:nvSpPr>
              <p:cNvPr id="75811" name="Line 37"/>
              <p:cNvSpPr/>
              <p:nvPr/>
            </p:nvSpPr>
            <p:spPr>
              <a:xfrm>
                <a:off x="5895" y="11880"/>
                <a:ext cx="816" cy="0"/>
              </a:xfrm>
              <a:prstGeom prst="line">
                <a:avLst/>
              </a:prstGeom>
              <a:ln w="9525" cap="flat" cmpd="sng">
                <a:solidFill>
                  <a:srgbClr val="000000"/>
                </a:solidFill>
                <a:prstDash val="solid"/>
                <a:round/>
                <a:headEnd type="none" w="med" len="med"/>
                <a:tailEnd type="none" w="med" len="med"/>
              </a:ln>
            </p:spPr>
          </p:sp>
          <p:sp>
            <p:nvSpPr>
              <p:cNvPr id="75812" name="Line 38"/>
              <p:cNvSpPr/>
              <p:nvPr/>
            </p:nvSpPr>
            <p:spPr>
              <a:xfrm flipH="1">
                <a:off x="5498" y="10573"/>
                <a:ext cx="0" cy="227"/>
              </a:xfrm>
              <a:prstGeom prst="line">
                <a:avLst/>
              </a:prstGeom>
              <a:ln w="9525" cap="flat" cmpd="sng">
                <a:solidFill>
                  <a:srgbClr val="000000"/>
                </a:solidFill>
                <a:prstDash val="solid"/>
                <a:round/>
                <a:headEnd type="none" w="med" len="med"/>
                <a:tailEnd type="none" w="med" len="med"/>
              </a:ln>
            </p:spPr>
          </p:sp>
          <p:sp>
            <p:nvSpPr>
              <p:cNvPr id="75813" name="Line 39"/>
              <p:cNvSpPr/>
              <p:nvPr/>
            </p:nvSpPr>
            <p:spPr>
              <a:xfrm flipH="1">
                <a:off x="5491" y="11056"/>
                <a:ext cx="0" cy="231"/>
              </a:xfrm>
              <a:prstGeom prst="line">
                <a:avLst/>
              </a:prstGeom>
              <a:ln w="9525" cap="flat" cmpd="sng">
                <a:solidFill>
                  <a:srgbClr val="000000"/>
                </a:solidFill>
                <a:prstDash val="solid"/>
                <a:round/>
                <a:headEnd type="none" w="med" len="med"/>
                <a:tailEnd type="none" w="med" len="med"/>
              </a:ln>
            </p:spPr>
          </p:sp>
          <p:sp>
            <p:nvSpPr>
              <p:cNvPr id="75814" name="Line 40"/>
              <p:cNvSpPr/>
              <p:nvPr/>
            </p:nvSpPr>
            <p:spPr>
              <a:xfrm flipH="1">
                <a:off x="5478" y="11541"/>
                <a:ext cx="0" cy="227"/>
              </a:xfrm>
              <a:prstGeom prst="line">
                <a:avLst/>
              </a:prstGeom>
              <a:ln w="9525" cap="flat" cmpd="sng">
                <a:solidFill>
                  <a:srgbClr val="000000"/>
                </a:solidFill>
                <a:prstDash val="solid"/>
                <a:round/>
                <a:headEnd type="none" w="med" len="med"/>
                <a:tailEnd type="none" w="med" len="med"/>
              </a:ln>
            </p:spPr>
          </p:sp>
          <p:sp>
            <p:nvSpPr>
              <p:cNvPr id="75815" name="Line 41"/>
              <p:cNvSpPr/>
              <p:nvPr/>
            </p:nvSpPr>
            <p:spPr>
              <a:xfrm flipV="1">
                <a:off x="6403" y="10302"/>
                <a:ext cx="1" cy="2285"/>
              </a:xfrm>
              <a:prstGeom prst="line">
                <a:avLst/>
              </a:prstGeom>
              <a:ln w="9525" cap="flat" cmpd="sng">
                <a:solidFill>
                  <a:srgbClr val="000000"/>
                </a:solidFill>
                <a:prstDash val="solid"/>
                <a:round/>
                <a:headEnd type="none" w="med" len="med"/>
                <a:tailEnd type="none" w="med" len="med"/>
              </a:ln>
            </p:spPr>
          </p:sp>
          <p:sp>
            <p:nvSpPr>
              <p:cNvPr id="75816" name="Line 42"/>
              <p:cNvSpPr/>
              <p:nvPr/>
            </p:nvSpPr>
            <p:spPr>
              <a:xfrm>
                <a:off x="6399" y="10302"/>
                <a:ext cx="340" cy="0"/>
              </a:xfrm>
              <a:prstGeom prst="line">
                <a:avLst/>
              </a:prstGeom>
              <a:ln w="9525" cap="flat" cmpd="sng">
                <a:solidFill>
                  <a:srgbClr val="000000"/>
                </a:solidFill>
                <a:prstDash val="solid"/>
                <a:round/>
                <a:headEnd type="none" w="med" len="med"/>
                <a:tailEnd type="none" w="med" len="med"/>
              </a:ln>
            </p:spPr>
          </p:sp>
          <p:grpSp>
            <p:nvGrpSpPr>
              <p:cNvPr id="75817" name="Group 43"/>
              <p:cNvGrpSpPr/>
              <p:nvPr/>
            </p:nvGrpSpPr>
            <p:grpSpPr>
              <a:xfrm>
                <a:off x="6475" y="11519"/>
                <a:ext cx="245" cy="57"/>
                <a:chOff x="7305" y="3151"/>
                <a:chExt cx="245" cy="57"/>
              </a:xfrm>
            </p:grpSpPr>
            <p:sp>
              <p:nvSpPr>
                <p:cNvPr id="75818" name="Line 44"/>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819" name="Oval 45"/>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5820" name="Group 46"/>
              <p:cNvGrpSpPr/>
              <p:nvPr/>
            </p:nvGrpSpPr>
            <p:grpSpPr>
              <a:xfrm>
                <a:off x="6473" y="11375"/>
                <a:ext cx="245" cy="57"/>
                <a:chOff x="7305" y="3151"/>
                <a:chExt cx="245" cy="57"/>
              </a:xfrm>
            </p:grpSpPr>
            <p:sp>
              <p:nvSpPr>
                <p:cNvPr id="75821" name="Line 47"/>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822" name="Oval 48"/>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75823" name="Line 49"/>
              <p:cNvSpPr/>
              <p:nvPr/>
            </p:nvSpPr>
            <p:spPr>
              <a:xfrm>
                <a:off x="6329" y="11338"/>
                <a:ext cx="397" cy="0"/>
              </a:xfrm>
              <a:prstGeom prst="line">
                <a:avLst/>
              </a:prstGeom>
              <a:ln w="9525" cap="flat" cmpd="sng">
                <a:solidFill>
                  <a:srgbClr val="000000"/>
                </a:solidFill>
                <a:prstDash val="solid"/>
                <a:round/>
                <a:headEnd type="none" w="med" len="med"/>
                <a:tailEnd type="none" w="med" len="med"/>
              </a:ln>
            </p:spPr>
          </p:sp>
          <p:sp>
            <p:nvSpPr>
              <p:cNvPr id="75824" name="Line 50"/>
              <p:cNvSpPr/>
              <p:nvPr/>
            </p:nvSpPr>
            <p:spPr>
              <a:xfrm>
                <a:off x="6334" y="10749"/>
                <a:ext cx="386" cy="0"/>
              </a:xfrm>
              <a:prstGeom prst="line">
                <a:avLst/>
              </a:prstGeom>
              <a:ln w="9525" cap="flat" cmpd="sng">
                <a:solidFill>
                  <a:srgbClr val="000000"/>
                </a:solidFill>
                <a:prstDash val="solid"/>
                <a:round/>
                <a:headEnd type="none" w="med" len="med"/>
                <a:tailEnd type="none" w="med" len="med"/>
              </a:ln>
            </p:spPr>
          </p:sp>
          <p:sp>
            <p:nvSpPr>
              <p:cNvPr id="75825" name="Line 51"/>
              <p:cNvSpPr/>
              <p:nvPr/>
            </p:nvSpPr>
            <p:spPr>
              <a:xfrm>
                <a:off x="5984" y="11184"/>
                <a:ext cx="734" cy="2"/>
              </a:xfrm>
              <a:prstGeom prst="line">
                <a:avLst/>
              </a:prstGeom>
              <a:ln w="9525" cap="flat" cmpd="sng">
                <a:solidFill>
                  <a:srgbClr val="000000"/>
                </a:solidFill>
                <a:prstDash val="solid"/>
                <a:round/>
                <a:headEnd type="none" w="med" len="med"/>
                <a:tailEnd type="none" w="med" len="med"/>
              </a:ln>
            </p:spPr>
          </p:sp>
          <p:sp>
            <p:nvSpPr>
              <p:cNvPr id="75826" name="Line 52"/>
              <p:cNvSpPr/>
              <p:nvPr/>
            </p:nvSpPr>
            <p:spPr>
              <a:xfrm>
                <a:off x="5984" y="10842"/>
                <a:ext cx="739" cy="0"/>
              </a:xfrm>
              <a:prstGeom prst="line">
                <a:avLst/>
              </a:prstGeom>
              <a:ln w="9525" cap="flat" cmpd="sng">
                <a:solidFill>
                  <a:srgbClr val="000000"/>
                </a:solidFill>
                <a:prstDash val="solid"/>
                <a:round/>
                <a:headEnd type="none" w="med" len="med"/>
                <a:tailEnd type="none" w="med" len="med"/>
              </a:ln>
            </p:spPr>
          </p:sp>
          <p:sp>
            <p:nvSpPr>
              <p:cNvPr id="75827" name="Line 53"/>
              <p:cNvSpPr/>
              <p:nvPr/>
            </p:nvSpPr>
            <p:spPr>
              <a:xfrm>
                <a:off x="5488" y="11762"/>
                <a:ext cx="794" cy="0"/>
              </a:xfrm>
              <a:prstGeom prst="line">
                <a:avLst/>
              </a:prstGeom>
              <a:ln w="9525" cap="flat" cmpd="sng">
                <a:solidFill>
                  <a:srgbClr val="000000"/>
                </a:solidFill>
                <a:prstDash val="solid"/>
                <a:round/>
                <a:headEnd type="none" w="med" len="med"/>
                <a:tailEnd type="none" w="med" len="med"/>
              </a:ln>
            </p:spPr>
          </p:sp>
          <p:sp>
            <p:nvSpPr>
              <p:cNvPr id="75828" name="Line 54"/>
              <p:cNvSpPr/>
              <p:nvPr/>
            </p:nvSpPr>
            <p:spPr>
              <a:xfrm>
                <a:off x="6060" y="9777"/>
                <a:ext cx="663" cy="0"/>
              </a:xfrm>
              <a:prstGeom prst="line">
                <a:avLst/>
              </a:prstGeom>
              <a:ln w="9525" cap="flat" cmpd="sng">
                <a:solidFill>
                  <a:srgbClr val="000000"/>
                </a:solidFill>
                <a:prstDash val="solid"/>
                <a:round/>
                <a:headEnd type="none" w="med" len="med"/>
                <a:tailEnd type="none" w="med" len="med"/>
              </a:ln>
            </p:spPr>
          </p:sp>
          <p:sp>
            <p:nvSpPr>
              <p:cNvPr id="75829" name="Line 55"/>
              <p:cNvSpPr/>
              <p:nvPr/>
            </p:nvSpPr>
            <p:spPr>
              <a:xfrm>
                <a:off x="6358" y="9860"/>
                <a:ext cx="360" cy="0"/>
              </a:xfrm>
              <a:prstGeom prst="line">
                <a:avLst/>
              </a:prstGeom>
              <a:ln w="9525" cap="flat" cmpd="sng">
                <a:solidFill>
                  <a:srgbClr val="000000"/>
                </a:solidFill>
                <a:prstDash val="solid"/>
                <a:round/>
                <a:headEnd type="none" w="med" len="med"/>
                <a:tailEnd type="none" w="med" len="med"/>
              </a:ln>
            </p:spPr>
          </p:sp>
          <p:sp>
            <p:nvSpPr>
              <p:cNvPr id="75830" name="Line 56"/>
              <p:cNvSpPr/>
              <p:nvPr/>
            </p:nvSpPr>
            <p:spPr>
              <a:xfrm>
                <a:off x="5968" y="10656"/>
                <a:ext cx="764" cy="6"/>
              </a:xfrm>
              <a:prstGeom prst="line">
                <a:avLst/>
              </a:prstGeom>
              <a:ln w="9525" cap="flat" cmpd="sng">
                <a:solidFill>
                  <a:srgbClr val="000000"/>
                </a:solidFill>
                <a:prstDash val="solid"/>
                <a:round/>
                <a:headEnd type="none" w="med" len="med"/>
                <a:tailEnd type="none" w="med" len="med"/>
              </a:ln>
            </p:spPr>
          </p:sp>
          <p:sp>
            <p:nvSpPr>
              <p:cNvPr id="75831" name="Line 57"/>
              <p:cNvSpPr/>
              <p:nvPr/>
            </p:nvSpPr>
            <p:spPr>
              <a:xfrm flipV="1">
                <a:off x="6526" y="10374"/>
                <a:ext cx="204" cy="1"/>
              </a:xfrm>
              <a:prstGeom prst="line">
                <a:avLst/>
              </a:prstGeom>
              <a:ln w="9525" cap="flat" cmpd="sng">
                <a:solidFill>
                  <a:srgbClr val="000000"/>
                </a:solidFill>
                <a:prstDash val="solid"/>
                <a:round/>
                <a:headEnd type="none" w="med" len="med"/>
                <a:tailEnd type="none" w="med" len="med"/>
              </a:ln>
            </p:spPr>
          </p:sp>
          <p:sp>
            <p:nvSpPr>
              <p:cNvPr id="75832" name="Line 58"/>
              <p:cNvSpPr/>
              <p:nvPr/>
            </p:nvSpPr>
            <p:spPr>
              <a:xfrm>
                <a:off x="6149" y="10081"/>
                <a:ext cx="578" cy="0"/>
              </a:xfrm>
              <a:prstGeom prst="line">
                <a:avLst/>
              </a:prstGeom>
              <a:ln w="9525" cap="flat" cmpd="sng">
                <a:solidFill>
                  <a:srgbClr val="000000"/>
                </a:solidFill>
                <a:prstDash val="solid"/>
                <a:round/>
                <a:headEnd type="none" w="med" len="med"/>
                <a:tailEnd type="none" w="med" len="med"/>
              </a:ln>
            </p:spPr>
          </p:sp>
          <p:sp>
            <p:nvSpPr>
              <p:cNvPr id="75833" name="Line 59"/>
              <p:cNvSpPr/>
              <p:nvPr/>
            </p:nvSpPr>
            <p:spPr>
              <a:xfrm>
                <a:off x="5880" y="10563"/>
                <a:ext cx="425" cy="0"/>
              </a:xfrm>
              <a:prstGeom prst="line">
                <a:avLst/>
              </a:prstGeom>
              <a:ln w="9525" cap="flat" cmpd="sng">
                <a:solidFill>
                  <a:srgbClr val="000000"/>
                </a:solidFill>
                <a:prstDash val="solid"/>
                <a:round/>
                <a:headEnd type="none" w="med" len="med"/>
                <a:tailEnd type="none" w="med" len="med"/>
              </a:ln>
            </p:spPr>
          </p:sp>
          <p:sp>
            <p:nvSpPr>
              <p:cNvPr id="75834" name="Line 60"/>
              <p:cNvSpPr/>
              <p:nvPr/>
            </p:nvSpPr>
            <p:spPr>
              <a:xfrm>
                <a:off x="6060" y="11025"/>
                <a:ext cx="663" cy="0"/>
              </a:xfrm>
              <a:prstGeom prst="line">
                <a:avLst/>
              </a:prstGeom>
              <a:ln w="9525" cap="flat" cmpd="sng">
                <a:solidFill>
                  <a:srgbClr val="000000"/>
                </a:solidFill>
                <a:prstDash val="solid"/>
                <a:round/>
                <a:headEnd type="none" w="med" len="med"/>
                <a:tailEnd type="none" w="med" len="med"/>
              </a:ln>
            </p:spPr>
          </p:sp>
          <p:sp>
            <p:nvSpPr>
              <p:cNvPr id="75835" name="Line 61"/>
              <p:cNvSpPr/>
              <p:nvPr/>
            </p:nvSpPr>
            <p:spPr>
              <a:xfrm>
                <a:off x="6330" y="11106"/>
                <a:ext cx="386" cy="0"/>
              </a:xfrm>
              <a:prstGeom prst="line">
                <a:avLst/>
              </a:prstGeom>
              <a:ln w="9525" cap="flat" cmpd="sng">
                <a:solidFill>
                  <a:srgbClr val="000000"/>
                </a:solidFill>
                <a:prstDash val="solid"/>
                <a:round/>
                <a:headEnd type="none" w="med" len="med"/>
                <a:tailEnd type="none" w="med" len="med"/>
              </a:ln>
            </p:spPr>
          </p:sp>
          <p:sp>
            <p:nvSpPr>
              <p:cNvPr id="75836" name="Line 62"/>
              <p:cNvSpPr/>
              <p:nvPr/>
            </p:nvSpPr>
            <p:spPr>
              <a:xfrm>
                <a:off x="5385" y="10062"/>
                <a:ext cx="669" cy="0"/>
              </a:xfrm>
              <a:prstGeom prst="line">
                <a:avLst/>
              </a:prstGeom>
              <a:ln w="9525" cap="flat" cmpd="sng">
                <a:solidFill>
                  <a:srgbClr val="000000"/>
                </a:solidFill>
                <a:prstDash val="solid"/>
                <a:round/>
                <a:headEnd type="none" w="med" len="med"/>
                <a:tailEnd type="none" w="med" len="med"/>
              </a:ln>
            </p:spPr>
          </p:sp>
          <p:sp>
            <p:nvSpPr>
              <p:cNvPr id="75837" name="Rectangle 63"/>
              <p:cNvSpPr/>
              <p:nvPr/>
            </p:nvSpPr>
            <p:spPr>
              <a:xfrm>
                <a:off x="6720" y="7836"/>
                <a:ext cx="180" cy="780"/>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&amp;</a:t>
                </a:r>
                <a:endParaRPr lang="en-US" altLang="zh-CN" sz="4000" dirty="0">
                  <a:latin typeface="Times New Roman" panose="02020603050405020304" pitchFamily="18" charset="0"/>
                  <a:ea typeface="宋体" panose="02010600030101010101" pitchFamily="2" charset="-122"/>
                </a:endParaRPr>
              </a:p>
            </p:txBody>
          </p:sp>
          <p:sp>
            <p:nvSpPr>
              <p:cNvPr id="75838" name="Line 64"/>
              <p:cNvSpPr/>
              <p:nvPr/>
            </p:nvSpPr>
            <p:spPr>
              <a:xfrm>
                <a:off x="4198" y="7920"/>
                <a:ext cx="2520" cy="0"/>
              </a:xfrm>
              <a:prstGeom prst="line">
                <a:avLst/>
              </a:prstGeom>
              <a:ln w="9525" cap="flat" cmpd="sng">
                <a:solidFill>
                  <a:srgbClr val="000000"/>
                </a:solidFill>
                <a:prstDash val="solid"/>
                <a:round/>
                <a:headEnd type="none" w="med" len="med"/>
                <a:tailEnd type="none" w="med" len="med"/>
              </a:ln>
            </p:spPr>
          </p:sp>
          <p:sp>
            <p:nvSpPr>
              <p:cNvPr id="75839" name="Line 65"/>
              <p:cNvSpPr/>
              <p:nvPr/>
            </p:nvSpPr>
            <p:spPr>
              <a:xfrm>
                <a:off x="4500" y="8073"/>
                <a:ext cx="2219" cy="1"/>
              </a:xfrm>
              <a:prstGeom prst="line">
                <a:avLst/>
              </a:prstGeom>
              <a:ln w="9525" cap="flat" cmpd="sng">
                <a:solidFill>
                  <a:srgbClr val="000000"/>
                </a:solidFill>
                <a:prstDash val="solid"/>
                <a:round/>
                <a:headEnd type="none" w="med" len="med"/>
                <a:tailEnd type="none" w="med" len="med"/>
              </a:ln>
            </p:spPr>
          </p:sp>
          <p:sp>
            <p:nvSpPr>
              <p:cNvPr id="75840" name="Line 66"/>
              <p:cNvSpPr/>
              <p:nvPr/>
            </p:nvSpPr>
            <p:spPr>
              <a:xfrm>
                <a:off x="4616" y="8158"/>
                <a:ext cx="2103" cy="0"/>
              </a:xfrm>
              <a:prstGeom prst="line">
                <a:avLst/>
              </a:prstGeom>
              <a:ln w="9525" cap="flat" cmpd="sng">
                <a:solidFill>
                  <a:srgbClr val="000000"/>
                </a:solidFill>
                <a:prstDash val="solid"/>
                <a:round/>
                <a:headEnd type="none" w="med" len="med"/>
                <a:tailEnd type="none" w="med" len="med"/>
              </a:ln>
            </p:spPr>
          </p:sp>
          <p:sp>
            <p:nvSpPr>
              <p:cNvPr id="75841" name="Line 67"/>
              <p:cNvSpPr/>
              <p:nvPr/>
            </p:nvSpPr>
            <p:spPr>
              <a:xfrm>
                <a:off x="4700" y="8220"/>
                <a:ext cx="2011" cy="2"/>
              </a:xfrm>
              <a:prstGeom prst="line">
                <a:avLst/>
              </a:prstGeom>
              <a:ln w="9525" cap="flat" cmpd="sng">
                <a:solidFill>
                  <a:srgbClr val="000000"/>
                </a:solidFill>
                <a:prstDash val="solid"/>
                <a:round/>
                <a:headEnd type="none" w="med" len="med"/>
                <a:tailEnd type="none" w="med" len="med"/>
              </a:ln>
            </p:spPr>
          </p:sp>
          <p:sp>
            <p:nvSpPr>
              <p:cNvPr id="75842" name="Line 68"/>
              <p:cNvSpPr/>
              <p:nvPr/>
            </p:nvSpPr>
            <p:spPr>
              <a:xfrm>
                <a:off x="4808" y="8310"/>
                <a:ext cx="1918" cy="3"/>
              </a:xfrm>
              <a:prstGeom prst="line">
                <a:avLst/>
              </a:prstGeom>
              <a:ln w="9525" cap="flat" cmpd="sng">
                <a:solidFill>
                  <a:srgbClr val="000000"/>
                </a:solidFill>
                <a:prstDash val="solid"/>
                <a:round/>
                <a:headEnd type="none" w="med" len="med"/>
                <a:tailEnd type="none" w="med" len="med"/>
              </a:ln>
            </p:spPr>
          </p:sp>
          <p:sp>
            <p:nvSpPr>
              <p:cNvPr id="75843" name="Line 69"/>
              <p:cNvSpPr/>
              <p:nvPr/>
            </p:nvSpPr>
            <p:spPr>
              <a:xfrm>
                <a:off x="5008" y="8496"/>
                <a:ext cx="1702" cy="0"/>
              </a:xfrm>
              <a:prstGeom prst="line">
                <a:avLst/>
              </a:prstGeom>
              <a:ln w="9525" cap="flat" cmpd="sng">
                <a:solidFill>
                  <a:srgbClr val="000000"/>
                </a:solidFill>
                <a:prstDash val="solid"/>
                <a:round/>
                <a:headEnd type="none" w="med" len="med"/>
                <a:tailEnd type="none" w="med" len="med"/>
              </a:ln>
            </p:spPr>
          </p:sp>
          <p:sp>
            <p:nvSpPr>
              <p:cNvPr id="75844" name="Line 70"/>
              <p:cNvSpPr/>
              <p:nvPr/>
            </p:nvSpPr>
            <p:spPr>
              <a:xfrm>
                <a:off x="4408" y="7992"/>
                <a:ext cx="2310" cy="0"/>
              </a:xfrm>
              <a:prstGeom prst="line">
                <a:avLst/>
              </a:prstGeom>
              <a:ln w="9525" cap="flat" cmpd="sng">
                <a:solidFill>
                  <a:srgbClr val="000000"/>
                </a:solidFill>
                <a:prstDash val="solid"/>
                <a:round/>
                <a:headEnd type="none" w="med" len="med"/>
                <a:tailEnd type="none" w="med" len="med"/>
              </a:ln>
            </p:spPr>
          </p:sp>
          <p:sp>
            <p:nvSpPr>
              <p:cNvPr id="75845" name="Line 71"/>
              <p:cNvSpPr/>
              <p:nvPr/>
            </p:nvSpPr>
            <p:spPr>
              <a:xfrm>
                <a:off x="4908" y="8400"/>
                <a:ext cx="1816" cy="4"/>
              </a:xfrm>
              <a:prstGeom prst="line">
                <a:avLst/>
              </a:prstGeom>
              <a:ln w="9525" cap="flat" cmpd="sng">
                <a:solidFill>
                  <a:srgbClr val="000000"/>
                </a:solidFill>
                <a:prstDash val="solid"/>
                <a:round/>
                <a:headEnd type="none" w="med" len="med"/>
                <a:tailEnd type="none" w="med" len="med"/>
              </a:ln>
            </p:spPr>
          </p:sp>
          <p:sp>
            <p:nvSpPr>
              <p:cNvPr id="75846" name="Line 72"/>
              <p:cNvSpPr/>
              <p:nvPr/>
            </p:nvSpPr>
            <p:spPr>
              <a:xfrm>
                <a:off x="6496" y="8580"/>
                <a:ext cx="214" cy="0"/>
              </a:xfrm>
              <a:prstGeom prst="line">
                <a:avLst/>
              </a:prstGeom>
              <a:ln w="9525" cap="flat" cmpd="sng">
                <a:solidFill>
                  <a:srgbClr val="000000"/>
                </a:solidFill>
                <a:prstDash val="solid"/>
                <a:round/>
                <a:headEnd type="none" w="med" len="med"/>
                <a:tailEnd type="none" w="med" len="med"/>
              </a:ln>
            </p:spPr>
          </p:sp>
          <p:sp>
            <p:nvSpPr>
              <p:cNvPr id="75847" name="Rectangle 73"/>
              <p:cNvSpPr/>
              <p:nvPr/>
            </p:nvSpPr>
            <p:spPr>
              <a:xfrm>
                <a:off x="6720" y="9383"/>
                <a:ext cx="510" cy="1023"/>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&amp; </a:t>
                </a:r>
                <a:r>
                  <a:rPr lang="en-US" altLang="zh-CN" sz="1800" i="0" dirty="0">
                    <a:latin typeface="宋体" panose="02010600030101010101" pitchFamily="2" charset="-122"/>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48" name="Line 74"/>
              <p:cNvSpPr/>
              <p:nvPr/>
            </p:nvSpPr>
            <p:spPr>
              <a:xfrm>
                <a:off x="6900" y="9380"/>
                <a:ext cx="0" cy="1020"/>
              </a:xfrm>
              <a:prstGeom prst="line">
                <a:avLst/>
              </a:prstGeom>
              <a:ln w="9525" cap="flat" cmpd="sng">
                <a:solidFill>
                  <a:srgbClr val="000000"/>
                </a:solidFill>
                <a:prstDash val="solid"/>
                <a:round/>
                <a:headEnd type="none" w="med" len="med"/>
                <a:tailEnd type="none" w="med" len="med"/>
              </a:ln>
            </p:spPr>
          </p:sp>
          <p:sp>
            <p:nvSpPr>
              <p:cNvPr id="75849" name="Line 75"/>
              <p:cNvSpPr/>
              <p:nvPr/>
            </p:nvSpPr>
            <p:spPr>
              <a:xfrm>
                <a:off x="6720" y="9753"/>
                <a:ext cx="180" cy="0"/>
              </a:xfrm>
              <a:prstGeom prst="line">
                <a:avLst/>
              </a:prstGeom>
              <a:ln w="9525" cap="flat" cmpd="sng">
                <a:solidFill>
                  <a:srgbClr val="000000"/>
                </a:solidFill>
                <a:prstDash val="solid"/>
                <a:round/>
                <a:headEnd type="none" w="med" len="med"/>
                <a:tailEnd type="none" w="med" len="med"/>
              </a:ln>
            </p:spPr>
          </p:sp>
          <p:sp>
            <p:nvSpPr>
              <p:cNvPr id="75850" name="Line 76"/>
              <p:cNvSpPr/>
              <p:nvPr/>
            </p:nvSpPr>
            <p:spPr>
              <a:xfrm>
                <a:off x="6720" y="10041"/>
                <a:ext cx="180" cy="0"/>
              </a:xfrm>
              <a:prstGeom prst="line">
                <a:avLst/>
              </a:prstGeom>
              <a:ln w="9525" cap="flat" cmpd="sng">
                <a:solidFill>
                  <a:srgbClr val="000000"/>
                </a:solidFill>
                <a:prstDash val="solid"/>
                <a:round/>
                <a:headEnd type="none" w="med" len="med"/>
                <a:tailEnd type="none" w="med" len="med"/>
              </a:ln>
            </p:spPr>
          </p:sp>
          <p:sp>
            <p:nvSpPr>
              <p:cNvPr id="75851" name="Line 77"/>
              <p:cNvSpPr/>
              <p:nvPr/>
            </p:nvSpPr>
            <p:spPr>
              <a:xfrm>
                <a:off x="6720" y="10260"/>
                <a:ext cx="180" cy="0"/>
              </a:xfrm>
              <a:prstGeom prst="line">
                <a:avLst/>
              </a:prstGeom>
              <a:ln w="9525" cap="flat" cmpd="sng">
                <a:solidFill>
                  <a:srgbClr val="000000"/>
                </a:solidFill>
                <a:prstDash val="solid"/>
                <a:round/>
                <a:headEnd type="none" w="med" len="med"/>
                <a:tailEnd type="none" w="med" len="med"/>
              </a:ln>
            </p:spPr>
          </p:sp>
          <p:sp>
            <p:nvSpPr>
              <p:cNvPr id="75852" name="Line 78"/>
              <p:cNvSpPr/>
              <p:nvPr/>
            </p:nvSpPr>
            <p:spPr>
              <a:xfrm flipV="1">
                <a:off x="6960" y="8181"/>
                <a:ext cx="595" cy="0"/>
              </a:xfrm>
              <a:prstGeom prst="line">
                <a:avLst/>
              </a:prstGeom>
              <a:ln w="9525" cap="flat" cmpd="sng">
                <a:solidFill>
                  <a:srgbClr val="000000"/>
                </a:solidFill>
                <a:prstDash val="solid"/>
                <a:round/>
                <a:headEnd type="none" w="med" len="med"/>
                <a:tailEnd type="none" w="med" len="med"/>
              </a:ln>
            </p:spPr>
          </p:sp>
          <p:sp>
            <p:nvSpPr>
              <p:cNvPr id="75853" name="Line 79"/>
              <p:cNvSpPr/>
              <p:nvPr/>
            </p:nvSpPr>
            <p:spPr>
              <a:xfrm flipH="1">
                <a:off x="7124" y="8193"/>
                <a:ext cx="1" cy="492"/>
              </a:xfrm>
              <a:prstGeom prst="line">
                <a:avLst/>
              </a:prstGeom>
              <a:ln w="9525" cap="flat" cmpd="sng">
                <a:solidFill>
                  <a:srgbClr val="000000"/>
                </a:solidFill>
                <a:prstDash val="solid"/>
                <a:round/>
                <a:headEnd type="none" w="med" len="med"/>
                <a:tailEnd type="none" w="med" len="med"/>
              </a:ln>
            </p:spPr>
          </p:sp>
          <p:sp>
            <p:nvSpPr>
              <p:cNvPr id="75854" name="Line 80"/>
              <p:cNvSpPr/>
              <p:nvPr/>
            </p:nvSpPr>
            <p:spPr>
              <a:xfrm>
                <a:off x="6585" y="8676"/>
                <a:ext cx="533" cy="0"/>
              </a:xfrm>
              <a:prstGeom prst="line">
                <a:avLst/>
              </a:prstGeom>
              <a:ln w="9525" cap="flat" cmpd="sng">
                <a:solidFill>
                  <a:srgbClr val="000000"/>
                </a:solidFill>
                <a:prstDash val="solid"/>
                <a:round/>
                <a:headEnd type="none" w="med" len="med"/>
                <a:tailEnd type="none" w="med" len="med"/>
              </a:ln>
            </p:spPr>
          </p:sp>
          <p:sp>
            <p:nvSpPr>
              <p:cNvPr id="75855" name="Line 81"/>
              <p:cNvSpPr/>
              <p:nvPr/>
            </p:nvSpPr>
            <p:spPr>
              <a:xfrm>
                <a:off x="6585" y="8676"/>
                <a:ext cx="0" cy="312"/>
              </a:xfrm>
              <a:prstGeom prst="line">
                <a:avLst/>
              </a:prstGeom>
              <a:ln w="9525" cap="flat" cmpd="sng">
                <a:solidFill>
                  <a:srgbClr val="000000"/>
                </a:solidFill>
                <a:prstDash val="solid"/>
                <a:round/>
                <a:headEnd type="none" w="med" len="med"/>
                <a:tailEnd type="none" w="med" len="med"/>
              </a:ln>
            </p:spPr>
          </p:sp>
          <p:sp>
            <p:nvSpPr>
              <p:cNvPr id="75856" name="Line 82"/>
              <p:cNvSpPr/>
              <p:nvPr/>
            </p:nvSpPr>
            <p:spPr>
              <a:xfrm flipV="1">
                <a:off x="6234" y="9413"/>
                <a:ext cx="476" cy="0"/>
              </a:xfrm>
              <a:prstGeom prst="line">
                <a:avLst/>
              </a:prstGeom>
              <a:ln w="9525" cap="flat" cmpd="sng">
                <a:solidFill>
                  <a:srgbClr val="000000"/>
                </a:solidFill>
                <a:prstDash val="solid"/>
                <a:round/>
                <a:headEnd type="none" w="med" len="med"/>
                <a:tailEnd type="none" w="med" len="med"/>
              </a:ln>
            </p:spPr>
          </p:sp>
          <p:sp>
            <p:nvSpPr>
              <p:cNvPr id="75857" name="Line 83"/>
              <p:cNvSpPr/>
              <p:nvPr/>
            </p:nvSpPr>
            <p:spPr>
              <a:xfrm>
                <a:off x="5934" y="9478"/>
                <a:ext cx="788" cy="0"/>
              </a:xfrm>
              <a:prstGeom prst="line">
                <a:avLst/>
              </a:prstGeom>
              <a:ln w="9525" cap="flat" cmpd="sng">
                <a:solidFill>
                  <a:srgbClr val="000000"/>
                </a:solidFill>
                <a:prstDash val="solid"/>
                <a:round/>
                <a:headEnd type="none" w="med" len="med"/>
                <a:tailEnd type="none" w="med" len="med"/>
              </a:ln>
            </p:spPr>
          </p:sp>
          <p:sp>
            <p:nvSpPr>
              <p:cNvPr id="75858" name="Rectangle 84"/>
              <p:cNvSpPr/>
              <p:nvPr/>
            </p:nvSpPr>
            <p:spPr>
              <a:xfrm>
                <a:off x="6720" y="10566"/>
                <a:ext cx="510" cy="1023"/>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&amp; </a:t>
                </a:r>
                <a:r>
                  <a:rPr lang="en-US" altLang="zh-CN" sz="1800" i="0" dirty="0">
                    <a:latin typeface="宋体" panose="02010600030101010101" pitchFamily="2" charset="-122"/>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59" name="Line 85"/>
              <p:cNvSpPr/>
              <p:nvPr/>
            </p:nvSpPr>
            <p:spPr>
              <a:xfrm>
                <a:off x="6900" y="10563"/>
                <a:ext cx="0" cy="1020"/>
              </a:xfrm>
              <a:prstGeom prst="line">
                <a:avLst/>
              </a:prstGeom>
              <a:ln w="9525" cap="flat" cmpd="sng">
                <a:solidFill>
                  <a:srgbClr val="000000"/>
                </a:solidFill>
                <a:prstDash val="solid"/>
                <a:round/>
                <a:headEnd type="none" w="med" len="med"/>
                <a:tailEnd type="none" w="med" len="med"/>
              </a:ln>
            </p:spPr>
          </p:sp>
          <p:sp>
            <p:nvSpPr>
              <p:cNvPr id="75860" name="Line 86"/>
              <p:cNvSpPr/>
              <p:nvPr/>
            </p:nvSpPr>
            <p:spPr>
              <a:xfrm>
                <a:off x="6720" y="10963"/>
                <a:ext cx="180" cy="0"/>
              </a:xfrm>
              <a:prstGeom prst="line">
                <a:avLst/>
              </a:prstGeom>
              <a:ln w="9525" cap="flat" cmpd="sng">
                <a:solidFill>
                  <a:srgbClr val="000000"/>
                </a:solidFill>
                <a:prstDash val="solid"/>
                <a:round/>
                <a:headEnd type="none" w="med" len="med"/>
                <a:tailEnd type="none" w="med" len="med"/>
              </a:ln>
            </p:spPr>
          </p:sp>
          <p:sp>
            <p:nvSpPr>
              <p:cNvPr id="75861" name="Line 87"/>
              <p:cNvSpPr/>
              <p:nvPr/>
            </p:nvSpPr>
            <p:spPr>
              <a:xfrm>
                <a:off x="6720" y="11313"/>
                <a:ext cx="180" cy="0"/>
              </a:xfrm>
              <a:prstGeom prst="line">
                <a:avLst/>
              </a:prstGeom>
              <a:ln w="9525" cap="flat" cmpd="sng">
                <a:solidFill>
                  <a:srgbClr val="000000"/>
                </a:solidFill>
                <a:prstDash val="solid"/>
                <a:round/>
                <a:headEnd type="none" w="med" len="med"/>
                <a:tailEnd type="none" w="med" len="med"/>
              </a:ln>
            </p:spPr>
          </p:sp>
          <p:sp>
            <p:nvSpPr>
              <p:cNvPr id="75862" name="Line 88"/>
              <p:cNvSpPr/>
              <p:nvPr/>
            </p:nvSpPr>
            <p:spPr>
              <a:xfrm>
                <a:off x="6720" y="11439"/>
                <a:ext cx="180" cy="0"/>
              </a:xfrm>
              <a:prstGeom prst="line">
                <a:avLst/>
              </a:prstGeom>
              <a:ln w="9525" cap="flat" cmpd="sng">
                <a:solidFill>
                  <a:srgbClr val="000000"/>
                </a:solidFill>
                <a:prstDash val="solid"/>
                <a:round/>
                <a:headEnd type="none" w="med" len="med"/>
                <a:tailEnd type="none" w="med" len="med"/>
              </a:ln>
            </p:spPr>
          </p:sp>
          <p:sp>
            <p:nvSpPr>
              <p:cNvPr id="75863" name="Rectangle 89"/>
              <p:cNvSpPr/>
              <p:nvPr/>
            </p:nvSpPr>
            <p:spPr>
              <a:xfrm>
                <a:off x="6720" y="11810"/>
                <a:ext cx="510" cy="1023"/>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&amp; </a:t>
                </a:r>
                <a:r>
                  <a:rPr lang="en-US" altLang="zh-CN" sz="1800" i="0" dirty="0">
                    <a:latin typeface="宋体" panose="02010600030101010101" pitchFamily="2" charset="-122"/>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64" name="Line 90"/>
              <p:cNvSpPr/>
              <p:nvPr/>
            </p:nvSpPr>
            <p:spPr>
              <a:xfrm>
                <a:off x="6900" y="11807"/>
                <a:ext cx="0" cy="1020"/>
              </a:xfrm>
              <a:prstGeom prst="line">
                <a:avLst/>
              </a:prstGeom>
              <a:ln w="9525" cap="flat" cmpd="sng">
                <a:solidFill>
                  <a:srgbClr val="000000"/>
                </a:solidFill>
                <a:prstDash val="solid"/>
                <a:round/>
                <a:headEnd type="none" w="med" len="med"/>
                <a:tailEnd type="none" w="med" len="med"/>
              </a:ln>
            </p:spPr>
          </p:sp>
          <p:sp>
            <p:nvSpPr>
              <p:cNvPr id="75865" name="Line 91"/>
              <p:cNvSpPr/>
              <p:nvPr/>
            </p:nvSpPr>
            <p:spPr>
              <a:xfrm>
                <a:off x="6720" y="12051"/>
                <a:ext cx="180" cy="0"/>
              </a:xfrm>
              <a:prstGeom prst="line">
                <a:avLst/>
              </a:prstGeom>
              <a:ln w="9525" cap="flat" cmpd="sng">
                <a:solidFill>
                  <a:srgbClr val="000000"/>
                </a:solidFill>
                <a:prstDash val="solid"/>
                <a:round/>
                <a:headEnd type="none" w="med" len="med"/>
                <a:tailEnd type="none" w="med" len="med"/>
              </a:ln>
            </p:spPr>
          </p:sp>
          <p:sp>
            <p:nvSpPr>
              <p:cNvPr id="75866" name="Line 92"/>
              <p:cNvSpPr/>
              <p:nvPr/>
            </p:nvSpPr>
            <p:spPr>
              <a:xfrm>
                <a:off x="6720" y="12303"/>
                <a:ext cx="180" cy="0"/>
              </a:xfrm>
              <a:prstGeom prst="line">
                <a:avLst/>
              </a:prstGeom>
              <a:ln w="9525" cap="flat" cmpd="sng">
                <a:solidFill>
                  <a:srgbClr val="000000"/>
                </a:solidFill>
                <a:prstDash val="solid"/>
                <a:round/>
                <a:headEnd type="none" w="med" len="med"/>
                <a:tailEnd type="none" w="med" len="med"/>
              </a:ln>
            </p:spPr>
          </p:sp>
          <p:sp>
            <p:nvSpPr>
              <p:cNvPr id="75867" name="Line 93"/>
              <p:cNvSpPr/>
              <p:nvPr/>
            </p:nvSpPr>
            <p:spPr>
              <a:xfrm>
                <a:off x="6720" y="12522"/>
                <a:ext cx="180" cy="0"/>
              </a:xfrm>
              <a:prstGeom prst="line">
                <a:avLst/>
              </a:prstGeom>
              <a:ln w="9525" cap="flat" cmpd="sng">
                <a:solidFill>
                  <a:srgbClr val="000000"/>
                </a:solidFill>
                <a:prstDash val="solid"/>
                <a:round/>
                <a:headEnd type="none" w="med" len="med"/>
                <a:tailEnd type="none" w="med" len="med"/>
              </a:ln>
            </p:spPr>
          </p:sp>
          <p:sp>
            <p:nvSpPr>
              <p:cNvPr id="75868" name="Line 94"/>
              <p:cNvSpPr/>
              <p:nvPr/>
            </p:nvSpPr>
            <p:spPr>
              <a:xfrm>
                <a:off x="6067" y="12584"/>
                <a:ext cx="652" cy="0"/>
              </a:xfrm>
              <a:prstGeom prst="line">
                <a:avLst/>
              </a:prstGeom>
              <a:ln w="9525" cap="flat" cmpd="sng">
                <a:solidFill>
                  <a:srgbClr val="000000"/>
                </a:solidFill>
                <a:prstDash val="solid"/>
                <a:round/>
                <a:headEnd type="none" w="med" len="med"/>
                <a:tailEnd type="none" w="med" len="med"/>
              </a:ln>
            </p:spPr>
          </p:sp>
          <p:sp>
            <p:nvSpPr>
              <p:cNvPr id="75869" name="Line 95"/>
              <p:cNvSpPr/>
              <p:nvPr/>
            </p:nvSpPr>
            <p:spPr>
              <a:xfrm>
                <a:off x="5381" y="12006"/>
                <a:ext cx="691" cy="0"/>
              </a:xfrm>
              <a:prstGeom prst="line">
                <a:avLst/>
              </a:prstGeom>
              <a:ln w="9525" cap="flat" cmpd="sng">
                <a:solidFill>
                  <a:srgbClr val="000000"/>
                </a:solidFill>
                <a:prstDash val="solid"/>
                <a:round/>
                <a:headEnd type="none" w="med" len="med"/>
                <a:tailEnd type="none" w="med" len="med"/>
              </a:ln>
            </p:spPr>
          </p:sp>
          <p:sp>
            <p:nvSpPr>
              <p:cNvPr id="75870" name="Line 96"/>
              <p:cNvSpPr/>
              <p:nvPr/>
            </p:nvSpPr>
            <p:spPr>
              <a:xfrm flipH="1">
                <a:off x="6073" y="12006"/>
                <a:ext cx="3" cy="570"/>
              </a:xfrm>
              <a:prstGeom prst="line">
                <a:avLst/>
              </a:prstGeom>
              <a:ln w="9525" cap="flat" cmpd="sng">
                <a:solidFill>
                  <a:srgbClr val="000000"/>
                </a:solidFill>
                <a:prstDash val="solid"/>
                <a:round/>
                <a:headEnd type="none" w="med" len="med"/>
                <a:tailEnd type="none" w="med" len="med"/>
              </a:ln>
            </p:spPr>
          </p:sp>
          <p:sp>
            <p:nvSpPr>
              <p:cNvPr id="75871" name="Line 97"/>
              <p:cNvSpPr/>
              <p:nvPr/>
            </p:nvSpPr>
            <p:spPr>
              <a:xfrm>
                <a:off x="6495" y="8591"/>
                <a:ext cx="0" cy="4127"/>
              </a:xfrm>
              <a:prstGeom prst="line">
                <a:avLst/>
              </a:prstGeom>
              <a:ln w="9525" cap="flat" cmpd="sng">
                <a:solidFill>
                  <a:srgbClr val="000000"/>
                </a:solidFill>
                <a:prstDash val="solid"/>
                <a:round/>
                <a:headEnd type="none" w="med" len="med"/>
                <a:tailEnd type="none" w="med" len="med"/>
              </a:ln>
            </p:spPr>
          </p:sp>
          <p:sp>
            <p:nvSpPr>
              <p:cNvPr id="75872" name="Oval 98"/>
              <p:cNvSpPr/>
              <p:nvPr/>
            </p:nvSpPr>
            <p:spPr>
              <a:xfrm>
                <a:off x="6462" y="12667"/>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nvGrpSpPr>
              <p:cNvPr id="75873" name="Group 99"/>
              <p:cNvGrpSpPr/>
              <p:nvPr/>
            </p:nvGrpSpPr>
            <p:grpSpPr>
              <a:xfrm>
                <a:off x="6465" y="9079"/>
                <a:ext cx="245" cy="57"/>
                <a:chOff x="7305" y="3151"/>
                <a:chExt cx="245" cy="57"/>
              </a:xfrm>
            </p:grpSpPr>
            <p:sp>
              <p:nvSpPr>
                <p:cNvPr id="75874" name="Line 100"/>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875" name="Oval 101"/>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75876" name="Line 102"/>
              <p:cNvSpPr/>
              <p:nvPr/>
            </p:nvSpPr>
            <p:spPr>
              <a:xfrm flipH="1">
                <a:off x="6220" y="9025"/>
                <a:ext cx="2" cy="389"/>
              </a:xfrm>
              <a:prstGeom prst="line">
                <a:avLst/>
              </a:prstGeom>
              <a:ln w="9525" cap="flat" cmpd="sng">
                <a:solidFill>
                  <a:srgbClr val="000000"/>
                </a:solidFill>
                <a:prstDash val="solid"/>
                <a:round/>
                <a:headEnd type="none" w="med" len="med"/>
                <a:tailEnd type="none" w="med" len="med"/>
              </a:ln>
            </p:spPr>
          </p:sp>
          <p:sp>
            <p:nvSpPr>
              <p:cNvPr id="75877" name="Line 103"/>
              <p:cNvSpPr/>
              <p:nvPr/>
            </p:nvSpPr>
            <p:spPr>
              <a:xfrm flipH="1">
                <a:off x="5003" y="8490"/>
                <a:ext cx="5" cy="3461"/>
              </a:xfrm>
              <a:prstGeom prst="line">
                <a:avLst/>
              </a:prstGeom>
              <a:ln w="9525" cap="flat" cmpd="sng">
                <a:solidFill>
                  <a:srgbClr val="000000"/>
                </a:solidFill>
                <a:prstDash val="solid"/>
                <a:round/>
                <a:headEnd type="none" w="med" len="med"/>
                <a:tailEnd type="none" w="med" len="med"/>
              </a:ln>
            </p:spPr>
          </p:sp>
          <p:sp>
            <p:nvSpPr>
              <p:cNvPr id="75878" name="Rectangle 104"/>
              <p:cNvSpPr/>
              <p:nvPr/>
            </p:nvSpPr>
            <p:spPr>
              <a:xfrm>
                <a:off x="5211" y="8851"/>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79" name="Line 105"/>
              <p:cNvSpPr/>
              <p:nvPr/>
            </p:nvSpPr>
            <p:spPr>
              <a:xfrm>
                <a:off x="3998" y="9016"/>
                <a:ext cx="1196" cy="0"/>
              </a:xfrm>
              <a:prstGeom prst="line">
                <a:avLst/>
              </a:prstGeom>
              <a:ln w="9525" cap="flat" cmpd="sng">
                <a:solidFill>
                  <a:srgbClr val="000000"/>
                </a:solidFill>
                <a:prstDash val="solid"/>
                <a:round/>
                <a:headEnd type="none" w="med" len="med"/>
                <a:tailEnd type="none" w="med" len="med"/>
              </a:ln>
            </p:spPr>
          </p:sp>
          <p:sp>
            <p:nvSpPr>
              <p:cNvPr id="75880" name="Rectangle 106"/>
              <p:cNvSpPr/>
              <p:nvPr/>
            </p:nvSpPr>
            <p:spPr>
              <a:xfrm>
                <a:off x="5211" y="9361"/>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81" name="Rectangle 107"/>
              <p:cNvSpPr/>
              <p:nvPr/>
            </p:nvSpPr>
            <p:spPr>
              <a:xfrm>
                <a:off x="5198" y="9901"/>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82" name="Rectangle 108"/>
              <p:cNvSpPr/>
              <p:nvPr/>
            </p:nvSpPr>
            <p:spPr>
              <a:xfrm>
                <a:off x="5198" y="10396"/>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83" name="Rectangle 109"/>
              <p:cNvSpPr/>
              <p:nvPr/>
            </p:nvSpPr>
            <p:spPr>
              <a:xfrm>
                <a:off x="5198" y="10900"/>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84" name="Rectangle 110"/>
              <p:cNvSpPr/>
              <p:nvPr/>
            </p:nvSpPr>
            <p:spPr>
              <a:xfrm>
                <a:off x="5213" y="12540"/>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85" name="Rectangle 111"/>
              <p:cNvSpPr/>
              <p:nvPr/>
            </p:nvSpPr>
            <p:spPr>
              <a:xfrm>
                <a:off x="5198" y="11383"/>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86" name="Rectangle 112"/>
              <p:cNvSpPr/>
              <p:nvPr/>
            </p:nvSpPr>
            <p:spPr>
              <a:xfrm>
                <a:off x="5213" y="11851"/>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87" name="Oval 113"/>
              <p:cNvSpPr/>
              <p:nvPr/>
            </p:nvSpPr>
            <p:spPr>
              <a:xfrm>
                <a:off x="5141" y="8992"/>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88" name="Line 114"/>
              <p:cNvSpPr/>
              <p:nvPr/>
            </p:nvSpPr>
            <p:spPr>
              <a:xfrm>
                <a:off x="4013" y="9511"/>
                <a:ext cx="1196" cy="0"/>
              </a:xfrm>
              <a:prstGeom prst="line">
                <a:avLst/>
              </a:prstGeom>
              <a:ln w="9525" cap="flat" cmpd="sng">
                <a:solidFill>
                  <a:srgbClr val="000000"/>
                </a:solidFill>
                <a:prstDash val="solid"/>
                <a:round/>
                <a:headEnd type="none" w="med" len="med"/>
                <a:tailEnd type="none" w="med" len="med"/>
              </a:ln>
            </p:spPr>
          </p:sp>
          <p:sp>
            <p:nvSpPr>
              <p:cNvPr id="75889" name="Oval 115"/>
              <p:cNvSpPr/>
              <p:nvPr/>
            </p:nvSpPr>
            <p:spPr>
              <a:xfrm>
                <a:off x="5156" y="9487"/>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90" name="Line 116"/>
              <p:cNvSpPr/>
              <p:nvPr/>
            </p:nvSpPr>
            <p:spPr>
              <a:xfrm>
                <a:off x="4013" y="10051"/>
                <a:ext cx="1196" cy="0"/>
              </a:xfrm>
              <a:prstGeom prst="line">
                <a:avLst/>
              </a:prstGeom>
              <a:ln w="9525" cap="flat" cmpd="sng">
                <a:solidFill>
                  <a:srgbClr val="000000"/>
                </a:solidFill>
                <a:prstDash val="solid"/>
                <a:round/>
                <a:headEnd type="none" w="med" len="med"/>
                <a:tailEnd type="none" w="med" len="med"/>
              </a:ln>
            </p:spPr>
          </p:sp>
          <p:sp>
            <p:nvSpPr>
              <p:cNvPr id="75891" name="Oval 117"/>
              <p:cNvSpPr/>
              <p:nvPr/>
            </p:nvSpPr>
            <p:spPr>
              <a:xfrm>
                <a:off x="5156" y="10027"/>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92" name="Line 118"/>
              <p:cNvSpPr/>
              <p:nvPr/>
            </p:nvSpPr>
            <p:spPr>
              <a:xfrm>
                <a:off x="4028" y="10546"/>
                <a:ext cx="1196" cy="0"/>
              </a:xfrm>
              <a:prstGeom prst="line">
                <a:avLst/>
              </a:prstGeom>
              <a:ln w="9525" cap="flat" cmpd="sng">
                <a:solidFill>
                  <a:srgbClr val="000000"/>
                </a:solidFill>
                <a:prstDash val="solid"/>
                <a:round/>
                <a:headEnd type="none" w="med" len="med"/>
                <a:tailEnd type="none" w="med" len="med"/>
              </a:ln>
            </p:spPr>
          </p:sp>
          <p:sp>
            <p:nvSpPr>
              <p:cNvPr id="75893" name="Oval 119"/>
              <p:cNvSpPr/>
              <p:nvPr/>
            </p:nvSpPr>
            <p:spPr>
              <a:xfrm>
                <a:off x="5171" y="10522"/>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94" name="Line 120"/>
              <p:cNvSpPr/>
              <p:nvPr/>
            </p:nvSpPr>
            <p:spPr>
              <a:xfrm>
                <a:off x="4028" y="11071"/>
                <a:ext cx="1196" cy="0"/>
              </a:xfrm>
              <a:prstGeom prst="line">
                <a:avLst/>
              </a:prstGeom>
              <a:ln w="9525" cap="flat" cmpd="sng">
                <a:solidFill>
                  <a:srgbClr val="000000"/>
                </a:solidFill>
                <a:prstDash val="solid"/>
                <a:round/>
                <a:headEnd type="none" w="med" len="med"/>
                <a:tailEnd type="none" w="med" len="med"/>
              </a:ln>
            </p:spPr>
          </p:sp>
          <p:sp>
            <p:nvSpPr>
              <p:cNvPr id="75895" name="Oval 121"/>
              <p:cNvSpPr/>
              <p:nvPr/>
            </p:nvSpPr>
            <p:spPr>
              <a:xfrm>
                <a:off x="5171" y="11047"/>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96" name="Line 122"/>
              <p:cNvSpPr/>
              <p:nvPr/>
            </p:nvSpPr>
            <p:spPr>
              <a:xfrm>
                <a:off x="4043" y="12701"/>
                <a:ext cx="1196" cy="0"/>
              </a:xfrm>
              <a:prstGeom prst="line">
                <a:avLst/>
              </a:prstGeom>
              <a:ln w="9525" cap="flat" cmpd="sng">
                <a:solidFill>
                  <a:srgbClr val="000000"/>
                </a:solidFill>
                <a:prstDash val="solid"/>
                <a:round/>
                <a:headEnd type="none" w="med" len="med"/>
                <a:tailEnd type="none" w="med" len="med"/>
              </a:ln>
            </p:spPr>
          </p:sp>
          <p:sp>
            <p:nvSpPr>
              <p:cNvPr id="75897" name="Oval 123"/>
              <p:cNvSpPr/>
              <p:nvPr/>
            </p:nvSpPr>
            <p:spPr>
              <a:xfrm>
                <a:off x="5186" y="12663"/>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98" name="Line 124"/>
              <p:cNvSpPr/>
              <p:nvPr/>
            </p:nvSpPr>
            <p:spPr>
              <a:xfrm>
                <a:off x="4010" y="11548"/>
                <a:ext cx="1196" cy="0"/>
              </a:xfrm>
              <a:prstGeom prst="line">
                <a:avLst/>
              </a:prstGeom>
              <a:ln w="9525" cap="flat" cmpd="sng">
                <a:solidFill>
                  <a:srgbClr val="000000"/>
                </a:solidFill>
                <a:prstDash val="solid"/>
                <a:round/>
                <a:headEnd type="none" w="med" len="med"/>
                <a:tailEnd type="none" w="med" len="med"/>
              </a:ln>
            </p:spPr>
          </p:sp>
          <p:sp>
            <p:nvSpPr>
              <p:cNvPr id="75899" name="Oval 125"/>
              <p:cNvSpPr/>
              <p:nvPr/>
            </p:nvSpPr>
            <p:spPr>
              <a:xfrm>
                <a:off x="5153" y="11524"/>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00" name="Line 126"/>
              <p:cNvSpPr/>
              <p:nvPr/>
            </p:nvSpPr>
            <p:spPr>
              <a:xfrm>
                <a:off x="4028" y="11992"/>
                <a:ext cx="1196" cy="0"/>
              </a:xfrm>
              <a:prstGeom prst="line">
                <a:avLst/>
              </a:prstGeom>
              <a:ln w="9525" cap="flat" cmpd="sng">
                <a:solidFill>
                  <a:srgbClr val="000000"/>
                </a:solidFill>
                <a:prstDash val="solid"/>
                <a:round/>
                <a:headEnd type="none" w="med" len="med"/>
                <a:tailEnd type="none" w="med" len="med"/>
              </a:ln>
            </p:spPr>
          </p:sp>
          <p:sp>
            <p:nvSpPr>
              <p:cNvPr id="75901" name="Oval 127"/>
              <p:cNvSpPr/>
              <p:nvPr/>
            </p:nvSpPr>
            <p:spPr>
              <a:xfrm>
                <a:off x="5171" y="11968"/>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02" name="Oval 128"/>
              <p:cNvSpPr/>
              <p:nvPr/>
            </p:nvSpPr>
            <p:spPr>
              <a:xfrm>
                <a:off x="4977" y="11963"/>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03" name="Line 129"/>
              <p:cNvSpPr/>
              <p:nvPr/>
            </p:nvSpPr>
            <p:spPr>
              <a:xfrm>
                <a:off x="4913" y="8401"/>
                <a:ext cx="0" cy="3118"/>
              </a:xfrm>
              <a:prstGeom prst="line">
                <a:avLst/>
              </a:prstGeom>
              <a:ln w="9525" cap="flat" cmpd="sng">
                <a:solidFill>
                  <a:srgbClr val="000000"/>
                </a:solidFill>
                <a:prstDash val="solid"/>
                <a:round/>
                <a:headEnd type="none" w="med" len="med"/>
                <a:tailEnd type="none" w="med" len="med"/>
              </a:ln>
            </p:spPr>
          </p:sp>
          <p:sp>
            <p:nvSpPr>
              <p:cNvPr id="75904" name="Line 130"/>
              <p:cNvSpPr/>
              <p:nvPr/>
            </p:nvSpPr>
            <p:spPr>
              <a:xfrm>
                <a:off x="4806" y="8306"/>
                <a:ext cx="0" cy="2750"/>
              </a:xfrm>
              <a:prstGeom prst="line">
                <a:avLst/>
              </a:prstGeom>
              <a:ln w="9525" cap="flat" cmpd="sng">
                <a:solidFill>
                  <a:srgbClr val="000000"/>
                </a:solidFill>
                <a:prstDash val="solid"/>
                <a:round/>
                <a:headEnd type="none" w="med" len="med"/>
                <a:tailEnd type="none" w="med" len="med"/>
              </a:ln>
            </p:spPr>
          </p:sp>
          <p:sp>
            <p:nvSpPr>
              <p:cNvPr id="75905" name="Oval 131"/>
              <p:cNvSpPr/>
              <p:nvPr/>
            </p:nvSpPr>
            <p:spPr>
              <a:xfrm>
                <a:off x="4768" y="11047"/>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06" name="Oval 132"/>
              <p:cNvSpPr/>
              <p:nvPr/>
            </p:nvSpPr>
            <p:spPr>
              <a:xfrm>
                <a:off x="4883" y="11515"/>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07" name="Line 133"/>
              <p:cNvSpPr/>
              <p:nvPr/>
            </p:nvSpPr>
            <p:spPr>
              <a:xfrm>
                <a:off x="4704" y="8218"/>
                <a:ext cx="0" cy="2340"/>
              </a:xfrm>
              <a:prstGeom prst="line">
                <a:avLst/>
              </a:prstGeom>
              <a:ln w="9525" cap="flat" cmpd="sng">
                <a:solidFill>
                  <a:srgbClr val="000000"/>
                </a:solidFill>
                <a:prstDash val="solid"/>
                <a:round/>
                <a:headEnd type="none" w="med" len="med"/>
                <a:tailEnd type="none" w="med" len="med"/>
              </a:ln>
            </p:spPr>
          </p:sp>
          <p:sp>
            <p:nvSpPr>
              <p:cNvPr id="75908" name="Oval 134"/>
              <p:cNvSpPr/>
              <p:nvPr/>
            </p:nvSpPr>
            <p:spPr>
              <a:xfrm>
                <a:off x="4678" y="10516"/>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09" name="Line 135"/>
              <p:cNvSpPr/>
              <p:nvPr/>
            </p:nvSpPr>
            <p:spPr>
              <a:xfrm>
                <a:off x="4608" y="8154"/>
                <a:ext cx="0" cy="1898"/>
              </a:xfrm>
              <a:prstGeom prst="line">
                <a:avLst/>
              </a:prstGeom>
              <a:ln w="9525" cap="flat" cmpd="sng">
                <a:solidFill>
                  <a:srgbClr val="000000"/>
                </a:solidFill>
                <a:prstDash val="solid"/>
                <a:round/>
                <a:headEnd type="none" w="med" len="med"/>
                <a:tailEnd type="none" w="med" len="med"/>
              </a:ln>
            </p:spPr>
          </p:sp>
          <p:sp>
            <p:nvSpPr>
              <p:cNvPr id="75910" name="Oval 136"/>
              <p:cNvSpPr/>
              <p:nvPr/>
            </p:nvSpPr>
            <p:spPr>
              <a:xfrm>
                <a:off x="4579" y="10024"/>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11" name="Line 137"/>
              <p:cNvSpPr/>
              <p:nvPr/>
            </p:nvSpPr>
            <p:spPr>
              <a:xfrm>
                <a:off x="4500" y="8070"/>
                <a:ext cx="2" cy="1465"/>
              </a:xfrm>
              <a:prstGeom prst="line">
                <a:avLst/>
              </a:prstGeom>
              <a:ln w="9525" cap="flat" cmpd="sng">
                <a:solidFill>
                  <a:srgbClr val="000000"/>
                </a:solidFill>
                <a:prstDash val="solid"/>
                <a:round/>
                <a:headEnd type="none" w="med" len="med"/>
                <a:tailEnd type="none" w="med" len="med"/>
              </a:ln>
            </p:spPr>
          </p:sp>
          <p:sp>
            <p:nvSpPr>
              <p:cNvPr id="75912" name="Oval 138"/>
              <p:cNvSpPr/>
              <p:nvPr/>
            </p:nvSpPr>
            <p:spPr>
              <a:xfrm>
                <a:off x="4473" y="948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13" name="Line 139"/>
              <p:cNvSpPr/>
              <p:nvPr/>
            </p:nvSpPr>
            <p:spPr>
              <a:xfrm>
                <a:off x="4412" y="7992"/>
                <a:ext cx="0" cy="1019"/>
              </a:xfrm>
              <a:prstGeom prst="line">
                <a:avLst/>
              </a:prstGeom>
              <a:ln w="9525" cap="flat" cmpd="sng">
                <a:solidFill>
                  <a:srgbClr val="000000"/>
                </a:solidFill>
                <a:prstDash val="solid"/>
                <a:round/>
                <a:headEnd type="none" w="med" len="med"/>
                <a:tailEnd type="none" w="med" len="med"/>
              </a:ln>
            </p:spPr>
          </p:sp>
          <p:sp>
            <p:nvSpPr>
              <p:cNvPr id="75914" name="Oval 140"/>
              <p:cNvSpPr/>
              <p:nvPr/>
            </p:nvSpPr>
            <p:spPr>
              <a:xfrm>
                <a:off x="4380" y="8986"/>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15" name="Rectangle 141"/>
              <p:cNvSpPr/>
              <p:nvPr/>
            </p:nvSpPr>
            <p:spPr>
              <a:xfrm>
                <a:off x="5635" y="9361"/>
                <a:ext cx="180" cy="321"/>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916" name="Rectangle 142"/>
              <p:cNvSpPr/>
              <p:nvPr/>
            </p:nvSpPr>
            <p:spPr>
              <a:xfrm>
                <a:off x="5631" y="10396"/>
                <a:ext cx="180" cy="321"/>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917" name="Rectangle 143"/>
              <p:cNvSpPr/>
              <p:nvPr/>
            </p:nvSpPr>
            <p:spPr>
              <a:xfrm>
                <a:off x="5631" y="10891"/>
                <a:ext cx="180" cy="321"/>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918" name="Rectangle 144"/>
              <p:cNvSpPr/>
              <p:nvPr/>
            </p:nvSpPr>
            <p:spPr>
              <a:xfrm>
                <a:off x="5618" y="11371"/>
                <a:ext cx="180" cy="321"/>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919" name="Line 145"/>
              <p:cNvSpPr/>
              <p:nvPr/>
            </p:nvSpPr>
            <p:spPr>
              <a:xfrm>
                <a:off x="5393" y="10576"/>
                <a:ext cx="238" cy="0"/>
              </a:xfrm>
              <a:prstGeom prst="line">
                <a:avLst/>
              </a:prstGeom>
              <a:ln w="9525" cap="flat" cmpd="sng">
                <a:solidFill>
                  <a:srgbClr val="000000"/>
                </a:solidFill>
                <a:prstDash val="solid"/>
                <a:round/>
                <a:headEnd type="none" w="med" len="med"/>
                <a:tailEnd type="none" w="med" len="med"/>
              </a:ln>
            </p:spPr>
          </p:sp>
          <p:sp>
            <p:nvSpPr>
              <p:cNvPr id="75920" name="Line 146"/>
              <p:cNvSpPr/>
              <p:nvPr/>
            </p:nvSpPr>
            <p:spPr>
              <a:xfrm flipH="1">
                <a:off x="5490" y="9538"/>
                <a:ext cx="0" cy="185"/>
              </a:xfrm>
              <a:prstGeom prst="line">
                <a:avLst/>
              </a:prstGeom>
              <a:ln w="9525" cap="flat" cmpd="sng">
                <a:solidFill>
                  <a:srgbClr val="000000"/>
                </a:solidFill>
                <a:prstDash val="solid"/>
                <a:round/>
                <a:headEnd type="none" w="med" len="med"/>
                <a:tailEnd type="none" w="med" len="med"/>
              </a:ln>
            </p:spPr>
          </p:sp>
          <p:sp>
            <p:nvSpPr>
              <p:cNvPr id="75921" name="Oval 147"/>
              <p:cNvSpPr/>
              <p:nvPr/>
            </p:nvSpPr>
            <p:spPr>
              <a:xfrm>
                <a:off x="5464" y="11036"/>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22" name="Oval 148"/>
              <p:cNvSpPr/>
              <p:nvPr/>
            </p:nvSpPr>
            <p:spPr>
              <a:xfrm>
                <a:off x="5451" y="11517"/>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23" name="Line 149"/>
              <p:cNvSpPr/>
              <p:nvPr/>
            </p:nvSpPr>
            <p:spPr>
              <a:xfrm>
                <a:off x="5405" y="9025"/>
                <a:ext cx="811" cy="0"/>
              </a:xfrm>
              <a:prstGeom prst="line">
                <a:avLst/>
              </a:prstGeom>
              <a:ln w="9525" cap="flat" cmpd="sng">
                <a:solidFill>
                  <a:srgbClr val="000000"/>
                </a:solidFill>
                <a:prstDash val="solid"/>
                <a:round/>
                <a:headEnd type="none" w="med" len="med"/>
                <a:tailEnd type="none" w="med" len="med"/>
              </a:ln>
            </p:spPr>
          </p:sp>
          <p:sp>
            <p:nvSpPr>
              <p:cNvPr id="75924" name="Oval 150"/>
              <p:cNvSpPr/>
              <p:nvPr/>
            </p:nvSpPr>
            <p:spPr>
              <a:xfrm>
                <a:off x="5810" y="9512"/>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nvGrpSpPr>
              <p:cNvPr id="75925" name="Group 151"/>
              <p:cNvGrpSpPr/>
              <p:nvPr/>
            </p:nvGrpSpPr>
            <p:grpSpPr>
              <a:xfrm>
                <a:off x="6474" y="10893"/>
                <a:ext cx="245" cy="57"/>
                <a:chOff x="7305" y="3151"/>
                <a:chExt cx="245" cy="57"/>
              </a:xfrm>
            </p:grpSpPr>
            <p:sp>
              <p:nvSpPr>
                <p:cNvPr id="75926" name="Line 152"/>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27" name="Oval 153"/>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5928" name="Group 154"/>
              <p:cNvGrpSpPr/>
              <p:nvPr/>
            </p:nvGrpSpPr>
            <p:grpSpPr>
              <a:xfrm>
                <a:off x="6466" y="12431"/>
                <a:ext cx="245" cy="57"/>
                <a:chOff x="7305" y="3151"/>
                <a:chExt cx="245" cy="57"/>
              </a:xfrm>
            </p:grpSpPr>
            <p:sp>
              <p:nvSpPr>
                <p:cNvPr id="75929" name="Line 155"/>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30" name="Oval 156"/>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5931" name="Group 157"/>
              <p:cNvGrpSpPr/>
              <p:nvPr/>
            </p:nvGrpSpPr>
            <p:grpSpPr>
              <a:xfrm>
                <a:off x="6469" y="12187"/>
                <a:ext cx="245" cy="57"/>
                <a:chOff x="7305" y="3151"/>
                <a:chExt cx="245" cy="57"/>
              </a:xfrm>
            </p:grpSpPr>
            <p:sp>
              <p:nvSpPr>
                <p:cNvPr id="75932" name="Line 158"/>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33" name="Oval 159"/>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5934" name="Group 160"/>
              <p:cNvGrpSpPr/>
              <p:nvPr/>
            </p:nvGrpSpPr>
            <p:grpSpPr>
              <a:xfrm>
                <a:off x="6474" y="11959"/>
                <a:ext cx="245" cy="57"/>
                <a:chOff x="7305" y="3151"/>
                <a:chExt cx="245" cy="57"/>
              </a:xfrm>
            </p:grpSpPr>
            <p:sp>
              <p:nvSpPr>
                <p:cNvPr id="75935" name="Line 161"/>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36" name="Oval 162"/>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5937" name="Group 163"/>
              <p:cNvGrpSpPr/>
              <p:nvPr/>
            </p:nvGrpSpPr>
            <p:grpSpPr>
              <a:xfrm>
                <a:off x="6460" y="10190"/>
                <a:ext cx="245" cy="57"/>
                <a:chOff x="7305" y="3151"/>
                <a:chExt cx="245" cy="57"/>
              </a:xfrm>
            </p:grpSpPr>
            <p:sp>
              <p:nvSpPr>
                <p:cNvPr id="75938" name="Line 164"/>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39" name="Oval 165"/>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75940" name="Oval 166"/>
              <p:cNvSpPr/>
              <p:nvPr/>
            </p:nvSpPr>
            <p:spPr>
              <a:xfrm>
                <a:off x="6373" y="12553"/>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41" name="Oval 167"/>
              <p:cNvSpPr/>
              <p:nvPr/>
            </p:nvSpPr>
            <p:spPr>
              <a:xfrm>
                <a:off x="6359" y="11438"/>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nvGrpSpPr>
              <p:cNvPr id="75942" name="Group 168"/>
              <p:cNvGrpSpPr/>
              <p:nvPr/>
            </p:nvGrpSpPr>
            <p:grpSpPr>
              <a:xfrm>
                <a:off x="6460" y="9983"/>
                <a:ext cx="245" cy="57"/>
                <a:chOff x="7305" y="3151"/>
                <a:chExt cx="245" cy="57"/>
              </a:xfrm>
            </p:grpSpPr>
            <p:sp>
              <p:nvSpPr>
                <p:cNvPr id="75943" name="Line 169"/>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44" name="Oval 170"/>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5945" name="Group 171"/>
              <p:cNvGrpSpPr/>
              <p:nvPr/>
            </p:nvGrpSpPr>
            <p:grpSpPr>
              <a:xfrm>
                <a:off x="6458" y="9662"/>
                <a:ext cx="258" cy="58"/>
                <a:chOff x="7305" y="3151"/>
                <a:chExt cx="245" cy="57"/>
              </a:xfrm>
            </p:grpSpPr>
            <p:sp>
              <p:nvSpPr>
                <p:cNvPr id="75946" name="Line 172"/>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47" name="Oval 173"/>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5948" name="Group 174"/>
              <p:cNvGrpSpPr/>
              <p:nvPr/>
            </p:nvGrpSpPr>
            <p:grpSpPr>
              <a:xfrm>
                <a:off x="6470" y="11225"/>
                <a:ext cx="245" cy="57"/>
                <a:chOff x="7305" y="3151"/>
                <a:chExt cx="245" cy="57"/>
              </a:xfrm>
            </p:grpSpPr>
            <p:sp>
              <p:nvSpPr>
                <p:cNvPr id="75949" name="Line 175"/>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50" name="Oval 176"/>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75951" name="Oval 177"/>
              <p:cNvSpPr/>
              <p:nvPr/>
            </p:nvSpPr>
            <p:spPr>
              <a:xfrm>
                <a:off x="6204" y="9903"/>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52" name="Oval 178"/>
              <p:cNvSpPr/>
              <p:nvPr/>
            </p:nvSpPr>
            <p:spPr>
              <a:xfrm>
                <a:off x="6203" y="10119"/>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53" name="Oval 179"/>
              <p:cNvSpPr/>
              <p:nvPr/>
            </p:nvSpPr>
            <p:spPr>
              <a:xfrm>
                <a:off x="6467" y="10348"/>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54" name="Oval 180"/>
              <p:cNvSpPr/>
              <p:nvPr/>
            </p:nvSpPr>
            <p:spPr>
              <a:xfrm>
                <a:off x="6290" y="11722"/>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55" name="Line 181"/>
              <p:cNvSpPr/>
              <p:nvPr/>
            </p:nvSpPr>
            <p:spPr>
              <a:xfrm>
                <a:off x="6224" y="9618"/>
                <a:ext cx="1" cy="1912"/>
              </a:xfrm>
              <a:prstGeom prst="line">
                <a:avLst/>
              </a:prstGeom>
              <a:ln w="9525" cap="flat" cmpd="sng">
                <a:solidFill>
                  <a:srgbClr val="000000"/>
                </a:solidFill>
                <a:prstDash val="solid"/>
                <a:round/>
                <a:headEnd type="none" w="med" len="med"/>
                <a:tailEnd type="none" w="med" len="med"/>
              </a:ln>
            </p:spPr>
          </p:sp>
          <p:sp>
            <p:nvSpPr>
              <p:cNvPr id="75956" name="Oval 182"/>
              <p:cNvSpPr/>
              <p:nvPr/>
            </p:nvSpPr>
            <p:spPr>
              <a:xfrm>
                <a:off x="6045" y="10023"/>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57" name="Oval 183"/>
              <p:cNvSpPr/>
              <p:nvPr/>
            </p:nvSpPr>
            <p:spPr>
              <a:xfrm>
                <a:off x="5813" y="11505"/>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58" name="Oval 184"/>
              <p:cNvSpPr/>
              <p:nvPr/>
            </p:nvSpPr>
            <p:spPr>
              <a:xfrm>
                <a:off x="5820" y="11037"/>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59" name="Oval 185"/>
              <p:cNvSpPr/>
              <p:nvPr/>
            </p:nvSpPr>
            <p:spPr>
              <a:xfrm>
                <a:off x="5820" y="10542"/>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0" name="Oval 186"/>
              <p:cNvSpPr/>
              <p:nvPr/>
            </p:nvSpPr>
            <p:spPr>
              <a:xfrm>
                <a:off x="6291" y="10536"/>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1" name="Oval 187"/>
              <p:cNvSpPr/>
              <p:nvPr/>
            </p:nvSpPr>
            <p:spPr>
              <a:xfrm>
                <a:off x="6291" y="10713"/>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2" name="Oval 188"/>
              <p:cNvSpPr/>
              <p:nvPr/>
            </p:nvSpPr>
            <p:spPr>
              <a:xfrm>
                <a:off x="6123" y="11274"/>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3" name="Oval 189"/>
              <p:cNvSpPr/>
              <p:nvPr/>
            </p:nvSpPr>
            <p:spPr>
              <a:xfrm>
                <a:off x="6915" y="8157"/>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4" name="Oval 190"/>
              <p:cNvSpPr/>
              <p:nvPr/>
            </p:nvSpPr>
            <p:spPr>
              <a:xfrm>
                <a:off x="6915" y="9024"/>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5" name="Oval 191"/>
              <p:cNvSpPr/>
              <p:nvPr/>
            </p:nvSpPr>
            <p:spPr>
              <a:xfrm>
                <a:off x="7245" y="9864"/>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6" name="Line 192"/>
              <p:cNvSpPr/>
              <p:nvPr/>
            </p:nvSpPr>
            <p:spPr>
              <a:xfrm>
                <a:off x="6972" y="9054"/>
                <a:ext cx="601" cy="0"/>
              </a:xfrm>
              <a:prstGeom prst="line">
                <a:avLst/>
              </a:prstGeom>
              <a:ln w="9525" cap="flat" cmpd="sng">
                <a:solidFill>
                  <a:srgbClr val="000000"/>
                </a:solidFill>
                <a:prstDash val="solid"/>
                <a:round/>
                <a:headEnd type="none" w="med" len="med"/>
                <a:tailEnd type="none" w="med" len="med"/>
              </a:ln>
            </p:spPr>
          </p:sp>
          <p:sp>
            <p:nvSpPr>
              <p:cNvPr id="75967" name="Line 193"/>
              <p:cNvSpPr/>
              <p:nvPr/>
            </p:nvSpPr>
            <p:spPr>
              <a:xfrm>
                <a:off x="7302" y="9894"/>
                <a:ext cx="295" cy="0"/>
              </a:xfrm>
              <a:prstGeom prst="line">
                <a:avLst/>
              </a:prstGeom>
              <a:ln w="9525" cap="flat" cmpd="sng">
                <a:solidFill>
                  <a:srgbClr val="000000"/>
                </a:solidFill>
                <a:prstDash val="solid"/>
                <a:round/>
                <a:headEnd type="none" w="med" len="med"/>
                <a:tailEnd type="none" w="med" len="med"/>
              </a:ln>
            </p:spPr>
          </p:sp>
          <p:sp>
            <p:nvSpPr>
              <p:cNvPr id="75968" name="Oval 194"/>
              <p:cNvSpPr/>
              <p:nvPr/>
            </p:nvSpPr>
            <p:spPr>
              <a:xfrm>
                <a:off x="7245" y="10989"/>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9" name="Line 195"/>
              <p:cNvSpPr/>
              <p:nvPr/>
            </p:nvSpPr>
            <p:spPr>
              <a:xfrm>
                <a:off x="7302" y="11019"/>
                <a:ext cx="295" cy="0"/>
              </a:xfrm>
              <a:prstGeom prst="line">
                <a:avLst/>
              </a:prstGeom>
              <a:ln w="9525" cap="flat" cmpd="sng">
                <a:solidFill>
                  <a:srgbClr val="000000"/>
                </a:solidFill>
                <a:prstDash val="solid"/>
                <a:round/>
                <a:headEnd type="none" w="med" len="med"/>
                <a:tailEnd type="none" w="med" len="med"/>
              </a:ln>
            </p:spPr>
          </p:sp>
          <p:sp>
            <p:nvSpPr>
              <p:cNvPr id="75970" name="Oval 196"/>
              <p:cNvSpPr/>
              <p:nvPr/>
            </p:nvSpPr>
            <p:spPr>
              <a:xfrm>
                <a:off x="7245" y="12267"/>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71" name="Line 197"/>
              <p:cNvSpPr/>
              <p:nvPr/>
            </p:nvSpPr>
            <p:spPr>
              <a:xfrm>
                <a:off x="7302" y="12291"/>
                <a:ext cx="295" cy="0"/>
              </a:xfrm>
              <a:prstGeom prst="line">
                <a:avLst/>
              </a:prstGeom>
              <a:ln w="9525" cap="flat" cmpd="sng">
                <a:solidFill>
                  <a:srgbClr val="000000"/>
                </a:solidFill>
                <a:prstDash val="solid"/>
                <a:round/>
                <a:headEnd type="none" w="med" len="med"/>
                <a:tailEnd type="none" w="med" len="med"/>
              </a:ln>
            </p:spPr>
          </p:sp>
          <p:sp>
            <p:nvSpPr>
              <p:cNvPr id="75972" name="Line 198"/>
              <p:cNvSpPr/>
              <p:nvPr/>
            </p:nvSpPr>
            <p:spPr>
              <a:xfrm>
                <a:off x="4200" y="8772"/>
                <a:ext cx="2160" cy="0"/>
              </a:xfrm>
              <a:prstGeom prst="line">
                <a:avLst/>
              </a:prstGeom>
              <a:ln w="9525" cap="flat" cmpd="sng">
                <a:solidFill>
                  <a:srgbClr val="000000"/>
                </a:solidFill>
                <a:prstDash val="dash"/>
                <a:round/>
                <a:headEnd type="none" w="med" len="med"/>
                <a:tailEnd type="none" w="med" len="med"/>
              </a:ln>
            </p:spPr>
          </p:sp>
          <p:sp>
            <p:nvSpPr>
              <p:cNvPr id="75973" name="Line 199"/>
              <p:cNvSpPr/>
              <p:nvPr/>
            </p:nvSpPr>
            <p:spPr>
              <a:xfrm>
                <a:off x="4200" y="8772"/>
                <a:ext cx="0" cy="3588"/>
              </a:xfrm>
              <a:prstGeom prst="line">
                <a:avLst/>
              </a:prstGeom>
              <a:ln w="9525" cap="flat" cmpd="sng">
                <a:solidFill>
                  <a:srgbClr val="000000"/>
                </a:solidFill>
                <a:prstDash val="dash"/>
                <a:round/>
                <a:headEnd type="none" w="med" len="med"/>
                <a:tailEnd type="none" w="med" len="med"/>
              </a:ln>
            </p:spPr>
          </p:sp>
          <p:sp>
            <p:nvSpPr>
              <p:cNvPr id="75974" name="Line 200"/>
              <p:cNvSpPr/>
              <p:nvPr/>
            </p:nvSpPr>
            <p:spPr>
              <a:xfrm>
                <a:off x="4200" y="12360"/>
                <a:ext cx="1620" cy="0"/>
              </a:xfrm>
              <a:prstGeom prst="line">
                <a:avLst/>
              </a:prstGeom>
              <a:ln w="9525" cap="flat" cmpd="sng">
                <a:solidFill>
                  <a:srgbClr val="000000"/>
                </a:solidFill>
                <a:prstDash val="dash"/>
                <a:round/>
                <a:headEnd type="none" w="med" len="med"/>
                <a:tailEnd type="none" w="med" len="med"/>
              </a:ln>
            </p:spPr>
          </p:sp>
          <p:sp>
            <p:nvSpPr>
              <p:cNvPr id="75975" name="Line 201"/>
              <p:cNvSpPr/>
              <p:nvPr/>
            </p:nvSpPr>
            <p:spPr>
              <a:xfrm>
                <a:off x="5820" y="12360"/>
                <a:ext cx="0" cy="624"/>
              </a:xfrm>
              <a:prstGeom prst="line">
                <a:avLst/>
              </a:prstGeom>
              <a:ln w="9525" cap="flat" cmpd="sng">
                <a:solidFill>
                  <a:srgbClr val="000000"/>
                </a:solidFill>
                <a:prstDash val="dash"/>
                <a:round/>
                <a:headEnd type="none" w="med" len="med"/>
                <a:tailEnd type="none" w="med" len="med"/>
              </a:ln>
            </p:spPr>
          </p:sp>
          <p:sp>
            <p:nvSpPr>
              <p:cNvPr id="75976" name="Line 202"/>
              <p:cNvSpPr/>
              <p:nvPr/>
            </p:nvSpPr>
            <p:spPr>
              <a:xfrm>
                <a:off x="5820" y="12984"/>
                <a:ext cx="1620" cy="0"/>
              </a:xfrm>
              <a:prstGeom prst="line">
                <a:avLst/>
              </a:prstGeom>
              <a:ln w="9525" cap="flat" cmpd="sng">
                <a:solidFill>
                  <a:srgbClr val="000000"/>
                </a:solidFill>
                <a:prstDash val="dash"/>
                <a:round/>
                <a:headEnd type="none" w="med" len="med"/>
                <a:tailEnd type="none" w="med" len="med"/>
              </a:ln>
            </p:spPr>
          </p:sp>
          <p:sp>
            <p:nvSpPr>
              <p:cNvPr id="75977" name="Line 203"/>
              <p:cNvSpPr/>
              <p:nvPr/>
            </p:nvSpPr>
            <p:spPr>
              <a:xfrm>
                <a:off x="6360" y="8772"/>
                <a:ext cx="0" cy="468"/>
              </a:xfrm>
              <a:prstGeom prst="line">
                <a:avLst/>
              </a:prstGeom>
              <a:ln w="9525" cap="flat" cmpd="sng">
                <a:solidFill>
                  <a:srgbClr val="000000"/>
                </a:solidFill>
                <a:prstDash val="dash"/>
                <a:round/>
                <a:headEnd type="none" w="med" len="med"/>
                <a:tailEnd type="none" w="med" len="med"/>
              </a:ln>
            </p:spPr>
          </p:sp>
          <p:sp>
            <p:nvSpPr>
              <p:cNvPr id="75978" name="Line 204"/>
              <p:cNvSpPr/>
              <p:nvPr/>
            </p:nvSpPr>
            <p:spPr>
              <a:xfrm>
                <a:off x="6360" y="9240"/>
                <a:ext cx="1080" cy="0"/>
              </a:xfrm>
              <a:prstGeom prst="line">
                <a:avLst/>
              </a:prstGeom>
              <a:ln w="9525" cap="flat" cmpd="sng">
                <a:solidFill>
                  <a:srgbClr val="000000"/>
                </a:solidFill>
                <a:prstDash val="dash"/>
                <a:round/>
                <a:headEnd type="none" w="med" len="med"/>
                <a:tailEnd type="none" w="med" len="med"/>
              </a:ln>
            </p:spPr>
          </p:sp>
          <p:sp>
            <p:nvSpPr>
              <p:cNvPr id="75979" name="Line 205"/>
              <p:cNvSpPr/>
              <p:nvPr/>
            </p:nvSpPr>
            <p:spPr>
              <a:xfrm>
                <a:off x="7440" y="9240"/>
                <a:ext cx="0" cy="3744"/>
              </a:xfrm>
              <a:prstGeom prst="line">
                <a:avLst/>
              </a:prstGeom>
              <a:ln w="9525" cap="flat" cmpd="sng">
                <a:solidFill>
                  <a:srgbClr val="000000"/>
                </a:solidFill>
                <a:prstDash val="dash"/>
                <a:round/>
                <a:headEnd type="none" w="med" len="med"/>
                <a:tailEnd type="none" w="med" len="med"/>
              </a:ln>
            </p:spPr>
          </p:sp>
          <p:sp>
            <p:nvSpPr>
              <p:cNvPr id="75980" name="Rectangle 206"/>
              <p:cNvSpPr/>
              <p:nvPr/>
            </p:nvSpPr>
            <p:spPr>
              <a:xfrm>
                <a:off x="7065" y="8721"/>
                <a:ext cx="360" cy="312"/>
              </a:xfrm>
              <a:prstGeom prst="rect">
                <a:avLst/>
              </a:prstGeom>
              <a:noFill/>
              <a:ln w="9525">
                <a:noFill/>
              </a:ln>
            </p:spPr>
            <p:txBody>
              <a:bodyPr lIns="0" tIns="0" rIns="0" bIns="0" anchor="t" anchorCtr="0"/>
              <a:p>
                <a:pPr algn="ctr"/>
                <a:endParaRPr lang="zh-CN" altLang="zh-CN" dirty="0">
                  <a:latin typeface="Times New Roman" panose="02020603050405020304" pitchFamily="18" charset="0"/>
                  <a:ea typeface="宋体" panose="02010600030101010101" pitchFamily="2" charset="-122"/>
                </a:endParaRPr>
              </a:p>
            </p:txBody>
          </p:sp>
          <p:sp>
            <p:nvSpPr>
              <p:cNvPr id="75981" name="Rectangle 207"/>
              <p:cNvSpPr/>
              <p:nvPr/>
            </p:nvSpPr>
            <p:spPr>
              <a:xfrm>
                <a:off x="7050" y="8727"/>
                <a:ext cx="360" cy="312"/>
              </a:xfrm>
              <a:prstGeom prst="rect">
                <a:avLst/>
              </a:prstGeom>
              <a:noFill/>
              <a:ln w="9525">
                <a:noFill/>
              </a:ln>
            </p:spPr>
            <p:txBody>
              <a:bodyPr lIns="0" tIns="0" rIns="0" bIns="0" anchor="t" anchorCtr="0"/>
              <a:p>
                <a:pPr algn="just">
                  <a:lnSpc>
                    <a:spcPct val="88000"/>
                  </a:lnSpc>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2</a:t>
                </a:r>
                <a:endParaRPr lang="en-US" altLang="zh-CN" sz="1600" i="0" dirty="0">
                  <a:latin typeface="Times New Roman" panose="02020603050405020304" pitchFamily="18" charset="0"/>
                  <a:ea typeface="宋体" panose="02010600030101010101" pitchFamily="2" charset="-122"/>
                </a:endParaRPr>
              </a:p>
              <a:p>
                <a:pPr algn="ctr"/>
                <a:endParaRPr lang="en-US" altLang="zh-CN" sz="3600" dirty="0">
                  <a:latin typeface="Times New Roman" panose="02020603050405020304" pitchFamily="18" charset="0"/>
                  <a:ea typeface="宋体" panose="02010600030101010101" pitchFamily="2" charset="-122"/>
                </a:endParaRPr>
              </a:p>
            </p:txBody>
          </p:sp>
          <p:sp>
            <p:nvSpPr>
              <p:cNvPr id="75982" name="Oval 208"/>
              <p:cNvSpPr/>
              <p:nvPr/>
            </p:nvSpPr>
            <p:spPr>
              <a:xfrm>
                <a:off x="7092" y="8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83" name="Rectangle 209"/>
              <p:cNvSpPr/>
              <p:nvPr/>
            </p:nvSpPr>
            <p:spPr>
              <a:xfrm>
                <a:off x="7004" y="7842"/>
                <a:ext cx="210" cy="222"/>
              </a:xfrm>
              <a:prstGeom prst="rect">
                <a:avLst/>
              </a:prstGeom>
              <a:noFill/>
              <a:ln w="9525">
                <a:noFill/>
              </a:ln>
            </p:spPr>
            <p:txBody>
              <a:bodyPr lIns="0" tIns="0" rIns="0" bIns="0" anchor="t" anchorCtr="0"/>
              <a:p>
                <a:pPr algn="just">
                  <a:lnSpc>
                    <a:spcPct val="80000"/>
                  </a:lnSpc>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3</a:t>
                </a:r>
                <a:endParaRPr lang="en-US" altLang="zh-CN" sz="3600" dirty="0">
                  <a:latin typeface="Times New Roman" panose="02020603050405020304" pitchFamily="18" charset="0"/>
                  <a:ea typeface="宋体" panose="02010600030101010101" pitchFamily="2" charset="-122"/>
                </a:endParaRPr>
              </a:p>
            </p:txBody>
          </p:sp>
          <p:graphicFrame>
            <p:nvGraphicFramePr>
              <p:cNvPr id="75984" name="Object 210"/>
              <p:cNvGraphicFramePr>
                <a:graphicFrameLocks noChangeAspect="1"/>
              </p:cNvGraphicFramePr>
              <p:nvPr/>
            </p:nvGraphicFramePr>
            <p:xfrm>
              <a:off x="7751" y="9789"/>
              <a:ext cx="308" cy="347"/>
            </p:xfrm>
            <a:graphic>
              <a:graphicData uri="http://schemas.openxmlformats.org/presentationml/2006/ole">
                <mc:AlternateContent xmlns:mc="http://schemas.openxmlformats.org/markup-compatibility/2006">
                  <mc:Choice xmlns:v="urn:schemas-microsoft-com:vml" Requires="v">
                    <p:oleObj spid="_x0000_s3153" name="" r:id="rId1" imgW="177165" imgH="215900" progId="Equation.3">
                      <p:embed/>
                    </p:oleObj>
                  </mc:Choice>
                  <mc:Fallback>
                    <p:oleObj name="" r:id="rId1" imgW="177165" imgH="215900" progId="Equation.3">
                      <p:embed/>
                      <p:pic>
                        <p:nvPicPr>
                          <p:cNvPr id="0" name="图片 3152"/>
                          <p:cNvPicPr/>
                          <p:nvPr/>
                        </p:nvPicPr>
                        <p:blipFill>
                          <a:blip r:embed="rId2"/>
                          <a:stretch>
                            <a:fillRect/>
                          </a:stretch>
                        </p:blipFill>
                        <p:spPr>
                          <a:xfrm>
                            <a:off x="7751" y="9789"/>
                            <a:ext cx="308" cy="347"/>
                          </a:xfrm>
                          <a:prstGeom prst="rect">
                            <a:avLst/>
                          </a:prstGeom>
                          <a:noFill/>
                          <a:ln w="38100">
                            <a:noFill/>
                            <a:miter/>
                          </a:ln>
                        </p:spPr>
                      </p:pic>
                    </p:oleObj>
                  </mc:Fallback>
                </mc:AlternateContent>
              </a:graphicData>
            </a:graphic>
          </p:graphicFrame>
          <p:graphicFrame>
            <p:nvGraphicFramePr>
              <p:cNvPr id="75985" name="Object 211"/>
              <p:cNvGraphicFramePr>
                <a:graphicFrameLocks noChangeAspect="1"/>
              </p:cNvGraphicFramePr>
              <p:nvPr/>
            </p:nvGraphicFramePr>
            <p:xfrm>
              <a:off x="7763" y="12061"/>
              <a:ext cx="339" cy="363"/>
            </p:xfrm>
            <a:graphic>
              <a:graphicData uri="http://schemas.openxmlformats.org/presentationml/2006/ole">
                <mc:AlternateContent xmlns:mc="http://schemas.openxmlformats.org/markup-compatibility/2006">
                  <mc:Choice xmlns:v="urn:schemas-microsoft-com:vml" Requires="v">
                    <p:oleObj spid="_x0000_s3154" name="" r:id="rId3" imgW="177165" imgH="215900" progId="Equation.3">
                      <p:embed/>
                    </p:oleObj>
                  </mc:Choice>
                  <mc:Fallback>
                    <p:oleObj name="" r:id="rId3" imgW="177165" imgH="215900" progId="Equation.3">
                      <p:embed/>
                      <p:pic>
                        <p:nvPicPr>
                          <p:cNvPr id="0" name="图片 3153"/>
                          <p:cNvPicPr/>
                          <p:nvPr/>
                        </p:nvPicPr>
                        <p:blipFill>
                          <a:blip r:embed="rId4"/>
                          <a:stretch>
                            <a:fillRect/>
                          </a:stretch>
                        </p:blipFill>
                        <p:spPr>
                          <a:xfrm>
                            <a:off x="7763" y="12061"/>
                            <a:ext cx="339" cy="363"/>
                          </a:xfrm>
                          <a:prstGeom prst="rect">
                            <a:avLst/>
                          </a:prstGeom>
                          <a:noFill/>
                          <a:ln w="38100">
                            <a:noFill/>
                            <a:miter/>
                          </a:ln>
                        </p:spPr>
                      </p:pic>
                    </p:oleObj>
                  </mc:Fallback>
                </mc:AlternateContent>
              </a:graphicData>
            </a:graphic>
          </p:graphicFrame>
          <p:graphicFrame>
            <p:nvGraphicFramePr>
              <p:cNvPr id="75986" name="Object 212"/>
              <p:cNvGraphicFramePr>
                <a:graphicFrameLocks noChangeAspect="1"/>
              </p:cNvGraphicFramePr>
              <p:nvPr/>
            </p:nvGraphicFramePr>
            <p:xfrm>
              <a:off x="7786" y="10882"/>
              <a:ext cx="285" cy="366"/>
            </p:xfrm>
            <a:graphic>
              <a:graphicData uri="http://schemas.openxmlformats.org/presentationml/2006/ole">
                <mc:AlternateContent xmlns:mc="http://schemas.openxmlformats.org/markup-compatibility/2006">
                  <mc:Choice xmlns:v="urn:schemas-microsoft-com:vml" Requires="v">
                    <p:oleObj spid="_x0000_s3155" name="" r:id="rId5" imgW="165100" imgH="215900" progId="Equation.3">
                      <p:embed/>
                    </p:oleObj>
                  </mc:Choice>
                  <mc:Fallback>
                    <p:oleObj name="" r:id="rId5" imgW="165100" imgH="215900" progId="Equation.3">
                      <p:embed/>
                      <p:pic>
                        <p:nvPicPr>
                          <p:cNvPr id="0" name="图片 3154"/>
                          <p:cNvPicPr/>
                          <p:nvPr/>
                        </p:nvPicPr>
                        <p:blipFill>
                          <a:blip r:embed="rId6"/>
                          <a:stretch>
                            <a:fillRect/>
                          </a:stretch>
                        </p:blipFill>
                        <p:spPr>
                          <a:xfrm>
                            <a:off x="7786" y="10882"/>
                            <a:ext cx="285" cy="366"/>
                          </a:xfrm>
                          <a:prstGeom prst="rect">
                            <a:avLst/>
                          </a:prstGeom>
                          <a:noFill/>
                          <a:ln w="38100">
                            <a:noFill/>
                            <a:miter/>
                          </a:ln>
                        </p:spPr>
                      </p:pic>
                    </p:oleObj>
                  </mc:Fallback>
                </mc:AlternateContent>
              </a:graphicData>
            </a:graphic>
          </p:graphicFrame>
          <p:graphicFrame>
            <p:nvGraphicFramePr>
              <p:cNvPr id="75987" name="Object 213"/>
              <p:cNvGraphicFramePr>
                <a:graphicFrameLocks noChangeAspect="1"/>
              </p:cNvGraphicFramePr>
              <p:nvPr/>
            </p:nvGraphicFramePr>
            <p:xfrm>
              <a:off x="7762" y="8028"/>
              <a:ext cx="381" cy="386"/>
            </p:xfrm>
            <a:graphic>
              <a:graphicData uri="http://schemas.openxmlformats.org/presentationml/2006/ole">
                <mc:AlternateContent xmlns:mc="http://schemas.openxmlformats.org/markup-compatibility/2006">
                  <mc:Choice xmlns:v="urn:schemas-microsoft-com:vml" Requires="v">
                    <p:oleObj spid="_x0000_s3156" name="" r:id="rId7" imgW="215900" imgH="241300" progId="Equation.3">
                      <p:embed/>
                    </p:oleObj>
                  </mc:Choice>
                  <mc:Fallback>
                    <p:oleObj name="" r:id="rId7" imgW="215900" imgH="241300" progId="Equation.3">
                      <p:embed/>
                      <p:pic>
                        <p:nvPicPr>
                          <p:cNvPr id="0" name="图片 3155"/>
                          <p:cNvPicPr/>
                          <p:nvPr/>
                        </p:nvPicPr>
                        <p:blipFill>
                          <a:blip r:embed="rId8"/>
                          <a:stretch>
                            <a:fillRect/>
                          </a:stretch>
                        </p:blipFill>
                        <p:spPr>
                          <a:xfrm>
                            <a:off x="7762" y="8028"/>
                            <a:ext cx="381" cy="386"/>
                          </a:xfrm>
                          <a:prstGeom prst="rect">
                            <a:avLst/>
                          </a:prstGeom>
                          <a:noFill/>
                          <a:ln w="38100">
                            <a:noFill/>
                            <a:miter/>
                          </a:ln>
                        </p:spPr>
                      </p:pic>
                    </p:oleObj>
                  </mc:Fallback>
                </mc:AlternateContent>
              </a:graphicData>
            </a:graphic>
          </p:graphicFrame>
          <p:graphicFrame>
            <p:nvGraphicFramePr>
              <p:cNvPr id="75988" name="Object 214"/>
              <p:cNvGraphicFramePr>
                <a:graphicFrameLocks noChangeAspect="1"/>
              </p:cNvGraphicFramePr>
              <p:nvPr/>
            </p:nvGraphicFramePr>
            <p:xfrm>
              <a:off x="7807" y="8888"/>
              <a:ext cx="363" cy="323"/>
            </p:xfrm>
            <a:graphic>
              <a:graphicData uri="http://schemas.openxmlformats.org/presentationml/2006/ole">
                <mc:AlternateContent xmlns:mc="http://schemas.openxmlformats.org/markup-compatibility/2006">
                  <mc:Choice xmlns:v="urn:schemas-microsoft-com:vml" Requires="v">
                    <p:oleObj spid="_x0000_s3157" name="" r:id="rId9" imgW="203200" imgH="190500" progId="Equation.3">
                      <p:embed/>
                    </p:oleObj>
                  </mc:Choice>
                  <mc:Fallback>
                    <p:oleObj name="" r:id="rId9" imgW="203200" imgH="190500" progId="Equation.3">
                      <p:embed/>
                      <p:pic>
                        <p:nvPicPr>
                          <p:cNvPr id="0" name="图片 3156"/>
                          <p:cNvPicPr/>
                          <p:nvPr/>
                        </p:nvPicPr>
                        <p:blipFill>
                          <a:blip r:embed="rId10"/>
                          <a:stretch>
                            <a:fillRect/>
                          </a:stretch>
                        </p:blipFill>
                        <p:spPr>
                          <a:xfrm>
                            <a:off x="7807" y="8888"/>
                            <a:ext cx="363" cy="323"/>
                          </a:xfrm>
                          <a:prstGeom prst="rect">
                            <a:avLst/>
                          </a:prstGeom>
                          <a:noFill/>
                          <a:ln w="38100">
                            <a:noFill/>
                            <a:miter/>
                          </a:ln>
                        </p:spPr>
                      </p:pic>
                    </p:oleObj>
                  </mc:Fallback>
                </mc:AlternateContent>
              </a:graphicData>
            </a:graphic>
          </p:graphicFrame>
          <p:sp>
            <p:nvSpPr>
              <p:cNvPr id="75989" name="Line 215"/>
              <p:cNvSpPr/>
              <p:nvPr/>
            </p:nvSpPr>
            <p:spPr>
              <a:xfrm>
                <a:off x="5934" y="9474"/>
                <a:ext cx="0" cy="60"/>
              </a:xfrm>
              <a:prstGeom prst="line">
                <a:avLst/>
              </a:prstGeom>
              <a:ln w="9525" cap="flat" cmpd="sng">
                <a:solidFill>
                  <a:srgbClr val="000000"/>
                </a:solidFill>
                <a:prstDash val="solid"/>
                <a:round/>
                <a:headEnd type="none" w="med" len="med"/>
                <a:tailEnd type="none" w="med" len="med"/>
              </a:ln>
            </p:spPr>
          </p:sp>
        </p:grpSp>
        <p:sp>
          <p:nvSpPr>
            <p:cNvPr id="75990" name="Text Box 216"/>
            <p:cNvSpPr txBox="1"/>
            <p:nvPr/>
          </p:nvSpPr>
          <p:spPr>
            <a:xfrm>
              <a:off x="4678" y="12996"/>
              <a:ext cx="2224" cy="403"/>
            </a:xfrm>
            <a:prstGeom prst="rect">
              <a:avLst/>
            </a:prstGeom>
            <a:noFill/>
            <a:ln w="9525">
              <a:noFill/>
            </a:ln>
          </p:spPr>
          <p:txBody>
            <a:bodyPr wrap="none" anchor="t" anchorCtr="0">
              <a:spAutoFit/>
            </a:bodyPr>
            <a:p>
              <a:pPr algn="ctr"/>
              <a:r>
                <a:rPr lang="zh-CN" altLang="en-US" sz="2400" i="0" dirty="0">
                  <a:solidFill>
                    <a:srgbClr val="000000"/>
                  </a:solidFill>
                  <a:latin typeface="Times New Roman" panose="02020603050405020304" pitchFamily="18" charset="0"/>
                  <a:ea typeface="宋体" panose="02010600030101010101" pitchFamily="2" charset="-122"/>
                </a:rPr>
                <a:t>优先编码器</a:t>
              </a:r>
              <a:r>
                <a:rPr lang="en-US" altLang="zh-CN" sz="2400" i="0" dirty="0">
                  <a:solidFill>
                    <a:srgbClr val="000000"/>
                  </a:solidFill>
                  <a:latin typeface="Times New Roman" panose="02020603050405020304" pitchFamily="18" charset="0"/>
                  <a:ea typeface="宋体" panose="02010600030101010101" pitchFamily="2" charset="-122"/>
                </a:rPr>
                <a:t>74LS148</a:t>
              </a:r>
              <a:endParaRPr lang="en-US" altLang="zh-CN" sz="4800" dirty="0">
                <a:latin typeface="Times New Roman" panose="02020603050405020304" pitchFamily="18" charset="0"/>
                <a:ea typeface="宋体" panose="02010600030101010101" pitchFamily="2" charset="-122"/>
              </a:endParaRPr>
            </a:p>
          </p:txBody>
        </p:sp>
      </p:grpSp>
      <p:graphicFrame>
        <p:nvGraphicFramePr>
          <p:cNvPr id="75991" name="对象 1"/>
          <p:cNvGraphicFramePr/>
          <p:nvPr/>
        </p:nvGraphicFramePr>
        <p:xfrm>
          <a:off x="1100138" y="546100"/>
          <a:ext cx="209550" cy="336550"/>
        </p:xfrm>
        <a:graphic>
          <a:graphicData uri="http://schemas.openxmlformats.org/presentationml/2006/ole">
            <mc:AlternateContent xmlns:mc="http://schemas.openxmlformats.org/markup-compatibility/2006">
              <mc:Choice xmlns:v="urn:schemas-microsoft-com:vml" Requires="v">
                <p:oleObj spid="_x0000_s3158" name="" r:id="rId11" imgW="177165" imgH="215900" progId="Equation.KSEE3">
                  <p:embed/>
                </p:oleObj>
              </mc:Choice>
              <mc:Fallback>
                <p:oleObj name="" r:id="rId11" imgW="177165" imgH="215900" progId="Equation.KSEE3">
                  <p:embed/>
                  <p:pic>
                    <p:nvPicPr>
                      <p:cNvPr id="0" name="图片 3157"/>
                      <p:cNvPicPr/>
                      <p:nvPr/>
                    </p:nvPicPr>
                    <p:blipFill>
                      <a:blip r:embed="rId12"/>
                      <a:stretch>
                        <a:fillRect/>
                      </a:stretch>
                    </p:blipFill>
                    <p:spPr>
                      <a:xfrm>
                        <a:off x="1100138" y="546100"/>
                        <a:ext cx="209550" cy="336550"/>
                      </a:xfrm>
                      <a:prstGeom prst="rect">
                        <a:avLst/>
                      </a:prstGeom>
                      <a:noFill/>
                      <a:ln w="38100">
                        <a:noFill/>
                        <a:miter/>
                      </a:ln>
                    </p:spPr>
                  </p:pic>
                </p:oleObj>
              </mc:Fallback>
            </mc:AlternateContent>
          </a:graphicData>
        </a:graphic>
      </p:graphicFrame>
      <p:graphicFrame>
        <p:nvGraphicFramePr>
          <p:cNvPr id="75992" name="对象 3"/>
          <p:cNvGraphicFramePr/>
          <p:nvPr/>
        </p:nvGraphicFramePr>
        <p:xfrm>
          <a:off x="969963" y="1670050"/>
          <a:ext cx="195262" cy="336550"/>
        </p:xfrm>
        <a:graphic>
          <a:graphicData uri="http://schemas.openxmlformats.org/presentationml/2006/ole">
            <mc:AlternateContent xmlns:mc="http://schemas.openxmlformats.org/markup-compatibility/2006">
              <mc:Choice xmlns:v="urn:schemas-microsoft-com:vml" Requires="v">
                <p:oleObj spid="_x0000_s3159" name="" r:id="rId13" imgW="165100" imgH="215900" progId="Equation.KSEE3">
                  <p:embed/>
                </p:oleObj>
              </mc:Choice>
              <mc:Fallback>
                <p:oleObj name="" r:id="rId13" imgW="165100" imgH="215900" progId="Equation.KSEE3">
                  <p:embed/>
                  <p:pic>
                    <p:nvPicPr>
                      <p:cNvPr id="0" name="图片 3158"/>
                      <p:cNvPicPr/>
                      <p:nvPr/>
                    </p:nvPicPr>
                    <p:blipFill>
                      <a:blip r:embed="rId14"/>
                      <a:stretch>
                        <a:fillRect/>
                      </a:stretch>
                    </p:blipFill>
                    <p:spPr>
                      <a:xfrm>
                        <a:off x="969963" y="1670050"/>
                        <a:ext cx="195262" cy="336550"/>
                      </a:xfrm>
                      <a:prstGeom prst="rect">
                        <a:avLst/>
                      </a:prstGeom>
                      <a:noFill/>
                      <a:ln w="38100">
                        <a:noFill/>
                        <a:miter/>
                      </a:ln>
                    </p:spPr>
                  </p:pic>
                </p:oleObj>
              </mc:Fallback>
            </mc:AlternateContent>
          </a:graphicData>
        </a:graphic>
      </p:graphicFrame>
      <p:graphicFrame>
        <p:nvGraphicFramePr>
          <p:cNvPr id="75993" name="对象 5"/>
          <p:cNvGraphicFramePr/>
          <p:nvPr/>
        </p:nvGraphicFramePr>
        <p:xfrm>
          <a:off x="955675" y="2208213"/>
          <a:ext cx="209550" cy="336550"/>
        </p:xfrm>
        <a:graphic>
          <a:graphicData uri="http://schemas.openxmlformats.org/presentationml/2006/ole">
            <mc:AlternateContent xmlns:mc="http://schemas.openxmlformats.org/markup-compatibility/2006">
              <mc:Choice xmlns:v="urn:schemas-microsoft-com:vml" Requires="v">
                <p:oleObj spid="_x0000_s3161" name="" r:id="rId15" imgW="177165" imgH="215900" progId="Equation.KSEE3">
                  <p:embed/>
                </p:oleObj>
              </mc:Choice>
              <mc:Fallback>
                <p:oleObj name="" r:id="rId15" imgW="177165" imgH="215900" progId="Equation.KSEE3">
                  <p:embed/>
                  <p:pic>
                    <p:nvPicPr>
                      <p:cNvPr id="0" name="图片 3160"/>
                      <p:cNvPicPr/>
                      <p:nvPr/>
                    </p:nvPicPr>
                    <p:blipFill>
                      <a:blip r:embed="rId16"/>
                      <a:stretch>
                        <a:fillRect/>
                      </a:stretch>
                    </p:blipFill>
                    <p:spPr>
                      <a:xfrm>
                        <a:off x="955675" y="2208213"/>
                        <a:ext cx="209550" cy="336550"/>
                      </a:xfrm>
                      <a:prstGeom prst="rect">
                        <a:avLst/>
                      </a:prstGeom>
                      <a:noFill/>
                      <a:ln w="38100">
                        <a:noFill/>
                        <a:miter/>
                      </a:ln>
                    </p:spPr>
                  </p:pic>
                </p:oleObj>
              </mc:Fallback>
            </mc:AlternateContent>
          </a:graphicData>
        </a:graphic>
      </p:graphicFrame>
      <p:graphicFrame>
        <p:nvGraphicFramePr>
          <p:cNvPr id="75994" name="对象 7"/>
          <p:cNvGraphicFramePr/>
          <p:nvPr/>
        </p:nvGraphicFramePr>
        <p:xfrm>
          <a:off x="962025" y="2854325"/>
          <a:ext cx="196850" cy="336550"/>
        </p:xfrm>
        <a:graphic>
          <a:graphicData uri="http://schemas.openxmlformats.org/presentationml/2006/ole">
            <mc:AlternateContent xmlns:mc="http://schemas.openxmlformats.org/markup-compatibility/2006">
              <mc:Choice xmlns:v="urn:schemas-microsoft-com:vml" Requires="v">
                <p:oleObj spid="_x0000_s3160" name="" r:id="rId17" imgW="165100" imgH="215900" progId="Equation.KSEE3">
                  <p:embed/>
                </p:oleObj>
              </mc:Choice>
              <mc:Fallback>
                <p:oleObj name="" r:id="rId17" imgW="165100" imgH="215900" progId="Equation.KSEE3">
                  <p:embed/>
                  <p:pic>
                    <p:nvPicPr>
                      <p:cNvPr id="0" name="图片 3159"/>
                      <p:cNvPicPr/>
                      <p:nvPr/>
                    </p:nvPicPr>
                    <p:blipFill>
                      <a:blip r:embed="rId18"/>
                      <a:stretch>
                        <a:fillRect/>
                      </a:stretch>
                    </p:blipFill>
                    <p:spPr>
                      <a:xfrm>
                        <a:off x="962025" y="2854325"/>
                        <a:ext cx="196850" cy="336550"/>
                      </a:xfrm>
                      <a:prstGeom prst="rect">
                        <a:avLst/>
                      </a:prstGeom>
                      <a:noFill/>
                      <a:ln w="38100">
                        <a:noFill/>
                        <a:miter/>
                      </a:ln>
                    </p:spPr>
                  </p:pic>
                </p:oleObj>
              </mc:Fallback>
            </mc:AlternateContent>
          </a:graphicData>
        </a:graphic>
      </p:graphicFrame>
      <p:graphicFrame>
        <p:nvGraphicFramePr>
          <p:cNvPr id="75995" name="对象 9"/>
          <p:cNvGraphicFramePr/>
          <p:nvPr/>
        </p:nvGraphicFramePr>
        <p:xfrm>
          <a:off x="962025" y="3448050"/>
          <a:ext cx="209550" cy="336550"/>
        </p:xfrm>
        <a:graphic>
          <a:graphicData uri="http://schemas.openxmlformats.org/presentationml/2006/ole">
            <mc:AlternateContent xmlns:mc="http://schemas.openxmlformats.org/markup-compatibility/2006">
              <mc:Choice xmlns:v="urn:schemas-microsoft-com:vml" Requires="v">
                <p:oleObj spid="_x0000_s3165" name="" r:id="rId19" imgW="177165" imgH="215900" progId="Equation.KSEE3">
                  <p:embed/>
                </p:oleObj>
              </mc:Choice>
              <mc:Fallback>
                <p:oleObj name="" r:id="rId19" imgW="177165" imgH="215900" progId="Equation.KSEE3">
                  <p:embed/>
                  <p:pic>
                    <p:nvPicPr>
                      <p:cNvPr id="0" name="图片 3164"/>
                      <p:cNvPicPr/>
                      <p:nvPr/>
                    </p:nvPicPr>
                    <p:blipFill>
                      <a:blip r:embed="rId20"/>
                      <a:stretch>
                        <a:fillRect/>
                      </a:stretch>
                    </p:blipFill>
                    <p:spPr>
                      <a:xfrm>
                        <a:off x="962025" y="3448050"/>
                        <a:ext cx="209550" cy="336550"/>
                      </a:xfrm>
                      <a:prstGeom prst="rect">
                        <a:avLst/>
                      </a:prstGeom>
                      <a:noFill/>
                      <a:ln w="38100">
                        <a:noFill/>
                        <a:miter/>
                      </a:ln>
                    </p:spPr>
                  </p:pic>
                </p:oleObj>
              </mc:Fallback>
            </mc:AlternateContent>
          </a:graphicData>
        </a:graphic>
      </p:graphicFrame>
      <p:graphicFrame>
        <p:nvGraphicFramePr>
          <p:cNvPr id="75996" name="对象 11"/>
          <p:cNvGraphicFramePr/>
          <p:nvPr/>
        </p:nvGraphicFramePr>
        <p:xfrm>
          <a:off x="955675" y="3983038"/>
          <a:ext cx="209550" cy="336550"/>
        </p:xfrm>
        <a:graphic>
          <a:graphicData uri="http://schemas.openxmlformats.org/presentationml/2006/ole">
            <mc:AlternateContent xmlns:mc="http://schemas.openxmlformats.org/markup-compatibility/2006">
              <mc:Choice xmlns:v="urn:schemas-microsoft-com:vml" Requires="v">
                <p:oleObj spid="_x0000_s3164" name="" r:id="rId21" imgW="177165" imgH="215900" progId="Equation.KSEE3">
                  <p:embed/>
                </p:oleObj>
              </mc:Choice>
              <mc:Fallback>
                <p:oleObj name="" r:id="rId21" imgW="177165" imgH="215900" progId="Equation.KSEE3">
                  <p:embed/>
                  <p:pic>
                    <p:nvPicPr>
                      <p:cNvPr id="0" name="图片 3163"/>
                      <p:cNvPicPr/>
                      <p:nvPr/>
                    </p:nvPicPr>
                    <p:blipFill>
                      <a:blip r:embed="rId22"/>
                      <a:stretch>
                        <a:fillRect/>
                      </a:stretch>
                    </p:blipFill>
                    <p:spPr>
                      <a:xfrm>
                        <a:off x="955675" y="3983038"/>
                        <a:ext cx="209550" cy="336550"/>
                      </a:xfrm>
                      <a:prstGeom prst="rect">
                        <a:avLst/>
                      </a:prstGeom>
                      <a:noFill/>
                      <a:ln w="38100">
                        <a:noFill/>
                        <a:miter/>
                      </a:ln>
                    </p:spPr>
                  </p:pic>
                </p:oleObj>
              </mc:Fallback>
            </mc:AlternateContent>
          </a:graphicData>
        </a:graphic>
      </p:graphicFrame>
      <p:graphicFrame>
        <p:nvGraphicFramePr>
          <p:cNvPr id="75997" name="对象 13"/>
          <p:cNvGraphicFramePr/>
          <p:nvPr/>
        </p:nvGraphicFramePr>
        <p:xfrm>
          <a:off x="949325" y="4495800"/>
          <a:ext cx="209550" cy="336550"/>
        </p:xfrm>
        <a:graphic>
          <a:graphicData uri="http://schemas.openxmlformats.org/presentationml/2006/ole">
            <mc:AlternateContent xmlns:mc="http://schemas.openxmlformats.org/markup-compatibility/2006">
              <mc:Choice xmlns:v="urn:schemas-microsoft-com:vml" Requires="v">
                <p:oleObj spid="_x0000_s3163" name="" r:id="rId23" imgW="177165" imgH="215900" progId="Equation.KSEE3">
                  <p:embed/>
                </p:oleObj>
              </mc:Choice>
              <mc:Fallback>
                <p:oleObj name="" r:id="rId23" imgW="177165" imgH="215900" progId="Equation.KSEE3">
                  <p:embed/>
                  <p:pic>
                    <p:nvPicPr>
                      <p:cNvPr id="0" name="图片 3162"/>
                      <p:cNvPicPr/>
                      <p:nvPr/>
                    </p:nvPicPr>
                    <p:blipFill>
                      <a:blip r:embed="rId24"/>
                      <a:stretch>
                        <a:fillRect/>
                      </a:stretch>
                    </p:blipFill>
                    <p:spPr>
                      <a:xfrm>
                        <a:off x="949325" y="4495800"/>
                        <a:ext cx="209550" cy="336550"/>
                      </a:xfrm>
                      <a:prstGeom prst="rect">
                        <a:avLst/>
                      </a:prstGeom>
                      <a:noFill/>
                      <a:ln w="38100">
                        <a:noFill/>
                        <a:miter/>
                      </a:ln>
                    </p:spPr>
                  </p:pic>
                </p:oleObj>
              </mc:Fallback>
            </mc:AlternateContent>
          </a:graphicData>
        </a:graphic>
      </p:graphicFrame>
      <p:graphicFrame>
        <p:nvGraphicFramePr>
          <p:cNvPr id="75998" name="对象 15"/>
          <p:cNvGraphicFramePr/>
          <p:nvPr/>
        </p:nvGraphicFramePr>
        <p:xfrm>
          <a:off x="949325" y="5032375"/>
          <a:ext cx="209550" cy="336550"/>
        </p:xfrm>
        <a:graphic>
          <a:graphicData uri="http://schemas.openxmlformats.org/presentationml/2006/ole">
            <mc:AlternateContent xmlns:mc="http://schemas.openxmlformats.org/markup-compatibility/2006">
              <mc:Choice xmlns:v="urn:schemas-microsoft-com:vml" Requires="v">
                <p:oleObj spid="_x0000_s3162" name="" r:id="rId25" imgW="177165" imgH="215900" progId="Equation.KSEE3">
                  <p:embed/>
                </p:oleObj>
              </mc:Choice>
              <mc:Fallback>
                <p:oleObj name="" r:id="rId25" imgW="177165" imgH="215900" progId="Equation.KSEE3">
                  <p:embed/>
                  <p:pic>
                    <p:nvPicPr>
                      <p:cNvPr id="0" name="图片 3161"/>
                      <p:cNvPicPr/>
                      <p:nvPr/>
                    </p:nvPicPr>
                    <p:blipFill>
                      <a:blip r:embed="rId26"/>
                      <a:stretch>
                        <a:fillRect/>
                      </a:stretch>
                    </p:blipFill>
                    <p:spPr>
                      <a:xfrm>
                        <a:off x="949325" y="5032375"/>
                        <a:ext cx="209550" cy="336550"/>
                      </a:xfrm>
                      <a:prstGeom prst="rect">
                        <a:avLst/>
                      </a:prstGeom>
                      <a:noFill/>
                      <a:ln w="38100">
                        <a:noFill/>
                        <a:miter/>
                      </a:ln>
                    </p:spPr>
                  </p:pic>
                </p:oleObj>
              </mc:Fallback>
            </mc:AlternateContent>
          </a:graphicData>
        </a:graphic>
      </p:graphicFrame>
      <p:graphicFrame>
        <p:nvGraphicFramePr>
          <p:cNvPr id="75999" name="对象 17"/>
          <p:cNvGraphicFramePr/>
          <p:nvPr/>
        </p:nvGraphicFramePr>
        <p:xfrm>
          <a:off x="962025" y="5868988"/>
          <a:ext cx="196850" cy="277812"/>
        </p:xfrm>
        <a:graphic>
          <a:graphicData uri="http://schemas.openxmlformats.org/presentationml/2006/ole">
            <mc:AlternateContent xmlns:mc="http://schemas.openxmlformats.org/markup-compatibility/2006">
              <mc:Choice xmlns:v="urn:schemas-microsoft-com:vml" Requires="v">
                <p:oleObj spid="_x0000_s3166" name="" r:id="rId27" imgW="165100" imgH="177165" progId="Equation.KSEE3">
                  <p:embed/>
                </p:oleObj>
              </mc:Choice>
              <mc:Fallback>
                <p:oleObj name="" r:id="rId27" imgW="165100" imgH="177165" progId="Equation.KSEE3">
                  <p:embed/>
                  <p:pic>
                    <p:nvPicPr>
                      <p:cNvPr id="0" name="图片 3165"/>
                      <p:cNvPicPr/>
                      <p:nvPr/>
                    </p:nvPicPr>
                    <p:blipFill>
                      <a:blip r:embed="rId28"/>
                      <a:stretch>
                        <a:fillRect/>
                      </a:stretch>
                    </p:blipFill>
                    <p:spPr>
                      <a:xfrm>
                        <a:off x="962025" y="5868988"/>
                        <a:ext cx="196850" cy="277812"/>
                      </a:xfrm>
                      <a:prstGeom prst="rect">
                        <a:avLst/>
                      </a:prstGeom>
                      <a:noFill/>
                      <a:ln w="38100">
                        <a:noFill/>
                        <a:miter/>
                      </a:ln>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4"/>
          <p:cNvGrpSpPr/>
          <p:nvPr/>
        </p:nvGrpSpPr>
        <p:grpSpPr>
          <a:xfrm>
            <a:off x="347663" y="1173162"/>
            <a:ext cx="5616575" cy="4076701"/>
            <a:chOff x="2064" y="1567"/>
            <a:chExt cx="3538" cy="2568"/>
          </a:xfrm>
        </p:grpSpPr>
        <p:sp>
          <p:nvSpPr>
            <p:cNvPr id="294917" name="Rectangle 5"/>
            <p:cNvSpPr>
              <a:spLocks noChangeArrowheads="1"/>
            </p:cNvSpPr>
            <p:nvPr/>
          </p:nvSpPr>
          <p:spPr bwMode="auto">
            <a:xfrm>
              <a:off x="2245" y="1567"/>
              <a:ext cx="3084" cy="251"/>
            </a:xfrm>
            <a:prstGeom prst="rect">
              <a:avLst/>
            </a:prstGeom>
            <a:noFill/>
            <a:ln w="9525">
              <a:noFill/>
              <a:miter lim="800000"/>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FF66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Times New Roman" panose="02020603050405020304" pitchFamily="18" charset="0"/>
                </a:rPr>
                <a:t>表</a:t>
              </a:r>
              <a:r>
                <a:rPr kumimoji="0" lang="en-US" altLang="zh-CN"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Times New Roman" panose="02020603050405020304" pitchFamily="18" charset="0"/>
                </a:rPr>
                <a:t>4.10    74LS148</a:t>
              </a:r>
              <a:r>
                <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Times New Roman" panose="02020603050405020304" pitchFamily="18" charset="0"/>
                </a:rPr>
                <a:t>编码器功能表</a:t>
              </a:r>
              <a:endPar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76803" name="Rectangle 6"/>
            <p:cNvSpPr/>
            <p:nvPr/>
          </p:nvSpPr>
          <p:spPr>
            <a:xfrm>
              <a:off x="4843" y="2348"/>
              <a:ext cx="759" cy="1787"/>
            </a:xfrm>
            <a:prstGeom prst="rect">
              <a:avLst/>
            </a:prstGeom>
            <a:noFill/>
            <a:ln w="9525">
              <a:noFill/>
            </a:ln>
          </p:spPr>
          <p:txBody>
            <a:bodyPr anchor="t" anchorCtr="0"/>
            <a:p>
              <a:pPr algn="ctr" defTabSz="91440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1     1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1     0</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Arial" panose="020B0604020202020204" pitchFamily="34" charset="0"/>
                <a:ea typeface="宋体" panose="02010600030101010101" pitchFamily="2" charset="-122"/>
              </a:endParaRPr>
            </a:p>
          </p:txBody>
        </p:sp>
        <p:sp>
          <p:nvSpPr>
            <p:cNvPr id="76804" name="Rectangle 7"/>
            <p:cNvSpPr/>
            <p:nvPr/>
          </p:nvSpPr>
          <p:spPr>
            <a:xfrm>
              <a:off x="4105" y="2348"/>
              <a:ext cx="738" cy="1787"/>
            </a:xfrm>
            <a:prstGeom prst="rect">
              <a:avLst/>
            </a:prstGeom>
            <a:noFill/>
            <a:ln w="9525">
              <a:noFill/>
            </a:ln>
          </p:spPr>
          <p:txBody>
            <a:bodyPr anchor="t" anchorCtr="0"/>
            <a:p>
              <a:pPr algn="ctr">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1  1  1</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1  1  1</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0  0  0</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0  0  1</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0  1  0</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0  1  1</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1  0  0</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1  0  1</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1  1  0</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1  1  1</a:t>
              </a:r>
              <a:endParaRPr lang="en-US" altLang="zh-CN" sz="1800" b="1" i="0" dirty="0">
                <a:latin typeface="Arial" panose="020B0604020202020204" pitchFamily="34" charset="0"/>
                <a:ea typeface="宋体" panose="02010600030101010101" pitchFamily="2" charset="-122"/>
              </a:endParaRPr>
            </a:p>
          </p:txBody>
        </p:sp>
        <p:sp>
          <p:nvSpPr>
            <p:cNvPr id="76805" name="Rectangle 8"/>
            <p:cNvSpPr/>
            <p:nvPr/>
          </p:nvSpPr>
          <p:spPr>
            <a:xfrm>
              <a:off x="2064" y="2348"/>
              <a:ext cx="2041" cy="1787"/>
            </a:xfrm>
            <a:prstGeom prst="rect">
              <a:avLst/>
            </a:prstGeom>
            <a:noFill/>
            <a:ln w="9525">
              <a:noFill/>
            </a:ln>
          </p:spPr>
          <p:txBody>
            <a:bodyPr anchor="t" anchorCtr="0"/>
            <a:p>
              <a:pPr>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1    X   X   X   X   X   X   X   X</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0    1    1    1    1    1    1   1    1  </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0    X   X   X   X   X   X   X</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0    X   X   X   X   X   X  </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1    0    X   X   X   X   X    </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1    1    0    X   X   X   X  </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1    1    1    0    X   X   X  </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1    1    1    1    0    X   X  </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1    1    1    1    1    0    X </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0    1    1    1    1    1    1    1    0</a:t>
              </a:r>
              <a:endParaRPr lang="en-US" altLang="zh-CN" sz="1800" b="1" i="0" dirty="0">
                <a:latin typeface="Arial" panose="020B0604020202020204" pitchFamily="34" charset="0"/>
                <a:ea typeface="宋体" panose="02010600030101010101" pitchFamily="2" charset="-122"/>
              </a:endParaRPr>
            </a:p>
          </p:txBody>
        </p:sp>
        <p:sp>
          <p:nvSpPr>
            <p:cNvPr id="76806" name="Rectangle 9"/>
            <p:cNvSpPr/>
            <p:nvPr/>
          </p:nvSpPr>
          <p:spPr>
            <a:xfrm>
              <a:off x="4843" y="2118"/>
              <a:ext cx="759" cy="230"/>
            </a:xfrm>
            <a:prstGeom prst="rect">
              <a:avLst/>
            </a:prstGeom>
            <a:noFill/>
            <a:ln w="9525">
              <a:noFill/>
            </a:ln>
          </p:spPr>
          <p:txBody>
            <a:bodyPr anchor="t" anchorCtr="0"/>
            <a:p>
              <a:pPr algn="ctr">
                <a:buClr>
                  <a:schemeClr val="bg2"/>
                </a:buClr>
                <a:buSzPct val="75000"/>
                <a:buFont typeface="Wingdings" panose="05000000000000000000" pitchFamily="2" charset="2"/>
              </a:pPr>
              <a:r>
                <a:rPr lang="en-US" altLang="zh-CN" sz="1800" b="1" dirty="0">
                  <a:latin typeface="Times New Roman" panose="02020603050405020304" pitchFamily="18" charset="0"/>
                  <a:ea typeface="宋体" panose="02010600030101010101" pitchFamily="2" charset="-122"/>
                </a:rPr>
                <a:t>GS  EO</a:t>
              </a:r>
              <a:endParaRPr lang="en-US" altLang="zh-CN" sz="1800" b="1" dirty="0">
                <a:latin typeface="Times New Roman" panose="02020603050405020304" pitchFamily="18" charset="0"/>
                <a:ea typeface="Times New Roman" panose="02020603050405020304" pitchFamily="18" charset="0"/>
              </a:endParaRPr>
            </a:p>
          </p:txBody>
        </p:sp>
        <p:sp>
          <p:nvSpPr>
            <p:cNvPr id="76807" name="Rectangle 10"/>
            <p:cNvSpPr/>
            <p:nvPr/>
          </p:nvSpPr>
          <p:spPr>
            <a:xfrm>
              <a:off x="4105" y="2118"/>
              <a:ext cx="738" cy="230"/>
            </a:xfrm>
            <a:prstGeom prst="rect">
              <a:avLst/>
            </a:prstGeom>
            <a:noFill/>
            <a:ln w="9525">
              <a:noFill/>
            </a:ln>
          </p:spPr>
          <p:txBody>
            <a:bodyPr anchor="t" anchorCtr="0"/>
            <a:p>
              <a:pPr algn="ctr">
                <a:buClr>
                  <a:schemeClr val="bg2"/>
                </a:buClr>
                <a:buSzPct val="75000"/>
                <a:buFont typeface="Wingdings" panose="05000000000000000000" pitchFamily="2" charset="2"/>
              </a:pPr>
              <a:r>
                <a:rPr lang="en-US" altLang="zh-CN" sz="1800" b="1" dirty="0">
                  <a:latin typeface="Times New Roman" panose="02020603050405020304" pitchFamily="18" charset="0"/>
                  <a:ea typeface="宋体" panose="02010600030101010101" pitchFamily="2" charset="-122"/>
                </a:rPr>
                <a:t>  Y</a:t>
              </a:r>
              <a:r>
                <a:rPr lang="en-US" altLang="zh-CN" sz="1800" b="1" i="0" baseline="-25000" dirty="0">
                  <a:latin typeface="Times New Roman" panose="02020603050405020304" pitchFamily="18" charset="0"/>
                  <a:ea typeface="宋体" panose="02010600030101010101" pitchFamily="2" charset="-122"/>
                </a:rPr>
                <a:t>2</a:t>
              </a:r>
              <a:r>
                <a:rPr lang="en-US" altLang="zh-CN" sz="1800" b="1" dirty="0">
                  <a:latin typeface="Times New Roman" panose="02020603050405020304" pitchFamily="18" charset="0"/>
                  <a:ea typeface="宋体" panose="02010600030101010101" pitchFamily="2" charset="-122"/>
                </a:rPr>
                <a:t>Y</a:t>
              </a:r>
              <a:r>
                <a:rPr lang="en-US" altLang="zh-CN" sz="1800" b="1" i="0" baseline="-25000" dirty="0">
                  <a:latin typeface="Times New Roman" panose="02020603050405020304" pitchFamily="18" charset="0"/>
                  <a:ea typeface="宋体" panose="02010600030101010101" pitchFamily="2" charset="-122"/>
                </a:rPr>
                <a:t>1</a:t>
              </a:r>
              <a:r>
                <a:rPr lang="en-US" altLang="zh-CN" sz="1800" b="1" dirty="0">
                  <a:latin typeface="Times New Roman" panose="02020603050405020304" pitchFamily="18" charset="0"/>
                  <a:ea typeface="宋体" panose="02010600030101010101" pitchFamily="2" charset="-122"/>
                </a:rPr>
                <a:t>Y</a:t>
              </a:r>
              <a:r>
                <a:rPr lang="en-US" altLang="zh-CN" sz="1800" b="1" i="0" baseline="-25000" dirty="0">
                  <a:latin typeface="Times New Roman" panose="02020603050405020304" pitchFamily="18" charset="0"/>
                  <a:ea typeface="宋体" panose="02010600030101010101" pitchFamily="2" charset="-122"/>
                </a:rPr>
                <a:t>0</a:t>
              </a:r>
              <a:endParaRPr lang="en-US" altLang="zh-CN" sz="1800" b="1" i="0" baseline="-25000" dirty="0">
                <a:latin typeface="Times New Roman" panose="02020603050405020304" pitchFamily="18" charset="0"/>
                <a:ea typeface="Times New Roman" panose="02020603050405020304" pitchFamily="18" charset="0"/>
              </a:endParaRPr>
            </a:p>
          </p:txBody>
        </p:sp>
        <p:sp>
          <p:nvSpPr>
            <p:cNvPr id="76808" name="Rectangle 11"/>
            <p:cNvSpPr/>
            <p:nvPr/>
          </p:nvSpPr>
          <p:spPr>
            <a:xfrm>
              <a:off x="2064" y="2118"/>
              <a:ext cx="2041" cy="230"/>
            </a:xfrm>
            <a:prstGeom prst="rect">
              <a:avLst/>
            </a:prstGeom>
            <a:noFill/>
            <a:ln w="9525">
              <a:noFill/>
            </a:ln>
          </p:spPr>
          <p:txBody>
            <a:bodyPr anchor="t" anchorCtr="0"/>
            <a:p>
              <a:pPr>
                <a:buClr>
                  <a:schemeClr val="bg2"/>
                </a:buClr>
                <a:buSzPct val="75000"/>
                <a:buFont typeface="Wingdings" panose="05000000000000000000" pitchFamily="2" charset="2"/>
              </a:pPr>
              <a:r>
                <a:rPr lang="en-US" altLang="zh-CN" sz="1800" b="1" dirty="0">
                  <a:latin typeface="Times New Roman" panose="02020603050405020304" pitchFamily="18" charset="0"/>
                  <a:ea typeface="宋体" panose="02010600030101010101" pitchFamily="2" charset="-122"/>
                </a:rPr>
                <a:t>EI</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  I</a:t>
              </a:r>
              <a:r>
                <a:rPr lang="en-US" altLang="zh-CN" sz="1800" b="1" i="0" baseline="-25000" dirty="0">
                  <a:latin typeface="Times New Roman" panose="02020603050405020304" pitchFamily="18" charset="0"/>
                  <a:ea typeface="宋体" panose="02010600030101010101" pitchFamily="2" charset="-122"/>
                </a:rPr>
                <a:t>7</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I</a:t>
              </a:r>
              <a:r>
                <a:rPr lang="en-US" altLang="zh-CN" sz="1800" b="1" i="0" baseline="-25000" dirty="0">
                  <a:latin typeface="Times New Roman" panose="02020603050405020304" pitchFamily="18" charset="0"/>
                  <a:ea typeface="宋体" panose="02010600030101010101" pitchFamily="2" charset="-122"/>
                </a:rPr>
                <a:t>6</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 I</a:t>
              </a:r>
              <a:r>
                <a:rPr lang="en-US" altLang="zh-CN" sz="1800" b="1" i="0" baseline="-25000" dirty="0">
                  <a:latin typeface="Times New Roman" panose="02020603050405020304" pitchFamily="18" charset="0"/>
                  <a:ea typeface="宋体" panose="02010600030101010101" pitchFamily="2" charset="-122"/>
                </a:rPr>
                <a:t>5</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I</a:t>
              </a:r>
              <a:r>
                <a:rPr lang="en-US" altLang="zh-CN" sz="1800" b="1" i="0" baseline="-25000" dirty="0">
                  <a:latin typeface="Times New Roman" panose="02020603050405020304" pitchFamily="18" charset="0"/>
                  <a:ea typeface="宋体" panose="02010600030101010101" pitchFamily="2" charset="-122"/>
                </a:rPr>
                <a:t>4</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I</a:t>
              </a:r>
              <a:r>
                <a:rPr lang="en-US" altLang="zh-CN" sz="1800" b="1" i="0" baseline="-25000" dirty="0">
                  <a:latin typeface="Times New Roman" panose="02020603050405020304" pitchFamily="18" charset="0"/>
                  <a:ea typeface="宋体" panose="02010600030101010101" pitchFamily="2" charset="-122"/>
                </a:rPr>
                <a:t>3</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I</a:t>
              </a:r>
              <a:r>
                <a:rPr lang="en-US" altLang="zh-CN" sz="1800" b="1" i="0" baseline="-25000" dirty="0">
                  <a:latin typeface="Times New Roman" panose="02020603050405020304" pitchFamily="18" charset="0"/>
                  <a:ea typeface="宋体" panose="02010600030101010101" pitchFamily="2" charset="-122"/>
                </a:rPr>
                <a:t>2</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I</a:t>
              </a:r>
              <a:r>
                <a:rPr lang="en-US" altLang="zh-CN" sz="1800" b="1" i="0" baseline="-25000" dirty="0">
                  <a:latin typeface="Times New Roman" panose="02020603050405020304" pitchFamily="18" charset="0"/>
                  <a:ea typeface="宋体" panose="02010600030101010101" pitchFamily="2" charset="-122"/>
                </a:rPr>
                <a:t>1</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I</a:t>
              </a:r>
              <a:r>
                <a:rPr lang="en-US" altLang="zh-CN" sz="1800" b="1" i="0" baseline="-25000" dirty="0">
                  <a:latin typeface="Times New Roman" panose="02020603050405020304" pitchFamily="18" charset="0"/>
                  <a:ea typeface="宋体" panose="02010600030101010101" pitchFamily="2" charset="-122"/>
                </a:rPr>
                <a:t>0</a:t>
              </a:r>
              <a:endParaRPr lang="en-US" altLang="zh-CN" sz="1800" b="1" i="0" baseline="-25000" dirty="0">
                <a:latin typeface="Arial" panose="020B0604020202020204" pitchFamily="34" charset="0"/>
                <a:ea typeface="宋体" panose="02010600030101010101" pitchFamily="2" charset="-122"/>
              </a:endParaRPr>
            </a:p>
          </p:txBody>
        </p:sp>
        <p:sp>
          <p:nvSpPr>
            <p:cNvPr id="76809" name="Rectangle 12"/>
            <p:cNvSpPr/>
            <p:nvPr/>
          </p:nvSpPr>
          <p:spPr>
            <a:xfrm>
              <a:off x="4105" y="1888"/>
              <a:ext cx="1497" cy="230"/>
            </a:xfrm>
            <a:prstGeom prst="rect">
              <a:avLst/>
            </a:prstGeom>
            <a:noFill/>
            <a:ln w="9525">
              <a:noFill/>
            </a:ln>
          </p:spPr>
          <p:txBody>
            <a:bodyPr anchor="t" anchorCtr="0"/>
            <a:p>
              <a:pPr algn="ctr">
                <a:buClr>
                  <a:schemeClr val="bg2"/>
                </a:buClr>
                <a:buSzPct val="75000"/>
                <a:buFont typeface="Wingdings" panose="05000000000000000000" pitchFamily="2" charset="2"/>
              </a:pPr>
              <a:r>
                <a:rPr lang="zh-CN" altLang="en-US" sz="1800" b="1" i="0" dirty="0">
                  <a:latin typeface="Times New Roman" panose="02020603050405020304" pitchFamily="18" charset="0"/>
                  <a:ea typeface="宋体" panose="02010600030101010101" pitchFamily="2" charset="-122"/>
                </a:rPr>
                <a:t>输       出</a:t>
              </a:r>
              <a:endParaRPr lang="zh-CN" altLang="en-US" sz="1800" b="1" i="0" dirty="0">
                <a:latin typeface="Arial" panose="020B0604020202020204" pitchFamily="34" charset="0"/>
                <a:ea typeface="宋体" panose="02010600030101010101" pitchFamily="2" charset="-122"/>
              </a:endParaRPr>
            </a:p>
          </p:txBody>
        </p:sp>
        <p:sp>
          <p:nvSpPr>
            <p:cNvPr id="76810" name="Rectangle 13"/>
            <p:cNvSpPr/>
            <p:nvPr/>
          </p:nvSpPr>
          <p:spPr>
            <a:xfrm>
              <a:off x="2064" y="1888"/>
              <a:ext cx="2041" cy="230"/>
            </a:xfrm>
            <a:prstGeom prst="rect">
              <a:avLst/>
            </a:prstGeom>
            <a:noFill/>
            <a:ln w="9525">
              <a:noFill/>
            </a:ln>
          </p:spPr>
          <p:txBody>
            <a:bodyPr anchor="t" anchorCtr="0"/>
            <a:p>
              <a:pPr algn="ctr">
                <a:buClr>
                  <a:schemeClr val="bg2"/>
                </a:buClr>
                <a:buSzPct val="75000"/>
                <a:buFont typeface="Wingdings" panose="05000000000000000000" pitchFamily="2" charset="2"/>
              </a:pPr>
              <a:r>
                <a:rPr lang="zh-CN" altLang="en-US" sz="1800" b="1" i="0" dirty="0">
                  <a:latin typeface="Times New Roman" panose="02020603050405020304" pitchFamily="18" charset="0"/>
                  <a:ea typeface="宋体" panose="02010600030101010101" pitchFamily="2" charset="-122"/>
                </a:rPr>
                <a:t>输        入</a:t>
              </a:r>
              <a:endParaRPr lang="zh-CN" altLang="en-US" sz="1800" b="1" i="0" dirty="0">
                <a:latin typeface="Arial" panose="020B0604020202020204" pitchFamily="34" charset="0"/>
                <a:ea typeface="宋体" panose="02010600030101010101" pitchFamily="2" charset="-122"/>
              </a:endParaRPr>
            </a:p>
          </p:txBody>
        </p:sp>
        <p:sp>
          <p:nvSpPr>
            <p:cNvPr id="76811" name="Line 14"/>
            <p:cNvSpPr/>
            <p:nvPr/>
          </p:nvSpPr>
          <p:spPr>
            <a:xfrm>
              <a:off x="2064" y="1888"/>
              <a:ext cx="3538" cy="0"/>
            </a:xfrm>
            <a:prstGeom prst="line">
              <a:avLst/>
            </a:prstGeom>
            <a:ln w="12700" cap="rnd" cmpd="sng">
              <a:solidFill>
                <a:srgbClr val="000000"/>
              </a:solidFill>
              <a:prstDash val="solid"/>
              <a:round/>
              <a:headEnd type="none" w="med" len="med"/>
              <a:tailEnd type="none" w="med" len="med"/>
            </a:ln>
          </p:spPr>
        </p:sp>
        <p:sp>
          <p:nvSpPr>
            <p:cNvPr id="76812" name="Line 15"/>
            <p:cNvSpPr/>
            <p:nvPr/>
          </p:nvSpPr>
          <p:spPr>
            <a:xfrm>
              <a:off x="2064" y="4135"/>
              <a:ext cx="3538" cy="0"/>
            </a:xfrm>
            <a:prstGeom prst="line">
              <a:avLst/>
            </a:prstGeom>
            <a:ln w="12700" cap="rnd" cmpd="sng">
              <a:solidFill>
                <a:srgbClr val="000000"/>
              </a:solidFill>
              <a:prstDash val="solid"/>
              <a:round/>
              <a:headEnd type="none" w="med" len="med"/>
              <a:tailEnd type="none" w="med" len="med"/>
            </a:ln>
          </p:spPr>
        </p:sp>
        <p:sp>
          <p:nvSpPr>
            <p:cNvPr id="76813" name="Line 16"/>
            <p:cNvSpPr/>
            <p:nvPr/>
          </p:nvSpPr>
          <p:spPr>
            <a:xfrm>
              <a:off x="2064" y="1888"/>
              <a:ext cx="0" cy="2247"/>
            </a:xfrm>
            <a:prstGeom prst="line">
              <a:avLst/>
            </a:prstGeom>
            <a:ln w="12700" cap="rnd" cmpd="sng">
              <a:solidFill>
                <a:srgbClr val="000000"/>
              </a:solidFill>
              <a:prstDash val="solid"/>
              <a:round/>
              <a:headEnd type="none" w="med" len="med"/>
              <a:tailEnd type="none" w="med" len="med"/>
            </a:ln>
          </p:spPr>
        </p:sp>
        <p:sp>
          <p:nvSpPr>
            <p:cNvPr id="76814" name="Line 17"/>
            <p:cNvSpPr/>
            <p:nvPr/>
          </p:nvSpPr>
          <p:spPr>
            <a:xfrm>
              <a:off x="5602" y="1888"/>
              <a:ext cx="0" cy="2247"/>
            </a:xfrm>
            <a:prstGeom prst="line">
              <a:avLst/>
            </a:prstGeom>
            <a:ln w="12700" cap="rnd" cmpd="sng">
              <a:solidFill>
                <a:srgbClr val="000000"/>
              </a:solidFill>
              <a:prstDash val="solid"/>
              <a:round/>
              <a:headEnd type="none" w="med" len="med"/>
              <a:tailEnd type="none" w="med" len="med"/>
            </a:ln>
          </p:spPr>
        </p:sp>
        <p:sp>
          <p:nvSpPr>
            <p:cNvPr id="76815" name="Line 18"/>
            <p:cNvSpPr/>
            <p:nvPr/>
          </p:nvSpPr>
          <p:spPr>
            <a:xfrm>
              <a:off x="2064" y="2118"/>
              <a:ext cx="3538" cy="0"/>
            </a:xfrm>
            <a:prstGeom prst="line">
              <a:avLst/>
            </a:prstGeom>
            <a:ln w="12700" cap="rnd" cmpd="sng">
              <a:solidFill>
                <a:srgbClr val="000000"/>
              </a:solidFill>
              <a:prstDash val="solid"/>
              <a:round/>
              <a:headEnd type="none" w="med" len="med"/>
              <a:tailEnd type="none" w="med" len="med"/>
            </a:ln>
          </p:spPr>
        </p:sp>
        <p:sp>
          <p:nvSpPr>
            <p:cNvPr id="76816" name="Line 19"/>
            <p:cNvSpPr/>
            <p:nvPr/>
          </p:nvSpPr>
          <p:spPr>
            <a:xfrm>
              <a:off x="4105" y="1888"/>
              <a:ext cx="0" cy="2247"/>
            </a:xfrm>
            <a:prstGeom prst="line">
              <a:avLst/>
            </a:prstGeom>
            <a:ln w="12700" cap="rnd" cmpd="sng">
              <a:solidFill>
                <a:srgbClr val="000000"/>
              </a:solidFill>
              <a:prstDash val="solid"/>
              <a:round/>
              <a:headEnd type="none" w="med" len="med"/>
              <a:tailEnd type="none" w="med" len="med"/>
            </a:ln>
          </p:spPr>
        </p:sp>
        <p:sp>
          <p:nvSpPr>
            <p:cNvPr id="76817" name="Line 20"/>
            <p:cNvSpPr/>
            <p:nvPr/>
          </p:nvSpPr>
          <p:spPr>
            <a:xfrm>
              <a:off x="2064" y="2348"/>
              <a:ext cx="3538" cy="0"/>
            </a:xfrm>
            <a:prstGeom prst="line">
              <a:avLst/>
            </a:prstGeom>
            <a:ln w="12700" cap="rnd" cmpd="sng">
              <a:solidFill>
                <a:srgbClr val="000000"/>
              </a:solidFill>
              <a:prstDash val="solid"/>
              <a:round/>
              <a:headEnd type="none" w="med" len="med"/>
              <a:tailEnd type="none" w="med" len="med"/>
            </a:ln>
          </p:spPr>
        </p:sp>
        <p:sp>
          <p:nvSpPr>
            <p:cNvPr id="76818" name="Line 21"/>
            <p:cNvSpPr/>
            <p:nvPr/>
          </p:nvSpPr>
          <p:spPr>
            <a:xfrm>
              <a:off x="4843" y="2118"/>
              <a:ext cx="0" cy="2017"/>
            </a:xfrm>
            <a:prstGeom prst="line">
              <a:avLst/>
            </a:prstGeom>
            <a:ln w="12700" cap="rnd" cmpd="sng">
              <a:solidFill>
                <a:srgbClr val="000000"/>
              </a:solidFill>
              <a:prstDash val="solid"/>
              <a:round/>
              <a:headEnd type="none" w="med" len="med"/>
              <a:tailEnd type="none" w="med" len="med"/>
            </a:ln>
          </p:spPr>
        </p:sp>
        <p:sp>
          <p:nvSpPr>
            <p:cNvPr id="76819" name="Line 22"/>
            <p:cNvSpPr/>
            <p:nvPr/>
          </p:nvSpPr>
          <p:spPr>
            <a:xfrm>
              <a:off x="5012" y="2160"/>
              <a:ext cx="182" cy="0"/>
            </a:xfrm>
            <a:prstGeom prst="line">
              <a:avLst/>
            </a:prstGeom>
            <a:ln w="9525" cap="flat" cmpd="sng">
              <a:solidFill>
                <a:schemeClr val="tx1"/>
              </a:solidFill>
              <a:prstDash val="solid"/>
              <a:round/>
              <a:headEnd type="none" w="med" len="med"/>
              <a:tailEnd type="none" w="med" len="med"/>
            </a:ln>
          </p:spPr>
        </p:sp>
        <p:sp>
          <p:nvSpPr>
            <p:cNvPr id="76820" name="Line 23"/>
            <p:cNvSpPr/>
            <p:nvPr/>
          </p:nvSpPr>
          <p:spPr>
            <a:xfrm>
              <a:off x="5284" y="2160"/>
              <a:ext cx="182" cy="0"/>
            </a:xfrm>
            <a:prstGeom prst="line">
              <a:avLst/>
            </a:prstGeom>
            <a:ln w="9525" cap="flat" cmpd="sng">
              <a:solidFill>
                <a:schemeClr val="tx1"/>
              </a:solidFill>
              <a:prstDash val="solid"/>
              <a:round/>
              <a:headEnd type="none" w="med" len="med"/>
              <a:tailEnd type="none" w="med" len="med"/>
            </a:ln>
          </p:spPr>
        </p:sp>
        <p:sp>
          <p:nvSpPr>
            <p:cNvPr id="76821" name="Line 24"/>
            <p:cNvSpPr/>
            <p:nvPr/>
          </p:nvSpPr>
          <p:spPr>
            <a:xfrm>
              <a:off x="2109" y="2160"/>
              <a:ext cx="182" cy="0"/>
            </a:xfrm>
            <a:prstGeom prst="line">
              <a:avLst/>
            </a:prstGeom>
            <a:ln w="9525" cap="flat" cmpd="sng">
              <a:solidFill>
                <a:schemeClr val="tx1"/>
              </a:solidFill>
              <a:prstDash val="solid"/>
              <a:round/>
              <a:headEnd type="none" w="med" len="med"/>
              <a:tailEnd type="none" w="med" len="med"/>
            </a:ln>
          </p:spPr>
        </p:sp>
        <p:sp>
          <p:nvSpPr>
            <p:cNvPr id="76822" name="Line 25"/>
            <p:cNvSpPr/>
            <p:nvPr/>
          </p:nvSpPr>
          <p:spPr>
            <a:xfrm>
              <a:off x="2380" y="2160"/>
              <a:ext cx="92" cy="0"/>
            </a:xfrm>
            <a:prstGeom prst="line">
              <a:avLst/>
            </a:prstGeom>
            <a:ln w="9525" cap="flat" cmpd="sng">
              <a:solidFill>
                <a:schemeClr val="tx1"/>
              </a:solidFill>
              <a:prstDash val="solid"/>
              <a:round/>
              <a:headEnd type="none" w="med" len="med"/>
              <a:tailEnd type="none" w="med" len="med"/>
            </a:ln>
          </p:spPr>
        </p:sp>
        <p:sp>
          <p:nvSpPr>
            <p:cNvPr id="76823" name="Line 26"/>
            <p:cNvSpPr/>
            <p:nvPr/>
          </p:nvSpPr>
          <p:spPr>
            <a:xfrm>
              <a:off x="2608" y="2160"/>
              <a:ext cx="92" cy="0"/>
            </a:xfrm>
            <a:prstGeom prst="line">
              <a:avLst/>
            </a:prstGeom>
            <a:ln w="9525" cap="flat" cmpd="sng">
              <a:solidFill>
                <a:schemeClr val="tx1"/>
              </a:solidFill>
              <a:prstDash val="solid"/>
              <a:round/>
              <a:headEnd type="none" w="med" len="med"/>
              <a:tailEnd type="none" w="med" len="med"/>
            </a:ln>
          </p:spPr>
        </p:sp>
        <p:sp>
          <p:nvSpPr>
            <p:cNvPr id="76824" name="Line 27"/>
            <p:cNvSpPr/>
            <p:nvPr/>
          </p:nvSpPr>
          <p:spPr>
            <a:xfrm>
              <a:off x="2789" y="2160"/>
              <a:ext cx="92" cy="0"/>
            </a:xfrm>
            <a:prstGeom prst="line">
              <a:avLst/>
            </a:prstGeom>
            <a:ln w="9525" cap="flat" cmpd="sng">
              <a:solidFill>
                <a:schemeClr val="tx1"/>
              </a:solidFill>
              <a:prstDash val="solid"/>
              <a:round/>
              <a:headEnd type="none" w="med" len="med"/>
              <a:tailEnd type="none" w="med" len="med"/>
            </a:ln>
          </p:spPr>
        </p:sp>
        <p:sp>
          <p:nvSpPr>
            <p:cNvPr id="76825" name="Line 28"/>
            <p:cNvSpPr/>
            <p:nvPr/>
          </p:nvSpPr>
          <p:spPr>
            <a:xfrm>
              <a:off x="3016" y="2160"/>
              <a:ext cx="92" cy="0"/>
            </a:xfrm>
            <a:prstGeom prst="line">
              <a:avLst/>
            </a:prstGeom>
            <a:ln w="9525" cap="flat" cmpd="sng">
              <a:solidFill>
                <a:schemeClr val="tx1"/>
              </a:solidFill>
              <a:prstDash val="solid"/>
              <a:round/>
              <a:headEnd type="none" w="med" len="med"/>
              <a:tailEnd type="none" w="med" len="med"/>
            </a:ln>
          </p:spPr>
        </p:sp>
        <p:sp>
          <p:nvSpPr>
            <p:cNvPr id="76826" name="Line 29"/>
            <p:cNvSpPr/>
            <p:nvPr/>
          </p:nvSpPr>
          <p:spPr>
            <a:xfrm>
              <a:off x="3243" y="2160"/>
              <a:ext cx="92" cy="0"/>
            </a:xfrm>
            <a:prstGeom prst="line">
              <a:avLst/>
            </a:prstGeom>
            <a:ln w="9525" cap="flat" cmpd="sng">
              <a:solidFill>
                <a:schemeClr val="tx1"/>
              </a:solidFill>
              <a:prstDash val="solid"/>
              <a:round/>
              <a:headEnd type="none" w="med" len="med"/>
              <a:tailEnd type="none" w="med" len="med"/>
            </a:ln>
          </p:spPr>
        </p:sp>
        <p:sp>
          <p:nvSpPr>
            <p:cNvPr id="76827" name="Line 30"/>
            <p:cNvSpPr/>
            <p:nvPr/>
          </p:nvSpPr>
          <p:spPr>
            <a:xfrm>
              <a:off x="3468" y="2160"/>
              <a:ext cx="92" cy="0"/>
            </a:xfrm>
            <a:prstGeom prst="line">
              <a:avLst/>
            </a:prstGeom>
            <a:ln w="9525" cap="flat" cmpd="sng">
              <a:solidFill>
                <a:schemeClr val="tx1"/>
              </a:solidFill>
              <a:prstDash val="solid"/>
              <a:round/>
              <a:headEnd type="none" w="med" len="med"/>
              <a:tailEnd type="none" w="med" len="med"/>
            </a:ln>
          </p:spPr>
        </p:sp>
        <p:sp>
          <p:nvSpPr>
            <p:cNvPr id="76828" name="Line 31"/>
            <p:cNvSpPr/>
            <p:nvPr/>
          </p:nvSpPr>
          <p:spPr>
            <a:xfrm>
              <a:off x="3651" y="2160"/>
              <a:ext cx="92" cy="0"/>
            </a:xfrm>
            <a:prstGeom prst="line">
              <a:avLst/>
            </a:prstGeom>
            <a:ln w="9525" cap="flat" cmpd="sng">
              <a:solidFill>
                <a:schemeClr val="tx1"/>
              </a:solidFill>
              <a:prstDash val="solid"/>
              <a:round/>
              <a:headEnd type="none" w="med" len="med"/>
              <a:tailEnd type="none" w="med" len="med"/>
            </a:ln>
          </p:spPr>
        </p:sp>
        <p:sp>
          <p:nvSpPr>
            <p:cNvPr id="76829" name="Line 32"/>
            <p:cNvSpPr/>
            <p:nvPr/>
          </p:nvSpPr>
          <p:spPr>
            <a:xfrm>
              <a:off x="3878" y="2160"/>
              <a:ext cx="92" cy="0"/>
            </a:xfrm>
            <a:prstGeom prst="line">
              <a:avLst/>
            </a:prstGeom>
            <a:ln w="9525" cap="flat" cmpd="sng">
              <a:solidFill>
                <a:schemeClr val="tx1"/>
              </a:solidFill>
              <a:prstDash val="solid"/>
              <a:round/>
              <a:headEnd type="none" w="med" len="med"/>
              <a:tailEnd type="none" w="med" len="med"/>
            </a:ln>
          </p:spPr>
        </p:sp>
        <p:sp>
          <p:nvSpPr>
            <p:cNvPr id="76830" name="Line 33"/>
            <p:cNvSpPr/>
            <p:nvPr/>
          </p:nvSpPr>
          <p:spPr>
            <a:xfrm>
              <a:off x="4330" y="2160"/>
              <a:ext cx="92" cy="0"/>
            </a:xfrm>
            <a:prstGeom prst="line">
              <a:avLst/>
            </a:prstGeom>
            <a:ln w="9525" cap="flat" cmpd="sng">
              <a:solidFill>
                <a:schemeClr val="tx1"/>
              </a:solidFill>
              <a:prstDash val="solid"/>
              <a:round/>
              <a:headEnd type="none" w="med" len="med"/>
              <a:tailEnd type="none" w="med" len="med"/>
            </a:ln>
          </p:spPr>
        </p:sp>
        <p:sp>
          <p:nvSpPr>
            <p:cNvPr id="76831" name="Line 34"/>
            <p:cNvSpPr/>
            <p:nvPr/>
          </p:nvSpPr>
          <p:spPr>
            <a:xfrm>
              <a:off x="4468" y="2160"/>
              <a:ext cx="92" cy="0"/>
            </a:xfrm>
            <a:prstGeom prst="line">
              <a:avLst/>
            </a:prstGeom>
            <a:ln w="9525" cap="flat" cmpd="sng">
              <a:solidFill>
                <a:schemeClr val="tx1"/>
              </a:solidFill>
              <a:prstDash val="solid"/>
              <a:round/>
              <a:headEnd type="none" w="med" len="med"/>
              <a:tailEnd type="none" w="med" len="med"/>
            </a:ln>
          </p:spPr>
        </p:sp>
        <p:sp>
          <p:nvSpPr>
            <p:cNvPr id="76832" name="Line 35"/>
            <p:cNvSpPr/>
            <p:nvPr/>
          </p:nvSpPr>
          <p:spPr>
            <a:xfrm>
              <a:off x="4604" y="2160"/>
              <a:ext cx="92" cy="0"/>
            </a:xfrm>
            <a:prstGeom prst="line">
              <a:avLst/>
            </a:prstGeom>
            <a:ln w="9525" cap="flat" cmpd="sng">
              <a:solidFill>
                <a:schemeClr val="tx1"/>
              </a:solidFill>
              <a:prstDash val="solid"/>
              <a:round/>
              <a:headEnd type="none" w="med" len="med"/>
              <a:tailEnd type="none" w="med" len="med"/>
            </a:ln>
          </p:spPr>
        </p:sp>
      </p:grpSp>
      <p:sp>
        <p:nvSpPr>
          <p:cNvPr id="294948" name="Rectangle 36"/>
          <p:cNvSpPr>
            <a:spLocks noChangeArrowheads="1"/>
          </p:cNvSpPr>
          <p:nvPr/>
        </p:nvSpPr>
        <p:spPr bwMode="auto">
          <a:xfrm>
            <a:off x="6227763" y="1624013"/>
            <a:ext cx="2519363" cy="454025"/>
          </a:xfrm>
          <a:prstGeom prst="rect">
            <a:avLst/>
          </a:prstGeom>
          <a:solidFill>
            <a:srgbClr val="3366FF"/>
          </a:solidFill>
          <a:ln w="57150" cmpd="thinThick">
            <a:solidFill>
              <a:srgbClr val="00FF00"/>
            </a:solidFill>
            <a:miter lim="800000"/>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74LS148</a:t>
            </a:r>
            <a:r>
              <a:rPr kumimoji="0" lang="zh-CN" altLang="en-US" sz="20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逻辑符号</a:t>
            </a:r>
            <a:endParaRPr kumimoji="0" lang="zh-CN" altLang="en-US" sz="20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76834" name="Rectangle 37"/>
          <p:cNvSpPr/>
          <p:nvPr/>
        </p:nvSpPr>
        <p:spPr>
          <a:xfrm>
            <a:off x="0" y="2919413"/>
            <a:ext cx="9144000" cy="0"/>
          </a:xfrm>
          <a:prstGeom prst="rect">
            <a:avLst/>
          </a:prstGeom>
          <a:noFill/>
          <a:ln w="12700">
            <a:noFill/>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aphicFrame>
        <p:nvGraphicFramePr>
          <p:cNvPr id="294951" name="Object 39"/>
          <p:cNvGraphicFramePr>
            <a:graphicFrameLocks noGrp="1" noChangeAspect="1"/>
          </p:cNvGraphicFramePr>
          <p:nvPr>
            <p:ph/>
          </p:nvPr>
        </p:nvGraphicFramePr>
        <p:xfrm>
          <a:off x="6084888" y="2551113"/>
          <a:ext cx="2909887" cy="3570287"/>
        </p:xfrm>
        <a:graphic>
          <a:graphicData uri="http://schemas.openxmlformats.org/presentationml/2006/ole">
            <mc:AlternateContent xmlns:mc="http://schemas.openxmlformats.org/markup-compatibility/2006">
              <mc:Choice xmlns:v="urn:schemas-microsoft-com:vml" Requires="v">
                <p:oleObj spid="_x0000_s3167" name="" r:id="rId1" imgW="2908300" imgH="3568700" progId="Photoshop.Image.5">
                  <p:embed/>
                </p:oleObj>
              </mc:Choice>
              <mc:Fallback>
                <p:oleObj name="" r:id="rId1" imgW="2908300" imgH="3568700" progId="Photoshop.Image.5">
                  <p:embed/>
                  <p:pic>
                    <p:nvPicPr>
                      <p:cNvPr id="0" name="图片 3166"/>
                      <p:cNvPicPr/>
                      <p:nvPr/>
                    </p:nvPicPr>
                    <p:blipFill>
                      <a:blip r:embed="rId2"/>
                      <a:stretch>
                        <a:fillRect/>
                      </a:stretch>
                    </p:blipFill>
                    <p:spPr>
                      <a:xfrm>
                        <a:off x="6084888" y="2551113"/>
                        <a:ext cx="2909887" cy="3570287"/>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94948"/>
                                        </p:tgtEl>
                                        <p:attrNameLst>
                                          <p:attrName>style.visibility</p:attrName>
                                        </p:attrNameLst>
                                      </p:cBhvr>
                                      <p:to>
                                        <p:strVal val="visible"/>
                                      </p:to>
                                    </p:set>
                                    <p:animEffect transition="in" filter="box(in)">
                                      <p:cBhvr>
                                        <p:cTn id="7" dur="1000"/>
                                        <p:tgtEl>
                                          <p:spTgt spid="29494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94951"/>
                                        </p:tgtEl>
                                        <p:attrNameLst>
                                          <p:attrName>style.visibility</p:attrName>
                                        </p:attrNameLst>
                                      </p:cBhvr>
                                      <p:to>
                                        <p:strVal val="visible"/>
                                      </p:to>
                                    </p:set>
                                    <p:animEffect transition="in" filter="slide(fromBottom)">
                                      <p:cBhvr>
                                        <p:cTn id="12" dur="500"/>
                                        <p:tgtEl>
                                          <p:spTgt spid="2949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xit" presetSubtype="16" fill="hold" nodeType="clickEffect">
                                  <p:stCondLst>
                                    <p:cond delay="0"/>
                                  </p:stCondLst>
                                  <p:childTnLst>
                                    <p:animEffect transition="out" filter="diamond(in)">
                                      <p:cBhvr>
                                        <p:cTn id="21" dur="1000"/>
                                        <p:tgtEl>
                                          <p:spTgt spid="2"/>
                                        </p:tgtEl>
                                      </p:cBhvr>
                                    </p:animEffect>
                                    <p:set>
                                      <p:cBhvr>
                                        <p:cTn id="22"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4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7825" name="Group 2"/>
          <p:cNvGrpSpPr/>
          <p:nvPr/>
        </p:nvGrpSpPr>
        <p:grpSpPr>
          <a:xfrm>
            <a:off x="452438" y="793750"/>
            <a:ext cx="7969250" cy="5326063"/>
            <a:chOff x="302" y="572"/>
            <a:chExt cx="5020" cy="3355"/>
          </a:xfrm>
        </p:grpSpPr>
        <p:sp>
          <p:nvSpPr>
            <p:cNvPr id="77826" name="Line 3"/>
            <p:cNvSpPr/>
            <p:nvPr/>
          </p:nvSpPr>
          <p:spPr>
            <a:xfrm flipV="1">
              <a:off x="2263" y="1446"/>
              <a:ext cx="0" cy="257"/>
            </a:xfrm>
            <a:prstGeom prst="line">
              <a:avLst/>
            </a:prstGeom>
            <a:ln w="9525" cap="flat" cmpd="sng">
              <a:solidFill>
                <a:schemeClr val="tx1"/>
              </a:solidFill>
              <a:prstDash val="solid"/>
              <a:round/>
              <a:headEnd type="none" w="med" len="med"/>
              <a:tailEnd type="none" w="med" len="med"/>
            </a:ln>
          </p:spPr>
        </p:sp>
        <p:sp>
          <p:nvSpPr>
            <p:cNvPr id="77827" name="Line 4"/>
            <p:cNvSpPr/>
            <p:nvPr/>
          </p:nvSpPr>
          <p:spPr>
            <a:xfrm>
              <a:off x="2645" y="2263"/>
              <a:ext cx="549" cy="0"/>
            </a:xfrm>
            <a:prstGeom prst="line">
              <a:avLst/>
            </a:prstGeom>
            <a:ln w="9525" cap="flat" cmpd="sng">
              <a:solidFill>
                <a:schemeClr val="tx1"/>
              </a:solidFill>
              <a:prstDash val="solid"/>
              <a:round/>
              <a:headEnd type="none" w="med" len="med"/>
              <a:tailEnd type="none" w="med" len="med"/>
            </a:ln>
          </p:spPr>
        </p:sp>
        <p:grpSp>
          <p:nvGrpSpPr>
            <p:cNvPr id="77828" name="Group 5"/>
            <p:cNvGrpSpPr/>
            <p:nvPr/>
          </p:nvGrpSpPr>
          <p:grpSpPr>
            <a:xfrm>
              <a:off x="5116" y="2263"/>
              <a:ext cx="206" cy="181"/>
              <a:chOff x="5568" y="2315"/>
              <a:chExt cx="224" cy="181"/>
            </a:xfrm>
          </p:grpSpPr>
          <p:sp>
            <p:nvSpPr>
              <p:cNvPr id="77829" name="Line 6"/>
              <p:cNvSpPr/>
              <p:nvPr/>
            </p:nvSpPr>
            <p:spPr>
              <a:xfrm>
                <a:off x="5568" y="2315"/>
                <a:ext cx="149" cy="0"/>
              </a:xfrm>
              <a:prstGeom prst="line">
                <a:avLst/>
              </a:prstGeom>
              <a:ln w="9525" cap="flat" cmpd="sng">
                <a:solidFill>
                  <a:schemeClr val="tx1"/>
                </a:solidFill>
                <a:prstDash val="solid"/>
                <a:round/>
                <a:headEnd type="none" w="med" len="med"/>
                <a:tailEnd type="none" w="med" len="med"/>
              </a:ln>
            </p:spPr>
          </p:sp>
          <p:sp>
            <p:nvSpPr>
              <p:cNvPr id="77830" name="Line 7"/>
              <p:cNvSpPr/>
              <p:nvPr/>
            </p:nvSpPr>
            <p:spPr>
              <a:xfrm>
                <a:off x="5720" y="2315"/>
                <a:ext cx="0" cy="181"/>
              </a:xfrm>
              <a:prstGeom prst="line">
                <a:avLst/>
              </a:prstGeom>
              <a:ln w="9525" cap="flat" cmpd="sng">
                <a:solidFill>
                  <a:schemeClr val="tx1"/>
                </a:solidFill>
                <a:prstDash val="solid"/>
                <a:round/>
                <a:headEnd type="none" w="med" len="med"/>
                <a:tailEnd type="none" w="med" len="med"/>
              </a:ln>
            </p:spPr>
          </p:sp>
          <p:sp>
            <p:nvSpPr>
              <p:cNvPr id="77831" name="Line 8"/>
              <p:cNvSpPr/>
              <p:nvPr/>
            </p:nvSpPr>
            <p:spPr>
              <a:xfrm>
                <a:off x="5642" y="2487"/>
                <a:ext cx="150" cy="0"/>
              </a:xfrm>
              <a:prstGeom prst="line">
                <a:avLst/>
              </a:prstGeom>
              <a:ln w="38100" cap="flat" cmpd="sng">
                <a:solidFill>
                  <a:schemeClr val="tx1"/>
                </a:solidFill>
                <a:prstDash val="solid"/>
                <a:round/>
                <a:headEnd type="none" w="med" len="med"/>
                <a:tailEnd type="none" w="med" len="med"/>
              </a:ln>
            </p:spPr>
          </p:sp>
        </p:grpSp>
        <p:grpSp>
          <p:nvGrpSpPr>
            <p:cNvPr id="77832" name="Group 9"/>
            <p:cNvGrpSpPr/>
            <p:nvPr/>
          </p:nvGrpSpPr>
          <p:grpSpPr>
            <a:xfrm>
              <a:off x="2694" y="802"/>
              <a:ext cx="206" cy="298"/>
              <a:chOff x="2945" y="854"/>
              <a:chExt cx="223" cy="298"/>
            </a:xfrm>
          </p:grpSpPr>
          <p:sp>
            <p:nvSpPr>
              <p:cNvPr id="77833" name="Rectangle 10"/>
              <p:cNvSpPr/>
              <p:nvPr/>
            </p:nvSpPr>
            <p:spPr>
              <a:xfrm>
                <a:off x="2945" y="1065"/>
                <a:ext cx="223" cy="87"/>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34" name="Oval 11"/>
              <p:cNvSpPr/>
              <p:nvPr/>
            </p:nvSpPr>
            <p:spPr>
              <a:xfrm>
                <a:off x="3037" y="1035"/>
                <a:ext cx="39" cy="30"/>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35" name="Line 12"/>
              <p:cNvSpPr/>
              <p:nvPr/>
            </p:nvSpPr>
            <p:spPr>
              <a:xfrm flipV="1">
                <a:off x="3056" y="854"/>
                <a:ext cx="0" cy="172"/>
              </a:xfrm>
              <a:prstGeom prst="line">
                <a:avLst/>
              </a:prstGeom>
              <a:ln w="9525" cap="flat" cmpd="sng">
                <a:solidFill>
                  <a:schemeClr val="tx1"/>
                </a:solidFill>
                <a:prstDash val="solid"/>
                <a:round/>
                <a:headEnd type="none" w="med" len="med"/>
                <a:tailEnd type="none" w="med" len="med"/>
              </a:ln>
            </p:spPr>
          </p:sp>
        </p:grpSp>
        <p:grpSp>
          <p:nvGrpSpPr>
            <p:cNvPr id="77836" name="Group 13"/>
            <p:cNvGrpSpPr/>
            <p:nvPr/>
          </p:nvGrpSpPr>
          <p:grpSpPr>
            <a:xfrm>
              <a:off x="3949" y="764"/>
              <a:ext cx="206" cy="327"/>
              <a:chOff x="4304" y="816"/>
              <a:chExt cx="223" cy="327"/>
            </a:xfrm>
          </p:grpSpPr>
          <p:sp>
            <p:nvSpPr>
              <p:cNvPr id="77837" name="Rectangle 14"/>
              <p:cNvSpPr/>
              <p:nvPr/>
            </p:nvSpPr>
            <p:spPr>
              <a:xfrm>
                <a:off x="4304" y="1056"/>
                <a:ext cx="223" cy="87"/>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38" name="Oval 15"/>
              <p:cNvSpPr/>
              <p:nvPr/>
            </p:nvSpPr>
            <p:spPr>
              <a:xfrm>
                <a:off x="4396" y="1026"/>
                <a:ext cx="39" cy="30"/>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39" name="Line 16"/>
              <p:cNvSpPr/>
              <p:nvPr/>
            </p:nvSpPr>
            <p:spPr>
              <a:xfrm flipV="1">
                <a:off x="4420" y="816"/>
                <a:ext cx="0" cy="204"/>
              </a:xfrm>
              <a:prstGeom prst="line">
                <a:avLst/>
              </a:prstGeom>
              <a:ln w="9525" cap="flat" cmpd="sng">
                <a:solidFill>
                  <a:schemeClr val="tx1"/>
                </a:solidFill>
                <a:prstDash val="solid"/>
                <a:round/>
                <a:headEnd type="none" w="med" len="med"/>
                <a:tailEnd type="none" w="med" len="med"/>
              </a:ln>
            </p:spPr>
          </p:sp>
        </p:grpSp>
        <p:sp>
          <p:nvSpPr>
            <p:cNvPr id="77840" name="Line 17"/>
            <p:cNvSpPr/>
            <p:nvPr/>
          </p:nvSpPr>
          <p:spPr>
            <a:xfrm flipH="1">
              <a:off x="4728" y="1100"/>
              <a:ext cx="0" cy="605"/>
            </a:xfrm>
            <a:prstGeom prst="line">
              <a:avLst/>
            </a:prstGeom>
            <a:ln w="9525" cap="flat" cmpd="sng">
              <a:solidFill>
                <a:schemeClr val="tx1"/>
              </a:solidFill>
              <a:prstDash val="solid"/>
              <a:round/>
              <a:headEnd type="none" w="med" len="med"/>
              <a:tailEnd type="none" w="med" len="med"/>
            </a:ln>
          </p:spPr>
        </p:sp>
        <p:grpSp>
          <p:nvGrpSpPr>
            <p:cNvPr id="77841" name="Group 18"/>
            <p:cNvGrpSpPr/>
            <p:nvPr/>
          </p:nvGrpSpPr>
          <p:grpSpPr>
            <a:xfrm>
              <a:off x="1098" y="1100"/>
              <a:ext cx="748" cy="583"/>
              <a:chOff x="1216" y="1152"/>
              <a:chExt cx="810" cy="583"/>
            </a:xfrm>
          </p:grpSpPr>
          <p:sp>
            <p:nvSpPr>
              <p:cNvPr id="77842" name="Line 19"/>
              <p:cNvSpPr/>
              <p:nvPr/>
            </p:nvSpPr>
            <p:spPr>
              <a:xfrm flipV="1">
                <a:off x="1218" y="1248"/>
                <a:ext cx="0" cy="487"/>
              </a:xfrm>
              <a:prstGeom prst="line">
                <a:avLst/>
              </a:prstGeom>
              <a:ln w="9525" cap="flat" cmpd="sng">
                <a:solidFill>
                  <a:schemeClr val="tx1"/>
                </a:solidFill>
                <a:prstDash val="solid"/>
                <a:round/>
                <a:headEnd type="none" w="med" len="med"/>
                <a:tailEnd type="none" w="med" len="med"/>
              </a:ln>
            </p:spPr>
          </p:sp>
          <p:sp>
            <p:nvSpPr>
              <p:cNvPr id="77843" name="Line 20"/>
              <p:cNvSpPr/>
              <p:nvPr/>
            </p:nvSpPr>
            <p:spPr>
              <a:xfrm>
                <a:off x="2026" y="1152"/>
                <a:ext cx="0" cy="113"/>
              </a:xfrm>
              <a:prstGeom prst="line">
                <a:avLst/>
              </a:prstGeom>
              <a:ln w="9525" cap="flat" cmpd="sng">
                <a:solidFill>
                  <a:schemeClr val="tx1"/>
                </a:solidFill>
                <a:prstDash val="solid"/>
                <a:round/>
                <a:headEnd type="none" w="med" len="med"/>
                <a:tailEnd type="none" w="med" len="med"/>
              </a:ln>
            </p:spPr>
          </p:sp>
          <p:sp>
            <p:nvSpPr>
              <p:cNvPr id="77844" name="Line 21"/>
              <p:cNvSpPr/>
              <p:nvPr/>
            </p:nvSpPr>
            <p:spPr>
              <a:xfrm flipH="1">
                <a:off x="1216" y="1262"/>
                <a:ext cx="810" cy="0"/>
              </a:xfrm>
              <a:prstGeom prst="line">
                <a:avLst/>
              </a:prstGeom>
              <a:ln w="9525" cap="flat" cmpd="sng">
                <a:solidFill>
                  <a:schemeClr val="tx1"/>
                </a:solidFill>
                <a:prstDash val="solid"/>
                <a:round/>
                <a:headEnd type="none" w="med" len="med"/>
                <a:tailEnd type="none" w="med" len="med"/>
              </a:ln>
            </p:spPr>
          </p:sp>
        </p:grpSp>
        <p:grpSp>
          <p:nvGrpSpPr>
            <p:cNvPr id="77845" name="Group 22"/>
            <p:cNvGrpSpPr/>
            <p:nvPr/>
          </p:nvGrpSpPr>
          <p:grpSpPr>
            <a:xfrm>
              <a:off x="1960" y="1100"/>
              <a:ext cx="1616" cy="605"/>
              <a:chOff x="2149" y="1152"/>
              <a:chExt cx="1751" cy="605"/>
            </a:xfrm>
          </p:grpSpPr>
          <p:sp>
            <p:nvSpPr>
              <p:cNvPr id="77846" name="Line 23"/>
              <p:cNvSpPr/>
              <p:nvPr/>
            </p:nvSpPr>
            <p:spPr>
              <a:xfrm flipV="1">
                <a:off x="3900" y="1440"/>
                <a:ext cx="0" cy="317"/>
              </a:xfrm>
              <a:prstGeom prst="line">
                <a:avLst/>
              </a:prstGeom>
              <a:ln w="9525" cap="flat" cmpd="sng">
                <a:solidFill>
                  <a:schemeClr val="tx1"/>
                </a:solidFill>
                <a:prstDash val="solid"/>
                <a:round/>
                <a:headEnd type="none" w="med" len="med"/>
                <a:tailEnd type="none" w="med" len="med"/>
              </a:ln>
            </p:spPr>
          </p:sp>
          <p:sp>
            <p:nvSpPr>
              <p:cNvPr id="77847" name="Line 24"/>
              <p:cNvSpPr/>
              <p:nvPr/>
            </p:nvSpPr>
            <p:spPr>
              <a:xfrm>
                <a:off x="2150" y="1152"/>
                <a:ext cx="0" cy="295"/>
              </a:xfrm>
              <a:prstGeom prst="line">
                <a:avLst/>
              </a:prstGeom>
              <a:ln w="9525" cap="flat" cmpd="sng">
                <a:solidFill>
                  <a:schemeClr val="tx1"/>
                </a:solidFill>
                <a:prstDash val="solid"/>
                <a:round/>
                <a:headEnd type="none" w="med" len="med"/>
                <a:tailEnd type="none" w="med" len="med"/>
              </a:ln>
            </p:spPr>
          </p:sp>
          <p:sp>
            <p:nvSpPr>
              <p:cNvPr id="77848" name="Line 25"/>
              <p:cNvSpPr/>
              <p:nvPr/>
            </p:nvSpPr>
            <p:spPr>
              <a:xfrm flipH="1">
                <a:off x="2149" y="1440"/>
                <a:ext cx="1751" cy="0"/>
              </a:xfrm>
              <a:prstGeom prst="line">
                <a:avLst/>
              </a:prstGeom>
              <a:ln w="9525" cap="flat" cmpd="sng">
                <a:solidFill>
                  <a:schemeClr val="tx1"/>
                </a:solidFill>
                <a:prstDash val="solid"/>
                <a:round/>
                <a:headEnd type="none" w="med" len="med"/>
                <a:tailEnd type="none" w="med" len="med"/>
              </a:ln>
            </p:spPr>
          </p:sp>
        </p:grpSp>
        <p:grpSp>
          <p:nvGrpSpPr>
            <p:cNvPr id="77849" name="Group 26"/>
            <p:cNvGrpSpPr/>
            <p:nvPr/>
          </p:nvGrpSpPr>
          <p:grpSpPr>
            <a:xfrm>
              <a:off x="1366" y="1101"/>
              <a:ext cx="1394" cy="602"/>
              <a:chOff x="1506" y="1153"/>
              <a:chExt cx="1510" cy="602"/>
            </a:xfrm>
          </p:grpSpPr>
          <p:sp>
            <p:nvSpPr>
              <p:cNvPr id="77850" name="Line 27"/>
              <p:cNvSpPr/>
              <p:nvPr/>
            </p:nvSpPr>
            <p:spPr>
              <a:xfrm flipV="1">
                <a:off x="1508" y="1317"/>
                <a:ext cx="0" cy="438"/>
              </a:xfrm>
              <a:prstGeom prst="line">
                <a:avLst/>
              </a:prstGeom>
              <a:ln w="9525" cap="flat" cmpd="sng">
                <a:solidFill>
                  <a:schemeClr val="tx1"/>
                </a:solidFill>
                <a:prstDash val="solid"/>
                <a:round/>
                <a:headEnd type="none" w="med" len="med"/>
                <a:tailEnd type="none" w="med" len="med"/>
              </a:ln>
            </p:spPr>
          </p:sp>
          <p:sp>
            <p:nvSpPr>
              <p:cNvPr id="77851" name="Line 28"/>
              <p:cNvSpPr/>
              <p:nvPr/>
            </p:nvSpPr>
            <p:spPr>
              <a:xfrm>
                <a:off x="3012" y="1153"/>
                <a:ext cx="0" cy="164"/>
              </a:xfrm>
              <a:prstGeom prst="line">
                <a:avLst/>
              </a:prstGeom>
              <a:ln w="9525" cap="flat" cmpd="sng">
                <a:solidFill>
                  <a:schemeClr val="tx1"/>
                </a:solidFill>
                <a:prstDash val="solid"/>
                <a:round/>
                <a:headEnd type="none" w="med" len="med"/>
                <a:tailEnd type="none" w="med" len="med"/>
              </a:ln>
            </p:spPr>
          </p:sp>
          <p:sp>
            <p:nvSpPr>
              <p:cNvPr id="77852" name="Line 29"/>
              <p:cNvSpPr/>
              <p:nvPr/>
            </p:nvSpPr>
            <p:spPr>
              <a:xfrm flipH="1">
                <a:off x="1506" y="1318"/>
                <a:ext cx="1510" cy="0"/>
              </a:xfrm>
              <a:prstGeom prst="line">
                <a:avLst/>
              </a:prstGeom>
              <a:ln w="9525" cap="flat" cmpd="sng">
                <a:solidFill>
                  <a:schemeClr val="tx1"/>
                </a:solidFill>
                <a:prstDash val="solid"/>
                <a:round/>
                <a:headEnd type="none" w="med" len="med"/>
                <a:tailEnd type="none" w="med" len="med"/>
              </a:ln>
            </p:spPr>
          </p:sp>
        </p:grpSp>
        <p:grpSp>
          <p:nvGrpSpPr>
            <p:cNvPr id="77853" name="Group 30"/>
            <p:cNvGrpSpPr/>
            <p:nvPr/>
          </p:nvGrpSpPr>
          <p:grpSpPr>
            <a:xfrm>
              <a:off x="1656" y="1084"/>
              <a:ext cx="2342" cy="619"/>
              <a:chOff x="1820" y="1136"/>
              <a:chExt cx="2537" cy="619"/>
            </a:xfrm>
          </p:grpSpPr>
          <p:sp>
            <p:nvSpPr>
              <p:cNvPr id="77854" name="Line 31"/>
              <p:cNvSpPr/>
              <p:nvPr/>
            </p:nvSpPr>
            <p:spPr>
              <a:xfrm flipV="1">
                <a:off x="1821" y="1392"/>
                <a:ext cx="0" cy="363"/>
              </a:xfrm>
              <a:prstGeom prst="line">
                <a:avLst/>
              </a:prstGeom>
              <a:ln w="9525" cap="flat" cmpd="sng">
                <a:solidFill>
                  <a:schemeClr val="tx1"/>
                </a:solidFill>
                <a:prstDash val="solid"/>
                <a:round/>
                <a:headEnd type="none" w="med" len="med"/>
                <a:tailEnd type="none" w="med" len="med"/>
              </a:ln>
            </p:spPr>
          </p:sp>
          <p:sp>
            <p:nvSpPr>
              <p:cNvPr id="77855" name="Line 32"/>
              <p:cNvSpPr/>
              <p:nvPr/>
            </p:nvSpPr>
            <p:spPr>
              <a:xfrm>
                <a:off x="4357" y="1136"/>
                <a:ext cx="0" cy="256"/>
              </a:xfrm>
              <a:prstGeom prst="line">
                <a:avLst/>
              </a:prstGeom>
              <a:ln w="9525" cap="flat" cmpd="sng">
                <a:solidFill>
                  <a:schemeClr val="tx1"/>
                </a:solidFill>
                <a:prstDash val="solid"/>
                <a:round/>
                <a:headEnd type="none" w="med" len="med"/>
                <a:tailEnd type="none" w="med" len="med"/>
              </a:ln>
            </p:spPr>
          </p:sp>
          <p:sp>
            <p:nvSpPr>
              <p:cNvPr id="77856" name="Line 33"/>
              <p:cNvSpPr/>
              <p:nvPr/>
            </p:nvSpPr>
            <p:spPr>
              <a:xfrm flipH="1">
                <a:off x="1820" y="1387"/>
                <a:ext cx="2530" cy="0"/>
              </a:xfrm>
              <a:prstGeom prst="line">
                <a:avLst/>
              </a:prstGeom>
              <a:ln w="9525" cap="flat" cmpd="sng">
                <a:solidFill>
                  <a:schemeClr val="tx1"/>
                </a:solidFill>
                <a:prstDash val="solid"/>
                <a:round/>
                <a:headEnd type="none" w="med" len="med"/>
                <a:tailEnd type="none" w="med" len="med"/>
              </a:ln>
            </p:spPr>
          </p:sp>
        </p:grpSp>
        <p:sp>
          <p:nvSpPr>
            <p:cNvPr id="77857" name="Line 34"/>
            <p:cNvSpPr/>
            <p:nvPr/>
          </p:nvSpPr>
          <p:spPr>
            <a:xfrm flipH="1" flipV="1">
              <a:off x="4126" y="1082"/>
              <a:ext cx="0" cy="623"/>
            </a:xfrm>
            <a:prstGeom prst="line">
              <a:avLst/>
            </a:prstGeom>
            <a:ln w="9525" cap="flat" cmpd="sng">
              <a:solidFill>
                <a:schemeClr val="tx1"/>
              </a:solidFill>
              <a:prstDash val="solid"/>
              <a:round/>
              <a:headEnd type="none" w="med" len="med"/>
              <a:tailEnd type="none" w="med" len="med"/>
            </a:ln>
          </p:spPr>
        </p:sp>
        <p:grpSp>
          <p:nvGrpSpPr>
            <p:cNvPr id="77858" name="Group 35"/>
            <p:cNvGrpSpPr/>
            <p:nvPr/>
          </p:nvGrpSpPr>
          <p:grpSpPr>
            <a:xfrm>
              <a:off x="2854" y="1100"/>
              <a:ext cx="999" cy="605"/>
              <a:chOff x="3118" y="1152"/>
              <a:chExt cx="1082" cy="605"/>
            </a:xfrm>
          </p:grpSpPr>
          <p:sp>
            <p:nvSpPr>
              <p:cNvPr id="77859" name="Line 36"/>
              <p:cNvSpPr/>
              <p:nvPr/>
            </p:nvSpPr>
            <p:spPr>
              <a:xfrm flipV="1">
                <a:off x="4191" y="1326"/>
                <a:ext cx="0" cy="431"/>
              </a:xfrm>
              <a:prstGeom prst="line">
                <a:avLst/>
              </a:prstGeom>
              <a:ln w="9525" cap="flat" cmpd="sng">
                <a:solidFill>
                  <a:schemeClr val="tx1"/>
                </a:solidFill>
                <a:prstDash val="solid"/>
                <a:round/>
                <a:headEnd type="none" w="med" len="med"/>
                <a:tailEnd type="none" w="med" len="med"/>
              </a:ln>
            </p:spPr>
          </p:sp>
          <p:sp>
            <p:nvSpPr>
              <p:cNvPr id="77860" name="Line 37"/>
              <p:cNvSpPr/>
              <p:nvPr/>
            </p:nvSpPr>
            <p:spPr>
              <a:xfrm flipH="1">
                <a:off x="3118" y="1152"/>
                <a:ext cx="0" cy="171"/>
              </a:xfrm>
              <a:prstGeom prst="line">
                <a:avLst/>
              </a:prstGeom>
              <a:ln w="9525" cap="flat" cmpd="sng">
                <a:solidFill>
                  <a:schemeClr val="tx1"/>
                </a:solidFill>
                <a:prstDash val="solid"/>
                <a:round/>
                <a:headEnd type="none" w="med" len="med"/>
                <a:tailEnd type="none" w="med" len="med"/>
              </a:ln>
            </p:spPr>
          </p:sp>
          <p:sp>
            <p:nvSpPr>
              <p:cNvPr id="77861" name="Line 38"/>
              <p:cNvSpPr/>
              <p:nvPr/>
            </p:nvSpPr>
            <p:spPr>
              <a:xfrm>
                <a:off x="3120" y="1325"/>
                <a:ext cx="1080" cy="0"/>
              </a:xfrm>
              <a:prstGeom prst="line">
                <a:avLst/>
              </a:prstGeom>
              <a:ln w="9525" cap="flat" cmpd="sng">
                <a:solidFill>
                  <a:schemeClr val="tx1"/>
                </a:solidFill>
                <a:prstDash val="solid"/>
                <a:round/>
                <a:headEnd type="none" w="med" len="med"/>
                <a:tailEnd type="none" w="med" len="med"/>
              </a:ln>
            </p:spPr>
          </p:sp>
        </p:grpSp>
        <p:sp>
          <p:nvSpPr>
            <p:cNvPr id="77862" name="Text Box 39"/>
            <p:cNvSpPr txBox="1"/>
            <p:nvPr/>
          </p:nvSpPr>
          <p:spPr>
            <a:xfrm>
              <a:off x="1865" y="572"/>
              <a:ext cx="319" cy="23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Z</a:t>
              </a:r>
              <a:r>
                <a:rPr lang="en-US" altLang="zh-CN" i="0" baseline="-25000" dirty="0">
                  <a:latin typeface="Times New Roman" panose="02020603050405020304" pitchFamily="18" charset="0"/>
                  <a:ea typeface="宋体" panose="02010600030101010101" pitchFamily="2" charset="-122"/>
                </a:rPr>
                <a:t>0</a:t>
              </a:r>
              <a:endParaRPr lang="en-US" altLang="zh-CN" sz="1000" i="0" baseline="-25000" dirty="0">
                <a:latin typeface="Times New Roman" panose="02020603050405020304" pitchFamily="18" charset="0"/>
                <a:ea typeface="宋体" panose="02010600030101010101" pitchFamily="2" charset="-122"/>
              </a:endParaRPr>
            </a:p>
          </p:txBody>
        </p:sp>
        <p:sp>
          <p:nvSpPr>
            <p:cNvPr id="77863" name="Text Box 40"/>
            <p:cNvSpPr txBox="1"/>
            <p:nvPr/>
          </p:nvSpPr>
          <p:spPr>
            <a:xfrm>
              <a:off x="2755" y="587"/>
              <a:ext cx="245" cy="225"/>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Z</a:t>
              </a:r>
              <a:r>
                <a:rPr lang="en-US" altLang="zh-CN" i="0" baseline="-25000" dirty="0">
                  <a:latin typeface="Times New Roman" panose="02020603050405020304" pitchFamily="18" charset="0"/>
                  <a:ea typeface="宋体" panose="02010600030101010101" pitchFamily="2" charset="-122"/>
                </a:rPr>
                <a:t>1</a:t>
              </a:r>
              <a:endParaRPr lang="en-US" altLang="zh-CN" sz="1000" i="0" baseline="-25000" dirty="0">
                <a:latin typeface="Times New Roman" panose="02020603050405020304" pitchFamily="18" charset="0"/>
                <a:ea typeface="宋体" panose="02010600030101010101" pitchFamily="2" charset="-122"/>
              </a:endParaRPr>
            </a:p>
          </p:txBody>
        </p:sp>
        <p:sp>
          <p:nvSpPr>
            <p:cNvPr id="77864" name="Text Box 41"/>
            <p:cNvSpPr txBox="1"/>
            <p:nvPr/>
          </p:nvSpPr>
          <p:spPr>
            <a:xfrm>
              <a:off x="4008" y="587"/>
              <a:ext cx="210" cy="27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Z</a:t>
              </a:r>
              <a:r>
                <a:rPr lang="en-US" altLang="zh-CN" i="0" baseline="-25000" dirty="0">
                  <a:latin typeface="Times New Roman" panose="02020603050405020304" pitchFamily="18" charset="0"/>
                  <a:ea typeface="宋体" panose="02010600030101010101" pitchFamily="2" charset="-122"/>
                </a:rPr>
                <a:t>2</a:t>
              </a:r>
              <a:endParaRPr lang="en-US" altLang="zh-CN" sz="1000" i="0" baseline="-25000" dirty="0">
                <a:latin typeface="Times New Roman" panose="02020603050405020304" pitchFamily="18" charset="0"/>
                <a:ea typeface="宋体" panose="02010600030101010101" pitchFamily="2" charset="-122"/>
              </a:endParaRPr>
            </a:p>
          </p:txBody>
        </p:sp>
        <p:sp>
          <p:nvSpPr>
            <p:cNvPr id="77865" name="Text Box 42"/>
            <p:cNvSpPr txBox="1"/>
            <p:nvPr/>
          </p:nvSpPr>
          <p:spPr>
            <a:xfrm>
              <a:off x="4680" y="572"/>
              <a:ext cx="243" cy="240"/>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Z</a:t>
              </a:r>
              <a:r>
                <a:rPr lang="en-US" altLang="zh-CN" i="0" baseline="-25000" dirty="0">
                  <a:latin typeface="Times New Roman" panose="02020603050405020304" pitchFamily="18" charset="0"/>
                  <a:ea typeface="宋体" panose="02010600030101010101" pitchFamily="2" charset="-122"/>
                </a:rPr>
                <a:t>3</a:t>
              </a:r>
              <a:endParaRPr lang="en-US" altLang="zh-CN" i="0" baseline="-25000" dirty="0">
                <a:latin typeface="Times New Roman" panose="02020603050405020304" pitchFamily="18" charset="0"/>
                <a:ea typeface="宋体" panose="02010600030101010101" pitchFamily="2" charset="-122"/>
              </a:endParaRPr>
            </a:p>
          </p:txBody>
        </p:sp>
        <p:sp>
          <p:nvSpPr>
            <p:cNvPr id="77866" name="Text Box 43"/>
            <p:cNvSpPr txBox="1"/>
            <p:nvPr/>
          </p:nvSpPr>
          <p:spPr>
            <a:xfrm>
              <a:off x="2088" y="956"/>
              <a:ext cx="240" cy="240"/>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G</a:t>
              </a:r>
              <a:r>
                <a:rPr lang="en-US" altLang="zh-CN" sz="1800" i="0" baseline="-25000" dirty="0">
                  <a:latin typeface="Times New Roman" panose="02020603050405020304" pitchFamily="18" charset="0"/>
                  <a:ea typeface="宋体" panose="02010600030101010101" pitchFamily="2" charset="-122"/>
                </a:rPr>
                <a:t>0</a:t>
              </a:r>
              <a:endParaRPr lang="en-US" altLang="zh-CN" sz="1000" i="0" baseline="-25000" dirty="0">
                <a:latin typeface="Times New Roman" panose="02020603050405020304" pitchFamily="18" charset="0"/>
                <a:ea typeface="宋体" panose="02010600030101010101" pitchFamily="2" charset="-122"/>
              </a:endParaRPr>
            </a:p>
          </p:txBody>
        </p:sp>
        <p:sp>
          <p:nvSpPr>
            <p:cNvPr id="77867" name="Text Box 44"/>
            <p:cNvSpPr txBox="1"/>
            <p:nvPr/>
          </p:nvSpPr>
          <p:spPr>
            <a:xfrm>
              <a:off x="4911" y="958"/>
              <a:ext cx="297" cy="238"/>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G</a:t>
              </a:r>
              <a:r>
                <a:rPr lang="en-US" altLang="zh-CN" sz="1800" i="0" baseline="-25000" dirty="0">
                  <a:latin typeface="Times New Roman" panose="02020603050405020304" pitchFamily="18" charset="0"/>
                  <a:ea typeface="宋体" panose="02010600030101010101" pitchFamily="2" charset="-122"/>
                </a:rPr>
                <a:t>3</a:t>
              </a:r>
              <a:endParaRPr lang="en-US" altLang="zh-CN" sz="1000" i="0" baseline="-25000" dirty="0">
                <a:latin typeface="Times New Roman" panose="02020603050405020304" pitchFamily="18" charset="0"/>
                <a:ea typeface="宋体" panose="02010600030101010101" pitchFamily="2" charset="-122"/>
              </a:endParaRPr>
            </a:p>
          </p:txBody>
        </p:sp>
        <p:sp>
          <p:nvSpPr>
            <p:cNvPr id="77868" name="Text Box 45"/>
            <p:cNvSpPr txBox="1"/>
            <p:nvPr/>
          </p:nvSpPr>
          <p:spPr>
            <a:xfrm>
              <a:off x="4200" y="958"/>
              <a:ext cx="314" cy="190"/>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G</a:t>
              </a:r>
              <a:r>
                <a:rPr lang="en-US" altLang="zh-CN" sz="1800" i="0" baseline="-25000" dirty="0">
                  <a:latin typeface="Times New Roman" panose="02020603050405020304" pitchFamily="18" charset="0"/>
                  <a:ea typeface="宋体" panose="02010600030101010101" pitchFamily="2" charset="-122"/>
                </a:rPr>
                <a:t>2</a:t>
              </a:r>
              <a:endParaRPr lang="en-US" altLang="zh-CN" sz="1000" i="0" baseline="-25000" dirty="0">
                <a:latin typeface="Times New Roman" panose="02020603050405020304" pitchFamily="18" charset="0"/>
                <a:ea typeface="宋体" panose="02010600030101010101" pitchFamily="2" charset="-122"/>
              </a:endParaRPr>
            </a:p>
          </p:txBody>
        </p:sp>
        <p:sp>
          <p:nvSpPr>
            <p:cNvPr id="77869" name="Text Box 46"/>
            <p:cNvSpPr txBox="1"/>
            <p:nvPr/>
          </p:nvSpPr>
          <p:spPr>
            <a:xfrm>
              <a:off x="2988" y="958"/>
              <a:ext cx="204" cy="238"/>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G</a:t>
              </a:r>
              <a:r>
                <a:rPr lang="en-US" altLang="zh-CN" sz="1800" i="0" baseline="-25000" dirty="0">
                  <a:latin typeface="Times New Roman" panose="02020603050405020304" pitchFamily="18" charset="0"/>
                  <a:ea typeface="宋体" panose="02010600030101010101" pitchFamily="2" charset="-122"/>
                </a:rPr>
                <a:t>1</a:t>
              </a:r>
              <a:endParaRPr lang="en-US" altLang="zh-CN" sz="1000" i="0" baseline="-25000" dirty="0">
                <a:latin typeface="Times New Roman" panose="02020603050405020304" pitchFamily="18" charset="0"/>
                <a:ea typeface="宋体" panose="02010600030101010101" pitchFamily="2" charset="-122"/>
              </a:endParaRPr>
            </a:p>
          </p:txBody>
        </p:sp>
        <p:grpSp>
          <p:nvGrpSpPr>
            <p:cNvPr id="77870" name="Group 47"/>
            <p:cNvGrpSpPr/>
            <p:nvPr/>
          </p:nvGrpSpPr>
          <p:grpSpPr>
            <a:xfrm>
              <a:off x="302" y="1700"/>
              <a:ext cx="2332" cy="1525"/>
              <a:chOff x="364" y="1751"/>
              <a:chExt cx="2526" cy="1525"/>
            </a:xfrm>
          </p:grpSpPr>
          <p:sp>
            <p:nvSpPr>
              <p:cNvPr id="77871" name="Rectangle 48"/>
              <p:cNvSpPr/>
              <p:nvPr/>
            </p:nvSpPr>
            <p:spPr>
              <a:xfrm>
                <a:off x="884" y="1808"/>
                <a:ext cx="1934" cy="1029"/>
              </a:xfrm>
              <a:prstGeom prst="rect">
                <a:avLst/>
              </a:prstGeom>
              <a:solidFill>
                <a:srgbClr val="CCFFCC"/>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72" name="Text Box 49"/>
              <p:cNvSpPr txBox="1"/>
              <p:nvPr/>
            </p:nvSpPr>
            <p:spPr>
              <a:xfrm>
                <a:off x="1702" y="2237"/>
                <a:ext cx="468" cy="261"/>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(2)</a:t>
                </a:r>
                <a:endParaRPr lang="en-US" altLang="zh-CN" sz="1000" i="0" dirty="0">
                  <a:latin typeface="Times New Roman" panose="02020603050405020304" pitchFamily="18" charset="0"/>
                  <a:ea typeface="宋体" panose="02010600030101010101" pitchFamily="2" charset="-122"/>
                </a:endParaRPr>
              </a:p>
            </p:txBody>
          </p:sp>
          <p:sp>
            <p:nvSpPr>
              <p:cNvPr id="77873" name="Oval 50"/>
              <p:cNvSpPr/>
              <p:nvPr/>
            </p:nvSpPr>
            <p:spPr>
              <a:xfrm>
                <a:off x="810" y="2283"/>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74" name="Oval 51"/>
              <p:cNvSpPr/>
              <p:nvPr/>
            </p:nvSpPr>
            <p:spPr>
              <a:xfrm>
                <a:off x="2818" y="2283"/>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75" name="Oval 52"/>
              <p:cNvSpPr/>
              <p:nvPr/>
            </p:nvSpPr>
            <p:spPr>
              <a:xfrm>
                <a:off x="1035"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76" name="Oval 53"/>
              <p:cNvSpPr/>
              <p:nvPr/>
            </p:nvSpPr>
            <p:spPr>
              <a:xfrm>
                <a:off x="1258"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77" name="Oval 54"/>
              <p:cNvSpPr/>
              <p:nvPr/>
            </p:nvSpPr>
            <p:spPr>
              <a:xfrm>
                <a:off x="1702" y="2837"/>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78" name="Oval 55"/>
              <p:cNvSpPr/>
              <p:nvPr/>
            </p:nvSpPr>
            <p:spPr>
              <a:xfrm>
                <a:off x="1479"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79" name="Oval 56"/>
              <p:cNvSpPr/>
              <p:nvPr/>
            </p:nvSpPr>
            <p:spPr>
              <a:xfrm>
                <a:off x="1925" y="2837"/>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0" name="Oval 57"/>
              <p:cNvSpPr/>
              <p:nvPr/>
            </p:nvSpPr>
            <p:spPr>
              <a:xfrm>
                <a:off x="2148" y="2837"/>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1" name="Oval 58"/>
              <p:cNvSpPr/>
              <p:nvPr/>
            </p:nvSpPr>
            <p:spPr>
              <a:xfrm>
                <a:off x="2373"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2" name="Oval 59"/>
              <p:cNvSpPr/>
              <p:nvPr/>
            </p:nvSpPr>
            <p:spPr>
              <a:xfrm>
                <a:off x="2595"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3" name="Oval 60"/>
              <p:cNvSpPr/>
              <p:nvPr/>
            </p:nvSpPr>
            <p:spPr>
              <a:xfrm>
                <a:off x="1184" y="1751"/>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4" name="Oval 61"/>
              <p:cNvSpPr/>
              <p:nvPr/>
            </p:nvSpPr>
            <p:spPr>
              <a:xfrm>
                <a:off x="1487" y="1751"/>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5" name="Oval 62"/>
              <p:cNvSpPr/>
              <p:nvPr/>
            </p:nvSpPr>
            <p:spPr>
              <a:xfrm>
                <a:off x="1778" y="1751"/>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6" name="Oval 63"/>
              <p:cNvSpPr/>
              <p:nvPr/>
            </p:nvSpPr>
            <p:spPr>
              <a:xfrm>
                <a:off x="2445" y="1751"/>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7" name="Line 64"/>
              <p:cNvSpPr/>
              <p:nvPr/>
            </p:nvSpPr>
            <p:spPr>
              <a:xfrm>
                <a:off x="1077" y="2902"/>
                <a:ext cx="0" cy="374"/>
              </a:xfrm>
              <a:prstGeom prst="line">
                <a:avLst/>
              </a:prstGeom>
              <a:ln w="9525" cap="flat" cmpd="sng">
                <a:solidFill>
                  <a:schemeClr val="tx1"/>
                </a:solidFill>
                <a:prstDash val="solid"/>
                <a:round/>
                <a:headEnd type="none" w="med" len="med"/>
                <a:tailEnd type="none" w="med" len="med"/>
              </a:ln>
            </p:spPr>
          </p:sp>
          <p:sp>
            <p:nvSpPr>
              <p:cNvPr id="77888" name="Line 65"/>
              <p:cNvSpPr/>
              <p:nvPr/>
            </p:nvSpPr>
            <p:spPr>
              <a:xfrm>
                <a:off x="1299" y="2894"/>
                <a:ext cx="0" cy="373"/>
              </a:xfrm>
              <a:prstGeom prst="line">
                <a:avLst/>
              </a:prstGeom>
              <a:ln w="9525" cap="flat" cmpd="sng">
                <a:solidFill>
                  <a:schemeClr val="tx1"/>
                </a:solidFill>
                <a:prstDash val="solid"/>
                <a:round/>
                <a:headEnd type="none" w="med" len="med"/>
                <a:tailEnd type="none" w="med" len="med"/>
              </a:ln>
            </p:spPr>
          </p:sp>
          <p:sp>
            <p:nvSpPr>
              <p:cNvPr id="77889" name="Line 66"/>
              <p:cNvSpPr/>
              <p:nvPr/>
            </p:nvSpPr>
            <p:spPr>
              <a:xfrm>
                <a:off x="1518" y="2892"/>
                <a:ext cx="0" cy="374"/>
              </a:xfrm>
              <a:prstGeom prst="line">
                <a:avLst/>
              </a:prstGeom>
              <a:ln w="9525" cap="flat" cmpd="sng">
                <a:solidFill>
                  <a:schemeClr val="tx1"/>
                </a:solidFill>
                <a:prstDash val="solid"/>
                <a:round/>
                <a:headEnd type="none" w="med" len="med"/>
                <a:tailEnd type="none" w="med" len="med"/>
              </a:ln>
            </p:spPr>
          </p:sp>
          <p:sp>
            <p:nvSpPr>
              <p:cNvPr id="77890" name="Line 67"/>
              <p:cNvSpPr/>
              <p:nvPr/>
            </p:nvSpPr>
            <p:spPr>
              <a:xfrm>
                <a:off x="1740" y="2891"/>
                <a:ext cx="0" cy="374"/>
              </a:xfrm>
              <a:prstGeom prst="line">
                <a:avLst/>
              </a:prstGeom>
              <a:ln w="9525" cap="flat" cmpd="sng">
                <a:solidFill>
                  <a:schemeClr val="tx1"/>
                </a:solidFill>
                <a:prstDash val="solid"/>
                <a:round/>
                <a:headEnd type="none" w="med" len="med"/>
                <a:tailEnd type="none" w="med" len="med"/>
              </a:ln>
            </p:spPr>
          </p:sp>
          <p:sp>
            <p:nvSpPr>
              <p:cNvPr id="77891" name="Line 68"/>
              <p:cNvSpPr/>
              <p:nvPr/>
            </p:nvSpPr>
            <p:spPr>
              <a:xfrm>
                <a:off x="1973" y="2892"/>
                <a:ext cx="0" cy="374"/>
              </a:xfrm>
              <a:prstGeom prst="line">
                <a:avLst/>
              </a:prstGeom>
              <a:ln w="9525" cap="flat" cmpd="sng">
                <a:solidFill>
                  <a:schemeClr val="tx1"/>
                </a:solidFill>
                <a:prstDash val="solid"/>
                <a:round/>
                <a:headEnd type="none" w="med" len="med"/>
                <a:tailEnd type="none" w="med" len="med"/>
              </a:ln>
            </p:spPr>
          </p:sp>
          <p:sp>
            <p:nvSpPr>
              <p:cNvPr id="77892" name="Line 69"/>
              <p:cNvSpPr/>
              <p:nvPr/>
            </p:nvSpPr>
            <p:spPr>
              <a:xfrm>
                <a:off x="2189" y="2894"/>
                <a:ext cx="0" cy="373"/>
              </a:xfrm>
              <a:prstGeom prst="line">
                <a:avLst/>
              </a:prstGeom>
              <a:ln w="9525" cap="flat" cmpd="sng">
                <a:solidFill>
                  <a:schemeClr val="tx1"/>
                </a:solidFill>
                <a:prstDash val="solid"/>
                <a:round/>
                <a:headEnd type="none" w="med" len="med"/>
                <a:tailEnd type="none" w="med" len="med"/>
              </a:ln>
            </p:spPr>
          </p:sp>
          <p:sp>
            <p:nvSpPr>
              <p:cNvPr id="77893" name="Line 70"/>
              <p:cNvSpPr/>
              <p:nvPr/>
            </p:nvSpPr>
            <p:spPr>
              <a:xfrm>
                <a:off x="2414" y="2894"/>
                <a:ext cx="0" cy="373"/>
              </a:xfrm>
              <a:prstGeom prst="line">
                <a:avLst/>
              </a:prstGeom>
              <a:ln w="9525" cap="flat" cmpd="sng">
                <a:solidFill>
                  <a:schemeClr val="tx1"/>
                </a:solidFill>
                <a:prstDash val="solid"/>
                <a:round/>
                <a:headEnd type="none" w="med" len="med"/>
                <a:tailEnd type="none" w="med" len="med"/>
              </a:ln>
            </p:spPr>
          </p:sp>
          <p:sp>
            <p:nvSpPr>
              <p:cNvPr id="77894" name="Line 71"/>
              <p:cNvSpPr/>
              <p:nvPr/>
            </p:nvSpPr>
            <p:spPr>
              <a:xfrm>
                <a:off x="2623" y="2892"/>
                <a:ext cx="0" cy="374"/>
              </a:xfrm>
              <a:prstGeom prst="line">
                <a:avLst/>
              </a:prstGeom>
              <a:ln w="9525" cap="flat" cmpd="sng">
                <a:solidFill>
                  <a:schemeClr val="tx1"/>
                </a:solidFill>
                <a:prstDash val="solid"/>
                <a:round/>
                <a:headEnd type="none" w="med" len="med"/>
                <a:tailEnd type="none" w="med" len="med"/>
              </a:ln>
            </p:spPr>
          </p:sp>
          <p:sp>
            <p:nvSpPr>
              <p:cNvPr id="77895" name="Line 72"/>
              <p:cNvSpPr/>
              <p:nvPr/>
            </p:nvSpPr>
            <p:spPr>
              <a:xfrm flipH="1">
                <a:off x="364" y="2315"/>
                <a:ext cx="446" cy="0"/>
              </a:xfrm>
              <a:prstGeom prst="line">
                <a:avLst/>
              </a:prstGeom>
              <a:ln w="9525" cap="flat" cmpd="sng">
                <a:solidFill>
                  <a:schemeClr val="tx1"/>
                </a:solidFill>
                <a:prstDash val="solid"/>
                <a:round/>
                <a:headEnd type="none" w="med" len="med"/>
                <a:tailEnd type="none" w="med" len="med"/>
              </a:ln>
            </p:spPr>
          </p:sp>
          <p:graphicFrame>
            <p:nvGraphicFramePr>
              <p:cNvPr id="77896" name="Object 73"/>
              <p:cNvGraphicFramePr>
                <a:graphicFrameLocks noChangeAspect="1"/>
              </p:cNvGraphicFramePr>
              <p:nvPr/>
            </p:nvGraphicFramePr>
            <p:xfrm>
              <a:off x="960" y="2206"/>
              <a:ext cx="280" cy="185"/>
            </p:xfrm>
            <a:graphic>
              <a:graphicData uri="http://schemas.openxmlformats.org/presentationml/2006/ole">
                <mc:AlternateContent xmlns:mc="http://schemas.openxmlformats.org/markup-compatibility/2006">
                  <mc:Choice xmlns:v="urn:schemas-microsoft-com:vml" Requires="v">
                    <p:oleObj spid="_x0000_s3170" name="" r:id="rId1" imgW="262890" imgH="223520" progId="Equation.3">
                      <p:embed/>
                    </p:oleObj>
                  </mc:Choice>
                  <mc:Fallback>
                    <p:oleObj name="" r:id="rId1" imgW="262890" imgH="223520" progId="Equation.3">
                      <p:embed/>
                      <p:pic>
                        <p:nvPicPr>
                          <p:cNvPr id="0" name="图片 3169"/>
                          <p:cNvPicPr/>
                          <p:nvPr/>
                        </p:nvPicPr>
                        <p:blipFill>
                          <a:blip r:embed="rId2">
                            <a:clrChange>
                              <a:clrFrom>
                                <a:srgbClr val="000000"/>
                              </a:clrFrom>
                              <a:clrTo>
                                <a:srgbClr val="000000"/>
                              </a:clrTo>
                            </a:clrChange>
                          </a:blip>
                          <a:stretch>
                            <a:fillRect/>
                          </a:stretch>
                        </p:blipFill>
                        <p:spPr>
                          <a:xfrm>
                            <a:off x="960" y="2206"/>
                            <a:ext cx="280" cy="185"/>
                          </a:xfrm>
                          <a:prstGeom prst="rect">
                            <a:avLst/>
                          </a:prstGeom>
                          <a:noFill/>
                          <a:ln w="38100">
                            <a:noFill/>
                            <a:miter/>
                          </a:ln>
                        </p:spPr>
                      </p:pic>
                    </p:oleObj>
                  </mc:Fallback>
                </mc:AlternateContent>
              </a:graphicData>
            </a:graphic>
          </p:graphicFrame>
          <p:graphicFrame>
            <p:nvGraphicFramePr>
              <p:cNvPr id="77897" name="Object 74"/>
              <p:cNvGraphicFramePr>
                <a:graphicFrameLocks noChangeAspect="1"/>
              </p:cNvGraphicFramePr>
              <p:nvPr/>
            </p:nvGraphicFramePr>
            <p:xfrm>
              <a:off x="2230" y="1872"/>
              <a:ext cx="542" cy="184"/>
            </p:xfrm>
            <a:graphic>
              <a:graphicData uri="http://schemas.openxmlformats.org/presentationml/2006/ole">
                <mc:AlternateContent xmlns:mc="http://schemas.openxmlformats.org/markup-compatibility/2006">
                  <mc:Choice xmlns:v="urn:schemas-microsoft-com:vml" Requires="v">
                    <p:oleObj spid="_x0000_s3168" name="" r:id="rId3" imgW="495300" imgH="215900" progId="Equation.3">
                      <p:embed/>
                    </p:oleObj>
                  </mc:Choice>
                  <mc:Fallback>
                    <p:oleObj name="" r:id="rId3" imgW="495300" imgH="215900" progId="Equation.3">
                      <p:embed/>
                      <p:pic>
                        <p:nvPicPr>
                          <p:cNvPr id="0" name="图片 3167"/>
                          <p:cNvPicPr/>
                          <p:nvPr/>
                        </p:nvPicPr>
                        <p:blipFill>
                          <a:blip r:embed="rId4"/>
                          <a:stretch>
                            <a:fillRect/>
                          </a:stretch>
                        </p:blipFill>
                        <p:spPr>
                          <a:xfrm>
                            <a:off x="2230" y="1872"/>
                            <a:ext cx="542" cy="184"/>
                          </a:xfrm>
                          <a:prstGeom prst="rect">
                            <a:avLst/>
                          </a:prstGeom>
                          <a:noFill/>
                          <a:ln w="38100">
                            <a:noFill/>
                            <a:miter/>
                          </a:ln>
                        </p:spPr>
                      </p:pic>
                    </p:oleObj>
                  </mc:Fallback>
                </mc:AlternateContent>
              </a:graphicData>
            </a:graphic>
          </p:graphicFrame>
          <p:graphicFrame>
            <p:nvGraphicFramePr>
              <p:cNvPr id="77898" name="Object 75"/>
              <p:cNvGraphicFramePr>
                <a:graphicFrameLocks noChangeAspect="1"/>
              </p:cNvGraphicFramePr>
              <p:nvPr/>
            </p:nvGraphicFramePr>
            <p:xfrm>
              <a:off x="2568" y="2256"/>
              <a:ext cx="212" cy="174"/>
            </p:xfrm>
            <a:graphic>
              <a:graphicData uri="http://schemas.openxmlformats.org/presentationml/2006/ole">
                <mc:AlternateContent xmlns:mc="http://schemas.openxmlformats.org/markup-compatibility/2006">
                  <mc:Choice xmlns:v="urn:schemas-microsoft-com:vml" Requires="v">
                    <p:oleObj spid="_x0000_s3172" name="" r:id="rId5" imgW="194310" imgH="204470" progId="Equation.3">
                      <p:embed/>
                    </p:oleObj>
                  </mc:Choice>
                  <mc:Fallback>
                    <p:oleObj name="" r:id="rId5" imgW="194310" imgH="204470" progId="Equation.3">
                      <p:embed/>
                      <p:pic>
                        <p:nvPicPr>
                          <p:cNvPr id="0" name="图片 3171"/>
                          <p:cNvPicPr/>
                          <p:nvPr/>
                        </p:nvPicPr>
                        <p:blipFill>
                          <a:blip r:embed="rId6">
                            <a:clrChange>
                              <a:clrFrom>
                                <a:srgbClr val="000000"/>
                              </a:clrFrom>
                              <a:clrTo>
                                <a:srgbClr val="000000"/>
                              </a:clrTo>
                            </a:clrChange>
                          </a:blip>
                          <a:stretch>
                            <a:fillRect/>
                          </a:stretch>
                        </p:blipFill>
                        <p:spPr>
                          <a:xfrm>
                            <a:off x="2568" y="2256"/>
                            <a:ext cx="212" cy="174"/>
                          </a:xfrm>
                          <a:prstGeom prst="rect">
                            <a:avLst/>
                          </a:prstGeom>
                          <a:noFill/>
                          <a:ln w="38100">
                            <a:noFill/>
                            <a:miter/>
                          </a:ln>
                        </p:spPr>
                      </p:pic>
                    </p:oleObj>
                  </mc:Fallback>
                </mc:AlternateContent>
              </a:graphicData>
            </a:graphic>
          </p:graphicFrame>
          <p:graphicFrame>
            <p:nvGraphicFramePr>
              <p:cNvPr id="77899" name="Object 76"/>
              <p:cNvGraphicFramePr>
                <a:graphicFrameLocks noChangeAspect="1"/>
              </p:cNvGraphicFramePr>
              <p:nvPr/>
            </p:nvGraphicFramePr>
            <p:xfrm>
              <a:off x="1088" y="1838"/>
              <a:ext cx="225" cy="262"/>
            </p:xfrm>
            <a:graphic>
              <a:graphicData uri="http://schemas.openxmlformats.org/presentationml/2006/ole">
                <mc:AlternateContent xmlns:mc="http://schemas.openxmlformats.org/markup-compatibility/2006">
                  <mc:Choice xmlns:v="urn:schemas-microsoft-com:vml" Requires="v">
                    <p:oleObj spid="_x0000_s3174" name="" r:id="rId7" imgW="204470" imgH="311150" progId="Equation.3">
                      <p:embed/>
                    </p:oleObj>
                  </mc:Choice>
                  <mc:Fallback>
                    <p:oleObj name="" r:id="rId7" imgW="204470" imgH="311150" progId="Equation.3">
                      <p:embed/>
                      <p:pic>
                        <p:nvPicPr>
                          <p:cNvPr id="0" name="图片 3173"/>
                          <p:cNvPicPr/>
                          <p:nvPr/>
                        </p:nvPicPr>
                        <p:blipFill>
                          <a:blip r:embed="rId8">
                            <a:clrChange>
                              <a:clrFrom>
                                <a:srgbClr val="000000"/>
                              </a:clrFrom>
                              <a:clrTo>
                                <a:srgbClr val="000000"/>
                              </a:clrTo>
                            </a:clrChange>
                          </a:blip>
                          <a:stretch>
                            <a:fillRect/>
                          </a:stretch>
                        </p:blipFill>
                        <p:spPr>
                          <a:xfrm>
                            <a:off x="1088" y="1838"/>
                            <a:ext cx="225" cy="262"/>
                          </a:xfrm>
                          <a:prstGeom prst="rect">
                            <a:avLst/>
                          </a:prstGeom>
                          <a:noFill/>
                          <a:ln w="38100">
                            <a:noFill/>
                            <a:miter/>
                          </a:ln>
                        </p:spPr>
                      </p:pic>
                    </p:oleObj>
                  </mc:Fallback>
                </mc:AlternateContent>
              </a:graphicData>
            </a:graphic>
          </p:graphicFrame>
          <p:graphicFrame>
            <p:nvGraphicFramePr>
              <p:cNvPr id="77900" name="Object 77"/>
              <p:cNvGraphicFramePr>
                <a:graphicFrameLocks noChangeAspect="1"/>
              </p:cNvGraphicFramePr>
              <p:nvPr/>
            </p:nvGraphicFramePr>
            <p:xfrm>
              <a:off x="1768" y="1843"/>
              <a:ext cx="224" cy="252"/>
            </p:xfrm>
            <a:graphic>
              <a:graphicData uri="http://schemas.openxmlformats.org/presentationml/2006/ole">
                <mc:AlternateContent xmlns:mc="http://schemas.openxmlformats.org/markup-compatibility/2006">
                  <mc:Choice xmlns:v="urn:schemas-microsoft-com:vml" Requires="v">
                    <p:oleObj spid="_x0000_s3169" name="" r:id="rId9" imgW="204470" imgH="301625" progId="Equation.3">
                      <p:embed/>
                    </p:oleObj>
                  </mc:Choice>
                  <mc:Fallback>
                    <p:oleObj name="" r:id="rId9" imgW="204470" imgH="301625" progId="Equation.3">
                      <p:embed/>
                      <p:pic>
                        <p:nvPicPr>
                          <p:cNvPr id="0" name="图片 3168"/>
                          <p:cNvPicPr/>
                          <p:nvPr/>
                        </p:nvPicPr>
                        <p:blipFill>
                          <a:blip r:embed="rId10">
                            <a:clrChange>
                              <a:clrFrom>
                                <a:srgbClr val="000000"/>
                              </a:clrFrom>
                              <a:clrTo>
                                <a:srgbClr val="000000"/>
                              </a:clrTo>
                            </a:clrChange>
                          </a:blip>
                          <a:stretch>
                            <a:fillRect/>
                          </a:stretch>
                        </p:blipFill>
                        <p:spPr>
                          <a:xfrm>
                            <a:off x="1768" y="1843"/>
                            <a:ext cx="224" cy="252"/>
                          </a:xfrm>
                          <a:prstGeom prst="rect">
                            <a:avLst/>
                          </a:prstGeom>
                          <a:noFill/>
                          <a:ln w="38100">
                            <a:noFill/>
                            <a:miter/>
                          </a:ln>
                        </p:spPr>
                      </p:pic>
                    </p:oleObj>
                  </mc:Fallback>
                </mc:AlternateContent>
              </a:graphicData>
            </a:graphic>
          </p:graphicFrame>
          <p:graphicFrame>
            <p:nvGraphicFramePr>
              <p:cNvPr id="77901" name="Object 78"/>
              <p:cNvGraphicFramePr>
                <a:graphicFrameLocks noChangeAspect="1"/>
              </p:cNvGraphicFramePr>
              <p:nvPr/>
            </p:nvGraphicFramePr>
            <p:xfrm>
              <a:off x="1433" y="1843"/>
              <a:ext cx="213" cy="252"/>
            </p:xfrm>
            <a:graphic>
              <a:graphicData uri="http://schemas.openxmlformats.org/presentationml/2006/ole">
                <mc:AlternateContent xmlns:mc="http://schemas.openxmlformats.org/markup-compatibility/2006">
                  <mc:Choice xmlns:v="urn:schemas-microsoft-com:vml" Requires="v">
                    <p:oleObj spid="_x0000_s3171" name="" r:id="rId11" imgW="194310" imgH="301625" progId="Equation.3">
                      <p:embed/>
                    </p:oleObj>
                  </mc:Choice>
                  <mc:Fallback>
                    <p:oleObj name="" r:id="rId11" imgW="194310" imgH="301625" progId="Equation.3">
                      <p:embed/>
                      <p:pic>
                        <p:nvPicPr>
                          <p:cNvPr id="0" name="图片 3170"/>
                          <p:cNvPicPr/>
                          <p:nvPr/>
                        </p:nvPicPr>
                        <p:blipFill>
                          <a:blip r:embed="rId12">
                            <a:clrChange>
                              <a:clrFrom>
                                <a:srgbClr val="000000"/>
                              </a:clrFrom>
                              <a:clrTo>
                                <a:srgbClr val="000000"/>
                              </a:clrTo>
                            </a:clrChange>
                          </a:blip>
                          <a:stretch>
                            <a:fillRect/>
                          </a:stretch>
                        </p:blipFill>
                        <p:spPr>
                          <a:xfrm>
                            <a:off x="1433" y="1843"/>
                            <a:ext cx="213" cy="252"/>
                          </a:xfrm>
                          <a:prstGeom prst="rect">
                            <a:avLst/>
                          </a:prstGeom>
                          <a:noFill/>
                          <a:ln w="38100">
                            <a:noFill/>
                            <a:miter/>
                          </a:ln>
                        </p:spPr>
                      </p:pic>
                    </p:oleObj>
                  </mc:Fallback>
                </mc:AlternateContent>
              </a:graphicData>
            </a:graphic>
          </p:graphicFrame>
          <p:graphicFrame>
            <p:nvGraphicFramePr>
              <p:cNvPr id="77902" name="Object 79"/>
              <p:cNvGraphicFramePr>
                <a:graphicFrameLocks noChangeAspect="1"/>
              </p:cNvGraphicFramePr>
              <p:nvPr/>
            </p:nvGraphicFramePr>
            <p:xfrm>
              <a:off x="980" y="2565"/>
              <a:ext cx="225" cy="263"/>
            </p:xfrm>
            <a:graphic>
              <a:graphicData uri="http://schemas.openxmlformats.org/presentationml/2006/ole">
                <mc:AlternateContent xmlns:mc="http://schemas.openxmlformats.org/markup-compatibility/2006">
                  <mc:Choice xmlns:v="urn:schemas-microsoft-com:vml" Requires="v">
                    <p:oleObj spid="_x0000_s3175" name="" r:id="rId13" imgW="204470" imgH="311150" progId="Equation.3">
                      <p:embed/>
                    </p:oleObj>
                  </mc:Choice>
                  <mc:Fallback>
                    <p:oleObj name="" r:id="rId13" imgW="204470" imgH="311150" progId="Equation.3">
                      <p:embed/>
                      <p:pic>
                        <p:nvPicPr>
                          <p:cNvPr id="0" name="图片 3174"/>
                          <p:cNvPicPr/>
                          <p:nvPr/>
                        </p:nvPicPr>
                        <p:blipFill>
                          <a:blip r:embed="rId14">
                            <a:clrChange>
                              <a:clrFrom>
                                <a:srgbClr val="000000"/>
                              </a:clrFrom>
                              <a:clrTo>
                                <a:srgbClr val="000000"/>
                              </a:clrTo>
                            </a:clrChange>
                          </a:blip>
                          <a:stretch>
                            <a:fillRect/>
                          </a:stretch>
                        </p:blipFill>
                        <p:spPr>
                          <a:xfrm>
                            <a:off x="980" y="2565"/>
                            <a:ext cx="225" cy="263"/>
                          </a:xfrm>
                          <a:prstGeom prst="rect">
                            <a:avLst/>
                          </a:prstGeom>
                          <a:noFill/>
                          <a:ln w="38100">
                            <a:noFill/>
                            <a:miter/>
                          </a:ln>
                        </p:spPr>
                      </p:pic>
                    </p:oleObj>
                  </mc:Fallback>
                </mc:AlternateContent>
              </a:graphicData>
            </a:graphic>
          </p:graphicFrame>
          <p:graphicFrame>
            <p:nvGraphicFramePr>
              <p:cNvPr id="77903" name="Object 80"/>
              <p:cNvGraphicFramePr>
                <a:graphicFrameLocks noChangeAspect="1"/>
              </p:cNvGraphicFramePr>
              <p:nvPr/>
            </p:nvGraphicFramePr>
            <p:xfrm>
              <a:off x="1433" y="2571"/>
              <a:ext cx="225" cy="251"/>
            </p:xfrm>
            <a:graphic>
              <a:graphicData uri="http://schemas.openxmlformats.org/presentationml/2006/ole">
                <mc:AlternateContent xmlns:mc="http://schemas.openxmlformats.org/markup-compatibility/2006">
                  <mc:Choice xmlns:v="urn:schemas-microsoft-com:vml" Requires="v">
                    <p:oleObj spid="_x0000_s3176" name="" r:id="rId15" imgW="204470" imgH="301625" progId="Equation.3">
                      <p:embed/>
                    </p:oleObj>
                  </mc:Choice>
                  <mc:Fallback>
                    <p:oleObj name="" r:id="rId15" imgW="204470" imgH="301625" progId="Equation.3">
                      <p:embed/>
                      <p:pic>
                        <p:nvPicPr>
                          <p:cNvPr id="0" name="图片 3175"/>
                          <p:cNvPicPr/>
                          <p:nvPr/>
                        </p:nvPicPr>
                        <p:blipFill>
                          <a:blip r:embed="rId16">
                            <a:clrChange>
                              <a:clrFrom>
                                <a:srgbClr val="000000"/>
                              </a:clrFrom>
                              <a:clrTo>
                                <a:srgbClr val="000000"/>
                              </a:clrTo>
                            </a:clrChange>
                          </a:blip>
                          <a:stretch>
                            <a:fillRect/>
                          </a:stretch>
                        </p:blipFill>
                        <p:spPr>
                          <a:xfrm>
                            <a:off x="1433" y="2571"/>
                            <a:ext cx="225" cy="251"/>
                          </a:xfrm>
                          <a:prstGeom prst="rect">
                            <a:avLst/>
                          </a:prstGeom>
                          <a:noFill/>
                          <a:ln w="38100">
                            <a:noFill/>
                            <a:miter/>
                          </a:ln>
                        </p:spPr>
                      </p:pic>
                    </p:oleObj>
                  </mc:Fallback>
                </mc:AlternateContent>
              </a:graphicData>
            </a:graphic>
          </p:graphicFrame>
          <p:graphicFrame>
            <p:nvGraphicFramePr>
              <p:cNvPr id="77904" name="Object 81"/>
              <p:cNvGraphicFramePr>
                <a:graphicFrameLocks noChangeAspect="1"/>
              </p:cNvGraphicFramePr>
              <p:nvPr/>
            </p:nvGraphicFramePr>
            <p:xfrm>
              <a:off x="1212" y="2571"/>
              <a:ext cx="213" cy="251"/>
            </p:xfrm>
            <a:graphic>
              <a:graphicData uri="http://schemas.openxmlformats.org/presentationml/2006/ole">
                <mc:AlternateContent xmlns:mc="http://schemas.openxmlformats.org/markup-compatibility/2006">
                  <mc:Choice xmlns:v="urn:schemas-microsoft-com:vml" Requires="v">
                    <p:oleObj spid="_x0000_s3173" name="" r:id="rId17" imgW="194310" imgH="301625" progId="Equation.3">
                      <p:embed/>
                    </p:oleObj>
                  </mc:Choice>
                  <mc:Fallback>
                    <p:oleObj name="" r:id="rId17" imgW="194310" imgH="301625" progId="Equation.3">
                      <p:embed/>
                      <p:pic>
                        <p:nvPicPr>
                          <p:cNvPr id="0" name="图片 3172"/>
                          <p:cNvPicPr/>
                          <p:nvPr/>
                        </p:nvPicPr>
                        <p:blipFill>
                          <a:blip r:embed="rId18">
                            <a:clrChange>
                              <a:clrFrom>
                                <a:srgbClr val="000000"/>
                              </a:clrFrom>
                              <a:clrTo>
                                <a:srgbClr val="000000"/>
                              </a:clrTo>
                            </a:clrChange>
                          </a:blip>
                          <a:stretch>
                            <a:fillRect/>
                          </a:stretch>
                        </p:blipFill>
                        <p:spPr>
                          <a:xfrm>
                            <a:off x="1212" y="2571"/>
                            <a:ext cx="213" cy="251"/>
                          </a:xfrm>
                          <a:prstGeom prst="rect">
                            <a:avLst/>
                          </a:prstGeom>
                          <a:noFill/>
                          <a:ln w="38100">
                            <a:noFill/>
                            <a:miter/>
                          </a:ln>
                        </p:spPr>
                      </p:pic>
                    </p:oleObj>
                  </mc:Fallback>
                </mc:AlternateContent>
              </a:graphicData>
            </a:graphic>
          </p:graphicFrame>
          <p:graphicFrame>
            <p:nvGraphicFramePr>
              <p:cNvPr id="77905" name="Object 82"/>
              <p:cNvGraphicFramePr>
                <a:graphicFrameLocks noChangeAspect="1"/>
              </p:cNvGraphicFramePr>
              <p:nvPr/>
            </p:nvGraphicFramePr>
            <p:xfrm>
              <a:off x="1667" y="2565"/>
              <a:ext cx="213" cy="263"/>
            </p:xfrm>
            <a:graphic>
              <a:graphicData uri="http://schemas.openxmlformats.org/presentationml/2006/ole">
                <mc:AlternateContent xmlns:mc="http://schemas.openxmlformats.org/markup-compatibility/2006">
                  <mc:Choice xmlns:v="urn:schemas-microsoft-com:vml" Requires="v">
                    <p:oleObj spid="_x0000_s3184" name="" r:id="rId19" imgW="194310" imgH="311150" progId="Equation.3">
                      <p:embed/>
                    </p:oleObj>
                  </mc:Choice>
                  <mc:Fallback>
                    <p:oleObj name="" r:id="rId19" imgW="194310" imgH="311150" progId="Equation.3">
                      <p:embed/>
                      <p:pic>
                        <p:nvPicPr>
                          <p:cNvPr id="0" name="图片 3183"/>
                          <p:cNvPicPr/>
                          <p:nvPr/>
                        </p:nvPicPr>
                        <p:blipFill>
                          <a:blip r:embed="rId20">
                            <a:clrChange>
                              <a:clrFrom>
                                <a:srgbClr val="000000"/>
                              </a:clrFrom>
                              <a:clrTo>
                                <a:srgbClr val="000000"/>
                              </a:clrTo>
                            </a:clrChange>
                          </a:blip>
                          <a:stretch>
                            <a:fillRect/>
                          </a:stretch>
                        </p:blipFill>
                        <p:spPr>
                          <a:xfrm>
                            <a:off x="1667" y="2565"/>
                            <a:ext cx="213" cy="263"/>
                          </a:xfrm>
                          <a:prstGeom prst="rect">
                            <a:avLst/>
                          </a:prstGeom>
                          <a:noFill/>
                          <a:ln w="38100">
                            <a:noFill/>
                            <a:miter/>
                          </a:ln>
                        </p:spPr>
                      </p:pic>
                    </p:oleObj>
                  </mc:Fallback>
                </mc:AlternateContent>
              </a:graphicData>
            </a:graphic>
          </p:graphicFrame>
          <p:graphicFrame>
            <p:nvGraphicFramePr>
              <p:cNvPr id="77906" name="Object 83"/>
              <p:cNvGraphicFramePr>
                <a:graphicFrameLocks noChangeAspect="1"/>
              </p:cNvGraphicFramePr>
              <p:nvPr/>
            </p:nvGraphicFramePr>
            <p:xfrm>
              <a:off x="2121" y="2565"/>
              <a:ext cx="226" cy="263"/>
            </p:xfrm>
            <a:graphic>
              <a:graphicData uri="http://schemas.openxmlformats.org/presentationml/2006/ole">
                <mc:AlternateContent xmlns:mc="http://schemas.openxmlformats.org/markup-compatibility/2006">
                  <mc:Choice xmlns:v="urn:schemas-microsoft-com:vml" Requires="v">
                    <p:oleObj spid="_x0000_s3187" name="" r:id="rId21" imgW="204470" imgH="311150" progId="Equation.3">
                      <p:embed/>
                    </p:oleObj>
                  </mc:Choice>
                  <mc:Fallback>
                    <p:oleObj name="" r:id="rId21" imgW="204470" imgH="311150" progId="Equation.3">
                      <p:embed/>
                      <p:pic>
                        <p:nvPicPr>
                          <p:cNvPr id="0" name="图片 3186"/>
                          <p:cNvPicPr/>
                          <p:nvPr/>
                        </p:nvPicPr>
                        <p:blipFill>
                          <a:blip r:embed="rId22">
                            <a:clrChange>
                              <a:clrFrom>
                                <a:srgbClr val="000000"/>
                              </a:clrFrom>
                              <a:clrTo>
                                <a:srgbClr val="000000"/>
                              </a:clrTo>
                            </a:clrChange>
                          </a:blip>
                          <a:stretch>
                            <a:fillRect/>
                          </a:stretch>
                        </p:blipFill>
                        <p:spPr>
                          <a:xfrm>
                            <a:off x="2121" y="2565"/>
                            <a:ext cx="226" cy="263"/>
                          </a:xfrm>
                          <a:prstGeom prst="rect">
                            <a:avLst/>
                          </a:prstGeom>
                          <a:noFill/>
                          <a:ln w="38100">
                            <a:noFill/>
                            <a:miter/>
                          </a:ln>
                        </p:spPr>
                      </p:pic>
                    </p:oleObj>
                  </mc:Fallback>
                </mc:AlternateContent>
              </a:graphicData>
            </a:graphic>
          </p:graphicFrame>
          <p:graphicFrame>
            <p:nvGraphicFramePr>
              <p:cNvPr id="77907" name="Object 84"/>
              <p:cNvGraphicFramePr>
                <a:graphicFrameLocks noChangeAspect="1"/>
              </p:cNvGraphicFramePr>
              <p:nvPr/>
            </p:nvGraphicFramePr>
            <p:xfrm>
              <a:off x="1888" y="2571"/>
              <a:ext cx="225" cy="251"/>
            </p:xfrm>
            <a:graphic>
              <a:graphicData uri="http://schemas.openxmlformats.org/presentationml/2006/ole">
                <mc:AlternateContent xmlns:mc="http://schemas.openxmlformats.org/markup-compatibility/2006">
                  <mc:Choice xmlns:v="urn:schemas-microsoft-com:vml" Requires="v">
                    <p:oleObj spid="_x0000_s3180" name="" r:id="rId23" imgW="204470" imgH="301625" progId="Equation.3">
                      <p:embed/>
                    </p:oleObj>
                  </mc:Choice>
                  <mc:Fallback>
                    <p:oleObj name="" r:id="rId23" imgW="204470" imgH="301625" progId="Equation.3">
                      <p:embed/>
                      <p:pic>
                        <p:nvPicPr>
                          <p:cNvPr id="0" name="图片 3179"/>
                          <p:cNvPicPr/>
                          <p:nvPr/>
                        </p:nvPicPr>
                        <p:blipFill>
                          <a:blip r:embed="rId24">
                            <a:clrChange>
                              <a:clrFrom>
                                <a:srgbClr val="000000"/>
                              </a:clrFrom>
                              <a:clrTo>
                                <a:srgbClr val="000000"/>
                              </a:clrTo>
                            </a:clrChange>
                          </a:blip>
                          <a:stretch>
                            <a:fillRect/>
                          </a:stretch>
                        </p:blipFill>
                        <p:spPr>
                          <a:xfrm>
                            <a:off x="1888" y="2571"/>
                            <a:ext cx="225" cy="251"/>
                          </a:xfrm>
                          <a:prstGeom prst="rect">
                            <a:avLst/>
                          </a:prstGeom>
                          <a:noFill/>
                          <a:ln w="38100">
                            <a:noFill/>
                            <a:miter/>
                          </a:ln>
                        </p:spPr>
                      </p:pic>
                    </p:oleObj>
                  </mc:Fallback>
                </mc:AlternateContent>
              </a:graphicData>
            </a:graphic>
          </p:graphicFrame>
          <p:graphicFrame>
            <p:nvGraphicFramePr>
              <p:cNvPr id="77908" name="Object 85"/>
              <p:cNvGraphicFramePr>
                <a:graphicFrameLocks noChangeAspect="1"/>
              </p:cNvGraphicFramePr>
              <p:nvPr/>
            </p:nvGraphicFramePr>
            <p:xfrm>
              <a:off x="2355" y="2565"/>
              <a:ext cx="226" cy="263"/>
            </p:xfrm>
            <a:graphic>
              <a:graphicData uri="http://schemas.openxmlformats.org/presentationml/2006/ole">
                <mc:AlternateContent xmlns:mc="http://schemas.openxmlformats.org/markup-compatibility/2006">
                  <mc:Choice xmlns:v="urn:schemas-microsoft-com:vml" Requires="v">
                    <p:oleObj spid="_x0000_s3183" name="" r:id="rId25" imgW="204470" imgH="311150" progId="Equation.3">
                      <p:embed/>
                    </p:oleObj>
                  </mc:Choice>
                  <mc:Fallback>
                    <p:oleObj name="" r:id="rId25" imgW="204470" imgH="311150" progId="Equation.3">
                      <p:embed/>
                      <p:pic>
                        <p:nvPicPr>
                          <p:cNvPr id="0" name="图片 3182"/>
                          <p:cNvPicPr/>
                          <p:nvPr/>
                        </p:nvPicPr>
                        <p:blipFill>
                          <a:blip r:embed="rId26">
                            <a:clrChange>
                              <a:clrFrom>
                                <a:srgbClr val="000000"/>
                              </a:clrFrom>
                              <a:clrTo>
                                <a:srgbClr val="000000"/>
                              </a:clrTo>
                            </a:clrChange>
                          </a:blip>
                          <a:stretch>
                            <a:fillRect/>
                          </a:stretch>
                        </p:blipFill>
                        <p:spPr>
                          <a:xfrm>
                            <a:off x="2355" y="2565"/>
                            <a:ext cx="226" cy="263"/>
                          </a:xfrm>
                          <a:prstGeom prst="rect">
                            <a:avLst/>
                          </a:prstGeom>
                          <a:noFill/>
                          <a:ln w="38100">
                            <a:noFill/>
                            <a:miter/>
                          </a:ln>
                        </p:spPr>
                      </p:pic>
                    </p:oleObj>
                  </mc:Fallback>
                </mc:AlternateContent>
              </a:graphicData>
            </a:graphic>
          </p:graphicFrame>
          <p:graphicFrame>
            <p:nvGraphicFramePr>
              <p:cNvPr id="77909" name="Object 86"/>
              <p:cNvGraphicFramePr>
                <a:graphicFrameLocks noChangeAspect="1"/>
              </p:cNvGraphicFramePr>
              <p:nvPr/>
            </p:nvGraphicFramePr>
            <p:xfrm>
              <a:off x="2589" y="2565"/>
              <a:ext cx="224" cy="263"/>
            </p:xfrm>
            <a:graphic>
              <a:graphicData uri="http://schemas.openxmlformats.org/presentationml/2006/ole">
                <mc:AlternateContent xmlns:mc="http://schemas.openxmlformats.org/markup-compatibility/2006">
                  <mc:Choice xmlns:v="urn:schemas-microsoft-com:vml" Requires="v">
                    <p:oleObj spid="_x0000_s3195" name="" r:id="rId27" imgW="204470" imgH="311150" progId="Equation.3">
                      <p:embed/>
                    </p:oleObj>
                  </mc:Choice>
                  <mc:Fallback>
                    <p:oleObj name="" r:id="rId27" imgW="204470" imgH="311150" progId="Equation.3">
                      <p:embed/>
                      <p:pic>
                        <p:nvPicPr>
                          <p:cNvPr id="0" name="图片 3194"/>
                          <p:cNvPicPr/>
                          <p:nvPr/>
                        </p:nvPicPr>
                        <p:blipFill>
                          <a:blip r:embed="rId28">
                            <a:clrChange>
                              <a:clrFrom>
                                <a:srgbClr val="000000"/>
                              </a:clrFrom>
                              <a:clrTo>
                                <a:srgbClr val="000000"/>
                              </a:clrTo>
                            </a:clrChange>
                          </a:blip>
                          <a:stretch>
                            <a:fillRect/>
                          </a:stretch>
                        </p:blipFill>
                        <p:spPr>
                          <a:xfrm>
                            <a:off x="2589" y="2565"/>
                            <a:ext cx="224" cy="263"/>
                          </a:xfrm>
                          <a:prstGeom prst="rect">
                            <a:avLst/>
                          </a:prstGeom>
                          <a:noFill/>
                          <a:ln w="38100">
                            <a:noFill/>
                            <a:miter/>
                          </a:ln>
                        </p:spPr>
                      </p:pic>
                    </p:oleObj>
                  </mc:Fallback>
                </mc:AlternateContent>
              </a:graphicData>
            </a:graphic>
          </p:graphicFrame>
        </p:grpSp>
        <p:grpSp>
          <p:nvGrpSpPr>
            <p:cNvPr id="77910" name="Group 87"/>
            <p:cNvGrpSpPr/>
            <p:nvPr/>
          </p:nvGrpSpPr>
          <p:grpSpPr>
            <a:xfrm>
              <a:off x="863" y="3237"/>
              <a:ext cx="1756" cy="263"/>
              <a:chOff x="961" y="3289"/>
              <a:chExt cx="1902" cy="263"/>
            </a:xfrm>
          </p:grpSpPr>
          <p:graphicFrame>
            <p:nvGraphicFramePr>
              <p:cNvPr id="77911" name="Object 88"/>
              <p:cNvGraphicFramePr>
                <a:graphicFrameLocks noChangeAspect="1"/>
              </p:cNvGraphicFramePr>
              <p:nvPr/>
            </p:nvGraphicFramePr>
            <p:xfrm>
              <a:off x="2596" y="3289"/>
              <a:ext cx="267" cy="263"/>
            </p:xfrm>
            <a:graphic>
              <a:graphicData uri="http://schemas.openxmlformats.org/presentationml/2006/ole">
                <mc:AlternateContent xmlns:mc="http://schemas.openxmlformats.org/markup-compatibility/2006">
                  <mc:Choice xmlns:v="urn:schemas-microsoft-com:vml" Requires="v">
                    <p:oleObj spid="_x0000_s3186" name="" r:id="rId29" imgW="243205" imgH="311150" progId="Equation.3">
                      <p:embed/>
                    </p:oleObj>
                  </mc:Choice>
                  <mc:Fallback>
                    <p:oleObj name="" r:id="rId29" imgW="243205" imgH="311150" progId="Equation.3">
                      <p:embed/>
                      <p:pic>
                        <p:nvPicPr>
                          <p:cNvPr id="0" name="图片 3185"/>
                          <p:cNvPicPr/>
                          <p:nvPr/>
                        </p:nvPicPr>
                        <p:blipFill>
                          <a:blip r:embed="rId30">
                            <a:clrChange>
                              <a:clrFrom>
                                <a:srgbClr val="000000"/>
                              </a:clrFrom>
                              <a:clrTo>
                                <a:srgbClr val="000000"/>
                              </a:clrTo>
                            </a:clrChange>
                          </a:blip>
                          <a:stretch>
                            <a:fillRect/>
                          </a:stretch>
                        </p:blipFill>
                        <p:spPr>
                          <a:xfrm>
                            <a:off x="2596" y="3289"/>
                            <a:ext cx="267" cy="263"/>
                          </a:xfrm>
                          <a:prstGeom prst="rect">
                            <a:avLst/>
                          </a:prstGeom>
                          <a:noFill/>
                          <a:ln w="38100">
                            <a:noFill/>
                            <a:miter/>
                          </a:ln>
                        </p:spPr>
                      </p:pic>
                    </p:oleObj>
                  </mc:Fallback>
                </mc:AlternateContent>
              </a:graphicData>
            </a:graphic>
          </p:graphicFrame>
          <p:graphicFrame>
            <p:nvGraphicFramePr>
              <p:cNvPr id="77912" name="Object 89"/>
              <p:cNvGraphicFramePr>
                <a:graphicFrameLocks noChangeAspect="1"/>
              </p:cNvGraphicFramePr>
              <p:nvPr/>
            </p:nvGraphicFramePr>
            <p:xfrm>
              <a:off x="961" y="3289"/>
              <a:ext cx="266" cy="263"/>
            </p:xfrm>
            <a:graphic>
              <a:graphicData uri="http://schemas.openxmlformats.org/presentationml/2006/ole">
                <mc:AlternateContent xmlns:mc="http://schemas.openxmlformats.org/markup-compatibility/2006">
                  <mc:Choice xmlns:v="urn:schemas-microsoft-com:vml" Requires="v">
                    <p:oleObj spid="_x0000_s3177" name="" r:id="rId31" imgW="243205" imgH="311150" progId="Equation.3">
                      <p:embed/>
                    </p:oleObj>
                  </mc:Choice>
                  <mc:Fallback>
                    <p:oleObj name="" r:id="rId31" imgW="243205" imgH="311150" progId="Equation.3">
                      <p:embed/>
                      <p:pic>
                        <p:nvPicPr>
                          <p:cNvPr id="0" name="图片 3176"/>
                          <p:cNvPicPr/>
                          <p:nvPr/>
                        </p:nvPicPr>
                        <p:blipFill>
                          <a:blip r:embed="rId32">
                            <a:clrChange>
                              <a:clrFrom>
                                <a:srgbClr val="000000"/>
                              </a:clrFrom>
                              <a:clrTo>
                                <a:srgbClr val="000000"/>
                              </a:clrTo>
                            </a:clrChange>
                          </a:blip>
                          <a:stretch>
                            <a:fillRect/>
                          </a:stretch>
                        </p:blipFill>
                        <p:spPr>
                          <a:xfrm>
                            <a:off x="961" y="3289"/>
                            <a:ext cx="266" cy="263"/>
                          </a:xfrm>
                          <a:prstGeom prst="rect">
                            <a:avLst/>
                          </a:prstGeom>
                          <a:noFill/>
                          <a:ln w="38100">
                            <a:noFill/>
                            <a:miter/>
                          </a:ln>
                        </p:spPr>
                      </p:pic>
                    </p:oleObj>
                  </mc:Fallback>
                </mc:AlternateContent>
              </a:graphicData>
            </a:graphic>
          </p:graphicFrame>
          <p:graphicFrame>
            <p:nvGraphicFramePr>
              <p:cNvPr id="77913" name="Object 90"/>
              <p:cNvGraphicFramePr>
                <a:graphicFrameLocks noChangeAspect="1"/>
              </p:cNvGraphicFramePr>
              <p:nvPr/>
            </p:nvGraphicFramePr>
            <p:xfrm>
              <a:off x="1422" y="3289"/>
              <a:ext cx="268" cy="252"/>
            </p:xfrm>
            <a:graphic>
              <a:graphicData uri="http://schemas.openxmlformats.org/presentationml/2006/ole">
                <mc:AlternateContent xmlns:mc="http://schemas.openxmlformats.org/markup-compatibility/2006">
                  <mc:Choice xmlns:v="urn:schemas-microsoft-com:vml" Requires="v">
                    <p:oleObj spid="_x0000_s3189" name="" r:id="rId33" imgW="243205" imgH="301625" progId="Equation.3">
                      <p:embed/>
                    </p:oleObj>
                  </mc:Choice>
                  <mc:Fallback>
                    <p:oleObj name="" r:id="rId33" imgW="243205" imgH="301625" progId="Equation.3">
                      <p:embed/>
                      <p:pic>
                        <p:nvPicPr>
                          <p:cNvPr id="0" name="图片 3188"/>
                          <p:cNvPicPr/>
                          <p:nvPr/>
                        </p:nvPicPr>
                        <p:blipFill>
                          <a:blip r:embed="rId34">
                            <a:clrChange>
                              <a:clrFrom>
                                <a:srgbClr val="000000"/>
                              </a:clrFrom>
                              <a:clrTo>
                                <a:srgbClr val="000000"/>
                              </a:clrTo>
                            </a:clrChange>
                          </a:blip>
                          <a:stretch>
                            <a:fillRect/>
                          </a:stretch>
                        </p:blipFill>
                        <p:spPr>
                          <a:xfrm>
                            <a:off x="1422" y="3289"/>
                            <a:ext cx="268" cy="252"/>
                          </a:xfrm>
                          <a:prstGeom prst="rect">
                            <a:avLst/>
                          </a:prstGeom>
                          <a:noFill/>
                          <a:ln w="38100">
                            <a:noFill/>
                            <a:miter/>
                          </a:ln>
                        </p:spPr>
                      </p:pic>
                    </p:oleObj>
                  </mc:Fallback>
                </mc:AlternateContent>
              </a:graphicData>
            </a:graphic>
          </p:graphicFrame>
          <p:graphicFrame>
            <p:nvGraphicFramePr>
              <p:cNvPr id="77914" name="Object 91"/>
              <p:cNvGraphicFramePr>
                <a:graphicFrameLocks noChangeAspect="1"/>
              </p:cNvGraphicFramePr>
              <p:nvPr/>
            </p:nvGraphicFramePr>
            <p:xfrm>
              <a:off x="1198" y="3289"/>
              <a:ext cx="255" cy="252"/>
            </p:xfrm>
            <a:graphic>
              <a:graphicData uri="http://schemas.openxmlformats.org/presentationml/2006/ole">
                <mc:AlternateContent xmlns:mc="http://schemas.openxmlformats.org/markup-compatibility/2006">
                  <mc:Choice xmlns:v="urn:schemas-microsoft-com:vml" Requires="v">
                    <p:oleObj spid="_x0000_s3196" name="" r:id="rId35" imgW="233680" imgH="301625" progId="Equation.3">
                      <p:embed/>
                    </p:oleObj>
                  </mc:Choice>
                  <mc:Fallback>
                    <p:oleObj name="" r:id="rId35" imgW="233680" imgH="301625" progId="Equation.3">
                      <p:embed/>
                      <p:pic>
                        <p:nvPicPr>
                          <p:cNvPr id="0" name="图片 3195"/>
                          <p:cNvPicPr/>
                          <p:nvPr/>
                        </p:nvPicPr>
                        <p:blipFill>
                          <a:blip r:embed="rId36">
                            <a:clrChange>
                              <a:clrFrom>
                                <a:srgbClr val="000000"/>
                              </a:clrFrom>
                              <a:clrTo>
                                <a:srgbClr val="000000"/>
                              </a:clrTo>
                            </a:clrChange>
                          </a:blip>
                          <a:stretch>
                            <a:fillRect/>
                          </a:stretch>
                        </p:blipFill>
                        <p:spPr>
                          <a:xfrm>
                            <a:off x="1198" y="3289"/>
                            <a:ext cx="255" cy="252"/>
                          </a:xfrm>
                          <a:prstGeom prst="rect">
                            <a:avLst/>
                          </a:prstGeom>
                          <a:noFill/>
                          <a:ln w="38100">
                            <a:noFill/>
                            <a:miter/>
                          </a:ln>
                        </p:spPr>
                      </p:pic>
                    </p:oleObj>
                  </mc:Fallback>
                </mc:AlternateContent>
              </a:graphicData>
            </a:graphic>
          </p:graphicFrame>
          <p:graphicFrame>
            <p:nvGraphicFramePr>
              <p:cNvPr id="77915" name="Object 92"/>
              <p:cNvGraphicFramePr>
                <a:graphicFrameLocks noChangeAspect="1"/>
              </p:cNvGraphicFramePr>
              <p:nvPr/>
            </p:nvGraphicFramePr>
            <p:xfrm>
              <a:off x="1660" y="3289"/>
              <a:ext cx="254" cy="263"/>
            </p:xfrm>
            <a:graphic>
              <a:graphicData uri="http://schemas.openxmlformats.org/presentationml/2006/ole">
                <mc:AlternateContent xmlns:mc="http://schemas.openxmlformats.org/markup-compatibility/2006">
                  <mc:Choice xmlns:v="urn:schemas-microsoft-com:vml" Requires="v">
                    <p:oleObj spid="_x0000_s3197" name="" r:id="rId37" imgW="233680" imgH="311150" progId="Equation.3">
                      <p:embed/>
                    </p:oleObj>
                  </mc:Choice>
                  <mc:Fallback>
                    <p:oleObj name="" r:id="rId37" imgW="233680" imgH="311150" progId="Equation.3">
                      <p:embed/>
                      <p:pic>
                        <p:nvPicPr>
                          <p:cNvPr id="0" name="图片 3196"/>
                          <p:cNvPicPr/>
                          <p:nvPr/>
                        </p:nvPicPr>
                        <p:blipFill>
                          <a:blip r:embed="rId38">
                            <a:clrChange>
                              <a:clrFrom>
                                <a:srgbClr val="000000"/>
                              </a:clrFrom>
                              <a:clrTo>
                                <a:srgbClr val="000000"/>
                              </a:clrTo>
                            </a:clrChange>
                          </a:blip>
                          <a:stretch>
                            <a:fillRect/>
                          </a:stretch>
                        </p:blipFill>
                        <p:spPr>
                          <a:xfrm>
                            <a:off x="1660" y="3289"/>
                            <a:ext cx="254" cy="263"/>
                          </a:xfrm>
                          <a:prstGeom prst="rect">
                            <a:avLst/>
                          </a:prstGeom>
                          <a:noFill/>
                          <a:ln w="38100">
                            <a:noFill/>
                            <a:miter/>
                          </a:ln>
                        </p:spPr>
                      </p:pic>
                    </p:oleObj>
                  </mc:Fallback>
                </mc:AlternateContent>
              </a:graphicData>
            </a:graphic>
          </p:graphicFrame>
          <p:graphicFrame>
            <p:nvGraphicFramePr>
              <p:cNvPr id="77916" name="Object 93"/>
              <p:cNvGraphicFramePr>
                <a:graphicFrameLocks noChangeAspect="1"/>
              </p:cNvGraphicFramePr>
              <p:nvPr/>
            </p:nvGraphicFramePr>
            <p:xfrm>
              <a:off x="2121" y="3289"/>
              <a:ext cx="268" cy="263"/>
            </p:xfrm>
            <a:graphic>
              <a:graphicData uri="http://schemas.openxmlformats.org/presentationml/2006/ole">
                <mc:AlternateContent xmlns:mc="http://schemas.openxmlformats.org/markup-compatibility/2006">
                  <mc:Choice xmlns:v="urn:schemas-microsoft-com:vml" Requires="v">
                    <p:oleObj spid="_x0000_s3191" name="" r:id="rId39" imgW="243205" imgH="311150" progId="Equation.3">
                      <p:embed/>
                    </p:oleObj>
                  </mc:Choice>
                  <mc:Fallback>
                    <p:oleObj name="" r:id="rId39" imgW="243205" imgH="311150" progId="Equation.3">
                      <p:embed/>
                      <p:pic>
                        <p:nvPicPr>
                          <p:cNvPr id="0" name="图片 3190"/>
                          <p:cNvPicPr/>
                          <p:nvPr/>
                        </p:nvPicPr>
                        <p:blipFill>
                          <a:blip r:embed="rId40">
                            <a:clrChange>
                              <a:clrFrom>
                                <a:srgbClr val="000000"/>
                              </a:clrFrom>
                              <a:clrTo>
                                <a:srgbClr val="000000"/>
                              </a:clrTo>
                            </a:clrChange>
                          </a:blip>
                          <a:stretch>
                            <a:fillRect/>
                          </a:stretch>
                        </p:blipFill>
                        <p:spPr>
                          <a:xfrm>
                            <a:off x="2121" y="3289"/>
                            <a:ext cx="268" cy="263"/>
                          </a:xfrm>
                          <a:prstGeom prst="rect">
                            <a:avLst/>
                          </a:prstGeom>
                          <a:noFill/>
                          <a:ln w="38100">
                            <a:noFill/>
                            <a:miter/>
                          </a:ln>
                        </p:spPr>
                      </p:pic>
                    </p:oleObj>
                  </mc:Fallback>
                </mc:AlternateContent>
              </a:graphicData>
            </a:graphic>
          </p:graphicFrame>
          <p:graphicFrame>
            <p:nvGraphicFramePr>
              <p:cNvPr id="77917" name="Object 94"/>
              <p:cNvGraphicFramePr>
                <a:graphicFrameLocks noChangeAspect="1"/>
              </p:cNvGraphicFramePr>
              <p:nvPr/>
            </p:nvGraphicFramePr>
            <p:xfrm>
              <a:off x="1885" y="3289"/>
              <a:ext cx="267" cy="252"/>
            </p:xfrm>
            <a:graphic>
              <a:graphicData uri="http://schemas.openxmlformats.org/presentationml/2006/ole">
                <mc:AlternateContent xmlns:mc="http://schemas.openxmlformats.org/markup-compatibility/2006">
                  <mc:Choice xmlns:v="urn:schemas-microsoft-com:vml" Requires="v">
                    <p:oleObj spid="_x0000_s3188" name="" r:id="rId41" imgW="243205" imgH="301625" progId="Equation.3">
                      <p:embed/>
                    </p:oleObj>
                  </mc:Choice>
                  <mc:Fallback>
                    <p:oleObj name="" r:id="rId41" imgW="243205" imgH="301625" progId="Equation.3">
                      <p:embed/>
                      <p:pic>
                        <p:nvPicPr>
                          <p:cNvPr id="0" name="图片 3187"/>
                          <p:cNvPicPr/>
                          <p:nvPr/>
                        </p:nvPicPr>
                        <p:blipFill>
                          <a:blip r:embed="rId42">
                            <a:clrChange>
                              <a:clrFrom>
                                <a:srgbClr val="000000"/>
                              </a:clrFrom>
                              <a:clrTo>
                                <a:srgbClr val="000000"/>
                              </a:clrTo>
                            </a:clrChange>
                          </a:blip>
                          <a:stretch>
                            <a:fillRect/>
                          </a:stretch>
                        </p:blipFill>
                        <p:spPr>
                          <a:xfrm>
                            <a:off x="1885" y="3289"/>
                            <a:ext cx="267" cy="252"/>
                          </a:xfrm>
                          <a:prstGeom prst="rect">
                            <a:avLst/>
                          </a:prstGeom>
                          <a:noFill/>
                          <a:ln w="38100">
                            <a:noFill/>
                            <a:miter/>
                          </a:ln>
                        </p:spPr>
                      </p:pic>
                    </p:oleObj>
                  </mc:Fallback>
                </mc:AlternateContent>
              </a:graphicData>
            </a:graphic>
          </p:graphicFrame>
          <p:graphicFrame>
            <p:nvGraphicFramePr>
              <p:cNvPr id="77918" name="Object 95"/>
              <p:cNvGraphicFramePr>
                <a:graphicFrameLocks noChangeAspect="1"/>
              </p:cNvGraphicFramePr>
              <p:nvPr/>
            </p:nvGraphicFramePr>
            <p:xfrm>
              <a:off x="2358" y="3289"/>
              <a:ext cx="268" cy="263"/>
            </p:xfrm>
            <a:graphic>
              <a:graphicData uri="http://schemas.openxmlformats.org/presentationml/2006/ole">
                <mc:AlternateContent xmlns:mc="http://schemas.openxmlformats.org/markup-compatibility/2006">
                  <mc:Choice xmlns:v="urn:schemas-microsoft-com:vml" Requires="v">
                    <p:oleObj spid="_x0000_s3192" name="" r:id="rId43" imgW="243205" imgH="311150" progId="Equation.3">
                      <p:embed/>
                    </p:oleObj>
                  </mc:Choice>
                  <mc:Fallback>
                    <p:oleObj name="" r:id="rId43" imgW="243205" imgH="311150" progId="Equation.3">
                      <p:embed/>
                      <p:pic>
                        <p:nvPicPr>
                          <p:cNvPr id="0" name="图片 3191"/>
                          <p:cNvPicPr/>
                          <p:nvPr/>
                        </p:nvPicPr>
                        <p:blipFill>
                          <a:blip r:embed="rId44">
                            <a:clrChange>
                              <a:clrFrom>
                                <a:srgbClr val="000000"/>
                              </a:clrFrom>
                              <a:clrTo>
                                <a:srgbClr val="000000"/>
                              </a:clrTo>
                            </a:clrChange>
                          </a:blip>
                          <a:stretch>
                            <a:fillRect/>
                          </a:stretch>
                        </p:blipFill>
                        <p:spPr>
                          <a:xfrm>
                            <a:off x="2358" y="3289"/>
                            <a:ext cx="268" cy="263"/>
                          </a:xfrm>
                          <a:prstGeom prst="rect">
                            <a:avLst/>
                          </a:prstGeom>
                          <a:noFill/>
                          <a:ln w="38100">
                            <a:noFill/>
                            <a:miter/>
                          </a:ln>
                        </p:spPr>
                      </p:pic>
                    </p:oleObj>
                  </mc:Fallback>
                </mc:AlternateContent>
              </a:graphicData>
            </a:graphic>
          </p:graphicFrame>
        </p:grpSp>
        <p:grpSp>
          <p:nvGrpSpPr>
            <p:cNvPr id="77919" name="Group 96"/>
            <p:cNvGrpSpPr/>
            <p:nvPr/>
          </p:nvGrpSpPr>
          <p:grpSpPr>
            <a:xfrm>
              <a:off x="3233" y="3232"/>
              <a:ext cx="1883" cy="263"/>
              <a:chOff x="3528" y="3284"/>
              <a:chExt cx="2040" cy="263"/>
            </a:xfrm>
          </p:grpSpPr>
          <p:graphicFrame>
            <p:nvGraphicFramePr>
              <p:cNvPr id="77920" name="Object 97"/>
              <p:cNvGraphicFramePr>
                <a:graphicFrameLocks noChangeAspect="1"/>
              </p:cNvGraphicFramePr>
              <p:nvPr/>
            </p:nvGraphicFramePr>
            <p:xfrm>
              <a:off x="5256" y="3284"/>
              <a:ext cx="312" cy="263"/>
            </p:xfrm>
            <a:graphic>
              <a:graphicData uri="http://schemas.openxmlformats.org/presentationml/2006/ole">
                <mc:AlternateContent xmlns:mc="http://schemas.openxmlformats.org/markup-compatibility/2006">
                  <mc:Choice xmlns:v="urn:schemas-microsoft-com:vml" Requires="v">
                    <p:oleObj spid="_x0000_s3179" name="" r:id="rId45" imgW="281940" imgH="311150" progId="Equation.3">
                      <p:embed/>
                    </p:oleObj>
                  </mc:Choice>
                  <mc:Fallback>
                    <p:oleObj name="" r:id="rId45" imgW="281940" imgH="311150" progId="Equation.3">
                      <p:embed/>
                      <p:pic>
                        <p:nvPicPr>
                          <p:cNvPr id="0" name="图片 3178"/>
                          <p:cNvPicPr/>
                          <p:nvPr/>
                        </p:nvPicPr>
                        <p:blipFill>
                          <a:blip r:embed="rId46">
                            <a:clrChange>
                              <a:clrFrom>
                                <a:srgbClr val="000000"/>
                              </a:clrFrom>
                              <a:clrTo>
                                <a:srgbClr val="000000"/>
                              </a:clrTo>
                            </a:clrChange>
                          </a:blip>
                          <a:stretch>
                            <a:fillRect/>
                          </a:stretch>
                        </p:blipFill>
                        <p:spPr>
                          <a:xfrm>
                            <a:off x="5256" y="3284"/>
                            <a:ext cx="312" cy="263"/>
                          </a:xfrm>
                          <a:prstGeom prst="rect">
                            <a:avLst/>
                          </a:prstGeom>
                          <a:noFill/>
                          <a:ln w="38100">
                            <a:noFill/>
                            <a:miter/>
                          </a:ln>
                        </p:spPr>
                      </p:pic>
                    </p:oleObj>
                  </mc:Fallback>
                </mc:AlternateContent>
              </a:graphicData>
            </a:graphic>
          </p:graphicFrame>
          <p:graphicFrame>
            <p:nvGraphicFramePr>
              <p:cNvPr id="77921" name="Object 98"/>
              <p:cNvGraphicFramePr>
                <a:graphicFrameLocks noChangeAspect="1"/>
              </p:cNvGraphicFramePr>
              <p:nvPr/>
            </p:nvGraphicFramePr>
            <p:xfrm>
              <a:off x="3528" y="3284"/>
              <a:ext cx="256" cy="263"/>
            </p:xfrm>
            <a:graphic>
              <a:graphicData uri="http://schemas.openxmlformats.org/presentationml/2006/ole">
                <mc:AlternateContent xmlns:mc="http://schemas.openxmlformats.org/markup-compatibility/2006">
                  <mc:Choice xmlns:v="urn:schemas-microsoft-com:vml" Requires="v">
                    <p:oleObj spid="_x0000_s3193" name="" r:id="rId47" imgW="233680" imgH="311150" progId="Equation.3">
                      <p:embed/>
                    </p:oleObj>
                  </mc:Choice>
                  <mc:Fallback>
                    <p:oleObj name="" r:id="rId47" imgW="233680" imgH="311150" progId="Equation.3">
                      <p:embed/>
                      <p:pic>
                        <p:nvPicPr>
                          <p:cNvPr id="0" name="图片 3192"/>
                          <p:cNvPicPr/>
                          <p:nvPr/>
                        </p:nvPicPr>
                        <p:blipFill>
                          <a:blip r:embed="rId48">
                            <a:clrChange>
                              <a:clrFrom>
                                <a:srgbClr val="000000"/>
                              </a:clrFrom>
                              <a:clrTo>
                                <a:srgbClr val="000000"/>
                              </a:clrTo>
                            </a:clrChange>
                          </a:blip>
                          <a:stretch>
                            <a:fillRect/>
                          </a:stretch>
                        </p:blipFill>
                        <p:spPr>
                          <a:xfrm>
                            <a:off x="3528" y="3284"/>
                            <a:ext cx="256" cy="263"/>
                          </a:xfrm>
                          <a:prstGeom prst="rect">
                            <a:avLst/>
                          </a:prstGeom>
                          <a:noFill/>
                          <a:ln w="38100">
                            <a:noFill/>
                            <a:miter/>
                          </a:ln>
                        </p:spPr>
                      </p:pic>
                    </p:oleObj>
                  </mc:Fallback>
                </mc:AlternateContent>
              </a:graphicData>
            </a:graphic>
          </p:graphicFrame>
          <p:graphicFrame>
            <p:nvGraphicFramePr>
              <p:cNvPr id="77922" name="Object 99"/>
              <p:cNvGraphicFramePr>
                <a:graphicFrameLocks noChangeAspect="1"/>
              </p:cNvGraphicFramePr>
              <p:nvPr/>
            </p:nvGraphicFramePr>
            <p:xfrm>
              <a:off x="3998" y="3284"/>
              <a:ext cx="312" cy="263"/>
            </p:xfrm>
            <a:graphic>
              <a:graphicData uri="http://schemas.openxmlformats.org/presentationml/2006/ole">
                <mc:AlternateContent xmlns:mc="http://schemas.openxmlformats.org/markup-compatibility/2006">
                  <mc:Choice xmlns:v="urn:schemas-microsoft-com:vml" Requires="v">
                    <p:oleObj spid="_x0000_s3194" name="" r:id="rId49" imgW="281940" imgH="311150" progId="Equation.3">
                      <p:embed/>
                    </p:oleObj>
                  </mc:Choice>
                  <mc:Fallback>
                    <p:oleObj name="" r:id="rId49" imgW="281940" imgH="311150" progId="Equation.3">
                      <p:embed/>
                      <p:pic>
                        <p:nvPicPr>
                          <p:cNvPr id="0" name="图片 3193"/>
                          <p:cNvPicPr/>
                          <p:nvPr/>
                        </p:nvPicPr>
                        <p:blipFill>
                          <a:blip r:embed="rId50">
                            <a:clrChange>
                              <a:clrFrom>
                                <a:srgbClr val="000000"/>
                              </a:clrFrom>
                              <a:clrTo>
                                <a:srgbClr val="000000"/>
                              </a:clrTo>
                            </a:clrChange>
                          </a:blip>
                          <a:stretch>
                            <a:fillRect/>
                          </a:stretch>
                        </p:blipFill>
                        <p:spPr>
                          <a:xfrm>
                            <a:off x="3998" y="3284"/>
                            <a:ext cx="312" cy="263"/>
                          </a:xfrm>
                          <a:prstGeom prst="rect">
                            <a:avLst/>
                          </a:prstGeom>
                          <a:noFill/>
                          <a:ln w="38100">
                            <a:noFill/>
                            <a:miter/>
                          </a:ln>
                        </p:spPr>
                      </p:pic>
                    </p:oleObj>
                  </mc:Fallback>
                </mc:AlternateContent>
              </a:graphicData>
            </a:graphic>
          </p:graphicFrame>
          <p:graphicFrame>
            <p:nvGraphicFramePr>
              <p:cNvPr id="77923" name="Object 100"/>
              <p:cNvGraphicFramePr>
                <a:graphicFrameLocks noChangeAspect="1"/>
              </p:cNvGraphicFramePr>
              <p:nvPr/>
            </p:nvGraphicFramePr>
            <p:xfrm>
              <a:off x="3771" y="3284"/>
              <a:ext cx="268" cy="263"/>
            </p:xfrm>
            <a:graphic>
              <a:graphicData uri="http://schemas.openxmlformats.org/presentationml/2006/ole">
                <mc:AlternateContent xmlns:mc="http://schemas.openxmlformats.org/markup-compatibility/2006">
                  <mc:Choice xmlns:v="urn:schemas-microsoft-com:vml" Requires="v">
                    <p:oleObj spid="_x0000_s3178" name="" r:id="rId51" imgW="243205" imgH="311150" progId="Equation.3">
                      <p:embed/>
                    </p:oleObj>
                  </mc:Choice>
                  <mc:Fallback>
                    <p:oleObj name="" r:id="rId51" imgW="243205" imgH="311150" progId="Equation.3">
                      <p:embed/>
                      <p:pic>
                        <p:nvPicPr>
                          <p:cNvPr id="0" name="图片 3177"/>
                          <p:cNvPicPr/>
                          <p:nvPr/>
                        </p:nvPicPr>
                        <p:blipFill>
                          <a:blip r:embed="rId52">
                            <a:clrChange>
                              <a:clrFrom>
                                <a:srgbClr val="000000"/>
                              </a:clrFrom>
                              <a:clrTo>
                                <a:srgbClr val="000000"/>
                              </a:clrTo>
                            </a:clrChange>
                          </a:blip>
                          <a:stretch>
                            <a:fillRect/>
                          </a:stretch>
                        </p:blipFill>
                        <p:spPr>
                          <a:xfrm>
                            <a:off x="3771" y="3284"/>
                            <a:ext cx="268" cy="263"/>
                          </a:xfrm>
                          <a:prstGeom prst="rect">
                            <a:avLst/>
                          </a:prstGeom>
                          <a:noFill/>
                          <a:ln w="38100">
                            <a:noFill/>
                            <a:miter/>
                          </a:ln>
                        </p:spPr>
                      </p:pic>
                    </p:oleObj>
                  </mc:Fallback>
                </mc:AlternateContent>
              </a:graphicData>
            </a:graphic>
          </p:graphicFrame>
          <p:graphicFrame>
            <p:nvGraphicFramePr>
              <p:cNvPr id="77924" name="Object 101"/>
              <p:cNvGraphicFramePr>
                <a:graphicFrameLocks noChangeAspect="1"/>
              </p:cNvGraphicFramePr>
              <p:nvPr/>
            </p:nvGraphicFramePr>
            <p:xfrm>
              <a:off x="4246" y="3284"/>
              <a:ext cx="295" cy="252"/>
            </p:xfrm>
            <a:graphic>
              <a:graphicData uri="http://schemas.openxmlformats.org/presentationml/2006/ole">
                <mc:AlternateContent xmlns:mc="http://schemas.openxmlformats.org/markup-compatibility/2006">
                  <mc:Choice xmlns:v="urn:schemas-microsoft-com:vml" Requires="v">
                    <p:oleObj spid="_x0000_s3181" name="" r:id="rId53" imgW="272415" imgH="301625" progId="Equation.3">
                      <p:embed/>
                    </p:oleObj>
                  </mc:Choice>
                  <mc:Fallback>
                    <p:oleObj name="" r:id="rId53" imgW="272415" imgH="301625" progId="Equation.3">
                      <p:embed/>
                      <p:pic>
                        <p:nvPicPr>
                          <p:cNvPr id="0" name="图片 3180"/>
                          <p:cNvPicPr/>
                          <p:nvPr/>
                        </p:nvPicPr>
                        <p:blipFill>
                          <a:blip r:embed="rId54">
                            <a:clrChange>
                              <a:clrFrom>
                                <a:srgbClr val="000000"/>
                              </a:clrFrom>
                              <a:clrTo>
                                <a:srgbClr val="000000"/>
                              </a:clrTo>
                            </a:clrChange>
                          </a:blip>
                          <a:stretch>
                            <a:fillRect/>
                          </a:stretch>
                        </p:blipFill>
                        <p:spPr>
                          <a:xfrm>
                            <a:off x="4246" y="3284"/>
                            <a:ext cx="295" cy="252"/>
                          </a:xfrm>
                          <a:prstGeom prst="rect">
                            <a:avLst/>
                          </a:prstGeom>
                          <a:noFill/>
                          <a:ln w="38100">
                            <a:noFill/>
                            <a:miter/>
                          </a:ln>
                        </p:spPr>
                      </p:pic>
                    </p:oleObj>
                  </mc:Fallback>
                </mc:AlternateContent>
              </a:graphicData>
            </a:graphic>
          </p:graphicFrame>
          <p:graphicFrame>
            <p:nvGraphicFramePr>
              <p:cNvPr id="77925" name="Object 102"/>
              <p:cNvGraphicFramePr>
                <a:graphicFrameLocks noChangeAspect="1"/>
              </p:cNvGraphicFramePr>
              <p:nvPr/>
            </p:nvGraphicFramePr>
            <p:xfrm>
              <a:off x="4762" y="3284"/>
              <a:ext cx="296" cy="263"/>
            </p:xfrm>
            <a:graphic>
              <a:graphicData uri="http://schemas.openxmlformats.org/presentationml/2006/ole">
                <mc:AlternateContent xmlns:mc="http://schemas.openxmlformats.org/markup-compatibility/2006">
                  <mc:Choice xmlns:v="urn:schemas-microsoft-com:vml" Requires="v">
                    <p:oleObj spid="_x0000_s3182" name="" r:id="rId55" imgW="272415" imgH="311150" progId="Equation.3">
                      <p:embed/>
                    </p:oleObj>
                  </mc:Choice>
                  <mc:Fallback>
                    <p:oleObj name="" r:id="rId55" imgW="272415" imgH="311150" progId="Equation.3">
                      <p:embed/>
                      <p:pic>
                        <p:nvPicPr>
                          <p:cNvPr id="0" name="图片 3181"/>
                          <p:cNvPicPr/>
                          <p:nvPr/>
                        </p:nvPicPr>
                        <p:blipFill>
                          <a:blip r:embed="rId56">
                            <a:clrChange>
                              <a:clrFrom>
                                <a:srgbClr val="000000"/>
                              </a:clrFrom>
                              <a:clrTo>
                                <a:srgbClr val="000000"/>
                              </a:clrTo>
                            </a:clrChange>
                          </a:blip>
                          <a:stretch>
                            <a:fillRect/>
                          </a:stretch>
                        </p:blipFill>
                        <p:spPr>
                          <a:xfrm>
                            <a:off x="4762" y="3284"/>
                            <a:ext cx="296" cy="263"/>
                          </a:xfrm>
                          <a:prstGeom prst="rect">
                            <a:avLst/>
                          </a:prstGeom>
                          <a:noFill/>
                          <a:ln w="38100">
                            <a:noFill/>
                            <a:miter/>
                          </a:ln>
                        </p:spPr>
                      </p:pic>
                    </p:oleObj>
                  </mc:Fallback>
                </mc:AlternateContent>
              </a:graphicData>
            </a:graphic>
          </p:graphicFrame>
          <p:graphicFrame>
            <p:nvGraphicFramePr>
              <p:cNvPr id="77926" name="Object 103"/>
              <p:cNvGraphicFramePr>
                <a:graphicFrameLocks noChangeAspect="1"/>
              </p:cNvGraphicFramePr>
              <p:nvPr/>
            </p:nvGraphicFramePr>
            <p:xfrm>
              <a:off x="4480" y="3284"/>
              <a:ext cx="311" cy="252"/>
            </p:xfrm>
            <a:graphic>
              <a:graphicData uri="http://schemas.openxmlformats.org/presentationml/2006/ole">
                <mc:AlternateContent xmlns:mc="http://schemas.openxmlformats.org/markup-compatibility/2006">
                  <mc:Choice xmlns:v="urn:schemas-microsoft-com:vml" Requires="v">
                    <p:oleObj spid="_x0000_s3190" name="" r:id="rId57" imgW="281940" imgH="301625" progId="Equation.3">
                      <p:embed/>
                    </p:oleObj>
                  </mc:Choice>
                  <mc:Fallback>
                    <p:oleObj name="" r:id="rId57" imgW="281940" imgH="301625" progId="Equation.3">
                      <p:embed/>
                      <p:pic>
                        <p:nvPicPr>
                          <p:cNvPr id="0" name="图片 3189"/>
                          <p:cNvPicPr/>
                          <p:nvPr/>
                        </p:nvPicPr>
                        <p:blipFill>
                          <a:blip r:embed="rId58">
                            <a:clrChange>
                              <a:clrFrom>
                                <a:srgbClr val="000000"/>
                              </a:clrFrom>
                              <a:clrTo>
                                <a:srgbClr val="000000"/>
                              </a:clrTo>
                            </a:clrChange>
                          </a:blip>
                          <a:stretch>
                            <a:fillRect/>
                          </a:stretch>
                        </p:blipFill>
                        <p:spPr>
                          <a:xfrm>
                            <a:off x="4480" y="3284"/>
                            <a:ext cx="311" cy="252"/>
                          </a:xfrm>
                          <a:prstGeom prst="rect">
                            <a:avLst/>
                          </a:prstGeom>
                          <a:noFill/>
                          <a:ln w="38100">
                            <a:noFill/>
                            <a:miter/>
                          </a:ln>
                        </p:spPr>
                      </p:pic>
                    </p:oleObj>
                  </mc:Fallback>
                </mc:AlternateContent>
              </a:graphicData>
            </a:graphic>
          </p:graphicFrame>
          <p:graphicFrame>
            <p:nvGraphicFramePr>
              <p:cNvPr id="77927" name="Object 104"/>
              <p:cNvGraphicFramePr>
                <a:graphicFrameLocks noChangeAspect="1"/>
              </p:cNvGraphicFramePr>
              <p:nvPr/>
            </p:nvGraphicFramePr>
            <p:xfrm>
              <a:off x="5002" y="3284"/>
              <a:ext cx="311" cy="252"/>
            </p:xfrm>
            <a:graphic>
              <a:graphicData uri="http://schemas.openxmlformats.org/presentationml/2006/ole">
                <mc:AlternateContent xmlns:mc="http://schemas.openxmlformats.org/markup-compatibility/2006">
                  <mc:Choice xmlns:v="urn:schemas-microsoft-com:vml" Requires="v">
                    <p:oleObj spid="_x0000_s3185" name="" r:id="rId59" imgW="281940" imgH="301625" progId="Equation.3">
                      <p:embed/>
                    </p:oleObj>
                  </mc:Choice>
                  <mc:Fallback>
                    <p:oleObj name="" r:id="rId59" imgW="281940" imgH="301625" progId="Equation.3">
                      <p:embed/>
                      <p:pic>
                        <p:nvPicPr>
                          <p:cNvPr id="0" name="图片 3184"/>
                          <p:cNvPicPr/>
                          <p:nvPr/>
                        </p:nvPicPr>
                        <p:blipFill>
                          <a:blip r:embed="rId60">
                            <a:clrChange>
                              <a:clrFrom>
                                <a:srgbClr val="000000"/>
                              </a:clrFrom>
                              <a:clrTo>
                                <a:srgbClr val="000000"/>
                              </a:clrTo>
                            </a:clrChange>
                          </a:blip>
                          <a:stretch>
                            <a:fillRect/>
                          </a:stretch>
                        </p:blipFill>
                        <p:spPr>
                          <a:xfrm>
                            <a:off x="5002" y="3284"/>
                            <a:ext cx="311" cy="252"/>
                          </a:xfrm>
                          <a:prstGeom prst="rect">
                            <a:avLst/>
                          </a:prstGeom>
                          <a:noFill/>
                          <a:ln w="38100">
                            <a:noFill/>
                            <a:miter/>
                          </a:ln>
                        </p:spPr>
                      </p:pic>
                    </p:oleObj>
                  </mc:Fallback>
                </mc:AlternateContent>
              </a:graphicData>
            </a:graphic>
          </p:graphicFrame>
        </p:grpSp>
        <p:sp>
          <p:nvSpPr>
            <p:cNvPr id="77928" name="Text Box 105"/>
            <p:cNvSpPr txBox="1"/>
            <p:nvPr/>
          </p:nvSpPr>
          <p:spPr>
            <a:xfrm>
              <a:off x="864" y="3600"/>
              <a:ext cx="4143" cy="327"/>
            </a:xfrm>
            <a:prstGeom prst="rect">
              <a:avLst/>
            </a:prstGeom>
            <a:noFill/>
            <a:ln w="9525">
              <a:noFill/>
            </a:ln>
          </p:spPr>
          <p:txBody>
            <a:bodyPr anchor="t" anchorCtr="0">
              <a:spAutoFit/>
            </a:bodyPr>
            <a:p>
              <a:pPr algn="ctr">
                <a:spcBef>
                  <a:spcPct val="50000"/>
                </a:spcBef>
              </a:pPr>
              <a:r>
                <a:rPr lang="zh-CN" altLang="en-US" sz="2800" b="1" i="0" dirty="0">
                  <a:latin typeface="Times New Roman" panose="02020603050405020304" pitchFamily="18" charset="0"/>
                  <a:ea typeface="宋体" panose="02010600030101010101" pitchFamily="2" charset="-122"/>
                </a:rPr>
                <a:t>用两片</a:t>
              </a:r>
              <a:r>
                <a:rPr lang="en-US" altLang="zh-CN" sz="2800" b="1" i="0" dirty="0">
                  <a:latin typeface="Times New Roman" panose="02020603050405020304" pitchFamily="18" charset="0"/>
                  <a:ea typeface="宋体" panose="02010600030101010101" pitchFamily="2" charset="-122"/>
                </a:rPr>
                <a:t>74LS148</a:t>
              </a:r>
              <a:r>
                <a:rPr lang="zh-CN" altLang="zh-CN" sz="2800" b="1" i="0" dirty="0">
                  <a:latin typeface="Times New Roman" panose="02020603050405020304" pitchFamily="18" charset="0"/>
                  <a:ea typeface="宋体" panose="02010600030101010101" pitchFamily="2" charset="-122"/>
                </a:rPr>
                <a:t>组成的16线－4线编码器</a:t>
              </a:r>
              <a:endParaRPr lang="zh-CN" altLang="en-US" sz="2800" b="1" i="0" dirty="0">
                <a:latin typeface="Times New Roman" panose="02020603050405020304" pitchFamily="18" charset="0"/>
                <a:ea typeface="宋体" panose="02010600030101010101" pitchFamily="2" charset="-122"/>
              </a:endParaRPr>
            </a:p>
          </p:txBody>
        </p:sp>
        <p:grpSp>
          <p:nvGrpSpPr>
            <p:cNvPr id="77929" name="Group 106"/>
            <p:cNvGrpSpPr/>
            <p:nvPr/>
          </p:nvGrpSpPr>
          <p:grpSpPr>
            <a:xfrm>
              <a:off x="4632" y="812"/>
              <a:ext cx="206" cy="284"/>
              <a:chOff x="5044" y="864"/>
              <a:chExt cx="223" cy="284"/>
            </a:xfrm>
          </p:grpSpPr>
          <p:grpSp>
            <p:nvGrpSpPr>
              <p:cNvPr id="77930" name="Group 107"/>
              <p:cNvGrpSpPr/>
              <p:nvPr/>
            </p:nvGrpSpPr>
            <p:grpSpPr>
              <a:xfrm>
                <a:off x="5044" y="1031"/>
                <a:ext cx="223" cy="117"/>
                <a:chOff x="2280" y="2676"/>
                <a:chExt cx="315" cy="213"/>
              </a:xfrm>
            </p:grpSpPr>
            <p:sp>
              <p:nvSpPr>
                <p:cNvPr id="77931" name="Rectangle 108"/>
                <p:cNvSpPr/>
                <p:nvPr/>
              </p:nvSpPr>
              <p:spPr>
                <a:xfrm>
                  <a:off x="2280" y="2733"/>
                  <a:ext cx="315" cy="156"/>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32" name="Oval 109"/>
                <p:cNvSpPr/>
                <p:nvPr/>
              </p:nvSpPr>
              <p:spPr>
                <a:xfrm>
                  <a:off x="2409" y="2676"/>
                  <a:ext cx="57"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77933" name="Line 110"/>
              <p:cNvSpPr/>
              <p:nvPr/>
            </p:nvSpPr>
            <p:spPr>
              <a:xfrm flipV="1">
                <a:off x="5156" y="864"/>
                <a:ext cx="0" cy="159"/>
              </a:xfrm>
              <a:prstGeom prst="line">
                <a:avLst/>
              </a:prstGeom>
              <a:ln w="9525" cap="flat" cmpd="sng">
                <a:solidFill>
                  <a:schemeClr val="tx1"/>
                </a:solidFill>
                <a:prstDash val="solid"/>
                <a:round/>
                <a:headEnd type="none" w="med" len="med"/>
                <a:tailEnd type="none" w="med" len="med"/>
              </a:ln>
            </p:spPr>
          </p:sp>
        </p:grpSp>
        <p:grpSp>
          <p:nvGrpSpPr>
            <p:cNvPr id="77934" name="Group 111"/>
            <p:cNvGrpSpPr/>
            <p:nvPr/>
          </p:nvGrpSpPr>
          <p:grpSpPr>
            <a:xfrm>
              <a:off x="1802" y="800"/>
              <a:ext cx="206" cy="300"/>
              <a:chOff x="1978" y="852"/>
              <a:chExt cx="223" cy="300"/>
            </a:xfrm>
          </p:grpSpPr>
          <p:sp>
            <p:nvSpPr>
              <p:cNvPr id="77935" name="Rectangle 112"/>
              <p:cNvSpPr/>
              <p:nvPr/>
            </p:nvSpPr>
            <p:spPr>
              <a:xfrm>
                <a:off x="1978" y="1065"/>
                <a:ext cx="223" cy="87"/>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36" name="Oval 113"/>
              <p:cNvSpPr/>
              <p:nvPr/>
            </p:nvSpPr>
            <p:spPr>
              <a:xfrm>
                <a:off x="2070" y="1035"/>
                <a:ext cx="39" cy="30"/>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37" name="Line 114"/>
              <p:cNvSpPr/>
              <p:nvPr/>
            </p:nvSpPr>
            <p:spPr>
              <a:xfrm flipV="1">
                <a:off x="2092" y="852"/>
                <a:ext cx="0" cy="172"/>
              </a:xfrm>
              <a:prstGeom prst="line">
                <a:avLst/>
              </a:prstGeom>
              <a:ln w="9525" cap="flat" cmpd="sng">
                <a:solidFill>
                  <a:schemeClr val="tx1"/>
                </a:solidFill>
                <a:prstDash val="solid"/>
                <a:round/>
                <a:headEnd type="none" w="med" len="med"/>
                <a:tailEnd type="none" w="med" len="med"/>
              </a:ln>
            </p:spPr>
          </p:sp>
        </p:grpSp>
        <p:grpSp>
          <p:nvGrpSpPr>
            <p:cNvPr id="77938" name="Group 115"/>
            <p:cNvGrpSpPr/>
            <p:nvPr/>
          </p:nvGrpSpPr>
          <p:grpSpPr>
            <a:xfrm>
              <a:off x="3194" y="1699"/>
              <a:ext cx="1920" cy="1525"/>
              <a:chOff x="3486" y="1751"/>
              <a:chExt cx="2080" cy="1525"/>
            </a:xfrm>
          </p:grpSpPr>
          <p:sp>
            <p:nvSpPr>
              <p:cNvPr id="77939" name="Rectangle 116"/>
              <p:cNvSpPr/>
              <p:nvPr/>
            </p:nvSpPr>
            <p:spPr>
              <a:xfrm>
                <a:off x="3561" y="1808"/>
                <a:ext cx="1933" cy="1029"/>
              </a:xfrm>
              <a:prstGeom prst="rect">
                <a:avLst/>
              </a:prstGeom>
              <a:solidFill>
                <a:srgbClr val="CCFFCC"/>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0" name="Text Box 117"/>
              <p:cNvSpPr txBox="1"/>
              <p:nvPr/>
            </p:nvSpPr>
            <p:spPr>
              <a:xfrm>
                <a:off x="4379" y="2237"/>
                <a:ext cx="509" cy="218"/>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(1)</a:t>
                </a:r>
                <a:endParaRPr lang="en-US" altLang="zh-CN" sz="1000" i="0" dirty="0">
                  <a:latin typeface="Times New Roman" panose="02020603050405020304" pitchFamily="18" charset="0"/>
                  <a:ea typeface="宋体" panose="02010600030101010101" pitchFamily="2" charset="-122"/>
                </a:endParaRPr>
              </a:p>
            </p:txBody>
          </p:sp>
          <p:sp>
            <p:nvSpPr>
              <p:cNvPr id="77941" name="Oval 118"/>
              <p:cNvSpPr/>
              <p:nvPr/>
            </p:nvSpPr>
            <p:spPr>
              <a:xfrm>
                <a:off x="3486" y="2283"/>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2" name="Oval 119"/>
              <p:cNvSpPr/>
              <p:nvPr/>
            </p:nvSpPr>
            <p:spPr>
              <a:xfrm>
                <a:off x="5494" y="2283"/>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3" name="Oval 120"/>
              <p:cNvSpPr/>
              <p:nvPr/>
            </p:nvSpPr>
            <p:spPr>
              <a:xfrm>
                <a:off x="3712"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4" name="Oval 121"/>
              <p:cNvSpPr/>
              <p:nvPr/>
            </p:nvSpPr>
            <p:spPr>
              <a:xfrm>
                <a:off x="3935"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5" name="Oval 122"/>
              <p:cNvSpPr/>
              <p:nvPr/>
            </p:nvSpPr>
            <p:spPr>
              <a:xfrm>
                <a:off x="4379"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6" name="Oval 123"/>
              <p:cNvSpPr/>
              <p:nvPr/>
            </p:nvSpPr>
            <p:spPr>
              <a:xfrm>
                <a:off x="4156"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7" name="Oval 124"/>
              <p:cNvSpPr/>
              <p:nvPr/>
            </p:nvSpPr>
            <p:spPr>
              <a:xfrm>
                <a:off x="4602" y="2837"/>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8" name="Oval 125"/>
              <p:cNvSpPr/>
              <p:nvPr/>
            </p:nvSpPr>
            <p:spPr>
              <a:xfrm>
                <a:off x="4824" y="2837"/>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9" name="Oval 126"/>
              <p:cNvSpPr/>
              <p:nvPr/>
            </p:nvSpPr>
            <p:spPr>
              <a:xfrm>
                <a:off x="5049" y="2837"/>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50" name="Oval 127"/>
              <p:cNvSpPr/>
              <p:nvPr/>
            </p:nvSpPr>
            <p:spPr>
              <a:xfrm>
                <a:off x="5270" y="2837"/>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51" name="Oval 128"/>
              <p:cNvSpPr/>
              <p:nvPr/>
            </p:nvSpPr>
            <p:spPr>
              <a:xfrm>
                <a:off x="3860" y="1751"/>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52" name="Oval 129"/>
              <p:cNvSpPr/>
              <p:nvPr/>
            </p:nvSpPr>
            <p:spPr>
              <a:xfrm>
                <a:off x="4157" y="1751"/>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53" name="Oval 130"/>
              <p:cNvSpPr/>
              <p:nvPr/>
            </p:nvSpPr>
            <p:spPr>
              <a:xfrm>
                <a:off x="4455" y="1751"/>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54" name="Oval 131"/>
              <p:cNvSpPr/>
              <p:nvPr/>
            </p:nvSpPr>
            <p:spPr>
              <a:xfrm>
                <a:off x="5122" y="1751"/>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55" name="Line 132"/>
              <p:cNvSpPr/>
              <p:nvPr/>
            </p:nvSpPr>
            <p:spPr>
              <a:xfrm>
                <a:off x="4195" y="2892"/>
                <a:ext cx="0" cy="374"/>
              </a:xfrm>
              <a:prstGeom prst="line">
                <a:avLst/>
              </a:prstGeom>
              <a:ln w="9525" cap="flat" cmpd="sng">
                <a:solidFill>
                  <a:schemeClr val="tx1"/>
                </a:solidFill>
                <a:prstDash val="solid"/>
                <a:round/>
                <a:headEnd type="none" w="med" len="med"/>
                <a:tailEnd type="none" w="med" len="med"/>
              </a:ln>
            </p:spPr>
          </p:sp>
          <p:sp>
            <p:nvSpPr>
              <p:cNvPr id="77956" name="Line 133"/>
              <p:cNvSpPr/>
              <p:nvPr/>
            </p:nvSpPr>
            <p:spPr>
              <a:xfrm>
                <a:off x="4416" y="2891"/>
                <a:ext cx="0" cy="374"/>
              </a:xfrm>
              <a:prstGeom prst="line">
                <a:avLst/>
              </a:prstGeom>
              <a:ln w="9525" cap="flat" cmpd="sng">
                <a:solidFill>
                  <a:schemeClr val="tx1"/>
                </a:solidFill>
                <a:prstDash val="solid"/>
                <a:round/>
                <a:headEnd type="none" w="med" len="med"/>
                <a:tailEnd type="none" w="med" len="med"/>
              </a:ln>
            </p:spPr>
          </p:sp>
          <p:sp>
            <p:nvSpPr>
              <p:cNvPr id="77957" name="Line 134"/>
              <p:cNvSpPr/>
              <p:nvPr/>
            </p:nvSpPr>
            <p:spPr>
              <a:xfrm>
                <a:off x="4650" y="2892"/>
                <a:ext cx="0" cy="374"/>
              </a:xfrm>
              <a:prstGeom prst="line">
                <a:avLst/>
              </a:prstGeom>
              <a:ln w="9525" cap="flat" cmpd="sng">
                <a:solidFill>
                  <a:schemeClr val="tx1"/>
                </a:solidFill>
                <a:prstDash val="solid"/>
                <a:round/>
                <a:headEnd type="none" w="med" len="med"/>
                <a:tailEnd type="none" w="med" len="med"/>
              </a:ln>
            </p:spPr>
          </p:sp>
          <p:sp>
            <p:nvSpPr>
              <p:cNvPr id="77958" name="Line 135"/>
              <p:cNvSpPr/>
              <p:nvPr/>
            </p:nvSpPr>
            <p:spPr>
              <a:xfrm>
                <a:off x="5091" y="2894"/>
                <a:ext cx="0" cy="373"/>
              </a:xfrm>
              <a:prstGeom prst="line">
                <a:avLst/>
              </a:prstGeom>
              <a:ln w="9525" cap="flat" cmpd="sng">
                <a:solidFill>
                  <a:schemeClr val="tx1"/>
                </a:solidFill>
                <a:prstDash val="solid"/>
                <a:round/>
                <a:headEnd type="none" w="med" len="med"/>
                <a:tailEnd type="none" w="med" len="med"/>
              </a:ln>
            </p:spPr>
          </p:sp>
          <p:sp>
            <p:nvSpPr>
              <p:cNvPr id="77959" name="Line 136"/>
              <p:cNvSpPr/>
              <p:nvPr/>
            </p:nvSpPr>
            <p:spPr>
              <a:xfrm>
                <a:off x="5299" y="2892"/>
                <a:ext cx="0" cy="374"/>
              </a:xfrm>
              <a:prstGeom prst="line">
                <a:avLst/>
              </a:prstGeom>
              <a:ln w="9525" cap="flat" cmpd="sng">
                <a:solidFill>
                  <a:schemeClr val="tx1"/>
                </a:solidFill>
                <a:prstDash val="solid"/>
                <a:round/>
                <a:headEnd type="none" w="med" len="med"/>
                <a:tailEnd type="none" w="med" len="med"/>
              </a:ln>
            </p:spPr>
          </p:sp>
          <p:graphicFrame>
            <p:nvGraphicFramePr>
              <p:cNvPr id="77960" name="Object 137"/>
              <p:cNvGraphicFramePr>
                <a:graphicFrameLocks noChangeAspect="1"/>
              </p:cNvGraphicFramePr>
              <p:nvPr/>
            </p:nvGraphicFramePr>
            <p:xfrm>
              <a:off x="3679" y="2206"/>
              <a:ext cx="280" cy="185"/>
            </p:xfrm>
            <a:graphic>
              <a:graphicData uri="http://schemas.openxmlformats.org/presentationml/2006/ole">
                <mc:AlternateContent xmlns:mc="http://schemas.openxmlformats.org/markup-compatibility/2006">
                  <mc:Choice xmlns:v="urn:schemas-microsoft-com:vml" Requires="v">
                    <p:oleObj spid="_x0000_s3207" name="" r:id="rId61" imgW="262890" imgH="223520" progId="Equation.3">
                      <p:embed/>
                    </p:oleObj>
                  </mc:Choice>
                  <mc:Fallback>
                    <p:oleObj name="" r:id="rId61" imgW="262890" imgH="223520" progId="Equation.3">
                      <p:embed/>
                      <p:pic>
                        <p:nvPicPr>
                          <p:cNvPr id="0" name="图片 3206"/>
                          <p:cNvPicPr/>
                          <p:nvPr/>
                        </p:nvPicPr>
                        <p:blipFill>
                          <a:blip r:embed="rId62">
                            <a:clrChange>
                              <a:clrFrom>
                                <a:srgbClr val="000000"/>
                              </a:clrFrom>
                              <a:clrTo>
                                <a:srgbClr val="000000"/>
                              </a:clrTo>
                            </a:clrChange>
                          </a:blip>
                          <a:stretch>
                            <a:fillRect/>
                          </a:stretch>
                        </p:blipFill>
                        <p:spPr>
                          <a:xfrm>
                            <a:off x="3679" y="2206"/>
                            <a:ext cx="280" cy="185"/>
                          </a:xfrm>
                          <a:prstGeom prst="rect">
                            <a:avLst/>
                          </a:prstGeom>
                          <a:noFill/>
                          <a:ln w="38100">
                            <a:noFill/>
                            <a:miter/>
                          </a:ln>
                        </p:spPr>
                      </p:pic>
                    </p:oleObj>
                  </mc:Fallback>
                </mc:AlternateContent>
              </a:graphicData>
            </a:graphic>
          </p:graphicFrame>
          <p:graphicFrame>
            <p:nvGraphicFramePr>
              <p:cNvPr id="77961" name="Object 138"/>
              <p:cNvGraphicFramePr>
                <a:graphicFrameLocks noChangeAspect="1"/>
              </p:cNvGraphicFramePr>
              <p:nvPr/>
            </p:nvGraphicFramePr>
            <p:xfrm>
              <a:off x="4965" y="1870"/>
              <a:ext cx="540" cy="188"/>
            </p:xfrm>
            <a:graphic>
              <a:graphicData uri="http://schemas.openxmlformats.org/presentationml/2006/ole">
                <mc:AlternateContent xmlns:mc="http://schemas.openxmlformats.org/markup-compatibility/2006">
                  <mc:Choice xmlns:v="urn:schemas-microsoft-com:vml" Requires="v">
                    <p:oleObj spid="_x0000_s3209" name="" r:id="rId63" imgW="495300" imgH="215900" progId="Equation.3">
                      <p:embed/>
                    </p:oleObj>
                  </mc:Choice>
                  <mc:Fallback>
                    <p:oleObj name="" r:id="rId63" imgW="495300" imgH="215900" progId="Equation.3">
                      <p:embed/>
                      <p:pic>
                        <p:nvPicPr>
                          <p:cNvPr id="0" name="图片 3208"/>
                          <p:cNvPicPr/>
                          <p:nvPr/>
                        </p:nvPicPr>
                        <p:blipFill>
                          <a:blip r:embed="rId64"/>
                          <a:stretch>
                            <a:fillRect/>
                          </a:stretch>
                        </p:blipFill>
                        <p:spPr>
                          <a:xfrm>
                            <a:off x="4965" y="1870"/>
                            <a:ext cx="540" cy="188"/>
                          </a:xfrm>
                          <a:prstGeom prst="rect">
                            <a:avLst/>
                          </a:prstGeom>
                          <a:noFill/>
                          <a:ln w="38100">
                            <a:noFill/>
                            <a:miter/>
                          </a:ln>
                        </p:spPr>
                      </p:pic>
                    </p:oleObj>
                  </mc:Fallback>
                </mc:AlternateContent>
              </a:graphicData>
            </a:graphic>
          </p:graphicFrame>
          <p:graphicFrame>
            <p:nvGraphicFramePr>
              <p:cNvPr id="77962" name="Object 139"/>
              <p:cNvGraphicFramePr>
                <a:graphicFrameLocks noChangeAspect="1"/>
              </p:cNvGraphicFramePr>
              <p:nvPr/>
            </p:nvGraphicFramePr>
            <p:xfrm>
              <a:off x="5214" y="2256"/>
              <a:ext cx="210" cy="174"/>
            </p:xfrm>
            <a:graphic>
              <a:graphicData uri="http://schemas.openxmlformats.org/presentationml/2006/ole">
                <mc:AlternateContent xmlns:mc="http://schemas.openxmlformats.org/markup-compatibility/2006">
                  <mc:Choice xmlns:v="urn:schemas-microsoft-com:vml" Requires="v">
                    <p:oleObj spid="_x0000_s3199" name="" r:id="rId65" imgW="194310" imgH="204470" progId="Equation.3">
                      <p:embed/>
                    </p:oleObj>
                  </mc:Choice>
                  <mc:Fallback>
                    <p:oleObj name="" r:id="rId65" imgW="194310" imgH="204470" progId="Equation.3">
                      <p:embed/>
                      <p:pic>
                        <p:nvPicPr>
                          <p:cNvPr id="0" name="图片 3198"/>
                          <p:cNvPicPr/>
                          <p:nvPr/>
                        </p:nvPicPr>
                        <p:blipFill>
                          <a:blip r:embed="rId66">
                            <a:clrChange>
                              <a:clrFrom>
                                <a:srgbClr val="000000"/>
                              </a:clrFrom>
                              <a:clrTo>
                                <a:srgbClr val="000000"/>
                              </a:clrTo>
                            </a:clrChange>
                          </a:blip>
                          <a:stretch>
                            <a:fillRect/>
                          </a:stretch>
                        </p:blipFill>
                        <p:spPr>
                          <a:xfrm>
                            <a:off x="5214" y="2256"/>
                            <a:ext cx="210" cy="174"/>
                          </a:xfrm>
                          <a:prstGeom prst="rect">
                            <a:avLst/>
                          </a:prstGeom>
                          <a:noFill/>
                          <a:ln w="38100">
                            <a:noFill/>
                            <a:miter/>
                          </a:ln>
                        </p:spPr>
                      </p:pic>
                    </p:oleObj>
                  </mc:Fallback>
                </mc:AlternateContent>
              </a:graphicData>
            </a:graphic>
          </p:graphicFrame>
          <p:graphicFrame>
            <p:nvGraphicFramePr>
              <p:cNvPr id="77963" name="Object 140"/>
              <p:cNvGraphicFramePr>
                <a:graphicFrameLocks noChangeAspect="1"/>
              </p:cNvGraphicFramePr>
              <p:nvPr/>
            </p:nvGraphicFramePr>
            <p:xfrm>
              <a:off x="3779" y="1832"/>
              <a:ext cx="224" cy="263"/>
            </p:xfrm>
            <a:graphic>
              <a:graphicData uri="http://schemas.openxmlformats.org/presentationml/2006/ole">
                <mc:AlternateContent xmlns:mc="http://schemas.openxmlformats.org/markup-compatibility/2006">
                  <mc:Choice xmlns:v="urn:schemas-microsoft-com:vml" Requires="v">
                    <p:oleObj spid="_x0000_s3208" name="" r:id="rId67" imgW="204470" imgH="311150" progId="Equation.3">
                      <p:embed/>
                    </p:oleObj>
                  </mc:Choice>
                  <mc:Fallback>
                    <p:oleObj name="" r:id="rId67" imgW="204470" imgH="311150" progId="Equation.3">
                      <p:embed/>
                      <p:pic>
                        <p:nvPicPr>
                          <p:cNvPr id="0" name="图片 3207"/>
                          <p:cNvPicPr/>
                          <p:nvPr/>
                        </p:nvPicPr>
                        <p:blipFill>
                          <a:blip r:embed="rId68">
                            <a:clrChange>
                              <a:clrFrom>
                                <a:srgbClr val="000000"/>
                              </a:clrFrom>
                              <a:clrTo>
                                <a:srgbClr val="000000"/>
                              </a:clrTo>
                            </a:clrChange>
                          </a:blip>
                          <a:stretch>
                            <a:fillRect/>
                          </a:stretch>
                        </p:blipFill>
                        <p:spPr>
                          <a:xfrm>
                            <a:off x="3779" y="1832"/>
                            <a:ext cx="224" cy="263"/>
                          </a:xfrm>
                          <a:prstGeom prst="rect">
                            <a:avLst/>
                          </a:prstGeom>
                          <a:noFill/>
                          <a:ln w="38100">
                            <a:noFill/>
                            <a:miter/>
                          </a:ln>
                        </p:spPr>
                      </p:pic>
                    </p:oleObj>
                  </mc:Fallback>
                </mc:AlternateContent>
              </a:graphicData>
            </a:graphic>
          </p:graphicFrame>
          <p:graphicFrame>
            <p:nvGraphicFramePr>
              <p:cNvPr id="77964" name="Object 141"/>
              <p:cNvGraphicFramePr>
                <a:graphicFrameLocks noChangeAspect="1"/>
              </p:cNvGraphicFramePr>
              <p:nvPr/>
            </p:nvGraphicFramePr>
            <p:xfrm>
              <a:off x="4458" y="1838"/>
              <a:ext cx="225" cy="251"/>
            </p:xfrm>
            <a:graphic>
              <a:graphicData uri="http://schemas.openxmlformats.org/presentationml/2006/ole">
                <mc:AlternateContent xmlns:mc="http://schemas.openxmlformats.org/markup-compatibility/2006">
                  <mc:Choice xmlns:v="urn:schemas-microsoft-com:vml" Requires="v">
                    <p:oleObj spid="_x0000_s3211" name="" r:id="rId69" imgW="204470" imgH="301625" progId="Equation.3">
                      <p:embed/>
                    </p:oleObj>
                  </mc:Choice>
                  <mc:Fallback>
                    <p:oleObj name="" r:id="rId69" imgW="204470" imgH="301625" progId="Equation.3">
                      <p:embed/>
                      <p:pic>
                        <p:nvPicPr>
                          <p:cNvPr id="0" name="图片 3210"/>
                          <p:cNvPicPr/>
                          <p:nvPr/>
                        </p:nvPicPr>
                        <p:blipFill>
                          <a:blip r:embed="rId70">
                            <a:clrChange>
                              <a:clrFrom>
                                <a:srgbClr val="000000"/>
                              </a:clrFrom>
                              <a:clrTo>
                                <a:srgbClr val="000000"/>
                              </a:clrTo>
                            </a:clrChange>
                          </a:blip>
                          <a:stretch>
                            <a:fillRect/>
                          </a:stretch>
                        </p:blipFill>
                        <p:spPr>
                          <a:xfrm>
                            <a:off x="4458" y="1838"/>
                            <a:ext cx="225" cy="251"/>
                          </a:xfrm>
                          <a:prstGeom prst="rect">
                            <a:avLst/>
                          </a:prstGeom>
                          <a:noFill/>
                          <a:ln w="38100">
                            <a:noFill/>
                            <a:miter/>
                          </a:ln>
                        </p:spPr>
                      </p:pic>
                    </p:oleObj>
                  </mc:Fallback>
                </mc:AlternateContent>
              </a:graphicData>
            </a:graphic>
          </p:graphicFrame>
          <p:graphicFrame>
            <p:nvGraphicFramePr>
              <p:cNvPr id="77965" name="Object 142"/>
              <p:cNvGraphicFramePr>
                <a:graphicFrameLocks noChangeAspect="1"/>
              </p:cNvGraphicFramePr>
              <p:nvPr/>
            </p:nvGraphicFramePr>
            <p:xfrm>
              <a:off x="4123" y="1838"/>
              <a:ext cx="213" cy="251"/>
            </p:xfrm>
            <a:graphic>
              <a:graphicData uri="http://schemas.openxmlformats.org/presentationml/2006/ole">
                <mc:AlternateContent xmlns:mc="http://schemas.openxmlformats.org/markup-compatibility/2006">
                  <mc:Choice xmlns:v="urn:schemas-microsoft-com:vml" Requires="v">
                    <p:oleObj spid="_x0000_s3210" name="" r:id="rId71" imgW="194310" imgH="301625" progId="Equation.3">
                      <p:embed/>
                    </p:oleObj>
                  </mc:Choice>
                  <mc:Fallback>
                    <p:oleObj name="" r:id="rId71" imgW="194310" imgH="301625" progId="Equation.3">
                      <p:embed/>
                      <p:pic>
                        <p:nvPicPr>
                          <p:cNvPr id="0" name="图片 3209"/>
                          <p:cNvPicPr/>
                          <p:nvPr/>
                        </p:nvPicPr>
                        <p:blipFill>
                          <a:blip r:embed="rId72">
                            <a:clrChange>
                              <a:clrFrom>
                                <a:srgbClr val="000000"/>
                              </a:clrFrom>
                              <a:clrTo>
                                <a:srgbClr val="000000"/>
                              </a:clrTo>
                            </a:clrChange>
                          </a:blip>
                          <a:stretch>
                            <a:fillRect/>
                          </a:stretch>
                        </p:blipFill>
                        <p:spPr>
                          <a:xfrm>
                            <a:off x="4123" y="1838"/>
                            <a:ext cx="213" cy="251"/>
                          </a:xfrm>
                          <a:prstGeom prst="rect">
                            <a:avLst/>
                          </a:prstGeom>
                          <a:noFill/>
                          <a:ln w="38100">
                            <a:noFill/>
                            <a:miter/>
                          </a:ln>
                        </p:spPr>
                      </p:pic>
                    </p:oleObj>
                  </mc:Fallback>
                </mc:AlternateContent>
              </a:graphicData>
            </a:graphic>
          </p:graphicFrame>
          <p:graphicFrame>
            <p:nvGraphicFramePr>
              <p:cNvPr id="77966" name="Object 143"/>
              <p:cNvGraphicFramePr>
                <a:graphicFrameLocks noChangeAspect="1"/>
              </p:cNvGraphicFramePr>
              <p:nvPr/>
            </p:nvGraphicFramePr>
            <p:xfrm>
              <a:off x="3614" y="2564"/>
              <a:ext cx="224" cy="262"/>
            </p:xfrm>
            <a:graphic>
              <a:graphicData uri="http://schemas.openxmlformats.org/presentationml/2006/ole">
                <mc:AlternateContent xmlns:mc="http://schemas.openxmlformats.org/markup-compatibility/2006">
                  <mc:Choice xmlns:v="urn:schemas-microsoft-com:vml" Requires="v">
                    <p:oleObj spid="_x0000_s3198" name="" r:id="rId73" imgW="204470" imgH="311150" progId="Equation.3">
                      <p:embed/>
                    </p:oleObj>
                  </mc:Choice>
                  <mc:Fallback>
                    <p:oleObj name="" r:id="rId73" imgW="204470" imgH="311150" progId="Equation.3">
                      <p:embed/>
                      <p:pic>
                        <p:nvPicPr>
                          <p:cNvPr id="0" name="图片 3197"/>
                          <p:cNvPicPr/>
                          <p:nvPr/>
                        </p:nvPicPr>
                        <p:blipFill>
                          <a:blip r:embed="rId74">
                            <a:clrChange>
                              <a:clrFrom>
                                <a:srgbClr val="000000"/>
                              </a:clrFrom>
                              <a:clrTo>
                                <a:srgbClr val="000000"/>
                              </a:clrTo>
                            </a:clrChange>
                          </a:blip>
                          <a:stretch>
                            <a:fillRect/>
                          </a:stretch>
                        </p:blipFill>
                        <p:spPr>
                          <a:xfrm>
                            <a:off x="3614" y="2564"/>
                            <a:ext cx="224" cy="262"/>
                          </a:xfrm>
                          <a:prstGeom prst="rect">
                            <a:avLst/>
                          </a:prstGeom>
                          <a:noFill/>
                          <a:ln w="38100">
                            <a:noFill/>
                            <a:miter/>
                          </a:ln>
                        </p:spPr>
                      </p:pic>
                    </p:oleObj>
                  </mc:Fallback>
                </mc:AlternateContent>
              </a:graphicData>
            </a:graphic>
          </p:graphicFrame>
          <p:graphicFrame>
            <p:nvGraphicFramePr>
              <p:cNvPr id="77967" name="Object 144"/>
              <p:cNvGraphicFramePr>
                <a:graphicFrameLocks noChangeAspect="1"/>
              </p:cNvGraphicFramePr>
              <p:nvPr/>
            </p:nvGraphicFramePr>
            <p:xfrm>
              <a:off x="4067" y="2569"/>
              <a:ext cx="225" cy="252"/>
            </p:xfrm>
            <a:graphic>
              <a:graphicData uri="http://schemas.openxmlformats.org/presentationml/2006/ole">
                <mc:AlternateContent xmlns:mc="http://schemas.openxmlformats.org/markup-compatibility/2006">
                  <mc:Choice xmlns:v="urn:schemas-microsoft-com:vml" Requires="v">
                    <p:oleObj spid="_x0000_s3200" name="" r:id="rId75" imgW="204470" imgH="301625" progId="Equation.3">
                      <p:embed/>
                    </p:oleObj>
                  </mc:Choice>
                  <mc:Fallback>
                    <p:oleObj name="" r:id="rId75" imgW="204470" imgH="301625" progId="Equation.3">
                      <p:embed/>
                      <p:pic>
                        <p:nvPicPr>
                          <p:cNvPr id="0" name="图片 3199"/>
                          <p:cNvPicPr/>
                          <p:nvPr/>
                        </p:nvPicPr>
                        <p:blipFill>
                          <a:blip r:embed="rId76">
                            <a:clrChange>
                              <a:clrFrom>
                                <a:srgbClr val="000000"/>
                              </a:clrFrom>
                              <a:clrTo>
                                <a:srgbClr val="000000"/>
                              </a:clrTo>
                            </a:clrChange>
                          </a:blip>
                          <a:stretch>
                            <a:fillRect/>
                          </a:stretch>
                        </p:blipFill>
                        <p:spPr>
                          <a:xfrm>
                            <a:off x="4067" y="2569"/>
                            <a:ext cx="225" cy="252"/>
                          </a:xfrm>
                          <a:prstGeom prst="rect">
                            <a:avLst/>
                          </a:prstGeom>
                          <a:noFill/>
                          <a:ln w="38100">
                            <a:noFill/>
                            <a:miter/>
                          </a:ln>
                        </p:spPr>
                      </p:pic>
                    </p:oleObj>
                  </mc:Fallback>
                </mc:AlternateContent>
              </a:graphicData>
            </a:graphic>
          </p:graphicFrame>
          <p:graphicFrame>
            <p:nvGraphicFramePr>
              <p:cNvPr id="77968" name="Object 145"/>
              <p:cNvGraphicFramePr>
                <a:graphicFrameLocks noChangeAspect="1"/>
              </p:cNvGraphicFramePr>
              <p:nvPr/>
            </p:nvGraphicFramePr>
            <p:xfrm>
              <a:off x="3846" y="2569"/>
              <a:ext cx="212" cy="252"/>
            </p:xfrm>
            <a:graphic>
              <a:graphicData uri="http://schemas.openxmlformats.org/presentationml/2006/ole">
                <mc:AlternateContent xmlns:mc="http://schemas.openxmlformats.org/markup-compatibility/2006">
                  <mc:Choice xmlns:v="urn:schemas-microsoft-com:vml" Requires="v">
                    <p:oleObj spid="_x0000_s3201" name="" r:id="rId77" imgW="194310" imgH="301625" progId="Equation.3">
                      <p:embed/>
                    </p:oleObj>
                  </mc:Choice>
                  <mc:Fallback>
                    <p:oleObj name="" r:id="rId77" imgW="194310" imgH="301625" progId="Equation.3">
                      <p:embed/>
                      <p:pic>
                        <p:nvPicPr>
                          <p:cNvPr id="0" name="图片 3200"/>
                          <p:cNvPicPr/>
                          <p:nvPr/>
                        </p:nvPicPr>
                        <p:blipFill>
                          <a:blip r:embed="rId78">
                            <a:clrChange>
                              <a:clrFrom>
                                <a:srgbClr val="000000"/>
                              </a:clrFrom>
                              <a:clrTo>
                                <a:srgbClr val="000000"/>
                              </a:clrTo>
                            </a:clrChange>
                          </a:blip>
                          <a:stretch>
                            <a:fillRect/>
                          </a:stretch>
                        </p:blipFill>
                        <p:spPr>
                          <a:xfrm>
                            <a:off x="3846" y="2569"/>
                            <a:ext cx="212" cy="252"/>
                          </a:xfrm>
                          <a:prstGeom prst="rect">
                            <a:avLst/>
                          </a:prstGeom>
                          <a:noFill/>
                          <a:ln w="38100">
                            <a:noFill/>
                            <a:miter/>
                          </a:ln>
                        </p:spPr>
                      </p:pic>
                    </p:oleObj>
                  </mc:Fallback>
                </mc:AlternateContent>
              </a:graphicData>
            </a:graphic>
          </p:graphicFrame>
          <p:graphicFrame>
            <p:nvGraphicFramePr>
              <p:cNvPr id="77969" name="Object 146"/>
              <p:cNvGraphicFramePr>
                <a:graphicFrameLocks noChangeAspect="1"/>
              </p:cNvGraphicFramePr>
              <p:nvPr/>
            </p:nvGraphicFramePr>
            <p:xfrm>
              <a:off x="4301" y="2564"/>
              <a:ext cx="212" cy="262"/>
            </p:xfrm>
            <a:graphic>
              <a:graphicData uri="http://schemas.openxmlformats.org/presentationml/2006/ole">
                <mc:AlternateContent xmlns:mc="http://schemas.openxmlformats.org/markup-compatibility/2006">
                  <mc:Choice xmlns:v="urn:schemas-microsoft-com:vml" Requires="v">
                    <p:oleObj spid="_x0000_s3202" name="" r:id="rId79" imgW="194310" imgH="311150" progId="Equation.3">
                      <p:embed/>
                    </p:oleObj>
                  </mc:Choice>
                  <mc:Fallback>
                    <p:oleObj name="" r:id="rId79" imgW="194310" imgH="311150" progId="Equation.3">
                      <p:embed/>
                      <p:pic>
                        <p:nvPicPr>
                          <p:cNvPr id="0" name="图片 3201"/>
                          <p:cNvPicPr/>
                          <p:nvPr/>
                        </p:nvPicPr>
                        <p:blipFill>
                          <a:blip r:embed="rId80">
                            <a:clrChange>
                              <a:clrFrom>
                                <a:srgbClr val="000000"/>
                              </a:clrFrom>
                              <a:clrTo>
                                <a:srgbClr val="000000"/>
                              </a:clrTo>
                            </a:clrChange>
                          </a:blip>
                          <a:stretch>
                            <a:fillRect/>
                          </a:stretch>
                        </p:blipFill>
                        <p:spPr>
                          <a:xfrm>
                            <a:off x="4301" y="2564"/>
                            <a:ext cx="212" cy="262"/>
                          </a:xfrm>
                          <a:prstGeom prst="rect">
                            <a:avLst/>
                          </a:prstGeom>
                          <a:noFill/>
                          <a:ln w="38100">
                            <a:noFill/>
                            <a:miter/>
                          </a:ln>
                        </p:spPr>
                      </p:pic>
                    </p:oleObj>
                  </mc:Fallback>
                </mc:AlternateContent>
              </a:graphicData>
            </a:graphic>
          </p:graphicFrame>
          <p:graphicFrame>
            <p:nvGraphicFramePr>
              <p:cNvPr id="77970" name="Object 147"/>
              <p:cNvGraphicFramePr>
                <a:graphicFrameLocks noChangeAspect="1"/>
              </p:cNvGraphicFramePr>
              <p:nvPr/>
            </p:nvGraphicFramePr>
            <p:xfrm>
              <a:off x="4756" y="2564"/>
              <a:ext cx="224" cy="262"/>
            </p:xfrm>
            <a:graphic>
              <a:graphicData uri="http://schemas.openxmlformats.org/presentationml/2006/ole">
                <mc:AlternateContent xmlns:mc="http://schemas.openxmlformats.org/markup-compatibility/2006">
                  <mc:Choice xmlns:v="urn:schemas-microsoft-com:vml" Requires="v">
                    <p:oleObj spid="_x0000_s3203" name="" r:id="rId81" imgW="204470" imgH="311150" progId="Equation.3">
                      <p:embed/>
                    </p:oleObj>
                  </mc:Choice>
                  <mc:Fallback>
                    <p:oleObj name="" r:id="rId81" imgW="204470" imgH="311150" progId="Equation.3">
                      <p:embed/>
                      <p:pic>
                        <p:nvPicPr>
                          <p:cNvPr id="0" name="图片 3202"/>
                          <p:cNvPicPr/>
                          <p:nvPr/>
                        </p:nvPicPr>
                        <p:blipFill>
                          <a:blip r:embed="rId82">
                            <a:clrChange>
                              <a:clrFrom>
                                <a:srgbClr val="000000"/>
                              </a:clrFrom>
                              <a:clrTo>
                                <a:srgbClr val="000000"/>
                              </a:clrTo>
                            </a:clrChange>
                          </a:blip>
                          <a:stretch>
                            <a:fillRect/>
                          </a:stretch>
                        </p:blipFill>
                        <p:spPr>
                          <a:xfrm>
                            <a:off x="4756" y="2564"/>
                            <a:ext cx="224" cy="262"/>
                          </a:xfrm>
                          <a:prstGeom prst="rect">
                            <a:avLst/>
                          </a:prstGeom>
                          <a:noFill/>
                          <a:ln w="38100">
                            <a:noFill/>
                            <a:miter/>
                          </a:ln>
                        </p:spPr>
                      </p:pic>
                    </p:oleObj>
                  </mc:Fallback>
                </mc:AlternateContent>
              </a:graphicData>
            </a:graphic>
          </p:graphicFrame>
          <p:graphicFrame>
            <p:nvGraphicFramePr>
              <p:cNvPr id="77971" name="Object 148"/>
              <p:cNvGraphicFramePr>
                <a:graphicFrameLocks noChangeAspect="1"/>
              </p:cNvGraphicFramePr>
              <p:nvPr/>
            </p:nvGraphicFramePr>
            <p:xfrm>
              <a:off x="4522" y="2569"/>
              <a:ext cx="225" cy="252"/>
            </p:xfrm>
            <a:graphic>
              <a:graphicData uri="http://schemas.openxmlformats.org/presentationml/2006/ole">
                <mc:AlternateContent xmlns:mc="http://schemas.openxmlformats.org/markup-compatibility/2006">
                  <mc:Choice xmlns:v="urn:schemas-microsoft-com:vml" Requires="v">
                    <p:oleObj spid="_x0000_s3204" name="" r:id="rId83" imgW="204470" imgH="301625" progId="Equation.3">
                      <p:embed/>
                    </p:oleObj>
                  </mc:Choice>
                  <mc:Fallback>
                    <p:oleObj name="" r:id="rId83" imgW="204470" imgH="301625" progId="Equation.3">
                      <p:embed/>
                      <p:pic>
                        <p:nvPicPr>
                          <p:cNvPr id="0" name="图片 3203"/>
                          <p:cNvPicPr/>
                          <p:nvPr/>
                        </p:nvPicPr>
                        <p:blipFill>
                          <a:blip r:embed="rId84">
                            <a:clrChange>
                              <a:clrFrom>
                                <a:srgbClr val="000000"/>
                              </a:clrFrom>
                              <a:clrTo>
                                <a:srgbClr val="000000"/>
                              </a:clrTo>
                            </a:clrChange>
                          </a:blip>
                          <a:stretch>
                            <a:fillRect/>
                          </a:stretch>
                        </p:blipFill>
                        <p:spPr>
                          <a:xfrm>
                            <a:off x="4522" y="2569"/>
                            <a:ext cx="225" cy="252"/>
                          </a:xfrm>
                          <a:prstGeom prst="rect">
                            <a:avLst/>
                          </a:prstGeom>
                          <a:noFill/>
                          <a:ln w="38100">
                            <a:noFill/>
                            <a:miter/>
                          </a:ln>
                        </p:spPr>
                      </p:pic>
                    </p:oleObj>
                  </mc:Fallback>
                </mc:AlternateContent>
              </a:graphicData>
            </a:graphic>
          </p:graphicFrame>
          <p:graphicFrame>
            <p:nvGraphicFramePr>
              <p:cNvPr id="77972" name="Object 149"/>
              <p:cNvGraphicFramePr>
                <a:graphicFrameLocks noChangeAspect="1"/>
              </p:cNvGraphicFramePr>
              <p:nvPr/>
            </p:nvGraphicFramePr>
            <p:xfrm>
              <a:off x="4989" y="2564"/>
              <a:ext cx="225" cy="262"/>
            </p:xfrm>
            <a:graphic>
              <a:graphicData uri="http://schemas.openxmlformats.org/presentationml/2006/ole">
                <mc:AlternateContent xmlns:mc="http://schemas.openxmlformats.org/markup-compatibility/2006">
                  <mc:Choice xmlns:v="urn:schemas-microsoft-com:vml" Requires="v">
                    <p:oleObj spid="_x0000_s3205" name="" r:id="rId85" imgW="204470" imgH="311150" progId="Equation.3">
                      <p:embed/>
                    </p:oleObj>
                  </mc:Choice>
                  <mc:Fallback>
                    <p:oleObj name="" r:id="rId85" imgW="204470" imgH="311150" progId="Equation.3">
                      <p:embed/>
                      <p:pic>
                        <p:nvPicPr>
                          <p:cNvPr id="0" name="图片 3204"/>
                          <p:cNvPicPr/>
                          <p:nvPr/>
                        </p:nvPicPr>
                        <p:blipFill>
                          <a:blip r:embed="rId86">
                            <a:clrChange>
                              <a:clrFrom>
                                <a:srgbClr val="000000"/>
                              </a:clrFrom>
                              <a:clrTo>
                                <a:srgbClr val="000000"/>
                              </a:clrTo>
                            </a:clrChange>
                          </a:blip>
                          <a:stretch>
                            <a:fillRect/>
                          </a:stretch>
                        </p:blipFill>
                        <p:spPr>
                          <a:xfrm>
                            <a:off x="4989" y="2564"/>
                            <a:ext cx="225" cy="262"/>
                          </a:xfrm>
                          <a:prstGeom prst="rect">
                            <a:avLst/>
                          </a:prstGeom>
                          <a:noFill/>
                          <a:ln w="38100">
                            <a:noFill/>
                            <a:miter/>
                          </a:ln>
                        </p:spPr>
                      </p:pic>
                    </p:oleObj>
                  </mc:Fallback>
                </mc:AlternateContent>
              </a:graphicData>
            </a:graphic>
          </p:graphicFrame>
          <p:graphicFrame>
            <p:nvGraphicFramePr>
              <p:cNvPr id="77973" name="Object 150"/>
              <p:cNvGraphicFramePr>
                <a:graphicFrameLocks noChangeAspect="1"/>
              </p:cNvGraphicFramePr>
              <p:nvPr/>
            </p:nvGraphicFramePr>
            <p:xfrm>
              <a:off x="5223" y="2564"/>
              <a:ext cx="225" cy="262"/>
            </p:xfrm>
            <a:graphic>
              <a:graphicData uri="http://schemas.openxmlformats.org/presentationml/2006/ole">
                <mc:AlternateContent xmlns:mc="http://schemas.openxmlformats.org/markup-compatibility/2006">
                  <mc:Choice xmlns:v="urn:schemas-microsoft-com:vml" Requires="v">
                    <p:oleObj spid="_x0000_s3206" name="" r:id="rId87" imgW="204470" imgH="311150" progId="Equation.3">
                      <p:embed/>
                    </p:oleObj>
                  </mc:Choice>
                  <mc:Fallback>
                    <p:oleObj name="" r:id="rId87" imgW="204470" imgH="311150" progId="Equation.3">
                      <p:embed/>
                      <p:pic>
                        <p:nvPicPr>
                          <p:cNvPr id="0" name="图片 3205"/>
                          <p:cNvPicPr/>
                          <p:nvPr/>
                        </p:nvPicPr>
                        <p:blipFill>
                          <a:blip r:embed="rId88">
                            <a:clrChange>
                              <a:clrFrom>
                                <a:srgbClr val="000000"/>
                              </a:clrFrom>
                              <a:clrTo>
                                <a:srgbClr val="000000"/>
                              </a:clrTo>
                            </a:clrChange>
                          </a:blip>
                          <a:stretch>
                            <a:fillRect/>
                          </a:stretch>
                        </p:blipFill>
                        <p:spPr>
                          <a:xfrm>
                            <a:off x="5223" y="2564"/>
                            <a:ext cx="225" cy="262"/>
                          </a:xfrm>
                          <a:prstGeom prst="rect">
                            <a:avLst/>
                          </a:prstGeom>
                          <a:noFill/>
                          <a:ln w="38100">
                            <a:noFill/>
                            <a:miter/>
                          </a:ln>
                        </p:spPr>
                      </p:pic>
                    </p:oleObj>
                  </mc:Fallback>
                </mc:AlternateContent>
              </a:graphicData>
            </a:graphic>
          </p:graphicFrame>
          <p:sp>
            <p:nvSpPr>
              <p:cNvPr id="77974" name="Line 151"/>
              <p:cNvSpPr/>
              <p:nvPr/>
            </p:nvSpPr>
            <p:spPr>
              <a:xfrm>
                <a:off x="3744" y="2902"/>
                <a:ext cx="0" cy="374"/>
              </a:xfrm>
              <a:prstGeom prst="line">
                <a:avLst/>
              </a:prstGeom>
              <a:ln w="9525" cap="flat" cmpd="sng">
                <a:solidFill>
                  <a:schemeClr val="tx1"/>
                </a:solidFill>
                <a:prstDash val="solid"/>
                <a:round/>
                <a:headEnd type="none" w="med" len="med"/>
                <a:tailEnd type="none" w="med" len="med"/>
              </a:ln>
            </p:spPr>
          </p:sp>
          <p:sp>
            <p:nvSpPr>
              <p:cNvPr id="77975" name="Line 152"/>
              <p:cNvSpPr/>
              <p:nvPr/>
            </p:nvSpPr>
            <p:spPr>
              <a:xfrm>
                <a:off x="3976" y="2902"/>
                <a:ext cx="0" cy="374"/>
              </a:xfrm>
              <a:prstGeom prst="line">
                <a:avLst/>
              </a:prstGeom>
              <a:ln w="9525" cap="flat" cmpd="sng">
                <a:solidFill>
                  <a:schemeClr val="tx1"/>
                </a:solidFill>
                <a:prstDash val="solid"/>
                <a:round/>
                <a:headEnd type="none" w="med" len="med"/>
                <a:tailEnd type="none" w="med" len="med"/>
              </a:ln>
            </p:spPr>
          </p:sp>
          <p:sp>
            <p:nvSpPr>
              <p:cNvPr id="77976" name="Line 153"/>
              <p:cNvSpPr/>
              <p:nvPr/>
            </p:nvSpPr>
            <p:spPr>
              <a:xfrm>
                <a:off x="4872" y="2891"/>
                <a:ext cx="0" cy="374"/>
              </a:xfrm>
              <a:prstGeom prst="line">
                <a:avLst/>
              </a:prstGeom>
              <a:ln w="9525" cap="flat" cmpd="sng">
                <a:solidFill>
                  <a:schemeClr val="tx1"/>
                </a:solidFill>
                <a:prstDash val="solid"/>
                <a:round/>
                <a:headEnd type="none" w="med" len="med"/>
                <a:tailEnd type="none" w="med" len="med"/>
              </a:ln>
            </p:spPr>
          </p:sp>
        </p:grpSp>
        <p:sp>
          <p:nvSpPr>
            <p:cNvPr id="77977" name="Text Box 154"/>
            <p:cNvSpPr txBox="1"/>
            <p:nvPr/>
          </p:nvSpPr>
          <p:spPr>
            <a:xfrm>
              <a:off x="1824" y="974"/>
              <a:ext cx="178" cy="154"/>
            </a:xfrm>
            <a:prstGeom prst="rect">
              <a:avLst/>
            </a:prstGeom>
            <a:noFill/>
            <a:ln w="19050">
              <a:noFill/>
            </a:ln>
          </p:spPr>
          <p:txBody>
            <a:bodyPr wrap="none" anchor="t" anchorCtr="0">
              <a:spAutoFit/>
            </a:bodyPr>
            <a:p>
              <a:pPr algn="ctr"/>
              <a:r>
                <a:rPr lang="en-US" altLang="zh-CN" sz="1000" i="0" dirty="0">
                  <a:latin typeface="Times New Roman" panose="02020603050405020304" pitchFamily="18" charset="0"/>
                  <a:ea typeface="宋体" panose="02010600030101010101" pitchFamily="2" charset="-122"/>
                </a:rPr>
                <a:t>&amp;</a:t>
              </a:r>
              <a:endParaRPr lang="en-US" altLang="zh-CN" sz="1000" i="0" dirty="0">
                <a:latin typeface="Times New Roman" panose="02020603050405020304" pitchFamily="18" charset="0"/>
                <a:ea typeface="宋体" panose="02010600030101010101" pitchFamily="2" charset="-122"/>
              </a:endParaRPr>
            </a:p>
          </p:txBody>
        </p:sp>
        <p:sp>
          <p:nvSpPr>
            <p:cNvPr id="77978" name="Text Box 155"/>
            <p:cNvSpPr txBox="1"/>
            <p:nvPr/>
          </p:nvSpPr>
          <p:spPr>
            <a:xfrm>
              <a:off x="4659" y="975"/>
              <a:ext cx="178" cy="154"/>
            </a:xfrm>
            <a:prstGeom prst="rect">
              <a:avLst/>
            </a:prstGeom>
            <a:noFill/>
            <a:ln w="19050">
              <a:noFill/>
            </a:ln>
          </p:spPr>
          <p:txBody>
            <a:bodyPr wrap="none" anchor="t" anchorCtr="0">
              <a:spAutoFit/>
            </a:bodyPr>
            <a:p>
              <a:pPr algn="ctr"/>
              <a:r>
                <a:rPr lang="en-US" altLang="zh-CN" sz="1000" i="0" dirty="0">
                  <a:latin typeface="Times New Roman" panose="02020603050405020304" pitchFamily="18" charset="0"/>
                  <a:ea typeface="宋体" panose="02010600030101010101" pitchFamily="2" charset="-122"/>
                </a:rPr>
                <a:t>&amp;</a:t>
              </a:r>
              <a:endParaRPr lang="en-US" altLang="zh-CN" sz="1000" i="0" dirty="0">
                <a:latin typeface="Times New Roman" panose="02020603050405020304" pitchFamily="18" charset="0"/>
                <a:ea typeface="宋体" panose="02010600030101010101" pitchFamily="2" charset="-122"/>
              </a:endParaRPr>
            </a:p>
          </p:txBody>
        </p:sp>
        <p:sp>
          <p:nvSpPr>
            <p:cNvPr id="77979" name="Text Box 156"/>
            <p:cNvSpPr txBox="1"/>
            <p:nvPr/>
          </p:nvSpPr>
          <p:spPr>
            <a:xfrm>
              <a:off x="3973" y="968"/>
              <a:ext cx="178" cy="154"/>
            </a:xfrm>
            <a:prstGeom prst="rect">
              <a:avLst/>
            </a:prstGeom>
            <a:noFill/>
            <a:ln w="19050">
              <a:noFill/>
            </a:ln>
          </p:spPr>
          <p:txBody>
            <a:bodyPr wrap="none" anchor="t" anchorCtr="0">
              <a:spAutoFit/>
            </a:bodyPr>
            <a:p>
              <a:pPr algn="ctr"/>
              <a:r>
                <a:rPr lang="en-US" altLang="zh-CN" sz="1000" i="0" dirty="0">
                  <a:latin typeface="Times New Roman" panose="02020603050405020304" pitchFamily="18" charset="0"/>
                  <a:ea typeface="宋体" panose="02010600030101010101" pitchFamily="2" charset="-122"/>
                </a:rPr>
                <a:t>&amp;</a:t>
              </a:r>
              <a:endParaRPr lang="en-US" altLang="zh-CN" sz="1000" i="0" dirty="0">
                <a:latin typeface="Times New Roman" panose="02020603050405020304" pitchFamily="18" charset="0"/>
                <a:ea typeface="宋体" panose="02010600030101010101" pitchFamily="2" charset="-122"/>
              </a:endParaRPr>
            </a:p>
          </p:txBody>
        </p:sp>
        <p:sp>
          <p:nvSpPr>
            <p:cNvPr id="77980" name="Text Box 157"/>
            <p:cNvSpPr txBox="1"/>
            <p:nvPr/>
          </p:nvSpPr>
          <p:spPr>
            <a:xfrm>
              <a:off x="2711" y="974"/>
              <a:ext cx="178" cy="154"/>
            </a:xfrm>
            <a:prstGeom prst="rect">
              <a:avLst/>
            </a:prstGeom>
            <a:noFill/>
            <a:ln w="19050">
              <a:noFill/>
            </a:ln>
          </p:spPr>
          <p:txBody>
            <a:bodyPr wrap="none" anchor="t" anchorCtr="0">
              <a:spAutoFit/>
            </a:bodyPr>
            <a:p>
              <a:pPr algn="ctr"/>
              <a:r>
                <a:rPr lang="en-US" altLang="zh-CN" sz="1000" i="0" dirty="0">
                  <a:latin typeface="Times New Roman" panose="02020603050405020304" pitchFamily="18" charset="0"/>
                  <a:ea typeface="宋体" panose="02010600030101010101" pitchFamily="2" charset="-122"/>
                </a:rPr>
                <a:t>&amp;</a:t>
              </a:r>
              <a:endParaRPr lang="en-US" altLang="zh-CN" sz="1000"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8849" name="Object 3"/>
          <p:cNvGraphicFramePr>
            <a:graphicFrameLocks noChangeAspect="1"/>
          </p:cNvGraphicFramePr>
          <p:nvPr/>
        </p:nvGraphicFramePr>
        <p:xfrm>
          <a:off x="1122363" y="1660525"/>
          <a:ext cx="6396037" cy="4332288"/>
        </p:xfrm>
        <a:graphic>
          <a:graphicData uri="http://schemas.openxmlformats.org/presentationml/2006/ole">
            <mc:AlternateContent xmlns:mc="http://schemas.openxmlformats.org/markup-compatibility/2006">
              <mc:Choice xmlns:v="urn:schemas-microsoft-com:vml" Requires="v">
                <p:oleObj spid="_x0000_s3213" name="" r:id="rId1" imgW="5709920" imgH="4231640" progId="Word.Document.8">
                  <p:embed/>
                </p:oleObj>
              </mc:Choice>
              <mc:Fallback>
                <p:oleObj name="" r:id="rId1" imgW="5709920" imgH="4231640" progId="Word.Document.8">
                  <p:embed/>
                  <p:pic>
                    <p:nvPicPr>
                      <p:cNvPr id="0" name="图片 3212"/>
                      <p:cNvPicPr/>
                      <p:nvPr/>
                    </p:nvPicPr>
                    <p:blipFill>
                      <a:blip r:embed="rId2">
                        <a:clrChange>
                          <a:clrFrom>
                            <a:srgbClr val="000000"/>
                          </a:clrFrom>
                          <a:clrTo>
                            <a:srgbClr val="000000"/>
                          </a:clrTo>
                        </a:clrChange>
                        <a:clrChange>
                          <a:clrFrom>
                            <a:srgbClr val="FFFF00"/>
                          </a:clrFrom>
                          <a:clrTo>
                            <a:srgbClr val="000000"/>
                          </a:clrTo>
                        </a:clrChange>
                      </a:blip>
                      <a:stretch>
                        <a:fillRect/>
                      </a:stretch>
                    </p:blipFill>
                    <p:spPr>
                      <a:xfrm>
                        <a:off x="1122363" y="1660525"/>
                        <a:ext cx="6396037" cy="4332288"/>
                      </a:xfrm>
                      <a:prstGeom prst="rect">
                        <a:avLst/>
                      </a:prstGeom>
                      <a:noFill/>
                      <a:ln w="38100">
                        <a:noFill/>
                        <a:miter/>
                      </a:ln>
                    </p:spPr>
                  </p:pic>
                </p:oleObj>
              </mc:Fallback>
            </mc:AlternateContent>
          </a:graphicData>
        </a:graphic>
      </p:graphicFrame>
      <p:sp>
        <p:nvSpPr>
          <p:cNvPr id="78850" name="Text Box 4"/>
          <p:cNvSpPr txBox="1"/>
          <p:nvPr/>
        </p:nvSpPr>
        <p:spPr>
          <a:xfrm>
            <a:off x="0" y="806450"/>
            <a:ext cx="8488363" cy="519113"/>
          </a:xfrm>
          <a:prstGeom prst="rect">
            <a:avLst/>
          </a:prstGeom>
          <a:noFill/>
          <a:ln w="9525">
            <a:noFill/>
          </a:ln>
        </p:spPr>
        <p:txBody>
          <a:bodyPr anchor="t" anchorCtr="0">
            <a:spAutoFit/>
          </a:bodyPr>
          <a:p>
            <a:pPr>
              <a:spcBef>
                <a:spcPct val="50000"/>
              </a:spcBef>
            </a:pPr>
            <a:r>
              <a:rPr lang="en-US" altLang="zh-CN" sz="2800" i="0" dirty="0">
                <a:latin typeface="黑体" panose="02010609060101010101" pitchFamily="2" charset="-122"/>
                <a:ea typeface="黑体" panose="02010609060101010101" pitchFamily="2" charset="-122"/>
              </a:rPr>
              <a:t>2</a:t>
            </a:r>
            <a:r>
              <a:rPr lang="zh-CN" altLang="en-US" sz="2800" i="0" dirty="0">
                <a:latin typeface="黑体" panose="02010609060101010101" pitchFamily="2" charset="-122"/>
                <a:ea typeface="黑体" panose="02010609060101010101" pitchFamily="2" charset="-122"/>
              </a:rPr>
              <a:t>）、二</a:t>
            </a:r>
            <a:r>
              <a:rPr lang="en-US" altLang="zh-CN" sz="2800" i="0" dirty="0">
                <a:latin typeface="黑体" panose="02010609060101010101" pitchFamily="2" charset="-122"/>
                <a:ea typeface="黑体" panose="02010609060101010101" pitchFamily="2" charset="-122"/>
              </a:rPr>
              <a:t>-</a:t>
            </a:r>
            <a:r>
              <a:rPr lang="zh-CN" altLang="en-US" sz="2800" i="0" dirty="0">
                <a:latin typeface="黑体" panose="02010609060101010101" pitchFamily="2" charset="-122"/>
                <a:ea typeface="黑体" panose="02010609060101010101" pitchFamily="2" charset="-122"/>
              </a:rPr>
              <a:t>十进制优先编码器</a:t>
            </a:r>
            <a:r>
              <a:rPr lang="en-US" altLang="zh-CN" sz="2800" i="0" dirty="0">
                <a:latin typeface="黑体" panose="02010609060101010101" pitchFamily="2" charset="-122"/>
                <a:ea typeface="黑体" panose="02010609060101010101" pitchFamily="2" charset="-122"/>
              </a:rPr>
              <a:t>(74LS147)</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9873" name="Object 4"/>
          <p:cNvGraphicFramePr>
            <a:graphicFrameLocks noChangeAspect="1"/>
          </p:cNvGraphicFramePr>
          <p:nvPr/>
        </p:nvGraphicFramePr>
        <p:xfrm>
          <a:off x="1697038" y="4787900"/>
          <a:ext cx="5557837" cy="2070100"/>
        </p:xfrm>
        <a:graphic>
          <a:graphicData uri="http://schemas.openxmlformats.org/presentationml/2006/ole">
            <mc:AlternateContent xmlns:mc="http://schemas.openxmlformats.org/markup-compatibility/2006">
              <mc:Choice xmlns:v="urn:schemas-microsoft-com:vml" Requires="v">
                <p:oleObj spid="_x0000_s3214" name="" r:id="rId1" imgW="3317240" imgH="1137920" progId="Equation.3">
                  <p:embed/>
                </p:oleObj>
              </mc:Choice>
              <mc:Fallback>
                <p:oleObj name="" r:id="rId1" imgW="3317240" imgH="1137920" progId="Equation.3">
                  <p:embed/>
                  <p:pic>
                    <p:nvPicPr>
                      <p:cNvPr id="0" name="图片 3213"/>
                      <p:cNvPicPr/>
                      <p:nvPr/>
                    </p:nvPicPr>
                    <p:blipFill>
                      <a:blip r:embed="rId2">
                        <a:clrChange>
                          <a:clrFrom>
                            <a:srgbClr val="000000"/>
                          </a:clrFrom>
                          <a:clrTo>
                            <a:srgbClr val="000000"/>
                          </a:clrTo>
                        </a:clrChange>
                      </a:blip>
                      <a:stretch>
                        <a:fillRect/>
                      </a:stretch>
                    </p:blipFill>
                    <p:spPr>
                      <a:xfrm>
                        <a:off x="1697038" y="4787900"/>
                        <a:ext cx="5557837" cy="2070100"/>
                      </a:xfrm>
                      <a:prstGeom prst="rect">
                        <a:avLst/>
                      </a:prstGeom>
                      <a:noFill/>
                      <a:ln w="38100">
                        <a:noFill/>
                        <a:miter/>
                      </a:ln>
                    </p:spPr>
                  </p:pic>
                </p:oleObj>
              </mc:Fallback>
            </mc:AlternateContent>
          </a:graphicData>
        </a:graphic>
      </p:graphicFrame>
      <p:graphicFrame>
        <p:nvGraphicFramePr>
          <p:cNvPr id="79874" name="Object 5"/>
          <p:cNvGraphicFramePr>
            <a:graphicFrameLocks noChangeAspect="1"/>
          </p:cNvGraphicFramePr>
          <p:nvPr/>
        </p:nvGraphicFramePr>
        <p:xfrm>
          <a:off x="1122363" y="381000"/>
          <a:ext cx="6396037" cy="4332288"/>
        </p:xfrm>
        <a:graphic>
          <a:graphicData uri="http://schemas.openxmlformats.org/presentationml/2006/ole">
            <mc:AlternateContent xmlns:mc="http://schemas.openxmlformats.org/markup-compatibility/2006">
              <mc:Choice xmlns:v="urn:schemas-microsoft-com:vml" Requires="v">
                <p:oleObj spid="_x0000_s3212" name="" r:id="rId3" imgW="5720080" imgH="4222115" progId="Word.Document.8">
                  <p:embed/>
                </p:oleObj>
              </mc:Choice>
              <mc:Fallback>
                <p:oleObj name="" r:id="rId3" imgW="5720080" imgH="4222115" progId="Word.Document.8">
                  <p:embed/>
                  <p:pic>
                    <p:nvPicPr>
                      <p:cNvPr id="0" name="图片 3211"/>
                      <p:cNvPicPr/>
                      <p:nvPr/>
                    </p:nvPicPr>
                    <p:blipFill>
                      <a:blip r:embed="rId4">
                        <a:clrChange>
                          <a:clrFrom>
                            <a:srgbClr val="000000"/>
                          </a:clrFrom>
                          <a:clrTo>
                            <a:srgbClr val="000000"/>
                          </a:clrTo>
                        </a:clrChange>
                        <a:clrChange>
                          <a:clrFrom>
                            <a:srgbClr val="FFFF00"/>
                          </a:clrFrom>
                          <a:clrTo>
                            <a:srgbClr val="000000"/>
                          </a:clrTo>
                        </a:clrChange>
                      </a:blip>
                      <a:stretch>
                        <a:fillRect/>
                      </a:stretch>
                    </p:blipFill>
                    <p:spPr>
                      <a:xfrm>
                        <a:off x="1122363" y="381000"/>
                        <a:ext cx="6396037" cy="4332288"/>
                      </a:xfrm>
                      <a:prstGeom prst="rect">
                        <a:avLst/>
                      </a:prstGeom>
                      <a:noFill/>
                      <a:ln w="38100">
                        <a:noFill/>
                        <a:miter/>
                      </a:ln>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0897" name="Group 2"/>
          <p:cNvGrpSpPr/>
          <p:nvPr/>
        </p:nvGrpSpPr>
        <p:grpSpPr>
          <a:xfrm>
            <a:off x="455613" y="457200"/>
            <a:ext cx="8266112" cy="5624513"/>
            <a:chOff x="287" y="288"/>
            <a:chExt cx="5207" cy="3543"/>
          </a:xfrm>
        </p:grpSpPr>
        <p:sp>
          <p:nvSpPr>
            <p:cNvPr id="80898" name="Text Box 3"/>
            <p:cNvSpPr txBox="1"/>
            <p:nvPr/>
          </p:nvSpPr>
          <p:spPr>
            <a:xfrm>
              <a:off x="960" y="3504"/>
              <a:ext cx="3744" cy="327"/>
            </a:xfrm>
            <a:prstGeom prst="rect">
              <a:avLst/>
            </a:prstGeom>
            <a:noFill/>
            <a:ln w="9525">
              <a:noFill/>
            </a:ln>
          </p:spPr>
          <p:txBody>
            <a:bodyPr anchor="t" anchorCtr="0">
              <a:spAutoFit/>
            </a:bodyPr>
            <a:p>
              <a:pPr algn="ctr">
                <a:spcBef>
                  <a:spcPct val="50000"/>
                </a:spcBef>
              </a:pPr>
              <a:r>
                <a:rPr lang="zh-CN" altLang="en-US" sz="2800" b="1" i="0" dirty="0">
                  <a:latin typeface="Times New Roman" panose="02020603050405020304" pitchFamily="18" charset="0"/>
                  <a:ea typeface="宋体" panose="02010600030101010101" pitchFamily="2" charset="-122"/>
                </a:rPr>
                <a:t>二－十进制优先</a:t>
              </a:r>
              <a:r>
                <a:rPr lang="zh-CN" altLang="zh-CN" sz="2800" b="1" i="0" dirty="0">
                  <a:latin typeface="Times New Roman" panose="02020603050405020304" pitchFamily="18" charset="0"/>
                  <a:ea typeface="宋体" panose="02010600030101010101" pitchFamily="2" charset="-122"/>
                </a:rPr>
                <a:t>编码器（7</a:t>
              </a:r>
              <a:r>
                <a:rPr lang="en-US" altLang="zh-CN" sz="2800" b="1" i="0" dirty="0">
                  <a:latin typeface="Times New Roman" panose="02020603050405020304" pitchFamily="18" charset="0"/>
                  <a:ea typeface="宋体" panose="02010600030101010101" pitchFamily="2" charset="-122"/>
                </a:rPr>
                <a:t>4LS147</a:t>
              </a:r>
              <a:r>
                <a:rPr lang="zh-CN" altLang="en-US" sz="2800" b="1" i="0" dirty="0">
                  <a:latin typeface="Times New Roman" panose="02020603050405020304" pitchFamily="18" charset="0"/>
                  <a:ea typeface="宋体" panose="02010600030101010101" pitchFamily="2" charset="-122"/>
                </a:rPr>
                <a:t>）</a:t>
              </a:r>
              <a:endParaRPr lang="zh-CN" altLang="en-US" sz="2800" b="1" i="0" dirty="0">
                <a:latin typeface="Times New Roman" panose="02020603050405020304" pitchFamily="18" charset="0"/>
                <a:ea typeface="宋体" panose="02010600030101010101" pitchFamily="2" charset="-122"/>
              </a:endParaRPr>
            </a:p>
          </p:txBody>
        </p:sp>
        <p:sp>
          <p:nvSpPr>
            <p:cNvPr id="80899" name="Line 4"/>
            <p:cNvSpPr/>
            <p:nvPr/>
          </p:nvSpPr>
          <p:spPr>
            <a:xfrm flipV="1">
              <a:off x="2738" y="654"/>
              <a:ext cx="0" cy="269"/>
            </a:xfrm>
            <a:prstGeom prst="line">
              <a:avLst/>
            </a:prstGeom>
            <a:ln w="9525" cap="flat" cmpd="sng">
              <a:solidFill>
                <a:schemeClr val="tx1"/>
              </a:solidFill>
              <a:prstDash val="solid"/>
              <a:round/>
              <a:headEnd type="none" w="med" len="med"/>
              <a:tailEnd type="none" w="med" len="med"/>
            </a:ln>
          </p:spPr>
        </p:sp>
        <p:sp>
          <p:nvSpPr>
            <p:cNvPr id="80900" name="Rectangle 5"/>
            <p:cNvSpPr/>
            <p:nvPr/>
          </p:nvSpPr>
          <p:spPr>
            <a:xfrm rot="-5400000">
              <a:off x="2594" y="431"/>
              <a:ext cx="286" cy="1470"/>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01" name="Oval 6"/>
            <p:cNvSpPr/>
            <p:nvPr/>
          </p:nvSpPr>
          <p:spPr>
            <a:xfrm rot="-5400000">
              <a:off x="2682" y="910"/>
              <a:ext cx="107" cy="113"/>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02" name="Line 7"/>
            <p:cNvSpPr/>
            <p:nvPr/>
          </p:nvSpPr>
          <p:spPr>
            <a:xfrm>
              <a:off x="2003" y="1169"/>
              <a:ext cx="1470" cy="0"/>
            </a:xfrm>
            <a:prstGeom prst="line">
              <a:avLst/>
            </a:prstGeom>
            <a:ln w="9525" cap="flat" cmpd="sng">
              <a:solidFill>
                <a:schemeClr val="tx1"/>
              </a:solidFill>
              <a:prstDash val="solid"/>
              <a:round/>
              <a:headEnd type="none" w="med" len="med"/>
              <a:tailEnd type="none" w="med" len="med"/>
            </a:ln>
          </p:spPr>
        </p:sp>
        <p:sp>
          <p:nvSpPr>
            <p:cNvPr id="80903" name="Line 8"/>
            <p:cNvSpPr/>
            <p:nvPr/>
          </p:nvSpPr>
          <p:spPr>
            <a:xfrm>
              <a:off x="3247" y="1169"/>
              <a:ext cx="0" cy="143"/>
            </a:xfrm>
            <a:prstGeom prst="line">
              <a:avLst/>
            </a:prstGeom>
            <a:ln w="9525" cap="flat" cmpd="sng">
              <a:solidFill>
                <a:schemeClr val="tx1"/>
              </a:solidFill>
              <a:prstDash val="solid"/>
              <a:round/>
              <a:headEnd type="none" w="med" len="med"/>
              <a:tailEnd type="none" w="med" len="med"/>
            </a:ln>
          </p:spPr>
        </p:sp>
        <p:sp>
          <p:nvSpPr>
            <p:cNvPr id="80904" name="Line 9"/>
            <p:cNvSpPr/>
            <p:nvPr/>
          </p:nvSpPr>
          <p:spPr>
            <a:xfrm>
              <a:off x="2907" y="1169"/>
              <a:ext cx="0" cy="143"/>
            </a:xfrm>
            <a:prstGeom prst="line">
              <a:avLst/>
            </a:prstGeom>
            <a:ln w="9525" cap="flat" cmpd="sng">
              <a:solidFill>
                <a:schemeClr val="tx1"/>
              </a:solidFill>
              <a:prstDash val="solid"/>
              <a:round/>
              <a:headEnd type="none" w="med" len="med"/>
              <a:tailEnd type="none" w="med" len="med"/>
            </a:ln>
          </p:spPr>
        </p:sp>
        <p:sp>
          <p:nvSpPr>
            <p:cNvPr id="80905" name="Line 10"/>
            <p:cNvSpPr/>
            <p:nvPr/>
          </p:nvSpPr>
          <p:spPr>
            <a:xfrm>
              <a:off x="2456" y="1169"/>
              <a:ext cx="0" cy="143"/>
            </a:xfrm>
            <a:prstGeom prst="line">
              <a:avLst/>
            </a:prstGeom>
            <a:ln w="9525" cap="flat" cmpd="sng">
              <a:solidFill>
                <a:schemeClr val="tx1"/>
              </a:solidFill>
              <a:prstDash val="solid"/>
              <a:round/>
              <a:headEnd type="none" w="med" len="med"/>
              <a:tailEnd type="none" w="med" len="med"/>
            </a:ln>
          </p:spPr>
        </p:sp>
        <p:sp>
          <p:nvSpPr>
            <p:cNvPr id="80906" name="Line 11"/>
            <p:cNvSpPr/>
            <p:nvPr/>
          </p:nvSpPr>
          <p:spPr>
            <a:xfrm>
              <a:off x="646" y="1395"/>
              <a:ext cx="4298" cy="0"/>
            </a:xfrm>
            <a:prstGeom prst="line">
              <a:avLst/>
            </a:prstGeom>
            <a:ln w="9525" cap="flat" cmpd="sng">
              <a:solidFill>
                <a:schemeClr val="tx1"/>
              </a:solidFill>
              <a:prstDash val="solid"/>
              <a:round/>
              <a:headEnd type="none" w="med" len="med"/>
              <a:tailEnd type="none" w="med" len="med"/>
            </a:ln>
          </p:spPr>
        </p:sp>
        <p:sp>
          <p:nvSpPr>
            <p:cNvPr id="80907" name="Rectangle 12"/>
            <p:cNvSpPr/>
            <p:nvPr/>
          </p:nvSpPr>
          <p:spPr>
            <a:xfrm rot="5400000">
              <a:off x="1450" y="2201"/>
              <a:ext cx="73" cy="156"/>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08" name="Oval 13"/>
            <p:cNvSpPr/>
            <p:nvPr/>
          </p:nvSpPr>
          <p:spPr>
            <a:xfrm rot="5400000">
              <a:off x="1476" y="2321"/>
              <a:ext cx="28" cy="2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09" name="Rectangle 14"/>
            <p:cNvSpPr/>
            <p:nvPr/>
          </p:nvSpPr>
          <p:spPr>
            <a:xfrm rot="5400000">
              <a:off x="4434" y="2201"/>
              <a:ext cx="73" cy="157"/>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10" name="Oval 15"/>
            <p:cNvSpPr/>
            <p:nvPr/>
          </p:nvSpPr>
          <p:spPr>
            <a:xfrm rot="5400000">
              <a:off x="4456" y="2317"/>
              <a:ext cx="28" cy="25"/>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11" name="Line 16"/>
            <p:cNvSpPr/>
            <p:nvPr/>
          </p:nvSpPr>
          <p:spPr>
            <a:xfrm>
              <a:off x="4462" y="1296"/>
              <a:ext cx="0" cy="959"/>
            </a:xfrm>
            <a:prstGeom prst="line">
              <a:avLst/>
            </a:prstGeom>
            <a:ln w="9525" cap="flat" cmpd="sng">
              <a:solidFill>
                <a:schemeClr val="tx1"/>
              </a:solidFill>
              <a:prstDash val="solid"/>
              <a:round/>
              <a:headEnd type="none" w="med" len="med"/>
              <a:tailEnd type="none" w="med" len="med"/>
            </a:ln>
          </p:spPr>
        </p:sp>
        <p:sp>
          <p:nvSpPr>
            <p:cNvPr id="80912" name="Line 17"/>
            <p:cNvSpPr/>
            <p:nvPr/>
          </p:nvSpPr>
          <p:spPr>
            <a:xfrm>
              <a:off x="4945" y="1399"/>
              <a:ext cx="0" cy="562"/>
            </a:xfrm>
            <a:prstGeom prst="line">
              <a:avLst/>
            </a:prstGeom>
            <a:ln w="9525" cap="flat" cmpd="sng">
              <a:solidFill>
                <a:schemeClr val="tx1"/>
              </a:solidFill>
              <a:prstDash val="solid"/>
              <a:round/>
              <a:headEnd type="none" w="med" len="med"/>
              <a:tailEnd type="none" w="med" len="med"/>
            </a:ln>
          </p:spPr>
        </p:sp>
        <p:sp>
          <p:nvSpPr>
            <p:cNvPr id="80913" name="Line 18"/>
            <p:cNvSpPr/>
            <p:nvPr/>
          </p:nvSpPr>
          <p:spPr>
            <a:xfrm>
              <a:off x="4538" y="1296"/>
              <a:ext cx="0" cy="109"/>
            </a:xfrm>
            <a:prstGeom prst="line">
              <a:avLst/>
            </a:prstGeom>
            <a:ln w="9525" cap="flat" cmpd="sng">
              <a:solidFill>
                <a:schemeClr val="tx1"/>
              </a:solidFill>
              <a:prstDash val="solid"/>
              <a:round/>
              <a:headEnd type="none" w="med" len="med"/>
              <a:tailEnd type="none" w="med" len="med"/>
            </a:ln>
          </p:spPr>
        </p:sp>
        <p:sp>
          <p:nvSpPr>
            <p:cNvPr id="80914" name="Line 19"/>
            <p:cNvSpPr/>
            <p:nvPr/>
          </p:nvSpPr>
          <p:spPr>
            <a:xfrm>
              <a:off x="4339" y="1293"/>
              <a:ext cx="0" cy="109"/>
            </a:xfrm>
            <a:prstGeom prst="line">
              <a:avLst/>
            </a:prstGeom>
            <a:ln w="9525" cap="flat" cmpd="sng">
              <a:solidFill>
                <a:schemeClr val="tx1"/>
              </a:solidFill>
              <a:prstDash val="solid"/>
              <a:round/>
              <a:headEnd type="none" w="med" len="med"/>
              <a:tailEnd type="none" w="med" len="med"/>
            </a:ln>
          </p:spPr>
        </p:sp>
        <p:sp>
          <p:nvSpPr>
            <p:cNvPr id="80915" name="Line 20"/>
            <p:cNvSpPr/>
            <p:nvPr/>
          </p:nvSpPr>
          <p:spPr>
            <a:xfrm>
              <a:off x="4142" y="1293"/>
              <a:ext cx="0" cy="109"/>
            </a:xfrm>
            <a:prstGeom prst="line">
              <a:avLst/>
            </a:prstGeom>
            <a:ln w="9525" cap="flat" cmpd="sng">
              <a:solidFill>
                <a:schemeClr val="tx1"/>
              </a:solidFill>
              <a:prstDash val="solid"/>
              <a:round/>
              <a:headEnd type="none" w="med" len="med"/>
              <a:tailEnd type="none" w="med" len="med"/>
            </a:ln>
          </p:spPr>
        </p:sp>
        <p:sp>
          <p:nvSpPr>
            <p:cNvPr id="80916" name="Line 21"/>
            <p:cNvSpPr/>
            <p:nvPr/>
          </p:nvSpPr>
          <p:spPr>
            <a:xfrm>
              <a:off x="3945" y="1293"/>
              <a:ext cx="0" cy="109"/>
            </a:xfrm>
            <a:prstGeom prst="line">
              <a:avLst/>
            </a:prstGeom>
            <a:ln w="9525" cap="flat" cmpd="sng">
              <a:solidFill>
                <a:schemeClr val="tx1"/>
              </a:solidFill>
              <a:prstDash val="solid"/>
              <a:round/>
              <a:headEnd type="none" w="med" len="med"/>
              <a:tailEnd type="none" w="med" len="med"/>
            </a:ln>
          </p:spPr>
        </p:sp>
        <p:sp>
          <p:nvSpPr>
            <p:cNvPr id="80917" name="Line 22"/>
            <p:cNvSpPr/>
            <p:nvPr/>
          </p:nvSpPr>
          <p:spPr>
            <a:xfrm>
              <a:off x="3415" y="1320"/>
              <a:ext cx="0" cy="80"/>
            </a:xfrm>
            <a:prstGeom prst="line">
              <a:avLst/>
            </a:prstGeom>
            <a:ln w="9525" cap="flat" cmpd="sng">
              <a:solidFill>
                <a:schemeClr val="tx1"/>
              </a:solidFill>
              <a:prstDash val="solid"/>
              <a:round/>
              <a:headEnd type="none" w="med" len="med"/>
              <a:tailEnd type="none" w="med" len="med"/>
            </a:ln>
          </p:spPr>
        </p:sp>
        <p:sp>
          <p:nvSpPr>
            <p:cNvPr id="80918" name="Line 23"/>
            <p:cNvSpPr/>
            <p:nvPr/>
          </p:nvSpPr>
          <p:spPr>
            <a:xfrm>
              <a:off x="3152" y="1320"/>
              <a:ext cx="0" cy="80"/>
            </a:xfrm>
            <a:prstGeom prst="line">
              <a:avLst/>
            </a:prstGeom>
            <a:ln w="9525" cap="flat" cmpd="sng">
              <a:solidFill>
                <a:schemeClr val="tx1"/>
              </a:solidFill>
              <a:prstDash val="solid"/>
              <a:round/>
              <a:headEnd type="none" w="med" len="med"/>
              <a:tailEnd type="none" w="med" len="med"/>
            </a:ln>
          </p:spPr>
        </p:sp>
        <p:sp>
          <p:nvSpPr>
            <p:cNvPr id="80919" name="Line 24"/>
            <p:cNvSpPr/>
            <p:nvPr/>
          </p:nvSpPr>
          <p:spPr>
            <a:xfrm>
              <a:off x="2866" y="1320"/>
              <a:ext cx="0" cy="80"/>
            </a:xfrm>
            <a:prstGeom prst="line">
              <a:avLst/>
            </a:prstGeom>
            <a:ln w="9525" cap="flat" cmpd="sng">
              <a:solidFill>
                <a:schemeClr val="tx1"/>
              </a:solidFill>
              <a:prstDash val="solid"/>
              <a:round/>
              <a:headEnd type="none" w="med" len="med"/>
              <a:tailEnd type="none" w="med" len="med"/>
            </a:ln>
          </p:spPr>
        </p:sp>
        <p:sp>
          <p:nvSpPr>
            <p:cNvPr id="80920" name="Line 25"/>
            <p:cNvSpPr/>
            <p:nvPr/>
          </p:nvSpPr>
          <p:spPr>
            <a:xfrm>
              <a:off x="2361" y="1320"/>
              <a:ext cx="0" cy="80"/>
            </a:xfrm>
            <a:prstGeom prst="line">
              <a:avLst/>
            </a:prstGeom>
            <a:ln w="9525" cap="flat" cmpd="sng">
              <a:solidFill>
                <a:schemeClr val="tx1"/>
              </a:solidFill>
              <a:prstDash val="solid"/>
              <a:round/>
              <a:headEnd type="none" w="med" len="med"/>
              <a:tailEnd type="none" w="med" len="med"/>
            </a:ln>
          </p:spPr>
        </p:sp>
        <p:sp>
          <p:nvSpPr>
            <p:cNvPr id="80921" name="Line 26"/>
            <p:cNvSpPr/>
            <p:nvPr/>
          </p:nvSpPr>
          <p:spPr>
            <a:xfrm>
              <a:off x="1701" y="1319"/>
              <a:ext cx="0" cy="80"/>
            </a:xfrm>
            <a:prstGeom prst="line">
              <a:avLst/>
            </a:prstGeom>
            <a:ln w="9525" cap="flat" cmpd="sng">
              <a:solidFill>
                <a:schemeClr val="tx1"/>
              </a:solidFill>
              <a:prstDash val="solid"/>
              <a:round/>
              <a:headEnd type="none" w="med" len="med"/>
              <a:tailEnd type="none" w="med" len="med"/>
            </a:ln>
          </p:spPr>
        </p:sp>
        <p:sp>
          <p:nvSpPr>
            <p:cNvPr id="80922" name="Line 27"/>
            <p:cNvSpPr/>
            <p:nvPr/>
          </p:nvSpPr>
          <p:spPr>
            <a:xfrm>
              <a:off x="1438" y="1319"/>
              <a:ext cx="0" cy="80"/>
            </a:xfrm>
            <a:prstGeom prst="line">
              <a:avLst/>
            </a:prstGeom>
            <a:ln w="9525" cap="flat" cmpd="sng">
              <a:solidFill>
                <a:schemeClr val="tx1"/>
              </a:solidFill>
              <a:prstDash val="solid"/>
              <a:round/>
              <a:headEnd type="none" w="med" len="med"/>
              <a:tailEnd type="none" w="med" len="med"/>
            </a:ln>
          </p:spPr>
        </p:sp>
        <p:sp>
          <p:nvSpPr>
            <p:cNvPr id="80923" name="Line 28"/>
            <p:cNvSpPr/>
            <p:nvPr/>
          </p:nvSpPr>
          <p:spPr>
            <a:xfrm>
              <a:off x="1107" y="1319"/>
              <a:ext cx="0" cy="80"/>
            </a:xfrm>
            <a:prstGeom prst="line">
              <a:avLst/>
            </a:prstGeom>
            <a:ln w="9525" cap="flat" cmpd="sng">
              <a:solidFill>
                <a:schemeClr val="tx1"/>
              </a:solidFill>
              <a:prstDash val="solid"/>
              <a:round/>
              <a:headEnd type="none" w="med" len="med"/>
              <a:tailEnd type="none" w="med" len="med"/>
            </a:ln>
          </p:spPr>
        </p:sp>
        <p:sp>
          <p:nvSpPr>
            <p:cNvPr id="80924" name="Line 29"/>
            <p:cNvSpPr/>
            <p:nvPr/>
          </p:nvSpPr>
          <p:spPr>
            <a:xfrm>
              <a:off x="646" y="1319"/>
              <a:ext cx="0" cy="80"/>
            </a:xfrm>
            <a:prstGeom prst="line">
              <a:avLst/>
            </a:prstGeom>
            <a:ln w="9525" cap="flat" cmpd="sng">
              <a:solidFill>
                <a:schemeClr val="tx1"/>
              </a:solidFill>
              <a:prstDash val="solid"/>
              <a:round/>
              <a:headEnd type="none" w="med" len="med"/>
              <a:tailEnd type="none" w="med" len="med"/>
            </a:ln>
          </p:spPr>
        </p:sp>
        <p:sp>
          <p:nvSpPr>
            <p:cNvPr id="80925" name="Line 30"/>
            <p:cNvSpPr/>
            <p:nvPr/>
          </p:nvSpPr>
          <p:spPr>
            <a:xfrm flipH="1">
              <a:off x="1635" y="1476"/>
              <a:ext cx="2837" cy="0"/>
            </a:xfrm>
            <a:prstGeom prst="line">
              <a:avLst/>
            </a:prstGeom>
            <a:ln w="9525" cap="flat" cmpd="sng">
              <a:solidFill>
                <a:schemeClr val="tx1"/>
              </a:solidFill>
              <a:prstDash val="solid"/>
              <a:round/>
              <a:headEnd type="none" w="med" len="med"/>
              <a:tailEnd type="none" w="med" len="med"/>
            </a:ln>
          </p:spPr>
        </p:sp>
        <p:sp>
          <p:nvSpPr>
            <p:cNvPr id="80926" name="Line 31"/>
            <p:cNvSpPr/>
            <p:nvPr/>
          </p:nvSpPr>
          <p:spPr>
            <a:xfrm>
              <a:off x="1635" y="1319"/>
              <a:ext cx="0" cy="157"/>
            </a:xfrm>
            <a:prstGeom prst="line">
              <a:avLst/>
            </a:prstGeom>
            <a:ln w="9525" cap="flat" cmpd="sng">
              <a:solidFill>
                <a:schemeClr val="tx1"/>
              </a:solidFill>
              <a:prstDash val="solid"/>
              <a:round/>
              <a:headEnd type="none" w="med" len="med"/>
              <a:tailEnd type="none" w="med" len="med"/>
            </a:ln>
          </p:spPr>
        </p:sp>
        <p:sp>
          <p:nvSpPr>
            <p:cNvPr id="80927" name="Line 32"/>
            <p:cNvSpPr/>
            <p:nvPr/>
          </p:nvSpPr>
          <p:spPr>
            <a:xfrm>
              <a:off x="3351" y="1319"/>
              <a:ext cx="0" cy="157"/>
            </a:xfrm>
            <a:prstGeom prst="line">
              <a:avLst/>
            </a:prstGeom>
            <a:ln w="9525" cap="flat" cmpd="sng">
              <a:solidFill>
                <a:schemeClr val="tx1"/>
              </a:solidFill>
              <a:prstDash val="solid"/>
              <a:round/>
              <a:headEnd type="none" w="med" len="med"/>
              <a:tailEnd type="none" w="med" len="med"/>
            </a:ln>
          </p:spPr>
        </p:sp>
        <p:grpSp>
          <p:nvGrpSpPr>
            <p:cNvPr id="80928" name="Group 33"/>
            <p:cNvGrpSpPr/>
            <p:nvPr/>
          </p:nvGrpSpPr>
          <p:grpSpPr>
            <a:xfrm rot="-5400000">
              <a:off x="3840" y="1982"/>
              <a:ext cx="100" cy="156"/>
              <a:chOff x="2880" y="8188"/>
              <a:chExt cx="248" cy="468"/>
            </a:xfrm>
          </p:grpSpPr>
          <p:sp>
            <p:nvSpPr>
              <p:cNvPr id="80929" name="Rectangle 34"/>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30" name="Oval 35"/>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80931" name="Group 36"/>
            <p:cNvGrpSpPr/>
            <p:nvPr/>
          </p:nvGrpSpPr>
          <p:grpSpPr>
            <a:xfrm rot="5400000">
              <a:off x="3840" y="2220"/>
              <a:ext cx="100" cy="156"/>
              <a:chOff x="2880" y="8188"/>
              <a:chExt cx="248" cy="468"/>
            </a:xfrm>
          </p:grpSpPr>
          <p:sp>
            <p:nvSpPr>
              <p:cNvPr id="80932" name="Rectangle 37"/>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33" name="Oval 38"/>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80934" name="Line 39"/>
            <p:cNvSpPr/>
            <p:nvPr/>
          </p:nvSpPr>
          <p:spPr>
            <a:xfrm>
              <a:off x="3890" y="2117"/>
              <a:ext cx="0" cy="131"/>
            </a:xfrm>
            <a:prstGeom prst="line">
              <a:avLst/>
            </a:prstGeom>
            <a:ln w="9525" cap="flat" cmpd="sng">
              <a:solidFill>
                <a:schemeClr val="tx1"/>
              </a:solidFill>
              <a:prstDash val="solid"/>
              <a:round/>
              <a:headEnd type="none" w="med" len="med"/>
              <a:tailEnd type="none" w="med" len="med"/>
            </a:ln>
          </p:spPr>
        </p:sp>
        <p:grpSp>
          <p:nvGrpSpPr>
            <p:cNvPr id="80935" name="Group 40"/>
            <p:cNvGrpSpPr/>
            <p:nvPr/>
          </p:nvGrpSpPr>
          <p:grpSpPr>
            <a:xfrm rot="-5400000">
              <a:off x="3040" y="1978"/>
              <a:ext cx="100" cy="157"/>
              <a:chOff x="2880" y="8188"/>
              <a:chExt cx="248" cy="468"/>
            </a:xfrm>
          </p:grpSpPr>
          <p:sp>
            <p:nvSpPr>
              <p:cNvPr id="80936" name="Rectangle 41"/>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37" name="Oval 42"/>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80938" name="Group 43"/>
            <p:cNvGrpSpPr/>
            <p:nvPr/>
          </p:nvGrpSpPr>
          <p:grpSpPr>
            <a:xfrm rot="5400000">
              <a:off x="3040" y="2216"/>
              <a:ext cx="100" cy="157"/>
              <a:chOff x="2880" y="8188"/>
              <a:chExt cx="248" cy="468"/>
            </a:xfrm>
          </p:grpSpPr>
          <p:sp>
            <p:nvSpPr>
              <p:cNvPr id="80939" name="Rectangle 44"/>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40" name="Oval 45"/>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80941" name="Line 46"/>
            <p:cNvSpPr/>
            <p:nvPr/>
          </p:nvSpPr>
          <p:spPr>
            <a:xfrm>
              <a:off x="3093" y="2117"/>
              <a:ext cx="0" cy="131"/>
            </a:xfrm>
            <a:prstGeom prst="line">
              <a:avLst/>
            </a:prstGeom>
            <a:ln w="9525" cap="flat" cmpd="sng">
              <a:solidFill>
                <a:schemeClr val="tx1"/>
              </a:solidFill>
              <a:prstDash val="solid"/>
              <a:round/>
              <a:headEnd type="none" w="med" len="med"/>
              <a:tailEnd type="none" w="med" len="med"/>
            </a:ln>
          </p:spPr>
        </p:sp>
        <p:grpSp>
          <p:nvGrpSpPr>
            <p:cNvPr id="80942" name="Group 47"/>
            <p:cNvGrpSpPr/>
            <p:nvPr/>
          </p:nvGrpSpPr>
          <p:grpSpPr>
            <a:xfrm rot="-5400000">
              <a:off x="2097" y="1978"/>
              <a:ext cx="100" cy="157"/>
              <a:chOff x="2880" y="8188"/>
              <a:chExt cx="248" cy="468"/>
            </a:xfrm>
          </p:grpSpPr>
          <p:sp>
            <p:nvSpPr>
              <p:cNvPr id="80943" name="Rectangle 48"/>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44" name="Oval 49"/>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80945" name="Group 50"/>
            <p:cNvGrpSpPr/>
            <p:nvPr/>
          </p:nvGrpSpPr>
          <p:grpSpPr>
            <a:xfrm rot="5400000">
              <a:off x="2097" y="2216"/>
              <a:ext cx="100" cy="157"/>
              <a:chOff x="2880" y="8188"/>
              <a:chExt cx="248" cy="468"/>
            </a:xfrm>
          </p:grpSpPr>
          <p:sp>
            <p:nvSpPr>
              <p:cNvPr id="80946" name="Rectangle 51"/>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47" name="Oval 52"/>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80948" name="Line 53"/>
            <p:cNvSpPr/>
            <p:nvPr/>
          </p:nvSpPr>
          <p:spPr>
            <a:xfrm>
              <a:off x="2150" y="2117"/>
              <a:ext cx="0" cy="131"/>
            </a:xfrm>
            <a:prstGeom prst="line">
              <a:avLst/>
            </a:prstGeom>
            <a:ln w="9525" cap="flat" cmpd="sng">
              <a:solidFill>
                <a:schemeClr val="tx1"/>
              </a:solidFill>
              <a:prstDash val="solid"/>
              <a:round/>
              <a:headEnd type="none" w="med" len="med"/>
              <a:tailEnd type="none" w="med" len="med"/>
            </a:ln>
          </p:spPr>
        </p:sp>
        <p:grpSp>
          <p:nvGrpSpPr>
            <p:cNvPr id="80949" name="Group 54"/>
            <p:cNvGrpSpPr/>
            <p:nvPr/>
          </p:nvGrpSpPr>
          <p:grpSpPr>
            <a:xfrm rot="-5400000">
              <a:off x="862" y="1981"/>
              <a:ext cx="100" cy="158"/>
              <a:chOff x="2880" y="8188"/>
              <a:chExt cx="248" cy="468"/>
            </a:xfrm>
          </p:grpSpPr>
          <p:sp>
            <p:nvSpPr>
              <p:cNvPr id="80950" name="Rectangle 55"/>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51" name="Oval 56"/>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80952" name="Group 57"/>
            <p:cNvGrpSpPr/>
            <p:nvPr/>
          </p:nvGrpSpPr>
          <p:grpSpPr>
            <a:xfrm rot="5400000">
              <a:off x="862" y="2219"/>
              <a:ext cx="100" cy="158"/>
              <a:chOff x="2880" y="8188"/>
              <a:chExt cx="248" cy="468"/>
            </a:xfrm>
          </p:grpSpPr>
          <p:sp>
            <p:nvSpPr>
              <p:cNvPr id="80953" name="Rectangle 58"/>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54" name="Oval 59"/>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80955" name="Line 60"/>
            <p:cNvSpPr/>
            <p:nvPr/>
          </p:nvSpPr>
          <p:spPr>
            <a:xfrm>
              <a:off x="912" y="2117"/>
              <a:ext cx="0" cy="131"/>
            </a:xfrm>
            <a:prstGeom prst="line">
              <a:avLst/>
            </a:prstGeom>
            <a:ln w="9525" cap="flat" cmpd="sng">
              <a:solidFill>
                <a:schemeClr val="tx1"/>
              </a:solidFill>
              <a:prstDash val="solid"/>
              <a:round/>
              <a:headEnd type="none" w="med" len="med"/>
              <a:tailEnd type="none" w="med" len="med"/>
            </a:ln>
          </p:spPr>
        </p:sp>
        <p:sp>
          <p:nvSpPr>
            <p:cNvPr id="80956" name="Line 61"/>
            <p:cNvSpPr/>
            <p:nvPr/>
          </p:nvSpPr>
          <p:spPr>
            <a:xfrm>
              <a:off x="3904" y="2189"/>
              <a:ext cx="350" cy="0"/>
            </a:xfrm>
            <a:prstGeom prst="line">
              <a:avLst/>
            </a:prstGeom>
            <a:ln w="9525" cap="flat" cmpd="sng">
              <a:solidFill>
                <a:schemeClr val="tx1"/>
              </a:solidFill>
              <a:prstDash val="solid"/>
              <a:round/>
              <a:headEnd type="none" w="med" len="med"/>
              <a:tailEnd type="none" w="med" len="med"/>
            </a:ln>
          </p:spPr>
        </p:sp>
        <p:sp>
          <p:nvSpPr>
            <p:cNvPr id="80957" name="Line 62"/>
            <p:cNvSpPr/>
            <p:nvPr/>
          </p:nvSpPr>
          <p:spPr>
            <a:xfrm>
              <a:off x="4254" y="1296"/>
              <a:ext cx="0" cy="892"/>
            </a:xfrm>
            <a:prstGeom prst="line">
              <a:avLst/>
            </a:prstGeom>
            <a:ln w="9525" cap="flat" cmpd="sng">
              <a:solidFill>
                <a:schemeClr val="tx1"/>
              </a:solidFill>
              <a:prstDash val="solid"/>
              <a:round/>
              <a:headEnd type="none" w="med" len="med"/>
              <a:tailEnd type="none" w="med" len="med"/>
            </a:ln>
          </p:spPr>
        </p:sp>
        <p:sp>
          <p:nvSpPr>
            <p:cNvPr id="80958" name="Line 63"/>
            <p:cNvSpPr/>
            <p:nvPr/>
          </p:nvSpPr>
          <p:spPr>
            <a:xfrm flipH="1">
              <a:off x="3086" y="1556"/>
              <a:ext cx="1171" cy="0"/>
            </a:xfrm>
            <a:prstGeom prst="line">
              <a:avLst/>
            </a:prstGeom>
            <a:ln w="9525" cap="flat" cmpd="sng">
              <a:solidFill>
                <a:schemeClr val="tx1"/>
              </a:solidFill>
              <a:prstDash val="solid"/>
              <a:round/>
              <a:headEnd type="none" w="med" len="med"/>
              <a:tailEnd type="none" w="med" len="med"/>
            </a:ln>
          </p:spPr>
        </p:sp>
        <p:sp>
          <p:nvSpPr>
            <p:cNvPr id="80959" name="Line 64"/>
            <p:cNvSpPr/>
            <p:nvPr/>
          </p:nvSpPr>
          <p:spPr>
            <a:xfrm>
              <a:off x="3086" y="1319"/>
              <a:ext cx="0" cy="237"/>
            </a:xfrm>
            <a:prstGeom prst="line">
              <a:avLst/>
            </a:prstGeom>
            <a:ln w="9525" cap="flat" cmpd="sng">
              <a:solidFill>
                <a:schemeClr val="tx1"/>
              </a:solidFill>
              <a:prstDash val="solid"/>
              <a:round/>
              <a:headEnd type="none" w="med" len="med"/>
              <a:tailEnd type="none" w="med" len="med"/>
            </a:ln>
          </p:spPr>
        </p:sp>
        <p:sp>
          <p:nvSpPr>
            <p:cNvPr id="80960" name="Line 65"/>
            <p:cNvSpPr/>
            <p:nvPr/>
          </p:nvSpPr>
          <p:spPr>
            <a:xfrm flipV="1">
              <a:off x="3890" y="1636"/>
              <a:ext cx="0" cy="375"/>
            </a:xfrm>
            <a:prstGeom prst="line">
              <a:avLst/>
            </a:prstGeom>
            <a:ln w="9525" cap="flat" cmpd="sng">
              <a:solidFill>
                <a:schemeClr val="tx1"/>
              </a:solidFill>
              <a:prstDash val="solid"/>
              <a:round/>
              <a:headEnd type="none" w="med" len="med"/>
              <a:tailEnd type="none" w="med" len="med"/>
            </a:ln>
          </p:spPr>
        </p:sp>
        <p:sp>
          <p:nvSpPr>
            <p:cNvPr id="80961" name="Line 66"/>
            <p:cNvSpPr/>
            <p:nvPr/>
          </p:nvSpPr>
          <p:spPr>
            <a:xfrm flipH="1">
              <a:off x="581" y="1634"/>
              <a:ext cx="3298" cy="0"/>
            </a:xfrm>
            <a:prstGeom prst="line">
              <a:avLst/>
            </a:prstGeom>
            <a:ln w="9525" cap="flat" cmpd="sng">
              <a:solidFill>
                <a:schemeClr val="tx1"/>
              </a:solidFill>
              <a:prstDash val="solid"/>
              <a:round/>
              <a:headEnd type="none" w="med" len="med"/>
              <a:tailEnd type="none" w="med" len="med"/>
            </a:ln>
          </p:spPr>
        </p:sp>
        <p:sp>
          <p:nvSpPr>
            <p:cNvPr id="80962" name="Line 67"/>
            <p:cNvSpPr/>
            <p:nvPr/>
          </p:nvSpPr>
          <p:spPr>
            <a:xfrm>
              <a:off x="1371" y="1319"/>
              <a:ext cx="0" cy="315"/>
            </a:xfrm>
            <a:prstGeom prst="line">
              <a:avLst/>
            </a:prstGeom>
            <a:ln w="9525" cap="flat" cmpd="sng">
              <a:solidFill>
                <a:schemeClr val="tx1"/>
              </a:solidFill>
              <a:prstDash val="solid"/>
              <a:round/>
              <a:headEnd type="none" w="med" len="med"/>
              <a:tailEnd type="none" w="med" len="med"/>
            </a:ln>
          </p:spPr>
        </p:sp>
        <p:sp>
          <p:nvSpPr>
            <p:cNvPr id="80963" name="Line 68"/>
            <p:cNvSpPr/>
            <p:nvPr/>
          </p:nvSpPr>
          <p:spPr>
            <a:xfrm>
              <a:off x="1041" y="1319"/>
              <a:ext cx="0" cy="315"/>
            </a:xfrm>
            <a:prstGeom prst="line">
              <a:avLst/>
            </a:prstGeom>
            <a:ln w="9525" cap="flat" cmpd="sng">
              <a:solidFill>
                <a:schemeClr val="tx1"/>
              </a:solidFill>
              <a:prstDash val="solid"/>
              <a:round/>
              <a:headEnd type="none" w="med" len="med"/>
              <a:tailEnd type="none" w="med" len="med"/>
            </a:ln>
          </p:spPr>
        </p:sp>
        <p:sp>
          <p:nvSpPr>
            <p:cNvPr id="80964" name="Line 69"/>
            <p:cNvSpPr/>
            <p:nvPr/>
          </p:nvSpPr>
          <p:spPr>
            <a:xfrm>
              <a:off x="581" y="1319"/>
              <a:ext cx="0" cy="315"/>
            </a:xfrm>
            <a:prstGeom prst="line">
              <a:avLst/>
            </a:prstGeom>
            <a:ln w="9525" cap="flat" cmpd="sng">
              <a:solidFill>
                <a:schemeClr val="tx1"/>
              </a:solidFill>
              <a:prstDash val="solid"/>
              <a:round/>
              <a:headEnd type="none" w="med" len="med"/>
              <a:tailEnd type="none" w="med" len="med"/>
            </a:ln>
          </p:spPr>
        </p:sp>
        <p:sp>
          <p:nvSpPr>
            <p:cNvPr id="80965" name="Line 70"/>
            <p:cNvSpPr/>
            <p:nvPr/>
          </p:nvSpPr>
          <p:spPr>
            <a:xfrm>
              <a:off x="3113" y="2189"/>
              <a:ext cx="386" cy="0"/>
            </a:xfrm>
            <a:prstGeom prst="line">
              <a:avLst/>
            </a:prstGeom>
            <a:ln w="9525" cap="flat" cmpd="sng">
              <a:solidFill>
                <a:schemeClr val="tx1"/>
              </a:solidFill>
              <a:prstDash val="solid"/>
              <a:round/>
              <a:headEnd type="none" w="med" len="med"/>
              <a:tailEnd type="none" w="med" len="med"/>
            </a:ln>
          </p:spPr>
        </p:sp>
        <p:sp>
          <p:nvSpPr>
            <p:cNvPr id="80966" name="Line 71"/>
            <p:cNvSpPr/>
            <p:nvPr/>
          </p:nvSpPr>
          <p:spPr>
            <a:xfrm flipV="1">
              <a:off x="3483" y="1715"/>
              <a:ext cx="0" cy="465"/>
            </a:xfrm>
            <a:prstGeom prst="line">
              <a:avLst/>
            </a:prstGeom>
            <a:ln w="9525" cap="flat" cmpd="sng">
              <a:solidFill>
                <a:schemeClr val="tx1"/>
              </a:solidFill>
              <a:prstDash val="solid"/>
              <a:round/>
              <a:headEnd type="none" w="med" len="med"/>
              <a:tailEnd type="none" w="med" len="med"/>
            </a:ln>
          </p:spPr>
        </p:sp>
        <p:sp>
          <p:nvSpPr>
            <p:cNvPr id="80967" name="Line 72"/>
            <p:cNvSpPr/>
            <p:nvPr/>
          </p:nvSpPr>
          <p:spPr>
            <a:xfrm>
              <a:off x="1305" y="1715"/>
              <a:ext cx="2764" cy="0"/>
            </a:xfrm>
            <a:prstGeom prst="line">
              <a:avLst/>
            </a:prstGeom>
            <a:ln w="9525" cap="flat" cmpd="sng">
              <a:solidFill>
                <a:schemeClr val="tx1"/>
              </a:solidFill>
              <a:prstDash val="solid"/>
              <a:round/>
              <a:headEnd type="none" w="med" len="med"/>
              <a:tailEnd type="none" w="med" len="med"/>
            </a:ln>
          </p:spPr>
        </p:sp>
        <p:sp>
          <p:nvSpPr>
            <p:cNvPr id="80968" name="Line 73"/>
            <p:cNvSpPr/>
            <p:nvPr/>
          </p:nvSpPr>
          <p:spPr>
            <a:xfrm>
              <a:off x="4056" y="1296"/>
              <a:ext cx="0" cy="426"/>
            </a:xfrm>
            <a:prstGeom prst="line">
              <a:avLst/>
            </a:prstGeom>
            <a:ln w="9525" cap="flat" cmpd="sng">
              <a:solidFill>
                <a:schemeClr val="tx1"/>
              </a:solidFill>
              <a:prstDash val="solid"/>
              <a:round/>
              <a:headEnd type="none" w="med" len="med"/>
              <a:tailEnd type="none" w="med" len="med"/>
            </a:ln>
          </p:spPr>
        </p:sp>
        <p:sp>
          <p:nvSpPr>
            <p:cNvPr id="80969" name="Line 74"/>
            <p:cNvSpPr/>
            <p:nvPr/>
          </p:nvSpPr>
          <p:spPr>
            <a:xfrm>
              <a:off x="1305" y="1319"/>
              <a:ext cx="0" cy="396"/>
            </a:xfrm>
            <a:prstGeom prst="line">
              <a:avLst/>
            </a:prstGeom>
            <a:ln w="9525" cap="flat" cmpd="sng">
              <a:solidFill>
                <a:schemeClr val="tx1"/>
              </a:solidFill>
              <a:prstDash val="solid"/>
              <a:round/>
              <a:headEnd type="none" w="med" len="med"/>
              <a:tailEnd type="none" w="med" len="med"/>
            </a:ln>
          </p:spPr>
        </p:sp>
        <p:sp>
          <p:nvSpPr>
            <p:cNvPr id="80970" name="Line 75"/>
            <p:cNvSpPr/>
            <p:nvPr/>
          </p:nvSpPr>
          <p:spPr>
            <a:xfrm flipV="1">
              <a:off x="3093" y="1786"/>
              <a:ext cx="0" cy="231"/>
            </a:xfrm>
            <a:prstGeom prst="line">
              <a:avLst/>
            </a:prstGeom>
            <a:ln w="9525" cap="flat" cmpd="sng">
              <a:solidFill>
                <a:schemeClr val="tx1"/>
              </a:solidFill>
              <a:prstDash val="solid"/>
              <a:round/>
              <a:headEnd type="none" w="med" len="med"/>
              <a:tailEnd type="none" w="med" len="med"/>
            </a:ln>
          </p:spPr>
        </p:sp>
        <p:sp>
          <p:nvSpPr>
            <p:cNvPr id="80971" name="Line 76"/>
            <p:cNvSpPr/>
            <p:nvPr/>
          </p:nvSpPr>
          <p:spPr>
            <a:xfrm flipH="1">
              <a:off x="2295" y="1793"/>
              <a:ext cx="791" cy="0"/>
            </a:xfrm>
            <a:prstGeom prst="line">
              <a:avLst/>
            </a:prstGeom>
            <a:ln w="9525" cap="flat" cmpd="sng">
              <a:solidFill>
                <a:schemeClr val="tx1"/>
              </a:solidFill>
              <a:prstDash val="solid"/>
              <a:round/>
              <a:headEnd type="none" w="med" len="med"/>
              <a:tailEnd type="none" w="med" len="med"/>
            </a:ln>
          </p:spPr>
        </p:sp>
        <p:sp>
          <p:nvSpPr>
            <p:cNvPr id="80972" name="Line 77"/>
            <p:cNvSpPr/>
            <p:nvPr/>
          </p:nvSpPr>
          <p:spPr>
            <a:xfrm>
              <a:off x="2295" y="1319"/>
              <a:ext cx="0" cy="474"/>
            </a:xfrm>
            <a:prstGeom prst="line">
              <a:avLst/>
            </a:prstGeom>
            <a:ln w="9525" cap="flat" cmpd="sng">
              <a:solidFill>
                <a:schemeClr val="tx1"/>
              </a:solidFill>
              <a:prstDash val="solid"/>
              <a:round/>
              <a:headEnd type="none" w="med" len="med"/>
              <a:tailEnd type="none" w="med" len="med"/>
            </a:ln>
          </p:spPr>
        </p:sp>
        <p:sp>
          <p:nvSpPr>
            <p:cNvPr id="80973" name="Line 78"/>
            <p:cNvSpPr/>
            <p:nvPr/>
          </p:nvSpPr>
          <p:spPr>
            <a:xfrm>
              <a:off x="2756" y="1319"/>
              <a:ext cx="0" cy="474"/>
            </a:xfrm>
            <a:prstGeom prst="line">
              <a:avLst/>
            </a:prstGeom>
            <a:ln w="9525" cap="flat" cmpd="sng">
              <a:solidFill>
                <a:schemeClr val="tx1"/>
              </a:solidFill>
              <a:prstDash val="solid"/>
              <a:round/>
              <a:headEnd type="none" w="med" len="med"/>
              <a:tailEnd type="none" w="med" len="med"/>
            </a:ln>
          </p:spPr>
        </p:sp>
        <p:sp>
          <p:nvSpPr>
            <p:cNvPr id="80974" name="Line 79"/>
            <p:cNvSpPr/>
            <p:nvPr/>
          </p:nvSpPr>
          <p:spPr>
            <a:xfrm>
              <a:off x="2150" y="1320"/>
              <a:ext cx="0" cy="691"/>
            </a:xfrm>
            <a:prstGeom prst="line">
              <a:avLst/>
            </a:prstGeom>
            <a:ln w="9525" cap="flat" cmpd="sng">
              <a:solidFill>
                <a:schemeClr val="tx1"/>
              </a:solidFill>
              <a:prstDash val="solid"/>
              <a:round/>
              <a:headEnd type="none" w="med" len="med"/>
              <a:tailEnd type="none" w="med" len="med"/>
            </a:ln>
          </p:spPr>
        </p:sp>
        <p:sp>
          <p:nvSpPr>
            <p:cNvPr id="80975" name="Line 80"/>
            <p:cNvSpPr/>
            <p:nvPr/>
          </p:nvSpPr>
          <p:spPr>
            <a:xfrm>
              <a:off x="514" y="1872"/>
              <a:ext cx="2155" cy="0"/>
            </a:xfrm>
            <a:prstGeom prst="line">
              <a:avLst/>
            </a:prstGeom>
            <a:ln w="9525" cap="flat" cmpd="sng">
              <a:solidFill>
                <a:schemeClr val="tx1"/>
              </a:solidFill>
              <a:prstDash val="solid"/>
              <a:round/>
              <a:headEnd type="none" w="med" len="med"/>
              <a:tailEnd type="none" w="med" len="med"/>
            </a:ln>
          </p:spPr>
        </p:sp>
        <p:sp>
          <p:nvSpPr>
            <p:cNvPr id="80976" name="Line 81"/>
            <p:cNvSpPr/>
            <p:nvPr/>
          </p:nvSpPr>
          <p:spPr>
            <a:xfrm>
              <a:off x="974" y="1319"/>
              <a:ext cx="0" cy="553"/>
            </a:xfrm>
            <a:prstGeom prst="line">
              <a:avLst/>
            </a:prstGeom>
            <a:ln w="9525" cap="flat" cmpd="sng">
              <a:solidFill>
                <a:schemeClr val="tx1"/>
              </a:solidFill>
              <a:prstDash val="solid"/>
              <a:round/>
              <a:headEnd type="none" w="med" len="med"/>
              <a:tailEnd type="none" w="med" len="med"/>
            </a:ln>
          </p:spPr>
        </p:sp>
        <p:sp>
          <p:nvSpPr>
            <p:cNvPr id="80977" name="Line 82"/>
            <p:cNvSpPr/>
            <p:nvPr/>
          </p:nvSpPr>
          <p:spPr>
            <a:xfrm>
              <a:off x="2668" y="1319"/>
              <a:ext cx="0" cy="553"/>
            </a:xfrm>
            <a:prstGeom prst="line">
              <a:avLst/>
            </a:prstGeom>
            <a:ln w="9525" cap="flat" cmpd="sng">
              <a:solidFill>
                <a:schemeClr val="tx1"/>
              </a:solidFill>
              <a:prstDash val="solid"/>
              <a:round/>
              <a:headEnd type="none" w="med" len="med"/>
              <a:tailEnd type="none" w="med" len="med"/>
            </a:ln>
          </p:spPr>
        </p:sp>
        <p:sp>
          <p:nvSpPr>
            <p:cNvPr id="80978" name="Line 83"/>
            <p:cNvSpPr/>
            <p:nvPr/>
          </p:nvSpPr>
          <p:spPr>
            <a:xfrm>
              <a:off x="3822" y="1296"/>
              <a:ext cx="0" cy="585"/>
            </a:xfrm>
            <a:prstGeom prst="line">
              <a:avLst/>
            </a:prstGeom>
            <a:ln w="9525" cap="flat" cmpd="sng">
              <a:solidFill>
                <a:schemeClr val="tx1"/>
              </a:solidFill>
              <a:prstDash val="solid"/>
              <a:round/>
              <a:headEnd type="none" w="med" len="med"/>
              <a:tailEnd type="none" w="med" len="med"/>
            </a:ln>
          </p:spPr>
        </p:sp>
        <p:sp>
          <p:nvSpPr>
            <p:cNvPr id="80979" name="Line 84"/>
            <p:cNvSpPr/>
            <p:nvPr/>
          </p:nvSpPr>
          <p:spPr>
            <a:xfrm flipH="1">
              <a:off x="2821" y="1872"/>
              <a:ext cx="991" cy="0"/>
            </a:xfrm>
            <a:prstGeom prst="line">
              <a:avLst/>
            </a:prstGeom>
            <a:ln w="9525" cap="flat" cmpd="sng">
              <a:solidFill>
                <a:schemeClr val="tx1"/>
              </a:solidFill>
              <a:prstDash val="solid"/>
              <a:round/>
              <a:headEnd type="none" w="med" len="med"/>
              <a:tailEnd type="none" w="med" len="med"/>
            </a:ln>
          </p:spPr>
        </p:sp>
        <p:sp>
          <p:nvSpPr>
            <p:cNvPr id="80980" name="Line 85"/>
            <p:cNvSpPr/>
            <p:nvPr/>
          </p:nvSpPr>
          <p:spPr>
            <a:xfrm>
              <a:off x="2163" y="2189"/>
              <a:ext cx="658" cy="0"/>
            </a:xfrm>
            <a:prstGeom prst="line">
              <a:avLst/>
            </a:prstGeom>
            <a:ln w="9525" cap="flat" cmpd="sng">
              <a:solidFill>
                <a:schemeClr val="tx1"/>
              </a:solidFill>
              <a:prstDash val="solid"/>
              <a:round/>
              <a:headEnd type="none" w="med" len="med"/>
              <a:tailEnd type="none" w="med" len="med"/>
            </a:ln>
          </p:spPr>
        </p:sp>
        <p:sp>
          <p:nvSpPr>
            <p:cNvPr id="80981" name="Line 86"/>
            <p:cNvSpPr/>
            <p:nvPr/>
          </p:nvSpPr>
          <p:spPr>
            <a:xfrm>
              <a:off x="2817" y="1872"/>
              <a:ext cx="0" cy="317"/>
            </a:xfrm>
            <a:prstGeom prst="line">
              <a:avLst/>
            </a:prstGeom>
            <a:ln w="9525" cap="flat" cmpd="sng">
              <a:solidFill>
                <a:schemeClr val="tx1"/>
              </a:solidFill>
              <a:prstDash val="solid"/>
              <a:round/>
              <a:headEnd type="none" w="med" len="med"/>
              <a:tailEnd type="none" w="med" len="med"/>
            </a:ln>
          </p:spPr>
        </p:sp>
        <p:sp>
          <p:nvSpPr>
            <p:cNvPr id="80982" name="Line 87"/>
            <p:cNvSpPr/>
            <p:nvPr/>
          </p:nvSpPr>
          <p:spPr>
            <a:xfrm>
              <a:off x="448" y="1952"/>
              <a:ext cx="468" cy="0"/>
            </a:xfrm>
            <a:prstGeom prst="line">
              <a:avLst/>
            </a:prstGeom>
            <a:ln w="9525" cap="flat" cmpd="sng">
              <a:solidFill>
                <a:schemeClr val="tx1"/>
              </a:solidFill>
              <a:prstDash val="solid"/>
              <a:round/>
              <a:headEnd type="none" w="med" len="med"/>
              <a:tailEnd type="none" w="med" len="med"/>
            </a:ln>
          </p:spPr>
        </p:sp>
        <p:sp>
          <p:nvSpPr>
            <p:cNvPr id="80983" name="Line 88"/>
            <p:cNvSpPr/>
            <p:nvPr/>
          </p:nvSpPr>
          <p:spPr>
            <a:xfrm>
              <a:off x="912" y="1953"/>
              <a:ext cx="0" cy="69"/>
            </a:xfrm>
            <a:prstGeom prst="line">
              <a:avLst/>
            </a:prstGeom>
            <a:ln w="9525" cap="flat" cmpd="sng">
              <a:solidFill>
                <a:schemeClr val="tx1"/>
              </a:solidFill>
              <a:prstDash val="solid"/>
              <a:round/>
              <a:headEnd type="none" w="med" len="med"/>
              <a:tailEnd type="none" w="med" len="med"/>
            </a:ln>
          </p:spPr>
        </p:sp>
        <p:sp>
          <p:nvSpPr>
            <p:cNvPr id="80984" name="Line 89"/>
            <p:cNvSpPr/>
            <p:nvPr/>
          </p:nvSpPr>
          <p:spPr>
            <a:xfrm flipV="1">
              <a:off x="1504" y="1556"/>
              <a:ext cx="0" cy="686"/>
            </a:xfrm>
            <a:prstGeom prst="line">
              <a:avLst/>
            </a:prstGeom>
            <a:ln w="9525" cap="flat" cmpd="sng">
              <a:solidFill>
                <a:schemeClr val="tx1"/>
              </a:solidFill>
              <a:prstDash val="solid"/>
              <a:round/>
              <a:headEnd type="none" w="med" len="med"/>
              <a:tailEnd type="none" w="med" len="med"/>
            </a:ln>
          </p:spPr>
        </p:sp>
        <p:sp>
          <p:nvSpPr>
            <p:cNvPr id="80985" name="Line 90"/>
            <p:cNvSpPr/>
            <p:nvPr/>
          </p:nvSpPr>
          <p:spPr>
            <a:xfrm>
              <a:off x="844" y="1556"/>
              <a:ext cx="1714" cy="0"/>
            </a:xfrm>
            <a:prstGeom prst="line">
              <a:avLst/>
            </a:prstGeom>
            <a:ln w="9525" cap="flat" cmpd="sng">
              <a:solidFill>
                <a:schemeClr val="tx1"/>
              </a:solidFill>
              <a:prstDash val="solid"/>
              <a:round/>
              <a:headEnd type="none" w="med" len="med"/>
              <a:tailEnd type="none" w="med" len="med"/>
            </a:ln>
          </p:spPr>
        </p:sp>
        <p:sp>
          <p:nvSpPr>
            <p:cNvPr id="80986" name="Line 91"/>
            <p:cNvSpPr/>
            <p:nvPr/>
          </p:nvSpPr>
          <p:spPr>
            <a:xfrm>
              <a:off x="2558" y="1319"/>
              <a:ext cx="0" cy="237"/>
            </a:xfrm>
            <a:prstGeom prst="line">
              <a:avLst/>
            </a:prstGeom>
            <a:ln w="9525" cap="flat" cmpd="sng">
              <a:solidFill>
                <a:schemeClr val="tx1"/>
              </a:solidFill>
              <a:prstDash val="solid"/>
              <a:round/>
              <a:headEnd type="none" w="med" len="med"/>
              <a:tailEnd type="none" w="med" len="med"/>
            </a:ln>
          </p:spPr>
        </p:sp>
        <p:sp>
          <p:nvSpPr>
            <p:cNvPr id="80987" name="Line 92"/>
            <p:cNvSpPr/>
            <p:nvPr/>
          </p:nvSpPr>
          <p:spPr>
            <a:xfrm>
              <a:off x="914" y="2189"/>
              <a:ext cx="316" cy="0"/>
            </a:xfrm>
            <a:prstGeom prst="line">
              <a:avLst/>
            </a:prstGeom>
            <a:ln w="9525" cap="flat" cmpd="sng">
              <a:solidFill>
                <a:schemeClr val="tx1"/>
              </a:solidFill>
              <a:prstDash val="solid"/>
              <a:round/>
              <a:headEnd type="none" w="med" len="med"/>
              <a:tailEnd type="none" w="med" len="med"/>
            </a:ln>
          </p:spPr>
        </p:sp>
        <p:sp>
          <p:nvSpPr>
            <p:cNvPr id="80988" name="Line 93"/>
            <p:cNvSpPr/>
            <p:nvPr/>
          </p:nvSpPr>
          <p:spPr>
            <a:xfrm flipV="1">
              <a:off x="1240" y="1793"/>
              <a:ext cx="0" cy="396"/>
            </a:xfrm>
            <a:prstGeom prst="line">
              <a:avLst/>
            </a:prstGeom>
            <a:ln w="9525" cap="flat" cmpd="sng">
              <a:solidFill>
                <a:schemeClr val="tx1"/>
              </a:solidFill>
              <a:prstDash val="solid"/>
              <a:round/>
              <a:headEnd type="none" w="med" len="med"/>
              <a:tailEnd type="none" w="med" len="med"/>
            </a:ln>
          </p:spPr>
        </p:sp>
        <p:sp>
          <p:nvSpPr>
            <p:cNvPr id="80989" name="Line 94"/>
            <p:cNvSpPr/>
            <p:nvPr/>
          </p:nvSpPr>
          <p:spPr>
            <a:xfrm>
              <a:off x="1240" y="1793"/>
              <a:ext cx="792" cy="0"/>
            </a:xfrm>
            <a:prstGeom prst="line">
              <a:avLst/>
            </a:prstGeom>
            <a:ln w="9525" cap="flat" cmpd="sng">
              <a:solidFill>
                <a:schemeClr val="tx1"/>
              </a:solidFill>
              <a:prstDash val="solid"/>
              <a:round/>
              <a:headEnd type="none" w="med" len="med"/>
              <a:tailEnd type="none" w="med" len="med"/>
            </a:ln>
          </p:spPr>
        </p:sp>
        <p:sp>
          <p:nvSpPr>
            <p:cNvPr id="80990" name="Line 95"/>
            <p:cNvSpPr/>
            <p:nvPr/>
          </p:nvSpPr>
          <p:spPr>
            <a:xfrm>
              <a:off x="2032" y="1319"/>
              <a:ext cx="0" cy="474"/>
            </a:xfrm>
            <a:prstGeom prst="line">
              <a:avLst/>
            </a:prstGeom>
            <a:ln w="9525" cap="flat" cmpd="sng">
              <a:solidFill>
                <a:schemeClr val="tx1"/>
              </a:solidFill>
              <a:prstDash val="solid"/>
              <a:round/>
              <a:headEnd type="none" w="med" len="med"/>
              <a:tailEnd type="none" w="med" len="med"/>
            </a:ln>
          </p:spPr>
        </p:sp>
        <p:sp>
          <p:nvSpPr>
            <p:cNvPr id="80991" name="Line 96"/>
            <p:cNvSpPr/>
            <p:nvPr/>
          </p:nvSpPr>
          <p:spPr>
            <a:xfrm>
              <a:off x="844" y="1319"/>
              <a:ext cx="0" cy="237"/>
            </a:xfrm>
            <a:prstGeom prst="line">
              <a:avLst/>
            </a:prstGeom>
            <a:ln w="9525" cap="flat" cmpd="sng">
              <a:solidFill>
                <a:schemeClr val="tx1"/>
              </a:solidFill>
              <a:prstDash val="solid"/>
              <a:round/>
              <a:headEnd type="none" w="med" len="med"/>
              <a:tailEnd type="none" w="med" len="med"/>
            </a:ln>
          </p:spPr>
        </p:sp>
        <p:sp>
          <p:nvSpPr>
            <p:cNvPr id="80992" name="Line 97"/>
            <p:cNvSpPr/>
            <p:nvPr/>
          </p:nvSpPr>
          <p:spPr>
            <a:xfrm>
              <a:off x="912" y="2348"/>
              <a:ext cx="0" cy="685"/>
            </a:xfrm>
            <a:prstGeom prst="line">
              <a:avLst/>
            </a:prstGeom>
            <a:ln w="9525" cap="flat" cmpd="sng">
              <a:solidFill>
                <a:schemeClr val="tx1"/>
              </a:solidFill>
              <a:prstDash val="solid"/>
              <a:round/>
              <a:headEnd type="none" w="med" len="med"/>
              <a:tailEnd type="none" w="med" len="med"/>
            </a:ln>
          </p:spPr>
        </p:sp>
        <p:sp>
          <p:nvSpPr>
            <p:cNvPr id="80993" name="Line 98"/>
            <p:cNvSpPr/>
            <p:nvPr/>
          </p:nvSpPr>
          <p:spPr>
            <a:xfrm>
              <a:off x="1486" y="2348"/>
              <a:ext cx="0" cy="690"/>
            </a:xfrm>
            <a:prstGeom prst="line">
              <a:avLst/>
            </a:prstGeom>
            <a:ln w="9525" cap="flat" cmpd="sng">
              <a:solidFill>
                <a:schemeClr val="tx1"/>
              </a:solidFill>
              <a:prstDash val="solid"/>
              <a:round/>
              <a:headEnd type="none" w="med" len="med"/>
              <a:tailEnd type="none" w="med" len="med"/>
            </a:ln>
          </p:spPr>
        </p:sp>
        <p:sp>
          <p:nvSpPr>
            <p:cNvPr id="80994" name="Line 99"/>
            <p:cNvSpPr/>
            <p:nvPr/>
          </p:nvSpPr>
          <p:spPr>
            <a:xfrm>
              <a:off x="2147" y="2348"/>
              <a:ext cx="0" cy="690"/>
            </a:xfrm>
            <a:prstGeom prst="line">
              <a:avLst/>
            </a:prstGeom>
            <a:ln w="9525" cap="flat" cmpd="sng">
              <a:solidFill>
                <a:schemeClr val="tx1"/>
              </a:solidFill>
              <a:prstDash val="solid"/>
              <a:round/>
              <a:headEnd type="none" w="med" len="med"/>
              <a:tailEnd type="none" w="med" len="med"/>
            </a:ln>
          </p:spPr>
        </p:sp>
        <p:sp>
          <p:nvSpPr>
            <p:cNvPr id="80995" name="Line 100"/>
            <p:cNvSpPr/>
            <p:nvPr/>
          </p:nvSpPr>
          <p:spPr>
            <a:xfrm>
              <a:off x="3093" y="2348"/>
              <a:ext cx="0" cy="690"/>
            </a:xfrm>
            <a:prstGeom prst="line">
              <a:avLst/>
            </a:prstGeom>
            <a:ln w="9525" cap="flat" cmpd="sng">
              <a:solidFill>
                <a:schemeClr val="tx1"/>
              </a:solidFill>
              <a:prstDash val="solid"/>
              <a:round/>
              <a:headEnd type="none" w="med" len="med"/>
              <a:tailEnd type="none" w="med" len="med"/>
            </a:ln>
          </p:spPr>
        </p:sp>
        <p:sp>
          <p:nvSpPr>
            <p:cNvPr id="80996" name="Line 101"/>
            <p:cNvSpPr/>
            <p:nvPr/>
          </p:nvSpPr>
          <p:spPr>
            <a:xfrm>
              <a:off x="3885" y="2348"/>
              <a:ext cx="0" cy="690"/>
            </a:xfrm>
            <a:prstGeom prst="line">
              <a:avLst/>
            </a:prstGeom>
            <a:ln w="9525" cap="flat" cmpd="sng">
              <a:solidFill>
                <a:schemeClr val="tx1"/>
              </a:solidFill>
              <a:prstDash val="solid"/>
              <a:round/>
              <a:headEnd type="none" w="med" len="med"/>
              <a:tailEnd type="none" w="med" len="med"/>
            </a:ln>
          </p:spPr>
        </p:sp>
        <p:sp>
          <p:nvSpPr>
            <p:cNvPr id="80997" name="Line 102"/>
            <p:cNvSpPr/>
            <p:nvPr/>
          </p:nvSpPr>
          <p:spPr>
            <a:xfrm>
              <a:off x="4479" y="2348"/>
              <a:ext cx="0" cy="690"/>
            </a:xfrm>
            <a:prstGeom prst="line">
              <a:avLst/>
            </a:prstGeom>
            <a:ln w="9525" cap="flat" cmpd="sng">
              <a:solidFill>
                <a:schemeClr val="tx1"/>
              </a:solidFill>
              <a:prstDash val="solid"/>
              <a:round/>
              <a:headEnd type="none" w="med" len="med"/>
              <a:tailEnd type="none" w="med" len="med"/>
            </a:ln>
          </p:spPr>
        </p:sp>
        <p:sp>
          <p:nvSpPr>
            <p:cNvPr id="80998" name="Rectangle 103"/>
            <p:cNvSpPr/>
            <p:nvPr/>
          </p:nvSpPr>
          <p:spPr>
            <a:xfrm rot="-5400000">
              <a:off x="937" y="372"/>
              <a:ext cx="286" cy="1586"/>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99" name="Oval 104"/>
            <p:cNvSpPr/>
            <p:nvPr/>
          </p:nvSpPr>
          <p:spPr>
            <a:xfrm rot="-5400000">
              <a:off x="967" y="910"/>
              <a:ext cx="107" cy="112"/>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00" name="Line 105"/>
            <p:cNvSpPr/>
            <p:nvPr/>
          </p:nvSpPr>
          <p:spPr>
            <a:xfrm>
              <a:off x="289" y="1169"/>
              <a:ext cx="1586" cy="0"/>
            </a:xfrm>
            <a:prstGeom prst="line">
              <a:avLst/>
            </a:prstGeom>
            <a:ln w="9525" cap="flat" cmpd="sng">
              <a:solidFill>
                <a:schemeClr val="tx1"/>
              </a:solidFill>
              <a:prstDash val="solid"/>
              <a:round/>
              <a:headEnd type="none" w="med" len="med"/>
              <a:tailEnd type="none" w="med" len="med"/>
            </a:ln>
          </p:spPr>
        </p:sp>
        <p:sp>
          <p:nvSpPr>
            <p:cNvPr id="81001" name="Line 106"/>
            <p:cNvSpPr/>
            <p:nvPr/>
          </p:nvSpPr>
          <p:spPr>
            <a:xfrm>
              <a:off x="1531" y="1169"/>
              <a:ext cx="0" cy="143"/>
            </a:xfrm>
            <a:prstGeom prst="line">
              <a:avLst/>
            </a:prstGeom>
            <a:ln w="9525" cap="flat" cmpd="sng">
              <a:solidFill>
                <a:schemeClr val="tx1"/>
              </a:solidFill>
              <a:prstDash val="solid"/>
              <a:round/>
              <a:headEnd type="none" w="med" len="med"/>
              <a:tailEnd type="none" w="med" len="med"/>
            </a:ln>
          </p:spPr>
        </p:sp>
        <p:sp>
          <p:nvSpPr>
            <p:cNvPr id="81002" name="Line 107"/>
            <p:cNvSpPr/>
            <p:nvPr/>
          </p:nvSpPr>
          <p:spPr>
            <a:xfrm>
              <a:off x="1193" y="1169"/>
              <a:ext cx="0" cy="143"/>
            </a:xfrm>
            <a:prstGeom prst="line">
              <a:avLst/>
            </a:prstGeom>
            <a:ln w="9525" cap="flat" cmpd="sng">
              <a:solidFill>
                <a:schemeClr val="tx1"/>
              </a:solidFill>
              <a:prstDash val="solid"/>
              <a:round/>
              <a:headEnd type="none" w="med" len="med"/>
              <a:tailEnd type="none" w="med" len="med"/>
            </a:ln>
          </p:spPr>
        </p:sp>
        <p:sp>
          <p:nvSpPr>
            <p:cNvPr id="81003" name="Line 108"/>
            <p:cNvSpPr/>
            <p:nvPr/>
          </p:nvSpPr>
          <p:spPr>
            <a:xfrm>
              <a:off x="734" y="1169"/>
              <a:ext cx="0" cy="143"/>
            </a:xfrm>
            <a:prstGeom prst="line">
              <a:avLst/>
            </a:prstGeom>
            <a:ln w="9525" cap="flat" cmpd="sng">
              <a:solidFill>
                <a:schemeClr val="tx1"/>
              </a:solidFill>
              <a:prstDash val="solid"/>
              <a:round/>
              <a:headEnd type="none" w="med" len="med"/>
              <a:tailEnd type="none" w="med" len="med"/>
            </a:ln>
          </p:spPr>
        </p:sp>
        <p:sp>
          <p:nvSpPr>
            <p:cNvPr id="81004" name="Line 109"/>
            <p:cNvSpPr/>
            <p:nvPr/>
          </p:nvSpPr>
          <p:spPr>
            <a:xfrm flipV="1">
              <a:off x="1023" y="654"/>
              <a:ext cx="0" cy="269"/>
            </a:xfrm>
            <a:prstGeom prst="line">
              <a:avLst/>
            </a:prstGeom>
            <a:ln w="9525" cap="flat" cmpd="sng">
              <a:solidFill>
                <a:schemeClr val="tx1"/>
              </a:solidFill>
              <a:prstDash val="solid"/>
              <a:round/>
              <a:headEnd type="none" w="med" len="med"/>
              <a:tailEnd type="none" w="med" len="med"/>
            </a:ln>
          </p:spPr>
        </p:sp>
        <p:sp>
          <p:nvSpPr>
            <p:cNvPr id="81005" name="Rectangle 110"/>
            <p:cNvSpPr/>
            <p:nvPr/>
          </p:nvSpPr>
          <p:spPr>
            <a:xfrm rot="-5400000">
              <a:off x="4047" y="767"/>
              <a:ext cx="264" cy="792"/>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06" name="Oval 111"/>
            <p:cNvSpPr/>
            <p:nvPr/>
          </p:nvSpPr>
          <p:spPr>
            <a:xfrm rot="-5400000">
              <a:off x="4125" y="915"/>
              <a:ext cx="101" cy="12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07" name="Line 112"/>
            <p:cNvSpPr/>
            <p:nvPr/>
          </p:nvSpPr>
          <p:spPr>
            <a:xfrm>
              <a:off x="3784" y="1169"/>
              <a:ext cx="792" cy="0"/>
            </a:xfrm>
            <a:prstGeom prst="line">
              <a:avLst/>
            </a:prstGeom>
            <a:ln w="9525" cap="flat" cmpd="sng">
              <a:solidFill>
                <a:schemeClr val="tx1"/>
              </a:solidFill>
              <a:prstDash val="solid"/>
              <a:round/>
              <a:headEnd type="none" w="med" len="med"/>
              <a:tailEnd type="none" w="med" len="med"/>
            </a:ln>
          </p:spPr>
        </p:sp>
        <p:sp>
          <p:nvSpPr>
            <p:cNvPr id="81008" name="Line 113"/>
            <p:cNvSpPr/>
            <p:nvPr/>
          </p:nvSpPr>
          <p:spPr>
            <a:xfrm>
              <a:off x="4179" y="1169"/>
              <a:ext cx="0" cy="129"/>
            </a:xfrm>
            <a:prstGeom prst="line">
              <a:avLst/>
            </a:prstGeom>
            <a:ln w="9525" cap="flat" cmpd="sng">
              <a:solidFill>
                <a:schemeClr val="tx1"/>
              </a:solidFill>
              <a:prstDash val="solid"/>
              <a:round/>
              <a:headEnd type="none" w="med" len="med"/>
              <a:tailEnd type="none" w="med" len="med"/>
            </a:ln>
          </p:spPr>
        </p:sp>
        <p:sp>
          <p:nvSpPr>
            <p:cNvPr id="81009" name="Line 114"/>
            <p:cNvSpPr/>
            <p:nvPr/>
          </p:nvSpPr>
          <p:spPr>
            <a:xfrm>
              <a:off x="4393" y="1169"/>
              <a:ext cx="0" cy="129"/>
            </a:xfrm>
            <a:prstGeom prst="line">
              <a:avLst/>
            </a:prstGeom>
            <a:ln w="9525" cap="flat" cmpd="sng">
              <a:solidFill>
                <a:schemeClr val="tx1"/>
              </a:solidFill>
              <a:prstDash val="solid"/>
              <a:round/>
              <a:headEnd type="none" w="med" len="med"/>
              <a:tailEnd type="none" w="med" len="med"/>
            </a:ln>
          </p:spPr>
        </p:sp>
        <p:sp>
          <p:nvSpPr>
            <p:cNvPr id="81010" name="Line 115"/>
            <p:cNvSpPr/>
            <p:nvPr/>
          </p:nvSpPr>
          <p:spPr>
            <a:xfrm>
              <a:off x="3965" y="1169"/>
              <a:ext cx="0" cy="129"/>
            </a:xfrm>
            <a:prstGeom prst="line">
              <a:avLst/>
            </a:prstGeom>
            <a:ln w="9525" cap="flat" cmpd="sng">
              <a:solidFill>
                <a:schemeClr val="tx1"/>
              </a:solidFill>
              <a:prstDash val="solid"/>
              <a:round/>
              <a:headEnd type="none" w="med" len="med"/>
              <a:tailEnd type="none" w="med" len="med"/>
            </a:ln>
          </p:spPr>
        </p:sp>
        <p:sp>
          <p:nvSpPr>
            <p:cNvPr id="81011" name="Line 116"/>
            <p:cNvSpPr/>
            <p:nvPr/>
          </p:nvSpPr>
          <p:spPr>
            <a:xfrm flipV="1">
              <a:off x="4179" y="654"/>
              <a:ext cx="0" cy="269"/>
            </a:xfrm>
            <a:prstGeom prst="line">
              <a:avLst/>
            </a:prstGeom>
            <a:ln w="9525" cap="flat" cmpd="sng">
              <a:solidFill>
                <a:schemeClr val="tx1"/>
              </a:solidFill>
              <a:prstDash val="solid"/>
              <a:round/>
              <a:headEnd type="none" w="med" len="med"/>
              <a:tailEnd type="none" w="med" len="med"/>
            </a:ln>
          </p:spPr>
        </p:sp>
        <p:sp>
          <p:nvSpPr>
            <p:cNvPr id="81012" name="Line 117"/>
            <p:cNvSpPr/>
            <p:nvPr/>
          </p:nvSpPr>
          <p:spPr>
            <a:xfrm flipV="1">
              <a:off x="5275" y="702"/>
              <a:ext cx="0" cy="375"/>
            </a:xfrm>
            <a:prstGeom prst="line">
              <a:avLst/>
            </a:prstGeom>
            <a:ln w="9525" cap="flat" cmpd="sng">
              <a:solidFill>
                <a:schemeClr val="tx1"/>
              </a:solidFill>
              <a:prstDash val="solid"/>
              <a:round/>
              <a:headEnd type="none" w="med" len="med"/>
              <a:tailEnd type="none" w="med" len="med"/>
            </a:ln>
          </p:spPr>
        </p:sp>
        <p:sp>
          <p:nvSpPr>
            <p:cNvPr id="81013" name="Line 118"/>
            <p:cNvSpPr/>
            <p:nvPr/>
          </p:nvSpPr>
          <p:spPr>
            <a:xfrm>
              <a:off x="514" y="1321"/>
              <a:ext cx="0" cy="554"/>
            </a:xfrm>
            <a:prstGeom prst="line">
              <a:avLst/>
            </a:prstGeom>
            <a:ln w="9525" cap="flat" cmpd="sng">
              <a:solidFill>
                <a:schemeClr val="tx1"/>
              </a:solidFill>
              <a:prstDash val="solid"/>
              <a:round/>
              <a:headEnd type="none" w="med" len="med"/>
              <a:tailEnd type="none" w="med" len="med"/>
            </a:ln>
          </p:spPr>
        </p:sp>
        <p:sp>
          <p:nvSpPr>
            <p:cNvPr id="81014" name="Line 119"/>
            <p:cNvSpPr/>
            <p:nvPr/>
          </p:nvSpPr>
          <p:spPr>
            <a:xfrm>
              <a:off x="448" y="1321"/>
              <a:ext cx="0" cy="634"/>
            </a:xfrm>
            <a:prstGeom prst="line">
              <a:avLst/>
            </a:prstGeom>
            <a:ln w="9525" cap="flat" cmpd="sng">
              <a:solidFill>
                <a:schemeClr val="tx1"/>
              </a:solidFill>
              <a:prstDash val="solid"/>
              <a:round/>
              <a:headEnd type="none" w="med" len="med"/>
              <a:tailEnd type="none" w="med" len="med"/>
            </a:ln>
          </p:spPr>
        </p:sp>
        <p:sp>
          <p:nvSpPr>
            <p:cNvPr id="81015" name="Line 120"/>
            <p:cNvSpPr/>
            <p:nvPr/>
          </p:nvSpPr>
          <p:spPr>
            <a:xfrm>
              <a:off x="382" y="1322"/>
              <a:ext cx="0" cy="922"/>
            </a:xfrm>
            <a:prstGeom prst="line">
              <a:avLst/>
            </a:prstGeom>
            <a:ln w="9525" cap="flat" cmpd="sng">
              <a:solidFill>
                <a:schemeClr val="tx1"/>
              </a:solidFill>
              <a:prstDash val="solid"/>
              <a:round/>
              <a:headEnd type="none" w="med" len="med"/>
              <a:tailEnd type="none" w="med" len="med"/>
            </a:ln>
          </p:spPr>
        </p:sp>
        <p:grpSp>
          <p:nvGrpSpPr>
            <p:cNvPr id="81016" name="Group 121"/>
            <p:cNvGrpSpPr/>
            <p:nvPr/>
          </p:nvGrpSpPr>
          <p:grpSpPr>
            <a:xfrm rot="5400000">
              <a:off x="342" y="2220"/>
              <a:ext cx="100" cy="157"/>
              <a:chOff x="2880" y="8188"/>
              <a:chExt cx="248" cy="468"/>
            </a:xfrm>
          </p:grpSpPr>
          <p:sp>
            <p:nvSpPr>
              <p:cNvPr id="81017" name="Rectangle 122"/>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18" name="Oval 123"/>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81019" name="Line 124"/>
            <p:cNvSpPr/>
            <p:nvPr/>
          </p:nvSpPr>
          <p:spPr>
            <a:xfrm>
              <a:off x="396" y="2351"/>
              <a:ext cx="0" cy="691"/>
            </a:xfrm>
            <a:prstGeom prst="line">
              <a:avLst/>
            </a:prstGeom>
            <a:ln w="9525" cap="flat" cmpd="sng">
              <a:solidFill>
                <a:schemeClr val="tx1"/>
              </a:solidFill>
              <a:prstDash val="solid"/>
              <a:round/>
              <a:headEnd type="none" w="med" len="med"/>
              <a:tailEnd type="none" w="med" len="med"/>
            </a:ln>
          </p:spPr>
        </p:sp>
        <p:sp>
          <p:nvSpPr>
            <p:cNvPr id="81020" name="Rectangle 125"/>
            <p:cNvSpPr/>
            <p:nvPr/>
          </p:nvSpPr>
          <p:spPr>
            <a:xfrm rot="-5400000">
              <a:off x="4906" y="1932"/>
              <a:ext cx="72" cy="157"/>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21" name="Oval 126"/>
            <p:cNvSpPr/>
            <p:nvPr/>
          </p:nvSpPr>
          <p:spPr>
            <a:xfrm rot="-5400000">
              <a:off x="4928" y="1948"/>
              <a:ext cx="29" cy="25"/>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22" name="Rectangle 127"/>
            <p:cNvSpPr/>
            <p:nvPr/>
          </p:nvSpPr>
          <p:spPr>
            <a:xfrm rot="-5400000">
              <a:off x="5235" y="1060"/>
              <a:ext cx="74" cy="157"/>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23" name="Oval 128"/>
            <p:cNvSpPr/>
            <p:nvPr/>
          </p:nvSpPr>
          <p:spPr>
            <a:xfrm rot="-5400000">
              <a:off x="5258" y="1075"/>
              <a:ext cx="27" cy="2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24" name="Line 129"/>
            <p:cNvSpPr/>
            <p:nvPr/>
          </p:nvSpPr>
          <p:spPr>
            <a:xfrm>
              <a:off x="4916" y="2056"/>
              <a:ext cx="0" cy="210"/>
            </a:xfrm>
            <a:prstGeom prst="line">
              <a:avLst/>
            </a:prstGeom>
            <a:ln w="9525" cap="flat" cmpd="sng">
              <a:solidFill>
                <a:schemeClr val="tx1"/>
              </a:solidFill>
              <a:prstDash val="solid"/>
              <a:round/>
              <a:headEnd type="none" w="med" len="med"/>
              <a:tailEnd type="none" w="med" len="med"/>
            </a:ln>
          </p:spPr>
        </p:sp>
        <p:sp>
          <p:nvSpPr>
            <p:cNvPr id="81025" name="Rectangle 130"/>
            <p:cNvSpPr/>
            <p:nvPr/>
          </p:nvSpPr>
          <p:spPr>
            <a:xfrm rot="5400000">
              <a:off x="5280" y="2223"/>
              <a:ext cx="72" cy="156"/>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26" name="Oval 131"/>
            <p:cNvSpPr/>
            <p:nvPr/>
          </p:nvSpPr>
          <p:spPr>
            <a:xfrm rot="5400000">
              <a:off x="5298" y="2336"/>
              <a:ext cx="29" cy="2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27" name="Line 132"/>
            <p:cNvSpPr/>
            <p:nvPr/>
          </p:nvSpPr>
          <p:spPr>
            <a:xfrm>
              <a:off x="5319" y="2367"/>
              <a:ext cx="0" cy="691"/>
            </a:xfrm>
            <a:prstGeom prst="line">
              <a:avLst/>
            </a:prstGeom>
            <a:ln w="9525" cap="flat" cmpd="sng">
              <a:solidFill>
                <a:schemeClr val="tx1"/>
              </a:solidFill>
              <a:prstDash val="solid"/>
              <a:round/>
              <a:headEnd type="none" w="med" len="med"/>
              <a:tailEnd type="none" w="med" len="med"/>
            </a:ln>
          </p:spPr>
        </p:sp>
        <p:sp>
          <p:nvSpPr>
            <p:cNvPr id="81028" name="Line 133"/>
            <p:cNvSpPr/>
            <p:nvPr/>
          </p:nvSpPr>
          <p:spPr>
            <a:xfrm flipV="1">
              <a:off x="5329" y="1172"/>
              <a:ext cx="0" cy="1094"/>
            </a:xfrm>
            <a:prstGeom prst="line">
              <a:avLst/>
            </a:prstGeom>
            <a:ln w="9525" cap="flat" cmpd="sng">
              <a:solidFill>
                <a:schemeClr val="tx1"/>
              </a:solidFill>
              <a:prstDash val="solid"/>
              <a:round/>
              <a:headEnd type="none" w="med" len="med"/>
              <a:tailEnd type="none" w="med" len="med"/>
            </a:ln>
          </p:spPr>
        </p:sp>
        <p:sp>
          <p:nvSpPr>
            <p:cNvPr id="81029" name="Line 134"/>
            <p:cNvSpPr/>
            <p:nvPr/>
          </p:nvSpPr>
          <p:spPr>
            <a:xfrm>
              <a:off x="4933" y="2187"/>
              <a:ext cx="305" cy="0"/>
            </a:xfrm>
            <a:prstGeom prst="line">
              <a:avLst/>
            </a:prstGeom>
            <a:ln w="9525" cap="flat" cmpd="sng">
              <a:solidFill>
                <a:schemeClr val="tx1"/>
              </a:solidFill>
              <a:prstDash val="solid"/>
              <a:round/>
              <a:headEnd type="none" w="med" len="med"/>
              <a:tailEnd type="none" w="med" len="med"/>
            </a:ln>
          </p:spPr>
        </p:sp>
        <p:sp>
          <p:nvSpPr>
            <p:cNvPr id="81030" name="Line 135"/>
            <p:cNvSpPr/>
            <p:nvPr/>
          </p:nvSpPr>
          <p:spPr>
            <a:xfrm>
              <a:off x="5238" y="1191"/>
              <a:ext cx="0" cy="998"/>
            </a:xfrm>
            <a:prstGeom prst="line">
              <a:avLst/>
            </a:prstGeom>
            <a:ln w="9525" cap="flat" cmpd="sng">
              <a:solidFill>
                <a:schemeClr val="tx1"/>
              </a:solidFill>
              <a:prstDash val="solid"/>
              <a:round/>
              <a:headEnd type="none" w="med" len="med"/>
              <a:tailEnd type="none" w="med" len="med"/>
            </a:ln>
          </p:spPr>
        </p:sp>
        <p:sp>
          <p:nvSpPr>
            <p:cNvPr id="81031" name="Line 136"/>
            <p:cNvSpPr/>
            <p:nvPr/>
          </p:nvSpPr>
          <p:spPr>
            <a:xfrm flipH="1">
              <a:off x="4999" y="2109"/>
              <a:ext cx="330" cy="0"/>
            </a:xfrm>
            <a:prstGeom prst="line">
              <a:avLst/>
            </a:prstGeom>
            <a:ln w="9525" cap="flat" cmpd="sng">
              <a:solidFill>
                <a:schemeClr val="tx1"/>
              </a:solidFill>
              <a:prstDash val="solid"/>
              <a:round/>
              <a:headEnd type="none" w="med" len="med"/>
              <a:tailEnd type="none" w="med" len="med"/>
            </a:ln>
          </p:spPr>
        </p:sp>
        <p:sp>
          <p:nvSpPr>
            <p:cNvPr id="81032" name="Line 137"/>
            <p:cNvSpPr/>
            <p:nvPr/>
          </p:nvSpPr>
          <p:spPr>
            <a:xfrm flipV="1">
              <a:off x="4999" y="2045"/>
              <a:ext cx="0" cy="64"/>
            </a:xfrm>
            <a:prstGeom prst="line">
              <a:avLst/>
            </a:prstGeom>
            <a:ln w="9525" cap="flat" cmpd="sng">
              <a:solidFill>
                <a:schemeClr val="tx1"/>
              </a:solidFill>
              <a:prstDash val="solid"/>
              <a:round/>
              <a:headEnd type="none" w="med" len="med"/>
              <a:tailEnd type="none" w="med" len="med"/>
            </a:ln>
          </p:spPr>
        </p:sp>
        <p:grpSp>
          <p:nvGrpSpPr>
            <p:cNvPr id="81033" name="Group 138"/>
            <p:cNvGrpSpPr/>
            <p:nvPr/>
          </p:nvGrpSpPr>
          <p:grpSpPr>
            <a:xfrm rot="5400000">
              <a:off x="4868" y="2217"/>
              <a:ext cx="100" cy="155"/>
              <a:chOff x="2880" y="8188"/>
              <a:chExt cx="248" cy="468"/>
            </a:xfrm>
          </p:grpSpPr>
          <p:sp>
            <p:nvSpPr>
              <p:cNvPr id="81034" name="Rectangle 139"/>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35" name="Oval 140"/>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81036" name="Line 141"/>
            <p:cNvSpPr/>
            <p:nvPr/>
          </p:nvSpPr>
          <p:spPr>
            <a:xfrm>
              <a:off x="4923" y="2348"/>
              <a:ext cx="0" cy="720"/>
            </a:xfrm>
            <a:prstGeom prst="line">
              <a:avLst/>
            </a:prstGeom>
            <a:ln w="9525" cap="flat" cmpd="sng">
              <a:solidFill>
                <a:schemeClr val="tx1"/>
              </a:solidFill>
              <a:prstDash val="solid"/>
              <a:round/>
              <a:headEnd type="none" w="med" len="med"/>
              <a:tailEnd type="none" w="med" len="med"/>
            </a:ln>
          </p:spPr>
        </p:sp>
        <p:graphicFrame>
          <p:nvGraphicFramePr>
            <p:cNvPr id="81037" name="Object 142"/>
            <p:cNvGraphicFramePr>
              <a:graphicFrameLocks noChangeAspect="1"/>
            </p:cNvGraphicFramePr>
            <p:nvPr/>
          </p:nvGraphicFramePr>
          <p:xfrm>
            <a:off x="5258" y="3121"/>
            <a:ext cx="236" cy="334"/>
          </p:xfrm>
          <a:graphic>
            <a:graphicData uri="http://schemas.openxmlformats.org/presentationml/2006/ole">
              <mc:AlternateContent xmlns:mc="http://schemas.openxmlformats.org/markup-compatibility/2006">
                <mc:Choice xmlns:v="urn:schemas-microsoft-com:vml" Requires="v">
                  <p:oleObj spid="_x0000_s3223" name="" r:id="rId1" imgW="204470" imgH="311150" progId="Equation.3">
                    <p:embed/>
                  </p:oleObj>
                </mc:Choice>
                <mc:Fallback>
                  <p:oleObj name="" r:id="rId1" imgW="204470" imgH="311150" progId="Equation.3">
                    <p:embed/>
                    <p:pic>
                      <p:nvPicPr>
                        <p:cNvPr id="0" name="图片 3222"/>
                        <p:cNvPicPr/>
                        <p:nvPr/>
                      </p:nvPicPr>
                      <p:blipFill>
                        <a:blip r:embed="rId2">
                          <a:clrChange>
                            <a:clrFrom>
                              <a:srgbClr val="000000"/>
                            </a:clrFrom>
                            <a:clrTo>
                              <a:srgbClr val="000000"/>
                            </a:clrTo>
                          </a:clrChange>
                        </a:blip>
                        <a:stretch>
                          <a:fillRect/>
                        </a:stretch>
                      </p:blipFill>
                      <p:spPr>
                        <a:xfrm>
                          <a:off x="5258" y="3121"/>
                          <a:ext cx="236" cy="334"/>
                        </a:xfrm>
                        <a:prstGeom prst="rect">
                          <a:avLst/>
                        </a:prstGeom>
                        <a:noFill/>
                        <a:ln w="38100">
                          <a:noFill/>
                          <a:miter/>
                        </a:ln>
                      </p:spPr>
                    </p:pic>
                  </p:oleObj>
                </mc:Fallback>
              </mc:AlternateContent>
            </a:graphicData>
          </a:graphic>
        </p:graphicFrame>
        <p:graphicFrame>
          <p:nvGraphicFramePr>
            <p:cNvPr id="81038" name="Object 143"/>
            <p:cNvGraphicFramePr>
              <a:graphicFrameLocks noChangeAspect="1"/>
            </p:cNvGraphicFramePr>
            <p:nvPr/>
          </p:nvGraphicFramePr>
          <p:xfrm>
            <a:off x="780" y="3128"/>
            <a:ext cx="235" cy="319"/>
          </p:xfrm>
          <a:graphic>
            <a:graphicData uri="http://schemas.openxmlformats.org/presentationml/2006/ole">
              <mc:AlternateContent xmlns:mc="http://schemas.openxmlformats.org/markup-compatibility/2006">
                <mc:Choice xmlns:v="urn:schemas-microsoft-com:vml" Requires="v">
                  <p:oleObj spid="_x0000_s3217" name="" r:id="rId3" imgW="204470" imgH="301625" progId="Equation.3">
                    <p:embed/>
                  </p:oleObj>
                </mc:Choice>
                <mc:Fallback>
                  <p:oleObj name="" r:id="rId3" imgW="204470" imgH="301625" progId="Equation.3">
                    <p:embed/>
                    <p:pic>
                      <p:nvPicPr>
                        <p:cNvPr id="0" name="图片 3216"/>
                        <p:cNvPicPr/>
                        <p:nvPr/>
                      </p:nvPicPr>
                      <p:blipFill>
                        <a:blip r:embed="rId4">
                          <a:clrChange>
                            <a:clrFrom>
                              <a:srgbClr val="000000"/>
                            </a:clrFrom>
                            <a:clrTo>
                              <a:srgbClr val="000000"/>
                            </a:clrTo>
                          </a:clrChange>
                        </a:blip>
                        <a:stretch>
                          <a:fillRect/>
                        </a:stretch>
                      </p:blipFill>
                      <p:spPr>
                        <a:xfrm>
                          <a:off x="780" y="3128"/>
                          <a:ext cx="235" cy="319"/>
                        </a:xfrm>
                        <a:prstGeom prst="rect">
                          <a:avLst/>
                        </a:prstGeom>
                        <a:noFill/>
                        <a:ln w="38100">
                          <a:noFill/>
                          <a:miter/>
                        </a:ln>
                      </p:spPr>
                    </p:pic>
                  </p:oleObj>
                </mc:Fallback>
              </mc:AlternateContent>
            </a:graphicData>
          </a:graphic>
        </p:graphicFrame>
        <p:graphicFrame>
          <p:nvGraphicFramePr>
            <p:cNvPr id="81039" name="Object 144"/>
            <p:cNvGraphicFramePr>
              <a:graphicFrameLocks noChangeAspect="1"/>
            </p:cNvGraphicFramePr>
            <p:nvPr/>
          </p:nvGraphicFramePr>
          <p:xfrm>
            <a:off x="288" y="3137"/>
            <a:ext cx="223" cy="319"/>
          </p:xfrm>
          <a:graphic>
            <a:graphicData uri="http://schemas.openxmlformats.org/presentationml/2006/ole">
              <mc:AlternateContent xmlns:mc="http://schemas.openxmlformats.org/markup-compatibility/2006">
                <mc:Choice xmlns:v="urn:schemas-microsoft-com:vml" Requires="v">
                  <p:oleObj spid="_x0000_s3224" name="" r:id="rId5" imgW="194310" imgH="301625" progId="Equation.3">
                    <p:embed/>
                  </p:oleObj>
                </mc:Choice>
                <mc:Fallback>
                  <p:oleObj name="" r:id="rId5" imgW="194310" imgH="301625" progId="Equation.3">
                    <p:embed/>
                    <p:pic>
                      <p:nvPicPr>
                        <p:cNvPr id="0" name="图片 3223"/>
                        <p:cNvPicPr/>
                        <p:nvPr/>
                      </p:nvPicPr>
                      <p:blipFill>
                        <a:blip r:embed="rId6">
                          <a:clrChange>
                            <a:clrFrom>
                              <a:srgbClr val="000000"/>
                            </a:clrFrom>
                            <a:clrTo>
                              <a:srgbClr val="000000"/>
                            </a:clrTo>
                          </a:clrChange>
                        </a:blip>
                        <a:stretch>
                          <a:fillRect/>
                        </a:stretch>
                      </p:blipFill>
                      <p:spPr>
                        <a:xfrm>
                          <a:off x="288" y="3137"/>
                          <a:ext cx="223" cy="319"/>
                        </a:xfrm>
                        <a:prstGeom prst="rect">
                          <a:avLst/>
                        </a:prstGeom>
                        <a:noFill/>
                        <a:ln w="38100">
                          <a:noFill/>
                          <a:miter/>
                        </a:ln>
                      </p:spPr>
                    </p:pic>
                  </p:oleObj>
                </mc:Fallback>
              </mc:AlternateContent>
            </a:graphicData>
          </a:graphic>
        </p:graphicFrame>
        <p:graphicFrame>
          <p:nvGraphicFramePr>
            <p:cNvPr id="81040" name="Object 145"/>
            <p:cNvGraphicFramePr>
              <a:graphicFrameLocks noChangeAspect="1"/>
            </p:cNvGraphicFramePr>
            <p:nvPr/>
          </p:nvGraphicFramePr>
          <p:xfrm>
            <a:off x="1381" y="3121"/>
            <a:ext cx="222" cy="334"/>
          </p:xfrm>
          <a:graphic>
            <a:graphicData uri="http://schemas.openxmlformats.org/presentationml/2006/ole">
              <mc:AlternateContent xmlns:mc="http://schemas.openxmlformats.org/markup-compatibility/2006">
                <mc:Choice xmlns:v="urn:schemas-microsoft-com:vml" Requires="v">
                  <p:oleObj spid="_x0000_s3226" name="" r:id="rId7" imgW="194310" imgH="311150" progId="Equation.3">
                    <p:embed/>
                  </p:oleObj>
                </mc:Choice>
                <mc:Fallback>
                  <p:oleObj name="" r:id="rId7" imgW="194310" imgH="311150" progId="Equation.3">
                    <p:embed/>
                    <p:pic>
                      <p:nvPicPr>
                        <p:cNvPr id="0" name="图片 3225"/>
                        <p:cNvPicPr/>
                        <p:nvPr/>
                      </p:nvPicPr>
                      <p:blipFill>
                        <a:blip r:embed="rId8">
                          <a:clrChange>
                            <a:clrFrom>
                              <a:srgbClr val="000000"/>
                            </a:clrFrom>
                            <a:clrTo>
                              <a:srgbClr val="000000"/>
                            </a:clrTo>
                          </a:clrChange>
                        </a:blip>
                        <a:stretch>
                          <a:fillRect/>
                        </a:stretch>
                      </p:blipFill>
                      <p:spPr>
                        <a:xfrm>
                          <a:off x="1381" y="3121"/>
                          <a:ext cx="222" cy="334"/>
                        </a:xfrm>
                        <a:prstGeom prst="rect">
                          <a:avLst/>
                        </a:prstGeom>
                        <a:noFill/>
                        <a:ln w="38100">
                          <a:noFill/>
                          <a:miter/>
                        </a:ln>
                      </p:spPr>
                    </p:pic>
                  </p:oleObj>
                </mc:Fallback>
              </mc:AlternateContent>
            </a:graphicData>
          </a:graphic>
        </p:graphicFrame>
        <p:graphicFrame>
          <p:nvGraphicFramePr>
            <p:cNvPr id="81041" name="Object 146"/>
            <p:cNvGraphicFramePr>
              <a:graphicFrameLocks noChangeAspect="1"/>
            </p:cNvGraphicFramePr>
            <p:nvPr/>
          </p:nvGraphicFramePr>
          <p:xfrm>
            <a:off x="2964" y="3121"/>
            <a:ext cx="237" cy="334"/>
          </p:xfrm>
          <a:graphic>
            <a:graphicData uri="http://schemas.openxmlformats.org/presentationml/2006/ole">
              <mc:AlternateContent xmlns:mc="http://schemas.openxmlformats.org/markup-compatibility/2006">
                <mc:Choice xmlns:v="urn:schemas-microsoft-com:vml" Requires="v">
                  <p:oleObj spid="_x0000_s3216" name="" r:id="rId9" imgW="204470" imgH="311150" progId="Equation.3">
                    <p:embed/>
                  </p:oleObj>
                </mc:Choice>
                <mc:Fallback>
                  <p:oleObj name="" r:id="rId9" imgW="204470" imgH="311150" progId="Equation.3">
                    <p:embed/>
                    <p:pic>
                      <p:nvPicPr>
                        <p:cNvPr id="0" name="图片 3215"/>
                        <p:cNvPicPr/>
                        <p:nvPr/>
                      </p:nvPicPr>
                      <p:blipFill>
                        <a:blip r:embed="rId10">
                          <a:clrChange>
                            <a:clrFrom>
                              <a:srgbClr val="000000"/>
                            </a:clrFrom>
                            <a:clrTo>
                              <a:srgbClr val="000000"/>
                            </a:clrTo>
                          </a:clrChange>
                        </a:blip>
                        <a:stretch>
                          <a:fillRect/>
                        </a:stretch>
                      </p:blipFill>
                      <p:spPr>
                        <a:xfrm>
                          <a:off x="2964" y="3121"/>
                          <a:ext cx="237" cy="334"/>
                        </a:xfrm>
                        <a:prstGeom prst="rect">
                          <a:avLst/>
                        </a:prstGeom>
                        <a:noFill/>
                        <a:ln w="38100">
                          <a:noFill/>
                          <a:miter/>
                        </a:ln>
                      </p:spPr>
                    </p:pic>
                  </p:oleObj>
                </mc:Fallback>
              </mc:AlternateContent>
            </a:graphicData>
          </a:graphic>
        </p:graphicFrame>
        <p:graphicFrame>
          <p:nvGraphicFramePr>
            <p:cNvPr id="81042" name="Object 147"/>
            <p:cNvGraphicFramePr>
              <a:graphicFrameLocks noChangeAspect="1"/>
            </p:cNvGraphicFramePr>
            <p:nvPr/>
          </p:nvGraphicFramePr>
          <p:xfrm>
            <a:off x="2036" y="3128"/>
            <a:ext cx="235" cy="319"/>
          </p:xfrm>
          <a:graphic>
            <a:graphicData uri="http://schemas.openxmlformats.org/presentationml/2006/ole">
              <mc:AlternateContent xmlns:mc="http://schemas.openxmlformats.org/markup-compatibility/2006">
                <mc:Choice xmlns:v="urn:schemas-microsoft-com:vml" Requires="v">
                  <p:oleObj spid="_x0000_s3225" name="" r:id="rId11" imgW="204470" imgH="301625" progId="Equation.3">
                    <p:embed/>
                  </p:oleObj>
                </mc:Choice>
                <mc:Fallback>
                  <p:oleObj name="" r:id="rId11" imgW="204470" imgH="301625" progId="Equation.3">
                    <p:embed/>
                    <p:pic>
                      <p:nvPicPr>
                        <p:cNvPr id="0" name="图片 3224"/>
                        <p:cNvPicPr/>
                        <p:nvPr/>
                      </p:nvPicPr>
                      <p:blipFill>
                        <a:blip r:embed="rId12">
                          <a:clrChange>
                            <a:clrFrom>
                              <a:srgbClr val="000000"/>
                            </a:clrFrom>
                            <a:clrTo>
                              <a:srgbClr val="000000"/>
                            </a:clrTo>
                          </a:clrChange>
                        </a:blip>
                        <a:stretch>
                          <a:fillRect/>
                        </a:stretch>
                      </p:blipFill>
                      <p:spPr>
                        <a:xfrm>
                          <a:off x="2036" y="3128"/>
                          <a:ext cx="235" cy="319"/>
                        </a:xfrm>
                        <a:prstGeom prst="rect">
                          <a:avLst/>
                        </a:prstGeom>
                        <a:noFill/>
                        <a:ln w="38100">
                          <a:noFill/>
                          <a:miter/>
                        </a:ln>
                      </p:spPr>
                    </p:pic>
                  </p:oleObj>
                </mc:Fallback>
              </mc:AlternateContent>
            </a:graphicData>
          </a:graphic>
        </p:graphicFrame>
        <p:graphicFrame>
          <p:nvGraphicFramePr>
            <p:cNvPr id="81043" name="Object 148"/>
            <p:cNvGraphicFramePr>
              <a:graphicFrameLocks noChangeAspect="1"/>
            </p:cNvGraphicFramePr>
            <p:nvPr/>
          </p:nvGraphicFramePr>
          <p:xfrm>
            <a:off x="3783" y="3121"/>
            <a:ext cx="237" cy="334"/>
          </p:xfrm>
          <a:graphic>
            <a:graphicData uri="http://schemas.openxmlformats.org/presentationml/2006/ole">
              <mc:AlternateContent xmlns:mc="http://schemas.openxmlformats.org/markup-compatibility/2006">
                <mc:Choice xmlns:v="urn:schemas-microsoft-com:vml" Requires="v">
                  <p:oleObj spid="_x0000_s3218" name="" r:id="rId13" imgW="204470" imgH="311150" progId="Equation.3">
                    <p:embed/>
                  </p:oleObj>
                </mc:Choice>
                <mc:Fallback>
                  <p:oleObj name="" r:id="rId13" imgW="204470" imgH="311150" progId="Equation.3">
                    <p:embed/>
                    <p:pic>
                      <p:nvPicPr>
                        <p:cNvPr id="0" name="图片 3217"/>
                        <p:cNvPicPr/>
                        <p:nvPr/>
                      </p:nvPicPr>
                      <p:blipFill>
                        <a:blip r:embed="rId14">
                          <a:clrChange>
                            <a:clrFrom>
                              <a:srgbClr val="000000"/>
                            </a:clrFrom>
                            <a:clrTo>
                              <a:srgbClr val="000000"/>
                            </a:clrTo>
                          </a:clrChange>
                        </a:blip>
                        <a:stretch>
                          <a:fillRect/>
                        </a:stretch>
                      </p:blipFill>
                      <p:spPr>
                        <a:xfrm>
                          <a:off x="3783" y="3121"/>
                          <a:ext cx="237" cy="334"/>
                        </a:xfrm>
                        <a:prstGeom prst="rect">
                          <a:avLst/>
                        </a:prstGeom>
                        <a:noFill/>
                        <a:ln w="38100">
                          <a:noFill/>
                          <a:miter/>
                        </a:ln>
                      </p:spPr>
                    </p:pic>
                  </p:oleObj>
                </mc:Fallback>
              </mc:AlternateContent>
            </a:graphicData>
          </a:graphic>
        </p:graphicFrame>
        <p:graphicFrame>
          <p:nvGraphicFramePr>
            <p:cNvPr id="81044" name="Object 149"/>
            <p:cNvGraphicFramePr>
              <a:graphicFrameLocks noChangeAspect="1"/>
            </p:cNvGraphicFramePr>
            <p:nvPr/>
          </p:nvGraphicFramePr>
          <p:xfrm>
            <a:off x="4385" y="3121"/>
            <a:ext cx="236" cy="334"/>
          </p:xfrm>
          <a:graphic>
            <a:graphicData uri="http://schemas.openxmlformats.org/presentationml/2006/ole">
              <mc:AlternateContent xmlns:mc="http://schemas.openxmlformats.org/markup-compatibility/2006">
                <mc:Choice xmlns:v="urn:schemas-microsoft-com:vml" Requires="v">
                  <p:oleObj spid="_x0000_s3227" name="" r:id="rId15" imgW="204470" imgH="311150" progId="Equation.3">
                    <p:embed/>
                  </p:oleObj>
                </mc:Choice>
                <mc:Fallback>
                  <p:oleObj name="" r:id="rId15" imgW="204470" imgH="311150" progId="Equation.3">
                    <p:embed/>
                    <p:pic>
                      <p:nvPicPr>
                        <p:cNvPr id="0" name="图片 3226"/>
                        <p:cNvPicPr/>
                        <p:nvPr/>
                      </p:nvPicPr>
                      <p:blipFill>
                        <a:blip r:embed="rId16">
                          <a:clrChange>
                            <a:clrFrom>
                              <a:srgbClr val="000000"/>
                            </a:clrFrom>
                            <a:clrTo>
                              <a:srgbClr val="000000"/>
                            </a:clrTo>
                          </a:clrChange>
                        </a:blip>
                        <a:stretch>
                          <a:fillRect/>
                        </a:stretch>
                      </p:blipFill>
                      <p:spPr>
                        <a:xfrm>
                          <a:off x="4385" y="3121"/>
                          <a:ext cx="236" cy="334"/>
                        </a:xfrm>
                        <a:prstGeom prst="rect">
                          <a:avLst/>
                        </a:prstGeom>
                        <a:noFill/>
                        <a:ln w="38100">
                          <a:noFill/>
                          <a:miter/>
                        </a:ln>
                      </p:spPr>
                    </p:pic>
                  </p:oleObj>
                </mc:Fallback>
              </mc:AlternateContent>
            </a:graphicData>
          </a:graphic>
        </p:graphicFrame>
        <p:graphicFrame>
          <p:nvGraphicFramePr>
            <p:cNvPr id="81045" name="Object 150"/>
            <p:cNvGraphicFramePr>
              <a:graphicFrameLocks noChangeAspect="1"/>
            </p:cNvGraphicFramePr>
            <p:nvPr/>
          </p:nvGraphicFramePr>
          <p:xfrm>
            <a:off x="4822" y="3121"/>
            <a:ext cx="222" cy="334"/>
          </p:xfrm>
          <a:graphic>
            <a:graphicData uri="http://schemas.openxmlformats.org/presentationml/2006/ole">
              <mc:AlternateContent xmlns:mc="http://schemas.openxmlformats.org/markup-compatibility/2006">
                <mc:Choice xmlns:v="urn:schemas-microsoft-com:vml" Requires="v">
                  <p:oleObj spid="_x0000_s3215" name="" r:id="rId17" imgW="194310" imgH="311150" progId="Equation.3">
                    <p:embed/>
                  </p:oleObj>
                </mc:Choice>
                <mc:Fallback>
                  <p:oleObj name="" r:id="rId17" imgW="194310" imgH="311150" progId="Equation.3">
                    <p:embed/>
                    <p:pic>
                      <p:nvPicPr>
                        <p:cNvPr id="0" name="图片 3214"/>
                        <p:cNvPicPr/>
                        <p:nvPr/>
                      </p:nvPicPr>
                      <p:blipFill>
                        <a:blip r:embed="rId18">
                          <a:clrChange>
                            <a:clrFrom>
                              <a:srgbClr val="000000"/>
                            </a:clrFrom>
                            <a:clrTo>
                              <a:srgbClr val="000000"/>
                            </a:clrTo>
                          </a:clrChange>
                        </a:blip>
                        <a:stretch>
                          <a:fillRect/>
                        </a:stretch>
                      </p:blipFill>
                      <p:spPr>
                        <a:xfrm>
                          <a:off x="4822" y="3121"/>
                          <a:ext cx="222" cy="334"/>
                        </a:xfrm>
                        <a:prstGeom prst="rect">
                          <a:avLst/>
                        </a:prstGeom>
                        <a:noFill/>
                        <a:ln w="38100">
                          <a:noFill/>
                          <a:miter/>
                        </a:ln>
                      </p:spPr>
                    </p:pic>
                  </p:oleObj>
                </mc:Fallback>
              </mc:AlternateContent>
            </a:graphicData>
          </a:graphic>
        </p:graphicFrame>
        <p:graphicFrame>
          <p:nvGraphicFramePr>
            <p:cNvPr id="81046" name="Object 151"/>
            <p:cNvGraphicFramePr>
              <a:graphicFrameLocks noChangeAspect="1"/>
            </p:cNvGraphicFramePr>
            <p:nvPr/>
          </p:nvGraphicFramePr>
          <p:xfrm>
            <a:off x="5240" y="288"/>
            <a:ext cx="237" cy="332"/>
          </p:xfrm>
          <a:graphic>
            <a:graphicData uri="http://schemas.openxmlformats.org/presentationml/2006/ole">
              <mc:AlternateContent xmlns:mc="http://schemas.openxmlformats.org/markup-compatibility/2006">
                <mc:Choice xmlns:v="urn:schemas-microsoft-com:vml" Requires="v">
                  <p:oleObj spid="_x0000_s3219" name="" r:id="rId19" imgW="204470" imgH="311150" progId="Equation.3">
                    <p:embed/>
                  </p:oleObj>
                </mc:Choice>
                <mc:Fallback>
                  <p:oleObj name="" r:id="rId19" imgW="204470" imgH="311150" progId="Equation.3">
                    <p:embed/>
                    <p:pic>
                      <p:nvPicPr>
                        <p:cNvPr id="0" name="图片 3218"/>
                        <p:cNvPicPr/>
                        <p:nvPr/>
                      </p:nvPicPr>
                      <p:blipFill>
                        <a:blip r:embed="rId20">
                          <a:clrChange>
                            <a:clrFrom>
                              <a:srgbClr val="000000"/>
                            </a:clrFrom>
                            <a:clrTo>
                              <a:srgbClr val="000000"/>
                            </a:clrTo>
                          </a:clrChange>
                        </a:blip>
                        <a:stretch>
                          <a:fillRect/>
                        </a:stretch>
                      </p:blipFill>
                      <p:spPr>
                        <a:xfrm>
                          <a:off x="5240" y="288"/>
                          <a:ext cx="237" cy="332"/>
                        </a:xfrm>
                        <a:prstGeom prst="rect">
                          <a:avLst/>
                        </a:prstGeom>
                        <a:noFill/>
                        <a:ln w="38100">
                          <a:noFill/>
                          <a:miter/>
                        </a:ln>
                      </p:spPr>
                    </p:pic>
                  </p:oleObj>
                </mc:Fallback>
              </mc:AlternateContent>
            </a:graphicData>
          </a:graphic>
        </p:graphicFrame>
        <p:graphicFrame>
          <p:nvGraphicFramePr>
            <p:cNvPr id="81047" name="Object 152"/>
            <p:cNvGraphicFramePr>
              <a:graphicFrameLocks noChangeAspect="1"/>
            </p:cNvGraphicFramePr>
            <p:nvPr/>
          </p:nvGraphicFramePr>
          <p:xfrm>
            <a:off x="925" y="288"/>
            <a:ext cx="237" cy="332"/>
          </p:xfrm>
          <a:graphic>
            <a:graphicData uri="http://schemas.openxmlformats.org/presentationml/2006/ole">
              <mc:AlternateContent xmlns:mc="http://schemas.openxmlformats.org/markup-compatibility/2006">
                <mc:Choice xmlns:v="urn:schemas-microsoft-com:vml" Requires="v">
                  <p:oleObj spid="_x0000_s3220" name="" r:id="rId21" imgW="204470" imgH="311150" progId="Equation.3">
                    <p:embed/>
                  </p:oleObj>
                </mc:Choice>
                <mc:Fallback>
                  <p:oleObj name="" r:id="rId21" imgW="204470" imgH="311150" progId="Equation.3">
                    <p:embed/>
                    <p:pic>
                      <p:nvPicPr>
                        <p:cNvPr id="0" name="图片 3219"/>
                        <p:cNvPicPr/>
                        <p:nvPr/>
                      </p:nvPicPr>
                      <p:blipFill>
                        <a:blip r:embed="rId22">
                          <a:clrChange>
                            <a:clrFrom>
                              <a:srgbClr val="000000"/>
                            </a:clrFrom>
                            <a:clrTo>
                              <a:srgbClr val="000000"/>
                            </a:clrTo>
                          </a:clrChange>
                        </a:blip>
                        <a:stretch>
                          <a:fillRect/>
                        </a:stretch>
                      </p:blipFill>
                      <p:spPr>
                        <a:xfrm>
                          <a:off x="925" y="288"/>
                          <a:ext cx="237" cy="332"/>
                        </a:xfrm>
                        <a:prstGeom prst="rect">
                          <a:avLst/>
                        </a:prstGeom>
                        <a:noFill/>
                        <a:ln w="38100">
                          <a:noFill/>
                          <a:miter/>
                        </a:ln>
                      </p:spPr>
                    </p:pic>
                  </p:oleObj>
                </mc:Fallback>
              </mc:AlternateContent>
            </a:graphicData>
          </a:graphic>
        </p:graphicFrame>
        <p:graphicFrame>
          <p:nvGraphicFramePr>
            <p:cNvPr id="81048" name="Object 153"/>
            <p:cNvGraphicFramePr>
              <a:graphicFrameLocks noChangeAspect="1"/>
            </p:cNvGraphicFramePr>
            <p:nvPr/>
          </p:nvGraphicFramePr>
          <p:xfrm>
            <a:off x="4094" y="295"/>
            <a:ext cx="236" cy="320"/>
          </p:xfrm>
          <a:graphic>
            <a:graphicData uri="http://schemas.openxmlformats.org/presentationml/2006/ole">
              <mc:AlternateContent xmlns:mc="http://schemas.openxmlformats.org/markup-compatibility/2006">
                <mc:Choice xmlns:v="urn:schemas-microsoft-com:vml" Requires="v">
                  <p:oleObj spid="_x0000_s3221" name="" r:id="rId23" imgW="204470" imgH="301625" progId="Equation.3">
                    <p:embed/>
                  </p:oleObj>
                </mc:Choice>
                <mc:Fallback>
                  <p:oleObj name="" r:id="rId23" imgW="204470" imgH="301625" progId="Equation.3">
                    <p:embed/>
                    <p:pic>
                      <p:nvPicPr>
                        <p:cNvPr id="0" name="图片 3220"/>
                        <p:cNvPicPr/>
                        <p:nvPr/>
                      </p:nvPicPr>
                      <p:blipFill>
                        <a:blip r:embed="rId24">
                          <a:clrChange>
                            <a:clrFrom>
                              <a:srgbClr val="000000"/>
                            </a:clrFrom>
                            <a:clrTo>
                              <a:srgbClr val="000000"/>
                            </a:clrTo>
                          </a:clrChange>
                        </a:blip>
                        <a:stretch>
                          <a:fillRect/>
                        </a:stretch>
                      </p:blipFill>
                      <p:spPr>
                        <a:xfrm>
                          <a:off x="4094" y="295"/>
                          <a:ext cx="236" cy="320"/>
                        </a:xfrm>
                        <a:prstGeom prst="rect">
                          <a:avLst/>
                        </a:prstGeom>
                        <a:noFill/>
                        <a:ln w="38100">
                          <a:noFill/>
                          <a:miter/>
                        </a:ln>
                      </p:spPr>
                    </p:pic>
                  </p:oleObj>
                </mc:Fallback>
              </mc:AlternateContent>
            </a:graphicData>
          </a:graphic>
        </p:graphicFrame>
        <p:graphicFrame>
          <p:nvGraphicFramePr>
            <p:cNvPr id="81049" name="Object 154"/>
            <p:cNvGraphicFramePr>
              <a:graphicFrameLocks noChangeAspect="1"/>
            </p:cNvGraphicFramePr>
            <p:nvPr/>
          </p:nvGraphicFramePr>
          <p:xfrm>
            <a:off x="2637" y="295"/>
            <a:ext cx="223" cy="320"/>
          </p:xfrm>
          <a:graphic>
            <a:graphicData uri="http://schemas.openxmlformats.org/presentationml/2006/ole">
              <mc:AlternateContent xmlns:mc="http://schemas.openxmlformats.org/markup-compatibility/2006">
                <mc:Choice xmlns:v="urn:schemas-microsoft-com:vml" Requires="v">
                  <p:oleObj spid="_x0000_s3222" name="" r:id="rId25" imgW="194310" imgH="301625" progId="Equation.3">
                    <p:embed/>
                  </p:oleObj>
                </mc:Choice>
                <mc:Fallback>
                  <p:oleObj name="" r:id="rId25" imgW="194310" imgH="301625" progId="Equation.3">
                    <p:embed/>
                    <p:pic>
                      <p:nvPicPr>
                        <p:cNvPr id="0" name="图片 3221"/>
                        <p:cNvPicPr/>
                        <p:nvPr/>
                      </p:nvPicPr>
                      <p:blipFill>
                        <a:blip r:embed="rId26">
                          <a:clrChange>
                            <a:clrFrom>
                              <a:srgbClr val="000000"/>
                            </a:clrFrom>
                            <a:clrTo>
                              <a:srgbClr val="000000"/>
                            </a:clrTo>
                          </a:clrChange>
                        </a:blip>
                        <a:stretch>
                          <a:fillRect/>
                        </a:stretch>
                      </p:blipFill>
                      <p:spPr>
                        <a:xfrm>
                          <a:off x="2637" y="295"/>
                          <a:ext cx="223" cy="320"/>
                        </a:xfrm>
                        <a:prstGeom prst="rect">
                          <a:avLst/>
                        </a:prstGeom>
                        <a:noFill/>
                        <a:ln w="38100">
                          <a:noFill/>
                          <a:miter/>
                        </a:ln>
                      </p:spPr>
                    </p:pic>
                  </p:oleObj>
                </mc:Fallback>
              </mc:AlternateContent>
            </a:graphicData>
          </a:graphic>
        </p:graphicFrame>
        <p:sp>
          <p:nvSpPr>
            <p:cNvPr id="81050" name="Oval 155"/>
            <p:cNvSpPr/>
            <p:nvPr/>
          </p:nvSpPr>
          <p:spPr>
            <a:xfrm>
              <a:off x="1676"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1" name="Oval 156"/>
            <p:cNvSpPr/>
            <p:nvPr/>
          </p:nvSpPr>
          <p:spPr>
            <a:xfrm>
              <a:off x="3327" y="1450"/>
              <a:ext cx="46"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2" name="Oval 157"/>
            <p:cNvSpPr/>
            <p:nvPr/>
          </p:nvSpPr>
          <p:spPr>
            <a:xfrm>
              <a:off x="4439" y="1450"/>
              <a:ext cx="47"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3" name="Oval 158"/>
            <p:cNvSpPr/>
            <p:nvPr/>
          </p:nvSpPr>
          <p:spPr>
            <a:xfrm>
              <a:off x="2332"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4" name="Oval 159"/>
            <p:cNvSpPr/>
            <p:nvPr/>
          </p:nvSpPr>
          <p:spPr>
            <a:xfrm>
              <a:off x="1418"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5" name="Oval 160"/>
            <p:cNvSpPr/>
            <p:nvPr/>
          </p:nvSpPr>
          <p:spPr>
            <a:xfrm>
              <a:off x="1079"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6" name="Oval 161"/>
            <p:cNvSpPr/>
            <p:nvPr/>
          </p:nvSpPr>
          <p:spPr>
            <a:xfrm>
              <a:off x="1020" y="1611"/>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7" name="Oval 162"/>
            <p:cNvSpPr/>
            <p:nvPr/>
          </p:nvSpPr>
          <p:spPr>
            <a:xfrm>
              <a:off x="1478" y="1540"/>
              <a:ext cx="47"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8" name="Oval 163"/>
            <p:cNvSpPr/>
            <p:nvPr/>
          </p:nvSpPr>
          <p:spPr>
            <a:xfrm>
              <a:off x="1337" y="1611"/>
              <a:ext cx="46"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9" name="Oval 164"/>
            <p:cNvSpPr/>
            <p:nvPr/>
          </p:nvSpPr>
          <p:spPr>
            <a:xfrm>
              <a:off x="950" y="1839"/>
              <a:ext cx="46"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0" name="Oval 165"/>
            <p:cNvSpPr/>
            <p:nvPr/>
          </p:nvSpPr>
          <p:spPr>
            <a:xfrm>
              <a:off x="892" y="2164"/>
              <a:ext cx="45"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1" name="Oval 166"/>
            <p:cNvSpPr/>
            <p:nvPr/>
          </p:nvSpPr>
          <p:spPr>
            <a:xfrm>
              <a:off x="2846"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2" name="Oval 167"/>
            <p:cNvSpPr/>
            <p:nvPr/>
          </p:nvSpPr>
          <p:spPr>
            <a:xfrm>
              <a:off x="3127"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3" name="Oval 168"/>
            <p:cNvSpPr/>
            <p:nvPr/>
          </p:nvSpPr>
          <p:spPr>
            <a:xfrm>
              <a:off x="3386"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4" name="Oval 169"/>
            <p:cNvSpPr/>
            <p:nvPr/>
          </p:nvSpPr>
          <p:spPr>
            <a:xfrm>
              <a:off x="3924" y="1366"/>
              <a:ext cx="46"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5" name="Oval 170"/>
            <p:cNvSpPr/>
            <p:nvPr/>
          </p:nvSpPr>
          <p:spPr>
            <a:xfrm>
              <a:off x="4123"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6" name="Oval 171"/>
            <p:cNvSpPr/>
            <p:nvPr/>
          </p:nvSpPr>
          <p:spPr>
            <a:xfrm>
              <a:off x="4321"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7" name="Oval 172"/>
            <p:cNvSpPr/>
            <p:nvPr/>
          </p:nvSpPr>
          <p:spPr>
            <a:xfrm>
              <a:off x="4521" y="1366"/>
              <a:ext cx="46"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8" name="Oval 173"/>
            <p:cNvSpPr/>
            <p:nvPr/>
          </p:nvSpPr>
          <p:spPr>
            <a:xfrm>
              <a:off x="4896" y="2164"/>
              <a:ext cx="47"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9" name="Oval 174"/>
            <p:cNvSpPr/>
            <p:nvPr/>
          </p:nvSpPr>
          <p:spPr>
            <a:xfrm>
              <a:off x="4229" y="1540"/>
              <a:ext cx="46"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0" name="Oval 175"/>
            <p:cNvSpPr/>
            <p:nvPr/>
          </p:nvSpPr>
          <p:spPr>
            <a:xfrm>
              <a:off x="3865" y="2151"/>
              <a:ext cx="46"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1" name="Oval 176"/>
            <p:cNvSpPr/>
            <p:nvPr/>
          </p:nvSpPr>
          <p:spPr>
            <a:xfrm>
              <a:off x="3461" y="1689"/>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2" name="Oval 177"/>
            <p:cNvSpPr/>
            <p:nvPr/>
          </p:nvSpPr>
          <p:spPr>
            <a:xfrm>
              <a:off x="2730" y="17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3" name="Oval 178"/>
            <p:cNvSpPr/>
            <p:nvPr/>
          </p:nvSpPr>
          <p:spPr>
            <a:xfrm>
              <a:off x="3081" y="2151"/>
              <a:ext cx="46"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4" name="Oval 179"/>
            <p:cNvSpPr/>
            <p:nvPr/>
          </p:nvSpPr>
          <p:spPr>
            <a:xfrm>
              <a:off x="2133" y="2151"/>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5" name="Oval 180"/>
            <p:cNvSpPr/>
            <p:nvPr/>
          </p:nvSpPr>
          <p:spPr>
            <a:xfrm>
              <a:off x="5306" y="2087"/>
              <a:ext cx="47"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6" name="Oval 181"/>
            <p:cNvSpPr/>
            <p:nvPr/>
          </p:nvSpPr>
          <p:spPr>
            <a:xfrm>
              <a:off x="2122" y="1839"/>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7" name="Line 182"/>
            <p:cNvSpPr/>
            <p:nvPr/>
          </p:nvSpPr>
          <p:spPr>
            <a:xfrm>
              <a:off x="1775" y="1169"/>
              <a:ext cx="0" cy="143"/>
            </a:xfrm>
            <a:prstGeom prst="line">
              <a:avLst/>
            </a:prstGeom>
            <a:ln w="9525" cap="flat" cmpd="sng">
              <a:solidFill>
                <a:schemeClr val="tx1"/>
              </a:solidFill>
              <a:prstDash val="solid"/>
              <a:round/>
              <a:headEnd type="none" w="med" len="med"/>
              <a:tailEnd type="none" w="med" len="med"/>
            </a:ln>
          </p:spPr>
        </p:sp>
        <p:sp>
          <p:nvSpPr>
            <p:cNvPr id="81078" name="Line 183"/>
            <p:cNvSpPr/>
            <p:nvPr/>
          </p:nvSpPr>
          <p:spPr>
            <a:xfrm>
              <a:off x="1825" y="1925"/>
              <a:ext cx="3513" cy="0"/>
            </a:xfrm>
            <a:prstGeom prst="line">
              <a:avLst/>
            </a:prstGeom>
            <a:ln w="9525" cap="flat" cmpd="sng">
              <a:solidFill>
                <a:schemeClr val="tx1"/>
              </a:solidFill>
              <a:prstDash val="solid"/>
              <a:round/>
              <a:headEnd type="none" w="med" len="med"/>
              <a:tailEnd type="none" w="med" len="med"/>
            </a:ln>
          </p:spPr>
        </p:sp>
        <p:sp>
          <p:nvSpPr>
            <p:cNvPr id="81079" name="Line 184"/>
            <p:cNvSpPr/>
            <p:nvPr/>
          </p:nvSpPr>
          <p:spPr>
            <a:xfrm>
              <a:off x="1825" y="1319"/>
              <a:ext cx="0" cy="623"/>
            </a:xfrm>
            <a:prstGeom prst="line">
              <a:avLst/>
            </a:prstGeom>
            <a:ln w="9525" cap="flat" cmpd="sng">
              <a:solidFill>
                <a:schemeClr val="tx1"/>
              </a:solidFill>
              <a:prstDash val="solid"/>
              <a:round/>
              <a:headEnd type="none" w="med" len="med"/>
              <a:tailEnd type="none" w="med" len="med"/>
            </a:ln>
          </p:spPr>
        </p:sp>
        <p:sp>
          <p:nvSpPr>
            <p:cNvPr id="81080" name="Oval 185"/>
            <p:cNvSpPr/>
            <p:nvPr/>
          </p:nvSpPr>
          <p:spPr>
            <a:xfrm>
              <a:off x="5306" y="1902"/>
              <a:ext cx="47"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81" name="Text Box 186"/>
            <p:cNvSpPr txBox="1"/>
            <p:nvPr/>
          </p:nvSpPr>
          <p:spPr>
            <a:xfrm>
              <a:off x="324" y="1119"/>
              <a:ext cx="228" cy="231"/>
            </a:xfrm>
            <a:prstGeom prst="rect">
              <a:avLst/>
            </a:prstGeom>
            <a:noFill/>
            <a:ln w="19050">
              <a:noFill/>
            </a:ln>
          </p:spPr>
          <p:txBody>
            <a:bodyPr wrap="none" anchor="t" anchorCtr="0">
              <a:spAutoFit/>
            </a:bodyPr>
            <a:p>
              <a:pPr algn="ctr"/>
              <a:r>
                <a:rPr lang="en-US" altLang="zh-CN" sz="1800" i="0" dirty="0">
                  <a:latin typeface="Times New Roman" panose="02020603050405020304" pitchFamily="18" charset="0"/>
                  <a:ea typeface="宋体" panose="02010600030101010101" pitchFamily="2" charset="-122"/>
                </a:rPr>
                <a:t>&amp;</a:t>
              </a:r>
              <a:endParaRPr lang="en-US" altLang="zh-CN" sz="1800" i="0" dirty="0">
                <a:latin typeface="Times New Roman" panose="02020603050405020304" pitchFamily="18" charset="0"/>
                <a:ea typeface="宋体" panose="02010600030101010101" pitchFamily="2" charset="-122"/>
              </a:endParaRPr>
            </a:p>
          </p:txBody>
        </p:sp>
        <p:sp>
          <p:nvSpPr>
            <p:cNvPr id="81082" name="Text Box 187"/>
            <p:cNvSpPr txBox="1"/>
            <p:nvPr/>
          </p:nvSpPr>
          <p:spPr>
            <a:xfrm>
              <a:off x="3760" y="1112"/>
              <a:ext cx="228" cy="231"/>
            </a:xfrm>
            <a:prstGeom prst="rect">
              <a:avLst/>
            </a:prstGeom>
            <a:noFill/>
            <a:ln w="19050">
              <a:noFill/>
            </a:ln>
          </p:spPr>
          <p:txBody>
            <a:bodyPr wrap="none" anchor="t" anchorCtr="0">
              <a:spAutoFit/>
            </a:bodyPr>
            <a:p>
              <a:pPr algn="ctr"/>
              <a:r>
                <a:rPr lang="en-US" altLang="zh-CN" sz="1800" i="0" dirty="0">
                  <a:latin typeface="Times New Roman" panose="02020603050405020304" pitchFamily="18" charset="0"/>
                  <a:ea typeface="宋体" panose="02010600030101010101" pitchFamily="2" charset="-122"/>
                </a:rPr>
                <a:t>&amp;</a:t>
              </a:r>
              <a:endParaRPr lang="en-US" altLang="zh-CN" sz="1800" i="0" dirty="0">
                <a:latin typeface="Times New Roman" panose="02020603050405020304" pitchFamily="18" charset="0"/>
                <a:ea typeface="宋体" panose="02010600030101010101" pitchFamily="2" charset="-122"/>
              </a:endParaRPr>
            </a:p>
          </p:txBody>
        </p:sp>
        <p:sp>
          <p:nvSpPr>
            <p:cNvPr id="81083" name="Text Box 188"/>
            <p:cNvSpPr txBox="1"/>
            <p:nvPr/>
          </p:nvSpPr>
          <p:spPr>
            <a:xfrm>
              <a:off x="2013" y="1119"/>
              <a:ext cx="228" cy="231"/>
            </a:xfrm>
            <a:prstGeom prst="rect">
              <a:avLst/>
            </a:prstGeom>
            <a:noFill/>
            <a:ln w="19050">
              <a:noFill/>
            </a:ln>
          </p:spPr>
          <p:txBody>
            <a:bodyPr wrap="none" anchor="t" anchorCtr="0">
              <a:spAutoFit/>
            </a:bodyPr>
            <a:p>
              <a:pPr algn="ctr"/>
              <a:r>
                <a:rPr lang="en-US" altLang="zh-CN" sz="1800" i="0" dirty="0">
                  <a:latin typeface="Times New Roman" panose="02020603050405020304" pitchFamily="18" charset="0"/>
                  <a:ea typeface="宋体" panose="02010600030101010101" pitchFamily="2" charset="-122"/>
                </a:rPr>
                <a:t>&amp;</a:t>
              </a:r>
              <a:endParaRPr lang="en-US" altLang="zh-CN" sz="1800" i="0" dirty="0">
                <a:latin typeface="Times New Roman" panose="02020603050405020304" pitchFamily="18" charset="0"/>
                <a:ea typeface="宋体" panose="02010600030101010101" pitchFamily="2" charset="-122"/>
              </a:endParaRPr>
            </a:p>
          </p:txBody>
        </p:sp>
        <p:sp>
          <p:nvSpPr>
            <p:cNvPr id="81084" name="Text Box 189"/>
            <p:cNvSpPr txBox="1"/>
            <p:nvPr/>
          </p:nvSpPr>
          <p:spPr>
            <a:xfrm>
              <a:off x="879" y="995"/>
              <a:ext cx="308" cy="212"/>
            </a:xfrm>
            <a:prstGeom prst="rect">
              <a:avLst/>
            </a:prstGeom>
            <a:noFill/>
            <a:ln w="19050">
              <a:noFill/>
            </a:ln>
          </p:spPr>
          <p:txBody>
            <a:bodyPr wrap="none" anchor="t" anchorCtr="0">
              <a:spAutoFit/>
            </a:bodyPr>
            <a:p>
              <a:pPr algn="ctr"/>
              <a:r>
                <a:rPr lang="en-US" altLang="zh-CN" sz="1600" i="0" dirty="0">
                  <a:latin typeface="Times New Roman" panose="02020603050405020304" pitchFamily="18" charset="0"/>
                  <a:ea typeface="宋体" panose="02010600030101010101" pitchFamily="2" charset="-122"/>
                </a:rPr>
                <a:t>≥1</a:t>
              </a:r>
              <a:endParaRPr lang="en-US" altLang="zh-CN" sz="1600" i="0" dirty="0">
                <a:latin typeface="Times New Roman" panose="02020603050405020304" pitchFamily="18" charset="0"/>
                <a:ea typeface="宋体" panose="02010600030101010101" pitchFamily="2" charset="-122"/>
              </a:endParaRPr>
            </a:p>
          </p:txBody>
        </p:sp>
        <p:sp>
          <p:nvSpPr>
            <p:cNvPr id="81085" name="Text Box 190"/>
            <p:cNvSpPr txBox="1"/>
            <p:nvPr/>
          </p:nvSpPr>
          <p:spPr>
            <a:xfrm>
              <a:off x="5166" y="1069"/>
              <a:ext cx="212" cy="135"/>
            </a:xfrm>
            <a:prstGeom prst="rect">
              <a:avLst/>
            </a:prstGeom>
            <a:noFill/>
            <a:ln w="19050">
              <a:noFill/>
            </a:ln>
          </p:spPr>
          <p:txBody>
            <a:bodyPr wrap="none" anchor="t" anchorCtr="0">
              <a:spAutoFit/>
            </a:bodyPr>
            <a:p>
              <a:pPr algn="ctr"/>
              <a:r>
                <a:rPr lang="en-US" altLang="zh-CN" sz="800" i="0" dirty="0">
                  <a:latin typeface="Times New Roman" panose="02020603050405020304" pitchFamily="18" charset="0"/>
                  <a:ea typeface="宋体" panose="02010600030101010101" pitchFamily="2" charset="-122"/>
                </a:rPr>
                <a:t>≥1</a:t>
              </a:r>
              <a:endParaRPr lang="en-US" altLang="zh-CN" sz="800" i="0" dirty="0">
                <a:latin typeface="Times New Roman" panose="02020603050405020304" pitchFamily="18" charset="0"/>
                <a:ea typeface="宋体" panose="02010600030101010101" pitchFamily="2" charset="-122"/>
              </a:endParaRPr>
            </a:p>
          </p:txBody>
        </p:sp>
        <p:sp>
          <p:nvSpPr>
            <p:cNvPr id="81086" name="Text Box 191"/>
            <p:cNvSpPr txBox="1"/>
            <p:nvPr/>
          </p:nvSpPr>
          <p:spPr>
            <a:xfrm>
              <a:off x="2590" y="987"/>
              <a:ext cx="308" cy="212"/>
            </a:xfrm>
            <a:prstGeom prst="rect">
              <a:avLst/>
            </a:prstGeom>
            <a:noFill/>
            <a:ln w="19050">
              <a:noFill/>
            </a:ln>
          </p:spPr>
          <p:txBody>
            <a:bodyPr wrap="none" anchor="t" anchorCtr="0">
              <a:spAutoFit/>
            </a:bodyPr>
            <a:p>
              <a:pPr algn="ctr"/>
              <a:r>
                <a:rPr lang="en-US" altLang="zh-CN" sz="1600" i="0" dirty="0">
                  <a:latin typeface="Times New Roman" panose="02020603050405020304" pitchFamily="18" charset="0"/>
                  <a:ea typeface="宋体" panose="02010600030101010101" pitchFamily="2" charset="-122"/>
                </a:rPr>
                <a:t>≥1</a:t>
              </a:r>
              <a:endParaRPr lang="en-US" altLang="zh-CN" sz="1600" i="0" dirty="0">
                <a:latin typeface="Times New Roman" panose="02020603050405020304" pitchFamily="18" charset="0"/>
                <a:ea typeface="宋体" panose="02010600030101010101" pitchFamily="2" charset="-122"/>
              </a:endParaRPr>
            </a:p>
          </p:txBody>
        </p:sp>
        <p:sp>
          <p:nvSpPr>
            <p:cNvPr id="81087" name="Text Box 192"/>
            <p:cNvSpPr txBox="1"/>
            <p:nvPr/>
          </p:nvSpPr>
          <p:spPr>
            <a:xfrm>
              <a:off x="4843" y="1937"/>
              <a:ext cx="212" cy="135"/>
            </a:xfrm>
            <a:prstGeom prst="rect">
              <a:avLst/>
            </a:prstGeom>
            <a:noFill/>
            <a:ln w="19050">
              <a:noFill/>
            </a:ln>
          </p:spPr>
          <p:txBody>
            <a:bodyPr wrap="none" anchor="t" anchorCtr="0">
              <a:spAutoFit/>
            </a:bodyPr>
            <a:p>
              <a:pPr algn="ctr"/>
              <a:r>
                <a:rPr lang="en-US" altLang="zh-CN" sz="800" i="0" dirty="0">
                  <a:latin typeface="Times New Roman" panose="02020603050405020304" pitchFamily="18" charset="0"/>
                  <a:ea typeface="宋体" panose="02010600030101010101" pitchFamily="2" charset="-122"/>
                </a:rPr>
                <a:t>≥1</a:t>
              </a:r>
              <a:endParaRPr lang="en-US" altLang="zh-CN" sz="800" i="0" dirty="0">
                <a:latin typeface="Times New Roman" panose="02020603050405020304" pitchFamily="18" charset="0"/>
                <a:ea typeface="宋体" panose="02010600030101010101" pitchFamily="2" charset="-122"/>
              </a:endParaRPr>
            </a:p>
          </p:txBody>
        </p:sp>
        <p:sp>
          <p:nvSpPr>
            <p:cNvPr id="81088" name="Text Box 193"/>
            <p:cNvSpPr txBox="1"/>
            <p:nvPr/>
          </p:nvSpPr>
          <p:spPr>
            <a:xfrm>
              <a:off x="4024" y="992"/>
              <a:ext cx="308" cy="212"/>
            </a:xfrm>
            <a:prstGeom prst="rect">
              <a:avLst/>
            </a:prstGeom>
            <a:noFill/>
            <a:ln w="19050">
              <a:noFill/>
            </a:ln>
          </p:spPr>
          <p:txBody>
            <a:bodyPr wrap="none" anchor="t" anchorCtr="0">
              <a:spAutoFit/>
            </a:bodyPr>
            <a:p>
              <a:pPr algn="ctr"/>
              <a:r>
                <a:rPr lang="en-US" altLang="zh-CN" sz="1600" i="0" dirty="0">
                  <a:latin typeface="Times New Roman" panose="02020603050405020304" pitchFamily="18" charset="0"/>
                  <a:ea typeface="宋体" panose="02010600030101010101" pitchFamily="2" charset="-122"/>
                </a:rPr>
                <a:t>≥1</a:t>
              </a:r>
              <a:endParaRPr lang="en-US" altLang="zh-CN" sz="1600"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Text Box 2"/>
          <p:cNvSpPr txBox="1">
            <a:spLocks noChangeArrowheads="1"/>
          </p:cNvSpPr>
          <p:nvPr/>
        </p:nvSpPr>
        <p:spPr bwMode="auto">
          <a:xfrm>
            <a:off x="2117725" y="1019175"/>
            <a:ext cx="2779713" cy="521970"/>
          </a:xfrm>
          <a:prstGeom prst="rect">
            <a:avLst/>
          </a:prstGeom>
          <a:noFill/>
          <a:ln w="19050">
            <a:noFill/>
            <a:miter lim="800000"/>
            <a:tailEnd type="none" w="sm" len="lg"/>
          </a:ln>
          <a:effectLst/>
        </p:spPr>
        <p:txBody>
          <a:bodyPr>
            <a:spAutoFit/>
          </a:bodyPr>
          <a:lstStyle/>
          <a:p>
            <a:pPr marR="0" defTabSz="914400">
              <a:buClrTx/>
              <a:buSzTx/>
              <a:buFontTx/>
              <a:buNone/>
              <a:defRPr/>
            </a:pPr>
            <a:r>
              <a:rPr kumimoji="1" lang="en-US" altLang="zh-CN" sz="2800" b="1" i="0" kern="1200" cap="none" spc="0" normalizeH="0" baseline="0" noProof="0" dirty="0" smtClean="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5.4   </a:t>
            </a:r>
            <a:r>
              <a:rPr kumimoji="1" lang="zh-CN" altLang="zh-CN" sz="2800" b="1" i="0"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译码器</a:t>
            </a:r>
            <a:endParaRPr kumimoji="1" lang="zh-CN" altLang="en-US" sz="2800" b="1" i="0"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86371" name="Text Box 3"/>
          <p:cNvSpPr txBox="1"/>
          <p:nvPr/>
        </p:nvSpPr>
        <p:spPr>
          <a:xfrm>
            <a:off x="876300" y="1733550"/>
            <a:ext cx="7486650" cy="2397125"/>
          </a:xfrm>
          <a:prstGeom prst="rect">
            <a:avLst/>
          </a:prstGeom>
          <a:noFill/>
          <a:ln w="19050">
            <a:noFill/>
          </a:ln>
        </p:spPr>
        <p:txBody>
          <a:bodyPr anchor="t" anchorCtr="0">
            <a:spAutoFit/>
          </a:bodyPr>
          <a:p>
            <a:pPr algn="just">
              <a:lnSpc>
                <a:spcPct val="180000"/>
              </a:lnSpc>
              <a:spcBef>
                <a:spcPct val="50000"/>
              </a:spcBef>
            </a:pP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译码器的功能是对具有特定含义的输入代码进行“  翻译”或“  辨认”，将其转换成相应的输出信号。</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86370"/>
                                        </p:tgtEl>
                                        <p:attrNameLst>
                                          <p:attrName>style.visibility</p:attrName>
                                        </p:attrNameLst>
                                      </p:cBhvr>
                                      <p:to>
                                        <p:strVal val="visible"/>
                                      </p:to>
                                    </p:set>
                                    <p:anim calcmode="lin" valueType="num">
                                      <p:cBhvr>
                                        <p:cTn id="7" dur="500" fill="hold"/>
                                        <p:tgtEl>
                                          <p:spTgt spid="186370"/>
                                        </p:tgtEl>
                                        <p:attrNameLst>
                                          <p:attrName>ppt_w</p:attrName>
                                        </p:attrNameLst>
                                      </p:cBhvr>
                                      <p:tavLst>
                                        <p:tav tm="0">
                                          <p:val>
                                            <p:fltVal val="0.000000"/>
                                          </p:val>
                                        </p:tav>
                                        <p:tav tm="100000">
                                          <p:val>
                                            <p:strVal val="#ppt_w"/>
                                          </p:val>
                                        </p:tav>
                                      </p:tavLst>
                                    </p:anim>
                                    <p:anim calcmode="lin" valueType="num">
                                      <p:cBhvr>
                                        <p:cTn id="8" dur="500" fill="hold"/>
                                        <p:tgtEl>
                                          <p:spTgt spid="186370"/>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86371"/>
                                        </p:tgtEl>
                                        <p:attrNameLst>
                                          <p:attrName>style.visibility</p:attrName>
                                        </p:attrNameLst>
                                      </p:cBhvr>
                                      <p:to>
                                        <p:strVal val="visible"/>
                                      </p:to>
                                    </p:set>
                                    <p:animEffect transition="in" filter="wipe(left)">
                                      <p:cBhvr>
                                        <p:cTn id="13" dur="500"/>
                                        <p:tgtEl>
                                          <p:spTgt spid="186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0" grpId="0" bldLvl="0" animBg="1"/>
      <p:bldP spid="18637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Text Box 2"/>
          <p:cNvSpPr txBox="1">
            <a:spLocks noChangeArrowheads="1"/>
          </p:cNvSpPr>
          <p:nvPr/>
        </p:nvSpPr>
        <p:spPr bwMode="auto">
          <a:xfrm>
            <a:off x="571500" y="1143000"/>
            <a:ext cx="7753350" cy="2397125"/>
          </a:xfrm>
          <a:prstGeom prst="rect">
            <a:avLst/>
          </a:prstGeom>
          <a:noFill/>
          <a:ln w="19050">
            <a:noFill/>
            <a:miter lim="800000"/>
            <a:tailEnd type="none" w="sm" len="lg"/>
          </a:ln>
          <a:effectLst/>
        </p:spPr>
        <p:txBody>
          <a:bodyPr>
            <a:spAutoFit/>
          </a:bodyPr>
          <a:lstStyle/>
          <a:p>
            <a:pPr marL="476250" marR="0" indent="-476250" algn="just" defTabSz="914400">
              <a:lnSpc>
                <a:spcPct val="180000"/>
              </a:lnSpc>
              <a:spcBef>
                <a:spcPct val="50000"/>
              </a:spcBef>
              <a:buClrTx/>
              <a:buSzTx/>
              <a:buFontTx/>
              <a:buNone/>
              <a:defRPr/>
            </a:pPr>
            <a:r>
              <a:rPr kumimoji="1" lang="en-US" altLang="zh-CN"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a:t>
            </a:r>
            <a:r>
              <a:rPr kumimoji="1" lang="en-US" altLang="zh-CN"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二进制译码器</a:t>
            </a:r>
            <a:r>
              <a:rPr kumimoji="1" lang="zh-CN" altLang="en-US"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将</a:t>
            </a:r>
            <a:r>
              <a:rPr kumimoji="1" lang="en-US" altLang="zh-CN" sz="2800" kern="1200" cap="none" spc="0" normalizeH="0" baseline="0" noProof="0">
                <a:latin typeface="Times New Roman" panose="02020603050405020304" pitchFamily="18" charset="0"/>
                <a:ea typeface="宋体" panose="02010600030101010101" pitchFamily="2" charset="-122"/>
                <a:cs typeface="+mn-cs"/>
              </a:rPr>
              <a:t>n</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个输入变量变换成</a:t>
            </a:r>
            <a:r>
              <a:rPr kumimoji="1" lang="en-US" altLang="zh-CN" sz="2800" i="0" kern="1200" cap="none" spc="0" normalizeH="0" baseline="0" noProof="0">
                <a:latin typeface="Times New Roman" panose="02020603050405020304" pitchFamily="18" charset="0"/>
                <a:ea typeface="宋体" panose="02010600030101010101" pitchFamily="2" charset="-122"/>
                <a:cs typeface="+mn-cs"/>
              </a:rPr>
              <a:t>2</a:t>
            </a:r>
            <a:r>
              <a:rPr kumimoji="1" lang="en-US" altLang="zh-CN" sz="2800" i="0" kern="1200" cap="none" spc="0" normalizeH="0" baseline="30000" noProof="0">
                <a:latin typeface="Times New Roman" panose="02020603050405020304" pitchFamily="18" charset="0"/>
                <a:ea typeface="宋体" panose="02010600030101010101" pitchFamily="2" charset="-122"/>
                <a:cs typeface="+mn-cs"/>
              </a:rPr>
              <a:t>n</a:t>
            </a:r>
            <a:r>
              <a:rPr kumimoji="1" lang="zh-CN" altLang="zh-CN" sz="2800" i="0" kern="1200" cap="none" spc="0" normalizeH="0" baseline="0" noProof="0">
                <a:latin typeface="Times New Roman" panose="02020603050405020304" pitchFamily="18" charset="0"/>
                <a:ea typeface="宋体" panose="02010600030101010101" pitchFamily="2" charset="-122"/>
                <a:cs typeface="+mn-cs"/>
              </a:rPr>
              <a:t>个输出函数，且每个输出函数对应于</a:t>
            </a:r>
            <a:r>
              <a:rPr kumimoji="1" lang="en-US" altLang="zh-CN" sz="2800" kern="1200" cap="none" spc="0" normalizeH="0" baseline="0" noProof="0">
                <a:latin typeface="Times New Roman" panose="02020603050405020304" pitchFamily="18" charset="0"/>
                <a:ea typeface="宋体" panose="02010600030101010101" pitchFamily="2" charset="-122"/>
                <a:cs typeface="+mn-cs"/>
              </a:rPr>
              <a:t>n</a:t>
            </a:r>
            <a:r>
              <a:rPr kumimoji="1" lang="zh-CN" altLang="zh-CN" sz="2800" i="0" kern="1200" cap="none" spc="0" normalizeH="0" baseline="0" noProof="0">
                <a:latin typeface="Times New Roman" panose="02020603050405020304" pitchFamily="18" charset="0"/>
                <a:ea typeface="宋体" panose="02010600030101010101" pitchFamily="2" charset="-122"/>
                <a:cs typeface="+mn-cs"/>
              </a:rPr>
              <a:t>个输入变量的一个最小项。</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3969" name="Group 2"/>
          <p:cNvGrpSpPr/>
          <p:nvPr/>
        </p:nvGrpSpPr>
        <p:grpSpPr>
          <a:xfrm>
            <a:off x="266700" y="647700"/>
            <a:ext cx="8686800" cy="6000750"/>
            <a:chOff x="168" y="408"/>
            <a:chExt cx="5472" cy="3780"/>
          </a:xfrm>
        </p:grpSpPr>
        <p:sp>
          <p:nvSpPr>
            <p:cNvPr id="83970" name="Rectangle 3"/>
            <p:cNvSpPr/>
            <p:nvPr/>
          </p:nvSpPr>
          <p:spPr>
            <a:xfrm>
              <a:off x="168" y="408"/>
              <a:ext cx="5472" cy="3780"/>
            </a:xfrm>
            <a:prstGeom prst="rect">
              <a:avLst/>
            </a:prstGeom>
            <a:no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3971" name="Text Box 4"/>
            <p:cNvSpPr txBox="1"/>
            <p:nvPr/>
          </p:nvSpPr>
          <p:spPr>
            <a:xfrm>
              <a:off x="710" y="3826"/>
              <a:ext cx="2402"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注：本表中的“  </a:t>
              </a:r>
              <a:r>
                <a:rPr lang="zh-CN" altLang="en-US" sz="2400" i="0" dirty="0">
                  <a:latin typeface="Times New Roman" panose="02020603050405020304" pitchFamily="18" charset="0"/>
                  <a:ea typeface="宋体" panose="02010600030101010101" pitchFamily="2" charset="-122"/>
                  <a:sym typeface="Symbol" panose="05050102010706020507" pitchFamily="18" charset="2"/>
                </a:rPr>
                <a:t>”代表</a:t>
              </a:r>
              <a:r>
                <a:rPr lang="en-US" altLang="zh-CN" sz="2400" i="0" dirty="0">
                  <a:latin typeface="Times New Roman" panose="02020603050405020304" pitchFamily="18" charset="0"/>
                  <a:ea typeface="宋体" panose="02010600030101010101" pitchFamily="2" charset="-122"/>
                  <a:sym typeface="Symbol" panose="05050102010706020507" pitchFamily="18" charset="2"/>
                </a:rPr>
                <a:t>0</a:t>
              </a:r>
              <a:r>
                <a:rPr lang="zh-CN" altLang="en-US" sz="2400" i="0" dirty="0">
                  <a:latin typeface="Times New Roman" panose="02020603050405020304" pitchFamily="18" charset="0"/>
                  <a:ea typeface="宋体" panose="02010600030101010101" pitchFamily="2" charset="-122"/>
                  <a:sym typeface="Symbol" panose="05050102010706020507" pitchFamily="18" charset="2"/>
                </a:rPr>
                <a:t>或</a:t>
              </a:r>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83972" name="Text Box 5"/>
            <p:cNvSpPr txBox="1"/>
            <p:nvPr/>
          </p:nvSpPr>
          <p:spPr>
            <a:xfrm>
              <a:off x="302" y="426"/>
              <a:ext cx="2072" cy="596"/>
            </a:xfrm>
            <a:prstGeom prst="rect">
              <a:avLst/>
            </a:prstGeom>
            <a:noFill/>
            <a:ln w="19050">
              <a:noFill/>
            </a:ln>
          </p:spPr>
          <p:txBody>
            <a:bodyPr wrap="none" anchor="t" anchorCtr="0">
              <a:spAutoFit/>
            </a:bodyPr>
            <a:p>
              <a:pPr algn="ctr" defTabSz="190500"/>
              <a:r>
                <a:rPr lang="zh-CN" altLang="zh-CN" sz="2800" i="0" dirty="0">
                  <a:latin typeface="Times New Roman" panose="02020603050405020304" pitchFamily="18" charset="0"/>
                  <a:ea typeface="宋体" panose="02010600030101010101" pitchFamily="2" charset="-122"/>
                </a:rPr>
                <a:t>输				入</a:t>
              </a:r>
              <a:endParaRPr lang="zh-CN" altLang="zh-CN" sz="2800" i="0" dirty="0">
                <a:latin typeface="Times New Roman" panose="02020603050405020304" pitchFamily="18" charset="0"/>
                <a:ea typeface="宋体" panose="02010600030101010101" pitchFamily="2" charset="-122"/>
              </a:endParaRPr>
            </a:p>
            <a:p>
              <a:pPr algn="ctr" defTabSz="190500"/>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1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endParaRPr lang="en-US" altLang="zh-CN" sz="2800" i="0" baseline="-25000" dirty="0">
                <a:latin typeface="Times New Roman" panose="02020603050405020304" pitchFamily="18" charset="0"/>
                <a:ea typeface="宋体" panose="02010600030101010101" pitchFamily="2" charset="-122"/>
              </a:endParaRPr>
            </a:p>
          </p:txBody>
        </p:sp>
        <p:sp>
          <p:nvSpPr>
            <p:cNvPr id="83973" name="Rectangle 6"/>
            <p:cNvSpPr/>
            <p:nvPr/>
          </p:nvSpPr>
          <p:spPr>
            <a:xfrm>
              <a:off x="2500" y="426"/>
              <a:ext cx="2994" cy="596"/>
            </a:xfrm>
            <a:prstGeom prst="rect">
              <a:avLst/>
            </a:prstGeom>
            <a:noFill/>
            <a:ln w="19050">
              <a:noFill/>
            </a:ln>
          </p:spPr>
          <p:txBody>
            <a:bodyPr wrap="none" anchor="t" anchorCtr="0">
              <a:spAutoFit/>
            </a:bodyPr>
            <a:p>
              <a:pPr algn="ctr" defTabSz="476250"/>
              <a:r>
                <a:rPr lang="zh-CN" altLang="zh-CN" sz="2800" i="0" dirty="0">
                  <a:latin typeface="Times New Roman" panose="02020603050405020304" pitchFamily="18" charset="0"/>
                  <a:ea typeface="宋体" panose="02010600030101010101" pitchFamily="2" charset="-122"/>
                </a:rPr>
                <a:t>输			出</a:t>
              </a:r>
              <a:endParaRPr lang="zh-CN" altLang="zh-CN" sz="2800" i="0" dirty="0">
                <a:latin typeface="Times New Roman" panose="02020603050405020304" pitchFamily="18" charset="0"/>
                <a:ea typeface="宋体" panose="02010600030101010101" pitchFamily="2" charset="-122"/>
              </a:endParaRPr>
            </a:p>
            <a:p>
              <a:pPr algn="ctr" defTabSz="476250"/>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1  </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5    </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6    </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7</a:t>
              </a:r>
              <a:endParaRPr lang="en-US" altLang="zh-CN" sz="2800" i="0" baseline="-25000" dirty="0">
                <a:latin typeface="Times New Roman" panose="02020603050405020304" pitchFamily="18" charset="0"/>
                <a:ea typeface="宋体" panose="02010600030101010101" pitchFamily="2" charset="-122"/>
              </a:endParaRPr>
            </a:p>
          </p:txBody>
        </p:sp>
        <p:sp>
          <p:nvSpPr>
            <p:cNvPr id="83974" name="Line 7"/>
            <p:cNvSpPr/>
            <p:nvPr/>
          </p:nvSpPr>
          <p:spPr>
            <a:xfrm>
              <a:off x="276" y="468"/>
              <a:ext cx="5244" cy="0"/>
            </a:xfrm>
            <a:prstGeom prst="line">
              <a:avLst/>
            </a:prstGeom>
            <a:ln w="38100" cap="flat" cmpd="sng">
              <a:solidFill>
                <a:srgbClr val="3333FF"/>
              </a:solidFill>
              <a:prstDash val="solid"/>
              <a:round/>
              <a:headEnd type="none" w="med" len="med"/>
              <a:tailEnd type="none" w="sm" len="lg"/>
            </a:ln>
          </p:spPr>
        </p:sp>
        <p:sp>
          <p:nvSpPr>
            <p:cNvPr id="83975" name="Line 8"/>
            <p:cNvSpPr/>
            <p:nvPr/>
          </p:nvSpPr>
          <p:spPr>
            <a:xfrm>
              <a:off x="276" y="1020"/>
              <a:ext cx="5244" cy="0"/>
            </a:xfrm>
            <a:prstGeom prst="line">
              <a:avLst/>
            </a:prstGeom>
            <a:ln w="19050" cap="flat" cmpd="sng">
              <a:solidFill>
                <a:srgbClr val="3333FF"/>
              </a:solidFill>
              <a:prstDash val="solid"/>
              <a:round/>
              <a:headEnd type="none" w="med" len="med"/>
              <a:tailEnd type="none" w="sm" len="lg"/>
            </a:ln>
          </p:spPr>
        </p:sp>
        <p:sp>
          <p:nvSpPr>
            <p:cNvPr id="83976" name="Line 9"/>
            <p:cNvSpPr/>
            <p:nvPr/>
          </p:nvSpPr>
          <p:spPr>
            <a:xfrm>
              <a:off x="2436" y="480"/>
              <a:ext cx="0" cy="3300"/>
            </a:xfrm>
            <a:prstGeom prst="line">
              <a:avLst/>
            </a:prstGeom>
            <a:ln w="19050" cap="flat" cmpd="sng">
              <a:solidFill>
                <a:srgbClr val="3333FF"/>
              </a:solidFill>
              <a:prstDash val="solid"/>
              <a:round/>
              <a:headEnd type="none" w="med" len="med"/>
              <a:tailEnd type="none" w="sm" len="lg"/>
            </a:ln>
          </p:spPr>
        </p:sp>
        <p:sp>
          <p:nvSpPr>
            <p:cNvPr id="83977" name="Line 10"/>
            <p:cNvSpPr/>
            <p:nvPr/>
          </p:nvSpPr>
          <p:spPr>
            <a:xfrm>
              <a:off x="276" y="3792"/>
              <a:ext cx="5244" cy="0"/>
            </a:xfrm>
            <a:prstGeom prst="line">
              <a:avLst/>
            </a:prstGeom>
            <a:ln w="38100" cap="flat" cmpd="sng">
              <a:solidFill>
                <a:srgbClr val="3333FF"/>
              </a:solidFill>
              <a:prstDash val="solid"/>
              <a:round/>
              <a:headEnd type="none" w="med" len="med"/>
              <a:tailEnd type="none" w="sm" len="lg"/>
            </a:ln>
          </p:spPr>
        </p:sp>
        <p:sp>
          <p:nvSpPr>
            <p:cNvPr id="83978" name="Text Box 11"/>
            <p:cNvSpPr txBox="1"/>
            <p:nvPr/>
          </p:nvSpPr>
          <p:spPr>
            <a:xfrm>
              <a:off x="314" y="996"/>
              <a:ext cx="233"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endParaRPr lang="en-US" altLang="zh-CN" sz="2800" i="0" dirty="0">
                <a:latin typeface="Times New Roman" panose="02020603050405020304" pitchFamily="18" charset="0"/>
                <a:ea typeface="宋体" panose="02010600030101010101" pitchFamily="2" charset="-122"/>
              </a:endParaRPr>
            </a:p>
          </p:txBody>
        </p:sp>
        <p:sp>
          <p:nvSpPr>
            <p:cNvPr id="83979" name="Text Box 12"/>
            <p:cNvSpPr txBox="1"/>
            <p:nvPr/>
          </p:nvSpPr>
          <p:spPr>
            <a:xfrm>
              <a:off x="830" y="1002"/>
              <a:ext cx="233"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83980" name="Text Box 13"/>
            <p:cNvSpPr txBox="1"/>
            <p:nvPr/>
          </p:nvSpPr>
          <p:spPr>
            <a:xfrm>
              <a:off x="1310" y="1002"/>
              <a:ext cx="289"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1" name="Text Box 14"/>
            <p:cNvSpPr txBox="1"/>
            <p:nvPr/>
          </p:nvSpPr>
          <p:spPr>
            <a:xfrm>
              <a:off x="1670" y="1002"/>
              <a:ext cx="289"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2" name="Text Box 15"/>
            <p:cNvSpPr txBox="1"/>
            <p:nvPr/>
          </p:nvSpPr>
          <p:spPr>
            <a:xfrm>
              <a:off x="2030" y="1002"/>
              <a:ext cx="289"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3" name="Text Box 16"/>
            <p:cNvSpPr txBox="1"/>
            <p:nvPr/>
          </p:nvSpPr>
          <p:spPr>
            <a:xfrm>
              <a:off x="2510"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4" name="Text Box 17"/>
            <p:cNvSpPr txBox="1"/>
            <p:nvPr/>
          </p:nvSpPr>
          <p:spPr>
            <a:xfrm>
              <a:off x="2894"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5" name="Text Box 18"/>
            <p:cNvSpPr txBox="1"/>
            <p:nvPr/>
          </p:nvSpPr>
          <p:spPr>
            <a:xfrm>
              <a:off x="3230"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6" name="Text Box 19"/>
            <p:cNvSpPr txBox="1"/>
            <p:nvPr/>
          </p:nvSpPr>
          <p:spPr>
            <a:xfrm>
              <a:off x="3614"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7" name="Text Box 20"/>
            <p:cNvSpPr txBox="1"/>
            <p:nvPr/>
          </p:nvSpPr>
          <p:spPr>
            <a:xfrm>
              <a:off x="3986"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8" name="Text Box 21"/>
            <p:cNvSpPr txBox="1"/>
            <p:nvPr/>
          </p:nvSpPr>
          <p:spPr>
            <a:xfrm>
              <a:off x="4382"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9" name="Text Box 22"/>
            <p:cNvSpPr txBox="1"/>
            <p:nvPr/>
          </p:nvSpPr>
          <p:spPr>
            <a:xfrm>
              <a:off x="4790"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90" name="Text Box 23"/>
            <p:cNvSpPr txBox="1"/>
            <p:nvPr/>
          </p:nvSpPr>
          <p:spPr>
            <a:xfrm>
              <a:off x="5162"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91" name="Line 24"/>
            <p:cNvSpPr/>
            <p:nvPr/>
          </p:nvSpPr>
          <p:spPr>
            <a:xfrm>
              <a:off x="2544" y="708"/>
              <a:ext cx="204" cy="0"/>
            </a:xfrm>
            <a:prstGeom prst="line">
              <a:avLst/>
            </a:prstGeom>
            <a:ln w="19050" cap="flat" cmpd="sng">
              <a:solidFill>
                <a:schemeClr val="tx1"/>
              </a:solidFill>
              <a:prstDash val="solid"/>
              <a:round/>
              <a:headEnd type="none" w="med" len="med"/>
              <a:tailEnd type="none" w="sm" len="lg"/>
            </a:ln>
          </p:spPr>
        </p:sp>
        <p:sp>
          <p:nvSpPr>
            <p:cNvPr id="83992" name="Line 25"/>
            <p:cNvSpPr/>
            <p:nvPr/>
          </p:nvSpPr>
          <p:spPr>
            <a:xfrm>
              <a:off x="2916" y="708"/>
              <a:ext cx="204" cy="0"/>
            </a:xfrm>
            <a:prstGeom prst="line">
              <a:avLst/>
            </a:prstGeom>
            <a:ln w="19050" cap="flat" cmpd="sng">
              <a:solidFill>
                <a:schemeClr val="tx1"/>
              </a:solidFill>
              <a:prstDash val="solid"/>
              <a:round/>
              <a:headEnd type="none" w="med" len="med"/>
              <a:tailEnd type="none" w="sm" len="lg"/>
            </a:ln>
          </p:spPr>
        </p:sp>
        <p:sp>
          <p:nvSpPr>
            <p:cNvPr id="83993" name="Line 26"/>
            <p:cNvSpPr/>
            <p:nvPr/>
          </p:nvSpPr>
          <p:spPr>
            <a:xfrm>
              <a:off x="3240" y="708"/>
              <a:ext cx="204" cy="0"/>
            </a:xfrm>
            <a:prstGeom prst="line">
              <a:avLst/>
            </a:prstGeom>
            <a:ln w="19050" cap="flat" cmpd="sng">
              <a:solidFill>
                <a:schemeClr val="tx1"/>
              </a:solidFill>
              <a:prstDash val="solid"/>
              <a:round/>
              <a:headEnd type="none" w="med" len="med"/>
              <a:tailEnd type="none" w="sm" len="lg"/>
            </a:ln>
          </p:spPr>
        </p:sp>
        <p:sp>
          <p:nvSpPr>
            <p:cNvPr id="83994" name="Line 27"/>
            <p:cNvSpPr/>
            <p:nvPr/>
          </p:nvSpPr>
          <p:spPr>
            <a:xfrm>
              <a:off x="3624" y="708"/>
              <a:ext cx="204" cy="0"/>
            </a:xfrm>
            <a:prstGeom prst="line">
              <a:avLst/>
            </a:prstGeom>
            <a:ln w="19050" cap="flat" cmpd="sng">
              <a:solidFill>
                <a:schemeClr val="tx1"/>
              </a:solidFill>
              <a:prstDash val="solid"/>
              <a:round/>
              <a:headEnd type="none" w="med" len="med"/>
              <a:tailEnd type="none" w="sm" len="lg"/>
            </a:ln>
          </p:spPr>
        </p:sp>
        <p:sp>
          <p:nvSpPr>
            <p:cNvPr id="83995" name="Line 28"/>
            <p:cNvSpPr/>
            <p:nvPr/>
          </p:nvSpPr>
          <p:spPr>
            <a:xfrm>
              <a:off x="4020" y="708"/>
              <a:ext cx="204" cy="0"/>
            </a:xfrm>
            <a:prstGeom prst="line">
              <a:avLst/>
            </a:prstGeom>
            <a:ln w="19050" cap="flat" cmpd="sng">
              <a:solidFill>
                <a:schemeClr val="tx1"/>
              </a:solidFill>
              <a:prstDash val="solid"/>
              <a:round/>
              <a:headEnd type="none" w="med" len="med"/>
              <a:tailEnd type="none" w="sm" len="lg"/>
            </a:ln>
          </p:spPr>
        </p:sp>
        <p:sp>
          <p:nvSpPr>
            <p:cNvPr id="83996" name="Line 29"/>
            <p:cNvSpPr/>
            <p:nvPr/>
          </p:nvSpPr>
          <p:spPr>
            <a:xfrm>
              <a:off x="4404" y="708"/>
              <a:ext cx="204" cy="0"/>
            </a:xfrm>
            <a:prstGeom prst="line">
              <a:avLst/>
            </a:prstGeom>
            <a:ln w="19050" cap="flat" cmpd="sng">
              <a:solidFill>
                <a:schemeClr val="tx1"/>
              </a:solidFill>
              <a:prstDash val="solid"/>
              <a:round/>
              <a:headEnd type="none" w="med" len="med"/>
              <a:tailEnd type="none" w="sm" len="lg"/>
            </a:ln>
          </p:spPr>
        </p:sp>
        <p:sp>
          <p:nvSpPr>
            <p:cNvPr id="83997" name="Line 30"/>
            <p:cNvSpPr/>
            <p:nvPr/>
          </p:nvSpPr>
          <p:spPr>
            <a:xfrm>
              <a:off x="4788" y="708"/>
              <a:ext cx="204" cy="0"/>
            </a:xfrm>
            <a:prstGeom prst="line">
              <a:avLst/>
            </a:prstGeom>
            <a:ln w="19050" cap="flat" cmpd="sng">
              <a:solidFill>
                <a:schemeClr val="tx1"/>
              </a:solidFill>
              <a:prstDash val="solid"/>
              <a:round/>
              <a:headEnd type="none" w="med" len="med"/>
              <a:tailEnd type="none" w="sm" len="lg"/>
            </a:ln>
          </p:spPr>
        </p:sp>
        <p:sp>
          <p:nvSpPr>
            <p:cNvPr id="83998" name="Line 31"/>
            <p:cNvSpPr/>
            <p:nvPr/>
          </p:nvSpPr>
          <p:spPr>
            <a:xfrm>
              <a:off x="5184" y="708"/>
              <a:ext cx="204" cy="0"/>
            </a:xfrm>
            <a:prstGeom prst="line">
              <a:avLst/>
            </a:prstGeom>
            <a:ln w="19050" cap="flat" cmpd="sng">
              <a:solidFill>
                <a:schemeClr val="tx1"/>
              </a:solidFill>
              <a:prstDash val="solid"/>
              <a:round/>
              <a:headEnd type="none" w="med" len="med"/>
              <a:tailEnd type="none" w="sm" len="lg"/>
            </a:ln>
          </p:spPr>
        </p:sp>
        <p:sp>
          <p:nvSpPr>
            <p:cNvPr id="83999" name="Line 32"/>
            <p:cNvSpPr/>
            <p:nvPr/>
          </p:nvSpPr>
          <p:spPr>
            <a:xfrm>
              <a:off x="636" y="768"/>
              <a:ext cx="156" cy="0"/>
            </a:xfrm>
            <a:prstGeom prst="line">
              <a:avLst/>
            </a:prstGeom>
            <a:ln w="19050" cap="flat" cmpd="sng">
              <a:solidFill>
                <a:schemeClr val="tx1"/>
              </a:solidFill>
              <a:prstDash val="solid"/>
              <a:round/>
              <a:headEnd type="none" w="med" len="med"/>
              <a:tailEnd type="none" w="sm" len="lg"/>
            </a:ln>
          </p:spPr>
        </p:sp>
        <p:sp>
          <p:nvSpPr>
            <p:cNvPr id="84000" name="Line 33"/>
            <p:cNvSpPr/>
            <p:nvPr/>
          </p:nvSpPr>
          <p:spPr>
            <a:xfrm>
              <a:off x="1068" y="768"/>
              <a:ext cx="156" cy="0"/>
            </a:xfrm>
            <a:prstGeom prst="line">
              <a:avLst/>
            </a:prstGeom>
            <a:ln w="19050" cap="flat" cmpd="sng">
              <a:solidFill>
                <a:schemeClr val="tx1"/>
              </a:solidFill>
              <a:prstDash val="solid"/>
              <a:round/>
              <a:headEnd type="none" w="med" len="med"/>
              <a:tailEnd type="none" w="sm" len="lg"/>
            </a:ln>
          </p:spPr>
        </p:sp>
      </p:gr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4993" name="Object 2"/>
          <p:cNvGraphicFramePr>
            <a:graphicFrameLocks noChangeAspect="1"/>
          </p:cNvGraphicFramePr>
          <p:nvPr/>
        </p:nvGraphicFramePr>
        <p:xfrm>
          <a:off x="280988" y="1371600"/>
          <a:ext cx="1800225" cy="2743200"/>
        </p:xfrm>
        <a:graphic>
          <a:graphicData uri="http://schemas.openxmlformats.org/presentationml/2006/ole">
            <mc:AlternateContent xmlns:mc="http://schemas.openxmlformats.org/markup-compatibility/2006">
              <mc:Choice xmlns:v="urn:schemas-microsoft-com:vml" Requires="v">
                <p:oleObj spid="_x0000_s3229" name="" r:id="rId1" imgW="1050290" imgH="1478915" progId="Equation.3">
                  <p:embed/>
                </p:oleObj>
              </mc:Choice>
              <mc:Fallback>
                <p:oleObj name="" r:id="rId1" imgW="1050290" imgH="1478915" progId="Equation.3">
                  <p:embed/>
                  <p:pic>
                    <p:nvPicPr>
                      <p:cNvPr id="0" name="图片 3228"/>
                      <p:cNvPicPr/>
                      <p:nvPr/>
                    </p:nvPicPr>
                    <p:blipFill>
                      <a:blip r:embed="rId2">
                        <a:clrChange>
                          <a:clrFrom>
                            <a:srgbClr val="000000"/>
                          </a:clrFrom>
                          <a:clrTo>
                            <a:srgbClr val="000000"/>
                          </a:clrTo>
                        </a:clrChange>
                      </a:blip>
                      <a:stretch>
                        <a:fillRect/>
                      </a:stretch>
                    </p:blipFill>
                    <p:spPr>
                      <a:xfrm>
                        <a:off x="280988" y="1371600"/>
                        <a:ext cx="1800225" cy="2743200"/>
                      </a:xfrm>
                      <a:prstGeom prst="rect">
                        <a:avLst/>
                      </a:prstGeom>
                      <a:noFill/>
                      <a:ln w="38100">
                        <a:noFill/>
                        <a:miter/>
                      </a:ln>
                    </p:spPr>
                  </p:pic>
                </p:oleObj>
              </mc:Fallback>
            </mc:AlternateContent>
          </a:graphicData>
        </a:graphic>
      </p:graphicFrame>
      <p:graphicFrame>
        <p:nvGraphicFramePr>
          <p:cNvPr id="84994" name="Object 3"/>
          <p:cNvGraphicFramePr>
            <a:graphicFrameLocks noChangeAspect="1"/>
          </p:cNvGraphicFramePr>
          <p:nvPr/>
        </p:nvGraphicFramePr>
        <p:xfrm>
          <a:off x="2251075" y="1447800"/>
          <a:ext cx="1779588" cy="2667000"/>
        </p:xfrm>
        <a:graphic>
          <a:graphicData uri="http://schemas.openxmlformats.org/presentationml/2006/ole">
            <mc:AlternateContent xmlns:mc="http://schemas.openxmlformats.org/markup-compatibility/2006">
              <mc:Choice xmlns:v="urn:schemas-microsoft-com:vml" Requires="v">
                <p:oleObj spid="_x0000_s3228" name="" r:id="rId3" imgW="1050290" imgH="1449705" progId="Equation.3">
                  <p:embed/>
                </p:oleObj>
              </mc:Choice>
              <mc:Fallback>
                <p:oleObj name="" r:id="rId3" imgW="1050290" imgH="1449705" progId="Equation.3">
                  <p:embed/>
                  <p:pic>
                    <p:nvPicPr>
                      <p:cNvPr id="0" name="图片 3227"/>
                      <p:cNvPicPr/>
                      <p:nvPr/>
                    </p:nvPicPr>
                    <p:blipFill>
                      <a:blip r:embed="rId4">
                        <a:clrChange>
                          <a:clrFrom>
                            <a:srgbClr val="000000"/>
                          </a:clrFrom>
                          <a:clrTo>
                            <a:srgbClr val="000000"/>
                          </a:clrTo>
                        </a:clrChange>
                      </a:blip>
                      <a:stretch>
                        <a:fillRect/>
                      </a:stretch>
                    </p:blipFill>
                    <p:spPr>
                      <a:xfrm>
                        <a:off x="2251075" y="1447800"/>
                        <a:ext cx="1779588" cy="2667000"/>
                      </a:xfrm>
                      <a:prstGeom prst="rect">
                        <a:avLst/>
                      </a:prstGeom>
                      <a:noFill/>
                      <a:ln w="38100">
                        <a:noFill/>
                        <a:miter/>
                      </a:ln>
                    </p:spPr>
                  </p:pic>
                </p:oleObj>
              </mc:Fallback>
            </mc:AlternateContent>
          </a:graphicData>
        </a:graphic>
      </p:graphicFrame>
      <p:sp>
        <p:nvSpPr>
          <p:cNvPr id="189444" name="Text Box 4"/>
          <p:cNvSpPr txBox="1">
            <a:spLocks noChangeArrowheads="1"/>
          </p:cNvSpPr>
          <p:nvPr/>
        </p:nvSpPr>
        <p:spPr bwMode="auto">
          <a:xfrm>
            <a:off x="3376613" y="5638800"/>
            <a:ext cx="5837238" cy="519113"/>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zh-CN" altLang="zh-CN" sz="28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用与非门组成的3线－8线译码器</a:t>
            </a:r>
            <a:endParaRPr kumimoji="1" lang="zh-CN" altLang="en-US" sz="28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endParaRPr>
          </a:p>
        </p:txBody>
      </p:sp>
      <p:grpSp>
        <p:nvGrpSpPr>
          <p:cNvPr id="84996" name="Group 5"/>
          <p:cNvGrpSpPr/>
          <p:nvPr/>
        </p:nvGrpSpPr>
        <p:grpSpPr>
          <a:xfrm>
            <a:off x="4219575" y="358775"/>
            <a:ext cx="4648200" cy="5203825"/>
            <a:chOff x="2880" y="226"/>
            <a:chExt cx="3172" cy="3278"/>
          </a:xfrm>
        </p:grpSpPr>
        <p:sp>
          <p:nvSpPr>
            <p:cNvPr id="84997" name="Rectangle 6"/>
            <p:cNvSpPr/>
            <p:nvPr/>
          </p:nvSpPr>
          <p:spPr>
            <a:xfrm>
              <a:off x="3088"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4998" name="Oval 7"/>
            <p:cNvSpPr/>
            <p:nvPr/>
          </p:nvSpPr>
          <p:spPr>
            <a:xfrm>
              <a:off x="3166"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4999" name="Line 8"/>
            <p:cNvSpPr/>
            <p:nvPr/>
          </p:nvSpPr>
          <p:spPr>
            <a:xfrm flipV="1">
              <a:off x="3192" y="520"/>
              <a:ext cx="0" cy="288"/>
            </a:xfrm>
            <a:prstGeom prst="line">
              <a:avLst/>
            </a:prstGeom>
            <a:ln w="9525" cap="flat" cmpd="sng">
              <a:solidFill>
                <a:srgbClr val="3333FF"/>
              </a:solidFill>
              <a:prstDash val="solid"/>
              <a:round/>
              <a:headEnd type="none" w="med" len="med"/>
              <a:tailEnd type="none" w="med" len="med"/>
            </a:ln>
          </p:spPr>
        </p:sp>
        <p:sp>
          <p:nvSpPr>
            <p:cNvPr id="85000" name="Rectangle 9"/>
            <p:cNvSpPr/>
            <p:nvPr/>
          </p:nvSpPr>
          <p:spPr>
            <a:xfrm>
              <a:off x="3400"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01" name="Oval 10"/>
            <p:cNvSpPr/>
            <p:nvPr/>
          </p:nvSpPr>
          <p:spPr>
            <a:xfrm>
              <a:off x="3478"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02" name="Line 11"/>
            <p:cNvSpPr/>
            <p:nvPr/>
          </p:nvSpPr>
          <p:spPr>
            <a:xfrm flipV="1">
              <a:off x="3504" y="520"/>
              <a:ext cx="0" cy="288"/>
            </a:xfrm>
            <a:prstGeom prst="line">
              <a:avLst/>
            </a:prstGeom>
            <a:ln w="9525" cap="flat" cmpd="sng">
              <a:solidFill>
                <a:srgbClr val="3333FF"/>
              </a:solidFill>
              <a:prstDash val="solid"/>
              <a:round/>
              <a:headEnd type="none" w="med" len="med"/>
              <a:tailEnd type="none" w="med" len="med"/>
            </a:ln>
          </p:spPr>
        </p:sp>
        <p:sp>
          <p:nvSpPr>
            <p:cNvPr id="85003" name="Rectangle 12"/>
            <p:cNvSpPr/>
            <p:nvPr/>
          </p:nvSpPr>
          <p:spPr>
            <a:xfrm>
              <a:off x="3712"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04" name="Oval 13"/>
            <p:cNvSpPr/>
            <p:nvPr/>
          </p:nvSpPr>
          <p:spPr>
            <a:xfrm>
              <a:off x="3790"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05" name="Line 14"/>
            <p:cNvSpPr/>
            <p:nvPr/>
          </p:nvSpPr>
          <p:spPr>
            <a:xfrm flipV="1">
              <a:off x="3816" y="520"/>
              <a:ext cx="0" cy="288"/>
            </a:xfrm>
            <a:prstGeom prst="line">
              <a:avLst/>
            </a:prstGeom>
            <a:ln w="9525" cap="flat" cmpd="sng">
              <a:solidFill>
                <a:srgbClr val="3333FF"/>
              </a:solidFill>
              <a:prstDash val="solid"/>
              <a:round/>
              <a:headEnd type="none" w="med" len="med"/>
              <a:tailEnd type="none" w="med" len="med"/>
            </a:ln>
          </p:spPr>
        </p:sp>
        <p:sp>
          <p:nvSpPr>
            <p:cNvPr id="85006" name="Rectangle 15"/>
            <p:cNvSpPr/>
            <p:nvPr/>
          </p:nvSpPr>
          <p:spPr>
            <a:xfrm>
              <a:off x="4024"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07" name="Oval 16"/>
            <p:cNvSpPr/>
            <p:nvPr/>
          </p:nvSpPr>
          <p:spPr>
            <a:xfrm>
              <a:off x="4102"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08" name="Line 17"/>
            <p:cNvSpPr/>
            <p:nvPr/>
          </p:nvSpPr>
          <p:spPr>
            <a:xfrm flipV="1">
              <a:off x="4128" y="520"/>
              <a:ext cx="0" cy="288"/>
            </a:xfrm>
            <a:prstGeom prst="line">
              <a:avLst/>
            </a:prstGeom>
            <a:ln w="9525" cap="flat" cmpd="sng">
              <a:solidFill>
                <a:srgbClr val="3333FF"/>
              </a:solidFill>
              <a:prstDash val="solid"/>
              <a:round/>
              <a:headEnd type="none" w="med" len="med"/>
              <a:tailEnd type="none" w="med" len="med"/>
            </a:ln>
          </p:spPr>
        </p:sp>
        <p:sp>
          <p:nvSpPr>
            <p:cNvPr id="85009" name="Rectangle 18"/>
            <p:cNvSpPr/>
            <p:nvPr/>
          </p:nvSpPr>
          <p:spPr>
            <a:xfrm>
              <a:off x="4336"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10" name="Oval 19"/>
            <p:cNvSpPr/>
            <p:nvPr/>
          </p:nvSpPr>
          <p:spPr>
            <a:xfrm>
              <a:off x="4414"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11" name="Line 20"/>
            <p:cNvSpPr/>
            <p:nvPr/>
          </p:nvSpPr>
          <p:spPr>
            <a:xfrm flipV="1">
              <a:off x="4440" y="520"/>
              <a:ext cx="0" cy="288"/>
            </a:xfrm>
            <a:prstGeom prst="line">
              <a:avLst/>
            </a:prstGeom>
            <a:ln w="9525" cap="flat" cmpd="sng">
              <a:solidFill>
                <a:srgbClr val="3333FF"/>
              </a:solidFill>
              <a:prstDash val="solid"/>
              <a:round/>
              <a:headEnd type="none" w="med" len="med"/>
              <a:tailEnd type="none" w="med" len="med"/>
            </a:ln>
          </p:spPr>
        </p:sp>
        <p:sp>
          <p:nvSpPr>
            <p:cNvPr id="85012" name="Rectangle 21"/>
            <p:cNvSpPr/>
            <p:nvPr/>
          </p:nvSpPr>
          <p:spPr>
            <a:xfrm>
              <a:off x="4648"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13" name="Oval 22"/>
            <p:cNvSpPr/>
            <p:nvPr/>
          </p:nvSpPr>
          <p:spPr>
            <a:xfrm>
              <a:off x="4726"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14" name="Line 23"/>
            <p:cNvSpPr/>
            <p:nvPr/>
          </p:nvSpPr>
          <p:spPr>
            <a:xfrm flipV="1">
              <a:off x="4752" y="520"/>
              <a:ext cx="0" cy="288"/>
            </a:xfrm>
            <a:prstGeom prst="line">
              <a:avLst/>
            </a:prstGeom>
            <a:ln w="9525" cap="flat" cmpd="sng">
              <a:solidFill>
                <a:srgbClr val="3333FF"/>
              </a:solidFill>
              <a:prstDash val="solid"/>
              <a:round/>
              <a:headEnd type="none" w="med" len="med"/>
              <a:tailEnd type="none" w="med" len="med"/>
            </a:ln>
          </p:spPr>
        </p:sp>
        <p:sp>
          <p:nvSpPr>
            <p:cNvPr id="85015" name="Rectangle 24"/>
            <p:cNvSpPr/>
            <p:nvPr/>
          </p:nvSpPr>
          <p:spPr>
            <a:xfrm>
              <a:off x="4984"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16" name="Oval 25"/>
            <p:cNvSpPr/>
            <p:nvPr/>
          </p:nvSpPr>
          <p:spPr>
            <a:xfrm>
              <a:off x="5062"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17" name="Line 26"/>
            <p:cNvSpPr/>
            <p:nvPr/>
          </p:nvSpPr>
          <p:spPr>
            <a:xfrm flipV="1">
              <a:off x="5088" y="520"/>
              <a:ext cx="0" cy="288"/>
            </a:xfrm>
            <a:prstGeom prst="line">
              <a:avLst/>
            </a:prstGeom>
            <a:ln w="9525" cap="flat" cmpd="sng">
              <a:solidFill>
                <a:srgbClr val="3333FF"/>
              </a:solidFill>
              <a:prstDash val="solid"/>
              <a:round/>
              <a:headEnd type="none" w="med" len="med"/>
              <a:tailEnd type="none" w="med" len="med"/>
            </a:ln>
          </p:spPr>
        </p:sp>
        <p:sp>
          <p:nvSpPr>
            <p:cNvPr id="85018" name="Rectangle 27"/>
            <p:cNvSpPr/>
            <p:nvPr/>
          </p:nvSpPr>
          <p:spPr>
            <a:xfrm>
              <a:off x="5272"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19" name="Oval 28"/>
            <p:cNvSpPr/>
            <p:nvPr/>
          </p:nvSpPr>
          <p:spPr>
            <a:xfrm>
              <a:off x="5350"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20" name="Line 29"/>
            <p:cNvSpPr/>
            <p:nvPr/>
          </p:nvSpPr>
          <p:spPr>
            <a:xfrm flipV="1">
              <a:off x="5376" y="520"/>
              <a:ext cx="0" cy="288"/>
            </a:xfrm>
            <a:prstGeom prst="line">
              <a:avLst/>
            </a:prstGeom>
            <a:ln w="9525" cap="flat" cmpd="sng">
              <a:solidFill>
                <a:srgbClr val="3333FF"/>
              </a:solidFill>
              <a:prstDash val="solid"/>
              <a:round/>
              <a:headEnd type="none" w="med" len="med"/>
              <a:tailEnd type="none" w="med" len="med"/>
            </a:ln>
          </p:spPr>
        </p:sp>
        <p:sp>
          <p:nvSpPr>
            <p:cNvPr id="85021" name="Rectangle 30"/>
            <p:cNvSpPr/>
            <p:nvPr/>
          </p:nvSpPr>
          <p:spPr>
            <a:xfrm>
              <a:off x="5012" y="1960"/>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22" name="Oval 31"/>
            <p:cNvSpPr/>
            <p:nvPr/>
          </p:nvSpPr>
          <p:spPr>
            <a:xfrm>
              <a:off x="5090" y="1912"/>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23" name="Line 32"/>
            <p:cNvSpPr/>
            <p:nvPr/>
          </p:nvSpPr>
          <p:spPr>
            <a:xfrm flipV="1">
              <a:off x="5116" y="1858"/>
              <a:ext cx="0" cy="61"/>
            </a:xfrm>
            <a:prstGeom prst="line">
              <a:avLst/>
            </a:prstGeom>
            <a:ln w="9525" cap="flat" cmpd="sng">
              <a:solidFill>
                <a:schemeClr val="tx1"/>
              </a:solidFill>
              <a:prstDash val="solid"/>
              <a:round/>
              <a:headEnd type="none" w="med" len="med"/>
              <a:tailEnd type="none" w="med" len="med"/>
            </a:ln>
          </p:spPr>
        </p:sp>
        <p:sp>
          <p:nvSpPr>
            <p:cNvPr id="85024" name="Rectangle 33"/>
            <p:cNvSpPr/>
            <p:nvPr/>
          </p:nvSpPr>
          <p:spPr>
            <a:xfrm>
              <a:off x="5350" y="1960"/>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25" name="Oval 34"/>
            <p:cNvSpPr/>
            <p:nvPr/>
          </p:nvSpPr>
          <p:spPr>
            <a:xfrm>
              <a:off x="5428" y="1912"/>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26" name="Line 35"/>
            <p:cNvSpPr/>
            <p:nvPr/>
          </p:nvSpPr>
          <p:spPr>
            <a:xfrm flipV="1">
              <a:off x="5454" y="1611"/>
              <a:ext cx="0" cy="295"/>
            </a:xfrm>
            <a:prstGeom prst="line">
              <a:avLst/>
            </a:prstGeom>
            <a:ln w="9525" cap="flat" cmpd="sng">
              <a:solidFill>
                <a:srgbClr val="3333FF"/>
              </a:solidFill>
              <a:prstDash val="solid"/>
              <a:round/>
              <a:headEnd type="none" w="med" len="med"/>
              <a:tailEnd type="none" w="med" len="med"/>
            </a:ln>
          </p:spPr>
        </p:sp>
        <p:sp>
          <p:nvSpPr>
            <p:cNvPr id="85027" name="Rectangle 36"/>
            <p:cNvSpPr/>
            <p:nvPr/>
          </p:nvSpPr>
          <p:spPr>
            <a:xfrm>
              <a:off x="5688" y="1960"/>
              <a:ext cx="208" cy="14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28" name="Oval 37"/>
            <p:cNvSpPr/>
            <p:nvPr/>
          </p:nvSpPr>
          <p:spPr>
            <a:xfrm>
              <a:off x="5766" y="1912"/>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29" name="Line 38"/>
            <p:cNvSpPr/>
            <p:nvPr/>
          </p:nvSpPr>
          <p:spPr>
            <a:xfrm flipV="1">
              <a:off x="5792" y="1384"/>
              <a:ext cx="0" cy="528"/>
            </a:xfrm>
            <a:prstGeom prst="line">
              <a:avLst/>
            </a:prstGeom>
            <a:ln w="9525" cap="flat" cmpd="sng">
              <a:solidFill>
                <a:srgbClr val="3333FF"/>
              </a:solidFill>
              <a:prstDash val="solid"/>
              <a:round/>
              <a:headEnd type="none" w="med" len="med"/>
              <a:tailEnd type="none" w="med" len="med"/>
            </a:ln>
          </p:spPr>
        </p:sp>
        <p:sp>
          <p:nvSpPr>
            <p:cNvPr id="85030" name="Rectangle 39"/>
            <p:cNvSpPr/>
            <p:nvPr/>
          </p:nvSpPr>
          <p:spPr>
            <a:xfrm>
              <a:off x="5012" y="2440"/>
              <a:ext cx="208" cy="14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31" name="Oval 40"/>
            <p:cNvSpPr/>
            <p:nvPr/>
          </p:nvSpPr>
          <p:spPr>
            <a:xfrm>
              <a:off x="5090" y="2392"/>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32" name="Line 41"/>
            <p:cNvSpPr/>
            <p:nvPr/>
          </p:nvSpPr>
          <p:spPr>
            <a:xfrm flipV="1">
              <a:off x="5116" y="2104"/>
              <a:ext cx="0" cy="288"/>
            </a:xfrm>
            <a:prstGeom prst="line">
              <a:avLst/>
            </a:prstGeom>
            <a:ln w="9525" cap="flat" cmpd="sng">
              <a:solidFill>
                <a:srgbClr val="3333FF"/>
              </a:solidFill>
              <a:prstDash val="solid"/>
              <a:round/>
              <a:headEnd type="none" w="med" len="med"/>
              <a:tailEnd type="none" w="med" len="med"/>
            </a:ln>
          </p:spPr>
        </p:sp>
        <p:sp>
          <p:nvSpPr>
            <p:cNvPr id="85033" name="Rectangle 42"/>
            <p:cNvSpPr/>
            <p:nvPr/>
          </p:nvSpPr>
          <p:spPr>
            <a:xfrm>
              <a:off x="5350" y="2440"/>
              <a:ext cx="208" cy="14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34" name="Oval 43"/>
            <p:cNvSpPr/>
            <p:nvPr/>
          </p:nvSpPr>
          <p:spPr>
            <a:xfrm>
              <a:off x="5428" y="2392"/>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35" name="Line 44"/>
            <p:cNvSpPr/>
            <p:nvPr/>
          </p:nvSpPr>
          <p:spPr>
            <a:xfrm flipV="1">
              <a:off x="5454" y="2104"/>
              <a:ext cx="0" cy="288"/>
            </a:xfrm>
            <a:prstGeom prst="line">
              <a:avLst/>
            </a:prstGeom>
            <a:ln w="9525" cap="flat" cmpd="sng">
              <a:solidFill>
                <a:srgbClr val="3333FF"/>
              </a:solidFill>
              <a:prstDash val="solid"/>
              <a:round/>
              <a:headEnd type="none" w="med" len="med"/>
              <a:tailEnd type="none" w="med" len="med"/>
            </a:ln>
          </p:spPr>
        </p:sp>
        <p:sp>
          <p:nvSpPr>
            <p:cNvPr id="85036" name="Rectangle 45"/>
            <p:cNvSpPr/>
            <p:nvPr/>
          </p:nvSpPr>
          <p:spPr>
            <a:xfrm>
              <a:off x="5688" y="2440"/>
              <a:ext cx="208" cy="14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37" name="Oval 46"/>
            <p:cNvSpPr/>
            <p:nvPr/>
          </p:nvSpPr>
          <p:spPr>
            <a:xfrm>
              <a:off x="5766" y="2392"/>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38" name="Line 47"/>
            <p:cNvSpPr/>
            <p:nvPr/>
          </p:nvSpPr>
          <p:spPr>
            <a:xfrm flipV="1">
              <a:off x="5792" y="2104"/>
              <a:ext cx="0" cy="288"/>
            </a:xfrm>
            <a:prstGeom prst="line">
              <a:avLst/>
            </a:prstGeom>
            <a:ln w="9525" cap="flat" cmpd="sng">
              <a:solidFill>
                <a:srgbClr val="3333FF"/>
              </a:solidFill>
              <a:prstDash val="solid"/>
              <a:round/>
              <a:headEnd type="none" w="med" len="med"/>
              <a:tailEnd type="none" w="med" len="med"/>
            </a:ln>
          </p:spPr>
        </p:sp>
        <p:sp>
          <p:nvSpPr>
            <p:cNvPr id="85039" name="Line 48"/>
            <p:cNvSpPr/>
            <p:nvPr/>
          </p:nvSpPr>
          <p:spPr>
            <a:xfrm flipH="1">
              <a:off x="3223" y="2146"/>
              <a:ext cx="2555" cy="0"/>
            </a:xfrm>
            <a:prstGeom prst="line">
              <a:avLst/>
            </a:prstGeom>
            <a:ln w="9525" cap="flat" cmpd="sng">
              <a:solidFill>
                <a:srgbClr val="3333FF"/>
              </a:solidFill>
              <a:prstDash val="solid"/>
              <a:round/>
              <a:headEnd type="none" w="med" len="med"/>
              <a:tailEnd type="none" w="med" len="med"/>
            </a:ln>
          </p:spPr>
        </p:sp>
        <p:sp>
          <p:nvSpPr>
            <p:cNvPr id="85040" name="Line 49"/>
            <p:cNvSpPr/>
            <p:nvPr/>
          </p:nvSpPr>
          <p:spPr>
            <a:xfrm flipH="1">
              <a:off x="3171" y="2242"/>
              <a:ext cx="2284" cy="0"/>
            </a:xfrm>
            <a:prstGeom prst="line">
              <a:avLst/>
            </a:prstGeom>
            <a:ln w="9525" cap="flat" cmpd="sng">
              <a:solidFill>
                <a:srgbClr val="3333FF"/>
              </a:solidFill>
              <a:prstDash val="solid"/>
              <a:round/>
              <a:headEnd type="none" w="med" len="med"/>
              <a:tailEnd type="none" w="med" len="med"/>
            </a:ln>
          </p:spPr>
        </p:sp>
        <p:sp>
          <p:nvSpPr>
            <p:cNvPr id="85041" name="Line 50"/>
            <p:cNvSpPr/>
            <p:nvPr/>
          </p:nvSpPr>
          <p:spPr>
            <a:xfrm flipH="1">
              <a:off x="3102" y="2338"/>
              <a:ext cx="2014" cy="0"/>
            </a:xfrm>
            <a:prstGeom prst="line">
              <a:avLst/>
            </a:prstGeom>
            <a:ln w="9525" cap="flat" cmpd="sng">
              <a:solidFill>
                <a:srgbClr val="3333FF"/>
              </a:solidFill>
              <a:prstDash val="solid"/>
              <a:round/>
              <a:headEnd type="none" w="med" len="med"/>
              <a:tailEnd type="none" w="med" len="med"/>
            </a:ln>
          </p:spPr>
        </p:sp>
        <p:sp>
          <p:nvSpPr>
            <p:cNvPr id="85042" name="Line 51"/>
            <p:cNvSpPr/>
            <p:nvPr/>
          </p:nvSpPr>
          <p:spPr>
            <a:xfrm>
              <a:off x="5012" y="1007"/>
              <a:ext cx="0" cy="755"/>
            </a:xfrm>
            <a:prstGeom prst="line">
              <a:avLst/>
            </a:prstGeom>
            <a:ln w="9525" cap="flat" cmpd="sng">
              <a:solidFill>
                <a:srgbClr val="3333FF"/>
              </a:solidFill>
              <a:prstDash val="solid"/>
              <a:round/>
              <a:headEnd type="none" w="med" len="med"/>
              <a:tailEnd type="none" w="med" len="med"/>
            </a:ln>
          </p:spPr>
        </p:sp>
        <p:sp>
          <p:nvSpPr>
            <p:cNvPr id="85043" name="Line 52"/>
            <p:cNvSpPr/>
            <p:nvPr/>
          </p:nvSpPr>
          <p:spPr>
            <a:xfrm>
              <a:off x="3218" y="1000"/>
              <a:ext cx="0" cy="1152"/>
            </a:xfrm>
            <a:prstGeom prst="line">
              <a:avLst/>
            </a:prstGeom>
            <a:ln w="9525" cap="flat" cmpd="sng">
              <a:solidFill>
                <a:srgbClr val="3333FF"/>
              </a:solidFill>
              <a:prstDash val="solid"/>
              <a:round/>
              <a:headEnd type="none" w="med" len="med"/>
              <a:tailEnd type="none" w="med" len="med"/>
            </a:ln>
          </p:spPr>
        </p:sp>
        <p:sp>
          <p:nvSpPr>
            <p:cNvPr id="85044" name="Line 53"/>
            <p:cNvSpPr/>
            <p:nvPr/>
          </p:nvSpPr>
          <p:spPr>
            <a:xfrm>
              <a:off x="3166" y="1000"/>
              <a:ext cx="0" cy="1248"/>
            </a:xfrm>
            <a:prstGeom prst="line">
              <a:avLst/>
            </a:prstGeom>
            <a:ln w="9525" cap="flat" cmpd="sng">
              <a:solidFill>
                <a:srgbClr val="3333FF"/>
              </a:solidFill>
              <a:prstDash val="solid"/>
              <a:round/>
              <a:headEnd type="none" w="med" len="med"/>
              <a:tailEnd type="none" w="med" len="med"/>
            </a:ln>
          </p:spPr>
        </p:sp>
        <p:sp>
          <p:nvSpPr>
            <p:cNvPr id="85045" name="Line 54"/>
            <p:cNvSpPr/>
            <p:nvPr/>
          </p:nvSpPr>
          <p:spPr>
            <a:xfrm>
              <a:off x="3114" y="1000"/>
              <a:ext cx="0" cy="1344"/>
            </a:xfrm>
            <a:prstGeom prst="line">
              <a:avLst/>
            </a:prstGeom>
            <a:ln w="9525" cap="flat" cmpd="sng">
              <a:solidFill>
                <a:srgbClr val="3333FF"/>
              </a:solidFill>
              <a:prstDash val="solid"/>
              <a:round/>
              <a:headEnd type="none" w="med" len="med"/>
              <a:tailEnd type="none" w="med" len="med"/>
            </a:ln>
          </p:spPr>
        </p:sp>
        <p:sp>
          <p:nvSpPr>
            <p:cNvPr id="85046" name="Line 55"/>
            <p:cNvSpPr/>
            <p:nvPr/>
          </p:nvSpPr>
          <p:spPr>
            <a:xfrm>
              <a:off x="3270" y="1000"/>
              <a:ext cx="0" cy="1728"/>
            </a:xfrm>
            <a:prstGeom prst="line">
              <a:avLst/>
            </a:prstGeom>
            <a:ln w="9525" cap="flat" cmpd="sng">
              <a:solidFill>
                <a:srgbClr val="3333FF"/>
              </a:solidFill>
              <a:prstDash val="solid"/>
              <a:round/>
              <a:headEnd type="none" w="med" len="med"/>
              <a:tailEnd type="none" w="med" len="med"/>
            </a:ln>
          </p:spPr>
        </p:sp>
        <p:sp>
          <p:nvSpPr>
            <p:cNvPr id="85047" name="Rectangle 56"/>
            <p:cNvSpPr/>
            <p:nvPr/>
          </p:nvSpPr>
          <p:spPr>
            <a:xfrm rot="10800000">
              <a:off x="3140" y="2726"/>
              <a:ext cx="295"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48" name="Oval 57"/>
            <p:cNvSpPr/>
            <p:nvPr/>
          </p:nvSpPr>
          <p:spPr>
            <a:xfrm rot="10800000">
              <a:off x="3244" y="2871"/>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49" name="Line 58"/>
            <p:cNvSpPr/>
            <p:nvPr/>
          </p:nvSpPr>
          <p:spPr>
            <a:xfrm rot="-10800000" flipV="1">
              <a:off x="3270" y="2919"/>
              <a:ext cx="0" cy="288"/>
            </a:xfrm>
            <a:prstGeom prst="line">
              <a:avLst/>
            </a:prstGeom>
            <a:ln w="9525" cap="flat" cmpd="sng">
              <a:solidFill>
                <a:srgbClr val="3333FF"/>
              </a:solidFill>
              <a:prstDash val="solid"/>
              <a:round/>
              <a:headEnd type="none" w="med" len="med"/>
              <a:tailEnd type="none" w="med" len="med"/>
            </a:ln>
          </p:spPr>
        </p:sp>
        <p:sp>
          <p:nvSpPr>
            <p:cNvPr id="85050" name="Oval 59"/>
            <p:cNvSpPr/>
            <p:nvPr/>
          </p:nvSpPr>
          <p:spPr>
            <a:xfrm rot="10800000">
              <a:off x="3348" y="2872"/>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51" name="Line 60"/>
            <p:cNvSpPr/>
            <p:nvPr/>
          </p:nvSpPr>
          <p:spPr>
            <a:xfrm rot="-10800000" flipV="1">
              <a:off x="3374" y="2920"/>
              <a:ext cx="0" cy="288"/>
            </a:xfrm>
            <a:prstGeom prst="line">
              <a:avLst/>
            </a:prstGeom>
            <a:ln w="9525" cap="flat" cmpd="sng">
              <a:solidFill>
                <a:srgbClr val="3333FF"/>
              </a:solidFill>
              <a:prstDash val="solid"/>
              <a:round/>
              <a:headEnd type="none" w="med" len="med"/>
              <a:tailEnd type="none" w="med" len="med"/>
            </a:ln>
          </p:spPr>
        </p:sp>
        <p:sp>
          <p:nvSpPr>
            <p:cNvPr id="85052" name="Line 61"/>
            <p:cNvSpPr/>
            <p:nvPr/>
          </p:nvSpPr>
          <p:spPr>
            <a:xfrm>
              <a:off x="3192" y="2872"/>
              <a:ext cx="0" cy="336"/>
            </a:xfrm>
            <a:prstGeom prst="line">
              <a:avLst/>
            </a:prstGeom>
            <a:ln w="9525" cap="flat" cmpd="sng">
              <a:solidFill>
                <a:srgbClr val="3333FF"/>
              </a:solidFill>
              <a:prstDash val="solid"/>
              <a:round/>
              <a:headEnd type="none" w="med" len="med"/>
              <a:tailEnd type="none" w="med" len="med"/>
            </a:ln>
          </p:spPr>
        </p:sp>
        <p:sp>
          <p:nvSpPr>
            <p:cNvPr id="85053" name="Line 62"/>
            <p:cNvSpPr/>
            <p:nvPr/>
          </p:nvSpPr>
          <p:spPr>
            <a:xfrm flipH="1">
              <a:off x="3422" y="1858"/>
              <a:ext cx="1989" cy="0"/>
            </a:xfrm>
            <a:prstGeom prst="line">
              <a:avLst/>
            </a:prstGeom>
            <a:ln w="9525" cap="flat" cmpd="sng">
              <a:solidFill>
                <a:srgbClr val="3333FF"/>
              </a:solidFill>
              <a:prstDash val="solid"/>
              <a:round/>
              <a:headEnd type="none" w="med" len="med"/>
              <a:tailEnd type="none" w="med" len="med"/>
            </a:ln>
          </p:spPr>
        </p:sp>
        <p:sp>
          <p:nvSpPr>
            <p:cNvPr id="85054" name="Line 63"/>
            <p:cNvSpPr/>
            <p:nvPr/>
          </p:nvSpPr>
          <p:spPr>
            <a:xfrm>
              <a:off x="3285" y="1138"/>
              <a:ext cx="2026" cy="0"/>
            </a:xfrm>
            <a:prstGeom prst="line">
              <a:avLst/>
            </a:prstGeom>
            <a:ln w="9525" cap="flat" cmpd="sng">
              <a:solidFill>
                <a:srgbClr val="3333FF"/>
              </a:solidFill>
              <a:prstDash val="solid"/>
              <a:round/>
              <a:headEnd type="none" w="med" len="med"/>
              <a:tailEnd type="none" w="med" len="med"/>
            </a:ln>
          </p:spPr>
        </p:sp>
        <p:sp>
          <p:nvSpPr>
            <p:cNvPr id="85055" name="Line 64"/>
            <p:cNvSpPr/>
            <p:nvPr/>
          </p:nvSpPr>
          <p:spPr>
            <a:xfrm>
              <a:off x="3530" y="1000"/>
              <a:ext cx="0" cy="1152"/>
            </a:xfrm>
            <a:prstGeom prst="line">
              <a:avLst/>
            </a:prstGeom>
            <a:ln w="9525" cap="flat" cmpd="sng">
              <a:solidFill>
                <a:srgbClr val="3333FF"/>
              </a:solidFill>
              <a:prstDash val="solid"/>
              <a:round/>
              <a:headEnd type="none" w="med" len="med"/>
              <a:tailEnd type="none" w="med" len="med"/>
            </a:ln>
          </p:spPr>
        </p:sp>
        <p:sp>
          <p:nvSpPr>
            <p:cNvPr id="85056" name="Line 65"/>
            <p:cNvSpPr/>
            <p:nvPr/>
          </p:nvSpPr>
          <p:spPr>
            <a:xfrm>
              <a:off x="3478" y="1000"/>
              <a:ext cx="0" cy="1248"/>
            </a:xfrm>
            <a:prstGeom prst="line">
              <a:avLst/>
            </a:prstGeom>
            <a:ln w="9525" cap="flat" cmpd="sng">
              <a:solidFill>
                <a:srgbClr val="3333FF"/>
              </a:solidFill>
              <a:prstDash val="solid"/>
              <a:round/>
              <a:headEnd type="none" w="med" len="med"/>
              <a:tailEnd type="none" w="med" len="med"/>
            </a:ln>
          </p:spPr>
        </p:sp>
        <p:sp>
          <p:nvSpPr>
            <p:cNvPr id="85057" name="Line 66"/>
            <p:cNvSpPr/>
            <p:nvPr/>
          </p:nvSpPr>
          <p:spPr>
            <a:xfrm>
              <a:off x="3426" y="1000"/>
              <a:ext cx="0" cy="861"/>
            </a:xfrm>
            <a:prstGeom prst="line">
              <a:avLst/>
            </a:prstGeom>
            <a:ln w="9525" cap="flat" cmpd="sng">
              <a:solidFill>
                <a:srgbClr val="3333FF"/>
              </a:solidFill>
              <a:prstDash val="solid"/>
              <a:round/>
              <a:headEnd type="none" w="med" len="med"/>
              <a:tailEnd type="none" w="med" len="med"/>
            </a:ln>
          </p:spPr>
        </p:sp>
        <p:sp>
          <p:nvSpPr>
            <p:cNvPr id="85058" name="Line 67"/>
            <p:cNvSpPr/>
            <p:nvPr/>
          </p:nvSpPr>
          <p:spPr>
            <a:xfrm>
              <a:off x="3582" y="1000"/>
              <a:ext cx="0" cy="144"/>
            </a:xfrm>
            <a:prstGeom prst="line">
              <a:avLst/>
            </a:prstGeom>
            <a:ln w="9525" cap="flat" cmpd="sng">
              <a:solidFill>
                <a:srgbClr val="3333FF"/>
              </a:solidFill>
              <a:prstDash val="solid"/>
              <a:round/>
              <a:headEnd type="none" w="med" len="med"/>
              <a:tailEnd type="none" w="med" len="med"/>
            </a:ln>
          </p:spPr>
        </p:sp>
        <p:sp>
          <p:nvSpPr>
            <p:cNvPr id="85059" name="Line 68"/>
            <p:cNvSpPr/>
            <p:nvPr/>
          </p:nvSpPr>
          <p:spPr>
            <a:xfrm>
              <a:off x="5168" y="1000"/>
              <a:ext cx="0" cy="144"/>
            </a:xfrm>
            <a:prstGeom prst="line">
              <a:avLst/>
            </a:prstGeom>
            <a:ln w="9525" cap="flat" cmpd="sng">
              <a:solidFill>
                <a:srgbClr val="3333FF"/>
              </a:solidFill>
              <a:prstDash val="solid"/>
              <a:round/>
              <a:headEnd type="none" w="med" len="med"/>
              <a:tailEnd type="none" w="med" len="med"/>
            </a:ln>
          </p:spPr>
        </p:sp>
        <p:sp>
          <p:nvSpPr>
            <p:cNvPr id="85060" name="Line 69"/>
            <p:cNvSpPr/>
            <p:nvPr/>
          </p:nvSpPr>
          <p:spPr>
            <a:xfrm flipH="1">
              <a:off x="3788" y="1618"/>
              <a:ext cx="1664" cy="0"/>
            </a:xfrm>
            <a:prstGeom prst="line">
              <a:avLst/>
            </a:prstGeom>
            <a:ln w="9525" cap="flat" cmpd="sng">
              <a:solidFill>
                <a:srgbClr val="3333FF"/>
              </a:solidFill>
              <a:prstDash val="solid"/>
              <a:round/>
              <a:headEnd type="none" w="med" len="med"/>
              <a:tailEnd type="none" w="med" len="med"/>
            </a:ln>
          </p:spPr>
        </p:sp>
        <p:sp>
          <p:nvSpPr>
            <p:cNvPr id="85061" name="Line 70"/>
            <p:cNvSpPr/>
            <p:nvPr/>
          </p:nvSpPr>
          <p:spPr>
            <a:xfrm flipH="1">
              <a:off x="4466" y="1378"/>
              <a:ext cx="1322" cy="0"/>
            </a:xfrm>
            <a:prstGeom prst="line">
              <a:avLst/>
            </a:prstGeom>
            <a:ln w="9525" cap="flat" cmpd="sng">
              <a:solidFill>
                <a:srgbClr val="3333FF"/>
              </a:solidFill>
              <a:prstDash val="solid"/>
              <a:round/>
              <a:headEnd type="none" w="med" len="med"/>
              <a:tailEnd type="none" w="med" len="med"/>
            </a:ln>
          </p:spPr>
        </p:sp>
        <p:sp>
          <p:nvSpPr>
            <p:cNvPr id="85062" name="Line 71"/>
            <p:cNvSpPr/>
            <p:nvPr/>
          </p:nvSpPr>
          <p:spPr>
            <a:xfrm>
              <a:off x="3842" y="1000"/>
              <a:ext cx="0" cy="1152"/>
            </a:xfrm>
            <a:prstGeom prst="line">
              <a:avLst/>
            </a:prstGeom>
            <a:ln w="9525" cap="flat" cmpd="sng">
              <a:solidFill>
                <a:srgbClr val="3333FF"/>
              </a:solidFill>
              <a:prstDash val="solid"/>
              <a:round/>
              <a:headEnd type="none" w="med" len="med"/>
              <a:tailEnd type="none" w="med" len="med"/>
            </a:ln>
          </p:spPr>
        </p:sp>
        <p:sp>
          <p:nvSpPr>
            <p:cNvPr id="85063" name="Line 72"/>
            <p:cNvSpPr/>
            <p:nvPr/>
          </p:nvSpPr>
          <p:spPr>
            <a:xfrm>
              <a:off x="3738" y="1000"/>
              <a:ext cx="0" cy="1344"/>
            </a:xfrm>
            <a:prstGeom prst="line">
              <a:avLst/>
            </a:prstGeom>
            <a:ln w="9525" cap="flat" cmpd="sng">
              <a:solidFill>
                <a:srgbClr val="3333FF"/>
              </a:solidFill>
              <a:prstDash val="solid"/>
              <a:round/>
              <a:headEnd type="none" w="med" len="med"/>
              <a:tailEnd type="none" w="med" len="med"/>
            </a:ln>
          </p:spPr>
        </p:sp>
        <p:sp>
          <p:nvSpPr>
            <p:cNvPr id="85064" name="Line 73"/>
            <p:cNvSpPr/>
            <p:nvPr/>
          </p:nvSpPr>
          <p:spPr>
            <a:xfrm>
              <a:off x="3894" y="1000"/>
              <a:ext cx="0" cy="144"/>
            </a:xfrm>
            <a:prstGeom prst="line">
              <a:avLst/>
            </a:prstGeom>
            <a:ln w="9525" cap="flat" cmpd="sng">
              <a:solidFill>
                <a:srgbClr val="3333FF"/>
              </a:solidFill>
              <a:prstDash val="solid"/>
              <a:round/>
              <a:headEnd type="none" w="med" len="med"/>
              <a:tailEnd type="none" w="med" len="med"/>
            </a:ln>
          </p:spPr>
        </p:sp>
        <p:sp>
          <p:nvSpPr>
            <p:cNvPr id="85065" name="Line 74"/>
            <p:cNvSpPr/>
            <p:nvPr/>
          </p:nvSpPr>
          <p:spPr>
            <a:xfrm>
              <a:off x="3790" y="1000"/>
              <a:ext cx="0" cy="624"/>
            </a:xfrm>
            <a:prstGeom prst="line">
              <a:avLst/>
            </a:prstGeom>
            <a:ln w="9525" cap="flat" cmpd="sng">
              <a:solidFill>
                <a:srgbClr val="3333FF"/>
              </a:solidFill>
              <a:prstDash val="solid"/>
              <a:round/>
              <a:headEnd type="none" w="med" len="med"/>
              <a:tailEnd type="none" w="med" len="med"/>
            </a:ln>
          </p:spPr>
        </p:sp>
        <p:sp>
          <p:nvSpPr>
            <p:cNvPr id="85066" name="Line 75"/>
            <p:cNvSpPr/>
            <p:nvPr/>
          </p:nvSpPr>
          <p:spPr>
            <a:xfrm>
              <a:off x="4154" y="1000"/>
              <a:ext cx="0" cy="1152"/>
            </a:xfrm>
            <a:prstGeom prst="line">
              <a:avLst/>
            </a:prstGeom>
            <a:ln w="9525" cap="flat" cmpd="sng">
              <a:solidFill>
                <a:srgbClr val="3333FF"/>
              </a:solidFill>
              <a:prstDash val="solid"/>
              <a:round/>
              <a:headEnd type="none" w="med" len="med"/>
              <a:tailEnd type="none" w="med" len="med"/>
            </a:ln>
          </p:spPr>
        </p:sp>
        <p:sp>
          <p:nvSpPr>
            <p:cNvPr id="85067" name="Line 76"/>
            <p:cNvSpPr/>
            <p:nvPr/>
          </p:nvSpPr>
          <p:spPr>
            <a:xfrm>
              <a:off x="4102" y="1000"/>
              <a:ext cx="0" cy="612"/>
            </a:xfrm>
            <a:prstGeom prst="line">
              <a:avLst/>
            </a:prstGeom>
            <a:ln w="9525" cap="flat" cmpd="sng">
              <a:solidFill>
                <a:srgbClr val="3333FF"/>
              </a:solidFill>
              <a:prstDash val="solid"/>
              <a:round/>
              <a:headEnd type="none" w="med" len="med"/>
              <a:tailEnd type="none" w="med" len="med"/>
            </a:ln>
          </p:spPr>
        </p:sp>
        <p:sp>
          <p:nvSpPr>
            <p:cNvPr id="85068" name="Line 77"/>
            <p:cNvSpPr/>
            <p:nvPr/>
          </p:nvSpPr>
          <p:spPr>
            <a:xfrm>
              <a:off x="4206" y="1000"/>
              <a:ext cx="0" cy="144"/>
            </a:xfrm>
            <a:prstGeom prst="line">
              <a:avLst/>
            </a:prstGeom>
            <a:ln w="9525" cap="flat" cmpd="sng">
              <a:solidFill>
                <a:srgbClr val="3333FF"/>
              </a:solidFill>
              <a:prstDash val="solid"/>
              <a:round/>
              <a:headEnd type="none" w="med" len="med"/>
              <a:tailEnd type="none" w="med" len="med"/>
            </a:ln>
          </p:spPr>
        </p:sp>
        <p:sp>
          <p:nvSpPr>
            <p:cNvPr id="85069" name="Line 78"/>
            <p:cNvSpPr/>
            <p:nvPr/>
          </p:nvSpPr>
          <p:spPr>
            <a:xfrm>
              <a:off x="4050" y="1000"/>
              <a:ext cx="0" cy="873"/>
            </a:xfrm>
            <a:prstGeom prst="line">
              <a:avLst/>
            </a:prstGeom>
            <a:ln w="9525" cap="flat" cmpd="sng">
              <a:solidFill>
                <a:srgbClr val="3333FF"/>
              </a:solidFill>
              <a:prstDash val="solid"/>
              <a:round/>
              <a:headEnd type="none" w="med" len="med"/>
              <a:tailEnd type="none" w="med" len="med"/>
            </a:ln>
          </p:spPr>
        </p:sp>
        <p:sp>
          <p:nvSpPr>
            <p:cNvPr id="85070" name="Line 79"/>
            <p:cNvSpPr/>
            <p:nvPr/>
          </p:nvSpPr>
          <p:spPr>
            <a:xfrm>
              <a:off x="4414" y="1000"/>
              <a:ext cx="0" cy="1248"/>
            </a:xfrm>
            <a:prstGeom prst="line">
              <a:avLst/>
            </a:prstGeom>
            <a:ln w="9525" cap="flat" cmpd="sng">
              <a:solidFill>
                <a:srgbClr val="3333FF"/>
              </a:solidFill>
              <a:prstDash val="solid"/>
              <a:round/>
              <a:headEnd type="none" w="med" len="med"/>
              <a:tailEnd type="none" w="med" len="med"/>
            </a:ln>
          </p:spPr>
        </p:sp>
        <p:sp>
          <p:nvSpPr>
            <p:cNvPr id="85071" name="Line 80"/>
            <p:cNvSpPr/>
            <p:nvPr/>
          </p:nvSpPr>
          <p:spPr>
            <a:xfrm>
              <a:off x="4362" y="1000"/>
              <a:ext cx="0" cy="1344"/>
            </a:xfrm>
            <a:prstGeom prst="line">
              <a:avLst/>
            </a:prstGeom>
            <a:ln w="9525" cap="flat" cmpd="sng">
              <a:solidFill>
                <a:srgbClr val="3333FF"/>
              </a:solidFill>
              <a:prstDash val="solid"/>
              <a:round/>
              <a:headEnd type="none" w="med" len="med"/>
              <a:tailEnd type="none" w="med" len="med"/>
            </a:ln>
          </p:spPr>
        </p:sp>
        <p:sp>
          <p:nvSpPr>
            <p:cNvPr id="85072" name="Line 81"/>
            <p:cNvSpPr/>
            <p:nvPr/>
          </p:nvSpPr>
          <p:spPr>
            <a:xfrm>
              <a:off x="4518" y="1000"/>
              <a:ext cx="0" cy="144"/>
            </a:xfrm>
            <a:prstGeom prst="line">
              <a:avLst/>
            </a:prstGeom>
            <a:ln w="9525" cap="flat" cmpd="sng">
              <a:solidFill>
                <a:srgbClr val="3333FF"/>
              </a:solidFill>
              <a:prstDash val="solid"/>
              <a:round/>
              <a:headEnd type="none" w="med" len="med"/>
              <a:tailEnd type="none" w="med" len="med"/>
            </a:ln>
          </p:spPr>
        </p:sp>
        <p:sp>
          <p:nvSpPr>
            <p:cNvPr id="85073" name="Line 82"/>
            <p:cNvSpPr/>
            <p:nvPr/>
          </p:nvSpPr>
          <p:spPr>
            <a:xfrm>
              <a:off x="4466" y="1000"/>
              <a:ext cx="0" cy="384"/>
            </a:xfrm>
            <a:prstGeom prst="line">
              <a:avLst/>
            </a:prstGeom>
            <a:ln w="9525" cap="flat" cmpd="sng">
              <a:solidFill>
                <a:srgbClr val="3333FF"/>
              </a:solidFill>
              <a:prstDash val="solid"/>
              <a:round/>
              <a:headEnd type="none" w="med" len="med"/>
              <a:tailEnd type="none" w="med" len="med"/>
            </a:ln>
          </p:spPr>
        </p:sp>
        <p:sp>
          <p:nvSpPr>
            <p:cNvPr id="85074" name="Line 83"/>
            <p:cNvSpPr/>
            <p:nvPr/>
          </p:nvSpPr>
          <p:spPr>
            <a:xfrm>
              <a:off x="4674" y="1000"/>
              <a:ext cx="0" cy="1248"/>
            </a:xfrm>
            <a:prstGeom prst="line">
              <a:avLst/>
            </a:prstGeom>
            <a:ln w="9525" cap="flat" cmpd="sng">
              <a:solidFill>
                <a:srgbClr val="3333FF"/>
              </a:solidFill>
              <a:prstDash val="solid"/>
              <a:round/>
              <a:headEnd type="none" w="med" len="med"/>
              <a:tailEnd type="none" w="med" len="med"/>
            </a:ln>
          </p:spPr>
        </p:sp>
        <p:sp>
          <p:nvSpPr>
            <p:cNvPr id="85075" name="Line 84"/>
            <p:cNvSpPr/>
            <p:nvPr/>
          </p:nvSpPr>
          <p:spPr>
            <a:xfrm>
              <a:off x="4726" y="1000"/>
              <a:ext cx="0" cy="384"/>
            </a:xfrm>
            <a:prstGeom prst="line">
              <a:avLst/>
            </a:prstGeom>
            <a:ln w="9525" cap="flat" cmpd="sng">
              <a:solidFill>
                <a:srgbClr val="3333FF"/>
              </a:solidFill>
              <a:prstDash val="solid"/>
              <a:round/>
              <a:headEnd type="none" w="med" len="med"/>
              <a:tailEnd type="none" w="med" len="med"/>
            </a:ln>
          </p:spPr>
        </p:sp>
        <p:sp>
          <p:nvSpPr>
            <p:cNvPr id="85076" name="Line 85"/>
            <p:cNvSpPr/>
            <p:nvPr/>
          </p:nvSpPr>
          <p:spPr>
            <a:xfrm>
              <a:off x="4830" y="1000"/>
              <a:ext cx="0" cy="144"/>
            </a:xfrm>
            <a:prstGeom prst="line">
              <a:avLst/>
            </a:prstGeom>
            <a:ln w="9525" cap="flat" cmpd="sng">
              <a:solidFill>
                <a:srgbClr val="3333FF"/>
              </a:solidFill>
              <a:prstDash val="solid"/>
              <a:round/>
              <a:headEnd type="none" w="med" len="med"/>
              <a:tailEnd type="none" w="med" len="med"/>
            </a:ln>
          </p:spPr>
        </p:sp>
        <p:sp>
          <p:nvSpPr>
            <p:cNvPr id="85077" name="Line 86"/>
            <p:cNvSpPr/>
            <p:nvPr/>
          </p:nvSpPr>
          <p:spPr>
            <a:xfrm>
              <a:off x="4778" y="1000"/>
              <a:ext cx="0" cy="864"/>
            </a:xfrm>
            <a:prstGeom prst="line">
              <a:avLst/>
            </a:prstGeom>
            <a:ln w="9525" cap="flat" cmpd="sng">
              <a:solidFill>
                <a:srgbClr val="3333FF"/>
              </a:solidFill>
              <a:prstDash val="solid"/>
              <a:round/>
              <a:headEnd type="none" w="med" len="med"/>
              <a:tailEnd type="none" w="med" len="med"/>
            </a:ln>
          </p:spPr>
        </p:sp>
        <p:sp>
          <p:nvSpPr>
            <p:cNvPr id="85078" name="Line 87"/>
            <p:cNvSpPr/>
            <p:nvPr/>
          </p:nvSpPr>
          <p:spPr>
            <a:xfrm>
              <a:off x="5116" y="1000"/>
              <a:ext cx="0" cy="624"/>
            </a:xfrm>
            <a:prstGeom prst="line">
              <a:avLst/>
            </a:prstGeom>
            <a:ln w="9525" cap="flat" cmpd="sng">
              <a:solidFill>
                <a:srgbClr val="3333FF"/>
              </a:solidFill>
              <a:prstDash val="solid"/>
              <a:round/>
              <a:headEnd type="none" w="med" len="med"/>
              <a:tailEnd type="none" w="med" len="med"/>
            </a:ln>
          </p:spPr>
        </p:sp>
        <p:sp>
          <p:nvSpPr>
            <p:cNvPr id="85079" name="Line 88"/>
            <p:cNvSpPr/>
            <p:nvPr/>
          </p:nvSpPr>
          <p:spPr>
            <a:xfrm>
              <a:off x="5064" y="1000"/>
              <a:ext cx="0" cy="384"/>
            </a:xfrm>
            <a:prstGeom prst="line">
              <a:avLst/>
            </a:prstGeom>
            <a:ln w="9525" cap="flat" cmpd="sng">
              <a:solidFill>
                <a:srgbClr val="3333FF"/>
              </a:solidFill>
              <a:prstDash val="solid"/>
              <a:round/>
              <a:headEnd type="none" w="med" len="med"/>
              <a:tailEnd type="none" w="med" len="med"/>
            </a:ln>
          </p:spPr>
        </p:sp>
        <p:sp>
          <p:nvSpPr>
            <p:cNvPr id="85080" name="Line 89"/>
            <p:cNvSpPr/>
            <p:nvPr/>
          </p:nvSpPr>
          <p:spPr>
            <a:xfrm flipV="1">
              <a:off x="5454" y="1000"/>
              <a:ext cx="0" cy="392"/>
            </a:xfrm>
            <a:prstGeom prst="line">
              <a:avLst/>
            </a:prstGeom>
            <a:ln w="9525" cap="flat" cmpd="sng">
              <a:solidFill>
                <a:srgbClr val="3333FF"/>
              </a:solidFill>
              <a:prstDash val="solid"/>
              <a:round/>
              <a:headEnd type="none" w="med" len="med"/>
              <a:tailEnd type="none" w="med" len="med"/>
            </a:ln>
          </p:spPr>
        </p:sp>
        <p:sp>
          <p:nvSpPr>
            <p:cNvPr id="85081" name="Line 90"/>
            <p:cNvSpPr/>
            <p:nvPr/>
          </p:nvSpPr>
          <p:spPr>
            <a:xfrm>
              <a:off x="5402" y="1000"/>
              <a:ext cx="0" cy="861"/>
            </a:xfrm>
            <a:prstGeom prst="line">
              <a:avLst/>
            </a:prstGeom>
            <a:ln w="9525" cap="flat" cmpd="sng">
              <a:solidFill>
                <a:srgbClr val="3333FF"/>
              </a:solidFill>
              <a:prstDash val="solid"/>
              <a:round/>
              <a:headEnd type="none" w="med" len="med"/>
              <a:tailEnd type="none" w="med" len="med"/>
            </a:ln>
          </p:spPr>
        </p:sp>
        <p:sp>
          <p:nvSpPr>
            <p:cNvPr id="85082" name="Line 91"/>
            <p:cNvSpPr/>
            <p:nvPr/>
          </p:nvSpPr>
          <p:spPr>
            <a:xfrm>
              <a:off x="5298" y="1000"/>
              <a:ext cx="0" cy="144"/>
            </a:xfrm>
            <a:prstGeom prst="line">
              <a:avLst/>
            </a:prstGeom>
            <a:ln w="9525" cap="flat" cmpd="sng">
              <a:solidFill>
                <a:srgbClr val="3333FF"/>
              </a:solidFill>
              <a:prstDash val="solid"/>
              <a:round/>
              <a:headEnd type="none" w="med" len="med"/>
              <a:tailEnd type="none" w="med" len="med"/>
            </a:ln>
          </p:spPr>
        </p:sp>
        <p:sp>
          <p:nvSpPr>
            <p:cNvPr id="85083" name="Line 92"/>
            <p:cNvSpPr/>
            <p:nvPr/>
          </p:nvSpPr>
          <p:spPr>
            <a:xfrm>
              <a:off x="5350" y="1000"/>
              <a:ext cx="0" cy="635"/>
            </a:xfrm>
            <a:prstGeom prst="line">
              <a:avLst/>
            </a:prstGeom>
            <a:ln w="9525" cap="flat" cmpd="sng">
              <a:solidFill>
                <a:srgbClr val="3333FF"/>
              </a:solidFill>
              <a:prstDash val="solid"/>
              <a:round/>
              <a:headEnd type="none" w="med" len="med"/>
              <a:tailEnd type="none" w="med" len="med"/>
            </a:ln>
          </p:spPr>
        </p:sp>
        <p:sp>
          <p:nvSpPr>
            <p:cNvPr id="85084" name="Line 93"/>
            <p:cNvSpPr/>
            <p:nvPr/>
          </p:nvSpPr>
          <p:spPr>
            <a:xfrm>
              <a:off x="5116" y="2584"/>
              <a:ext cx="0" cy="576"/>
            </a:xfrm>
            <a:prstGeom prst="line">
              <a:avLst/>
            </a:prstGeom>
            <a:ln w="9525" cap="flat" cmpd="sng">
              <a:solidFill>
                <a:srgbClr val="3333FF"/>
              </a:solidFill>
              <a:prstDash val="solid"/>
              <a:round/>
              <a:headEnd type="none" w="med" len="med"/>
              <a:tailEnd type="none" w="med" len="med"/>
            </a:ln>
          </p:spPr>
        </p:sp>
        <p:sp>
          <p:nvSpPr>
            <p:cNvPr id="85085" name="Line 94"/>
            <p:cNvSpPr/>
            <p:nvPr/>
          </p:nvSpPr>
          <p:spPr>
            <a:xfrm>
              <a:off x="5454" y="2584"/>
              <a:ext cx="0" cy="576"/>
            </a:xfrm>
            <a:prstGeom prst="line">
              <a:avLst/>
            </a:prstGeom>
            <a:ln w="9525" cap="flat" cmpd="sng">
              <a:solidFill>
                <a:srgbClr val="3333FF"/>
              </a:solidFill>
              <a:prstDash val="solid"/>
              <a:round/>
              <a:headEnd type="none" w="med" len="med"/>
              <a:tailEnd type="none" w="med" len="med"/>
            </a:ln>
          </p:spPr>
        </p:sp>
        <p:sp>
          <p:nvSpPr>
            <p:cNvPr id="85086" name="Line 95"/>
            <p:cNvSpPr/>
            <p:nvPr/>
          </p:nvSpPr>
          <p:spPr>
            <a:xfrm>
              <a:off x="5792" y="2584"/>
              <a:ext cx="0" cy="576"/>
            </a:xfrm>
            <a:prstGeom prst="line">
              <a:avLst/>
            </a:prstGeom>
            <a:ln w="9525" cap="flat" cmpd="sng">
              <a:solidFill>
                <a:srgbClr val="3333FF"/>
              </a:solidFill>
              <a:prstDash val="solid"/>
              <a:round/>
              <a:headEnd type="none" w="med" len="med"/>
              <a:tailEnd type="none" w="med" len="med"/>
            </a:ln>
          </p:spPr>
        </p:sp>
        <p:sp>
          <p:nvSpPr>
            <p:cNvPr id="85087" name="Oval 96"/>
            <p:cNvSpPr/>
            <p:nvPr/>
          </p:nvSpPr>
          <p:spPr>
            <a:xfrm>
              <a:off x="3262" y="1130"/>
              <a:ext cx="28"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88" name="Oval 97"/>
            <p:cNvSpPr/>
            <p:nvPr/>
          </p:nvSpPr>
          <p:spPr>
            <a:xfrm>
              <a:off x="3569" y="11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89" name="Oval 98"/>
            <p:cNvSpPr/>
            <p:nvPr/>
          </p:nvSpPr>
          <p:spPr>
            <a:xfrm>
              <a:off x="3520" y="2128"/>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0" name="Oval 99"/>
            <p:cNvSpPr/>
            <p:nvPr/>
          </p:nvSpPr>
          <p:spPr>
            <a:xfrm>
              <a:off x="3459" y="22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1" name="Oval 100"/>
            <p:cNvSpPr/>
            <p:nvPr/>
          </p:nvSpPr>
          <p:spPr>
            <a:xfrm>
              <a:off x="3827" y="2128"/>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2" name="Oval 101"/>
            <p:cNvSpPr/>
            <p:nvPr/>
          </p:nvSpPr>
          <p:spPr>
            <a:xfrm>
              <a:off x="3728" y="2321"/>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3" name="Oval 102"/>
            <p:cNvSpPr/>
            <p:nvPr/>
          </p:nvSpPr>
          <p:spPr>
            <a:xfrm>
              <a:off x="4343" y="2321"/>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4" name="Oval 103"/>
            <p:cNvSpPr/>
            <p:nvPr/>
          </p:nvSpPr>
          <p:spPr>
            <a:xfrm>
              <a:off x="4404" y="22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5" name="Oval 104"/>
            <p:cNvSpPr/>
            <p:nvPr/>
          </p:nvSpPr>
          <p:spPr>
            <a:xfrm>
              <a:off x="4662" y="22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6" name="Oval 105"/>
            <p:cNvSpPr/>
            <p:nvPr/>
          </p:nvSpPr>
          <p:spPr>
            <a:xfrm>
              <a:off x="4133" y="2128"/>
              <a:ext cx="28"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7" name="Oval 106"/>
            <p:cNvSpPr/>
            <p:nvPr/>
          </p:nvSpPr>
          <p:spPr>
            <a:xfrm>
              <a:off x="4761" y="1844"/>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8" name="Oval 107"/>
            <p:cNvSpPr/>
            <p:nvPr/>
          </p:nvSpPr>
          <p:spPr>
            <a:xfrm>
              <a:off x="5104" y="1606"/>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9" name="Oval 108"/>
            <p:cNvSpPr/>
            <p:nvPr/>
          </p:nvSpPr>
          <p:spPr>
            <a:xfrm>
              <a:off x="5337" y="1606"/>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0" name="Oval 109"/>
            <p:cNvSpPr/>
            <p:nvPr/>
          </p:nvSpPr>
          <p:spPr>
            <a:xfrm>
              <a:off x="5436" y="1368"/>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1" name="Oval 110"/>
            <p:cNvSpPr/>
            <p:nvPr/>
          </p:nvSpPr>
          <p:spPr>
            <a:xfrm>
              <a:off x="5055" y="1368"/>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2" name="Oval 111"/>
            <p:cNvSpPr/>
            <p:nvPr/>
          </p:nvSpPr>
          <p:spPr>
            <a:xfrm>
              <a:off x="5153" y="11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3" name="Oval 112"/>
            <p:cNvSpPr/>
            <p:nvPr/>
          </p:nvSpPr>
          <p:spPr>
            <a:xfrm>
              <a:off x="4821" y="11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4" name="Oval 113"/>
            <p:cNvSpPr/>
            <p:nvPr/>
          </p:nvSpPr>
          <p:spPr>
            <a:xfrm>
              <a:off x="4502" y="11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5" name="Oval 114"/>
            <p:cNvSpPr/>
            <p:nvPr/>
          </p:nvSpPr>
          <p:spPr>
            <a:xfrm>
              <a:off x="4711" y="1368"/>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6" name="Oval 115"/>
            <p:cNvSpPr/>
            <p:nvPr/>
          </p:nvSpPr>
          <p:spPr>
            <a:xfrm>
              <a:off x="4195" y="11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7" name="Oval 116"/>
            <p:cNvSpPr/>
            <p:nvPr/>
          </p:nvSpPr>
          <p:spPr>
            <a:xfrm>
              <a:off x="3876" y="11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8" name="Oval 117"/>
            <p:cNvSpPr/>
            <p:nvPr/>
          </p:nvSpPr>
          <p:spPr>
            <a:xfrm>
              <a:off x="4085" y="1606"/>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9" name="Oval 118"/>
            <p:cNvSpPr/>
            <p:nvPr/>
          </p:nvSpPr>
          <p:spPr>
            <a:xfrm>
              <a:off x="4036" y="1844"/>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10" name="Oval 119"/>
            <p:cNvSpPr/>
            <p:nvPr/>
          </p:nvSpPr>
          <p:spPr>
            <a:xfrm>
              <a:off x="5104" y="2321"/>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11" name="Oval 120"/>
            <p:cNvSpPr/>
            <p:nvPr/>
          </p:nvSpPr>
          <p:spPr>
            <a:xfrm>
              <a:off x="5436" y="22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12" name="Oval 121"/>
            <p:cNvSpPr/>
            <p:nvPr/>
          </p:nvSpPr>
          <p:spPr>
            <a:xfrm>
              <a:off x="5779" y="2139"/>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13" name="Text Box 122"/>
            <p:cNvSpPr txBox="1"/>
            <p:nvPr/>
          </p:nvSpPr>
          <p:spPr>
            <a:xfrm>
              <a:off x="2949"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85114" name="Text Box 123"/>
            <p:cNvSpPr txBox="1"/>
            <p:nvPr/>
          </p:nvSpPr>
          <p:spPr>
            <a:xfrm>
              <a:off x="5133"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7</a:t>
              </a:r>
              <a:endParaRPr lang="en-US" altLang="zh-CN" sz="2400" i="0" dirty="0">
                <a:latin typeface="Times New Roman" panose="02020603050405020304" pitchFamily="18" charset="0"/>
                <a:ea typeface="宋体" panose="02010600030101010101" pitchFamily="2" charset="-122"/>
              </a:endParaRPr>
            </a:p>
          </p:txBody>
        </p:sp>
        <p:sp>
          <p:nvSpPr>
            <p:cNvPr id="85115" name="Text Box 124"/>
            <p:cNvSpPr txBox="1"/>
            <p:nvPr/>
          </p:nvSpPr>
          <p:spPr>
            <a:xfrm>
              <a:off x="4856"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6</a:t>
              </a:r>
              <a:endParaRPr lang="en-US" altLang="zh-CN" sz="2400" i="0" dirty="0">
                <a:latin typeface="Times New Roman" panose="02020603050405020304" pitchFamily="18" charset="0"/>
                <a:ea typeface="宋体" panose="02010600030101010101" pitchFamily="2" charset="-122"/>
              </a:endParaRPr>
            </a:p>
          </p:txBody>
        </p:sp>
        <p:sp>
          <p:nvSpPr>
            <p:cNvPr id="85116" name="Text Box 125"/>
            <p:cNvSpPr txBox="1"/>
            <p:nvPr/>
          </p:nvSpPr>
          <p:spPr>
            <a:xfrm>
              <a:off x="4509"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5</a:t>
              </a:r>
              <a:endParaRPr lang="en-US" altLang="zh-CN" sz="2400" i="0" dirty="0">
                <a:latin typeface="Times New Roman" panose="02020603050405020304" pitchFamily="18" charset="0"/>
                <a:ea typeface="宋体" panose="02010600030101010101" pitchFamily="2" charset="-122"/>
              </a:endParaRPr>
            </a:p>
          </p:txBody>
        </p:sp>
        <p:sp>
          <p:nvSpPr>
            <p:cNvPr id="85117" name="Text Box 126"/>
            <p:cNvSpPr txBox="1"/>
            <p:nvPr/>
          </p:nvSpPr>
          <p:spPr>
            <a:xfrm>
              <a:off x="4197"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4</a:t>
              </a:r>
              <a:endParaRPr lang="en-US" altLang="zh-CN" sz="2400" i="0" dirty="0">
                <a:latin typeface="Times New Roman" panose="02020603050405020304" pitchFamily="18" charset="0"/>
                <a:ea typeface="宋体" panose="02010600030101010101" pitchFamily="2" charset="-122"/>
              </a:endParaRPr>
            </a:p>
          </p:txBody>
        </p:sp>
        <p:sp>
          <p:nvSpPr>
            <p:cNvPr id="85118" name="Text Box 127"/>
            <p:cNvSpPr txBox="1"/>
            <p:nvPr/>
          </p:nvSpPr>
          <p:spPr>
            <a:xfrm>
              <a:off x="3885"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85119" name="Text Box 128"/>
            <p:cNvSpPr txBox="1"/>
            <p:nvPr/>
          </p:nvSpPr>
          <p:spPr>
            <a:xfrm>
              <a:off x="3573"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85120" name="Text Box 129"/>
            <p:cNvSpPr txBox="1"/>
            <p:nvPr/>
          </p:nvSpPr>
          <p:spPr>
            <a:xfrm>
              <a:off x="3244"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85121" name="Text Box 130"/>
            <p:cNvSpPr txBox="1"/>
            <p:nvPr/>
          </p:nvSpPr>
          <p:spPr>
            <a:xfrm>
              <a:off x="2880" y="2632"/>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S</a:t>
              </a:r>
              <a:endParaRPr lang="en-US" altLang="zh-CN" sz="2400" i="0" dirty="0">
                <a:latin typeface="Times New Roman" panose="02020603050405020304" pitchFamily="18" charset="0"/>
                <a:ea typeface="宋体" panose="02010600030101010101" pitchFamily="2" charset="-122"/>
              </a:endParaRPr>
            </a:p>
          </p:txBody>
        </p:sp>
        <p:sp>
          <p:nvSpPr>
            <p:cNvPr id="85122" name="Text Box 131"/>
            <p:cNvSpPr txBox="1"/>
            <p:nvPr/>
          </p:nvSpPr>
          <p:spPr>
            <a:xfrm>
              <a:off x="3348" y="2440"/>
              <a:ext cx="36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S</a:t>
              </a:r>
              <a:endParaRPr lang="en-US" altLang="zh-CN" sz="2400" i="0" dirty="0">
                <a:latin typeface="Times New Roman" panose="02020603050405020304" pitchFamily="18" charset="0"/>
                <a:ea typeface="宋体" panose="02010600030101010101" pitchFamily="2" charset="-122"/>
              </a:endParaRPr>
            </a:p>
          </p:txBody>
        </p:sp>
        <p:sp>
          <p:nvSpPr>
            <p:cNvPr id="85123" name="Text Box 132"/>
            <p:cNvSpPr txBox="1"/>
            <p:nvPr/>
          </p:nvSpPr>
          <p:spPr>
            <a:xfrm>
              <a:off x="4960" y="3106"/>
              <a:ext cx="36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85124" name="Text Box 133"/>
            <p:cNvSpPr txBox="1"/>
            <p:nvPr/>
          </p:nvSpPr>
          <p:spPr>
            <a:xfrm>
              <a:off x="5324" y="3106"/>
              <a:ext cx="36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85125" name="Text Box 134"/>
            <p:cNvSpPr txBox="1"/>
            <p:nvPr/>
          </p:nvSpPr>
          <p:spPr>
            <a:xfrm>
              <a:off x="5688" y="3106"/>
              <a:ext cx="36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85126" name="Text Box 135"/>
            <p:cNvSpPr txBox="1"/>
            <p:nvPr/>
          </p:nvSpPr>
          <p:spPr>
            <a:xfrm>
              <a:off x="2932" y="3154"/>
              <a:ext cx="36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graphicFrame>
          <p:nvGraphicFramePr>
            <p:cNvPr id="85127" name="Object 136"/>
            <p:cNvGraphicFramePr>
              <a:graphicFrameLocks noChangeAspect="1"/>
            </p:cNvGraphicFramePr>
            <p:nvPr/>
          </p:nvGraphicFramePr>
          <p:xfrm>
            <a:off x="3972" y="226"/>
            <a:ext cx="248" cy="302"/>
          </p:xfrm>
          <a:graphic>
            <a:graphicData uri="http://schemas.openxmlformats.org/presentationml/2006/ole">
              <mc:AlternateContent xmlns:mc="http://schemas.openxmlformats.org/markup-compatibility/2006">
                <mc:Choice xmlns:v="urn:schemas-microsoft-com:vml" Requires="v">
                  <p:oleObj spid="_x0000_s3236" name="" r:id="rId5" imgW="204470" imgH="311150" progId="Equation.3">
                    <p:embed/>
                  </p:oleObj>
                </mc:Choice>
                <mc:Fallback>
                  <p:oleObj name="" r:id="rId5" imgW="204470" imgH="311150" progId="Equation.3">
                    <p:embed/>
                    <p:pic>
                      <p:nvPicPr>
                        <p:cNvPr id="0" name="图片 3235"/>
                        <p:cNvPicPr/>
                        <p:nvPr/>
                      </p:nvPicPr>
                      <p:blipFill>
                        <a:blip r:embed="rId6">
                          <a:clrChange>
                            <a:clrFrom>
                              <a:srgbClr val="000000"/>
                            </a:clrFrom>
                            <a:clrTo>
                              <a:srgbClr val="000000"/>
                            </a:clrTo>
                          </a:clrChange>
                        </a:blip>
                        <a:stretch>
                          <a:fillRect/>
                        </a:stretch>
                      </p:blipFill>
                      <p:spPr>
                        <a:xfrm>
                          <a:off x="3972" y="226"/>
                          <a:ext cx="248" cy="302"/>
                        </a:xfrm>
                        <a:prstGeom prst="rect">
                          <a:avLst/>
                        </a:prstGeom>
                        <a:noFill/>
                        <a:ln w="38100">
                          <a:noFill/>
                          <a:miter/>
                        </a:ln>
                      </p:spPr>
                    </p:pic>
                  </p:oleObj>
                </mc:Fallback>
              </mc:AlternateContent>
            </a:graphicData>
          </a:graphic>
        </p:graphicFrame>
        <p:graphicFrame>
          <p:nvGraphicFramePr>
            <p:cNvPr id="85128" name="Object 137"/>
            <p:cNvGraphicFramePr>
              <a:graphicFrameLocks noChangeAspect="1"/>
            </p:cNvGraphicFramePr>
            <p:nvPr/>
          </p:nvGraphicFramePr>
          <p:xfrm>
            <a:off x="3088" y="226"/>
            <a:ext cx="248" cy="302"/>
          </p:xfrm>
          <a:graphic>
            <a:graphicData uri="http://schemas.openxmlformats.org/presentationml/2006/ole">
              <mc:AlternateContent xmlns:mc="http://schemas.openxmlformats.org/markup-compatibility/2006">
                <mc:Choice xmlns:v="urn:schemas-microsoft-com:vml" Requires="v">
                  <p:oleObj spid="_x0000_s3235" name="" r:id="rId7" imgW="204470" imgH="311150" progId="Equation.3">
                    <p:embed/>
                  </p:oleObj>
                </mc:Choice>
                <mc:Fallback>
                  <p:oleObj name="" r:id="rId7" imgW="204470" imgH="311150" progId="Equation.3">
                    <p:embed/>
                    <p:pic>
                      <p:nvPicPr>
                        <p:cNvPr id="0" name="图片 3234"/>
                        <p:cNvPicPr/>
                        <p:nvPr/>
                      </p:nvPicPr>
                      <p:blipFill>
                        <a:blip r:embed="rId8">
                          <a:clrChange>
                            <a:clrFrom>
                              <a:srgbClr val="000000"/>
                            </a:clrFrom>
                            <a:clrTo>
                              <a:srgbClr val="000000"/>
                            </a:clrTo>
                          </a:clrChange>
                        </a:blip>
                        <a:stretch>
                          <a:fillRect/>
                        </a:stretch>
                      </p:blipFill>
                      <p:spPr>
                        <a:xfrm>
                          <a:off x="3088" y="226"/>
                          <a:ext cx="248" cy="302"/>
                        </a:xfrm>
                        <a:prstGeom prst="rect">
                          <a:avLst/>
                        </a:prstGeom>
                        <a:noFill/>
                        <a:ln w="38100">
                          <a:noFill/>
                          <a:miter/>
                        </a:ln>
                      </p:spPr>
                    </p:pic>
                  </p:oleObj>
                </mc:Fallback>
              </mc:AlternateContent>
            </a:graphicData>
          </a:graphic>
        </p:graphicFrame>
        <p:graphicFrame>
          <p:nvGraphicFramePr>
            <p:cNvPr id="85129" name="Object 138"/>
            <p:cNvGraphicFramePr>
              <a:graphicFrameLocks noChangeAspect="1"/>
            </p:cNvGraphicFramePr>
            <p:nvPr/>
          </p:nvGraphicFramePr>
          <p:xfrm>
            <a:off x="3673" y="226"/>
            <a:ext cx="247" cy="291"/>
          </p:xfrm>
          <a:graphic>
            <a:graphicData uri="http://schemas.openxmlformats.org/presentationml/2006/ole">
              <mc:AlternateContent xmlns:mc="http://schemas.openxmlformats.org/markup-compatibility/2006">
                <mc:Choice xmlns:v="urn:schemas-microsoft-com:vml" Requires="v">
                  <p:oleObj spid="_x0000_s3232" name="" r:id="rId9" imgW="204470" imgH="301625" progId="Equation.3">
                    <p:embed/>
                  </p:oleObj>
                </mc:Choice>
                <mc:Fallback>
                  <p:oleObj name="" r:id="rId9" imgW="204470" imgH="301625" progId="Equation.3">
                    <p:embed/>
                    <p:pic>
                      <p:nvPicPr>
                        <p:cNvPr id="0" name="图片 3231"/>
                        <p:cNvPicPr/>
                        <p:nvPr/>
                      </p:nvPicPr>
                      <p:blipFill>
                        <a:blip r:embed="rId10">
                          <a:clrChange>
                            <a:clrFrom>
                              <a:srgbClr val="000000"/>
                            </a:clrFrom>
                            <a:clrTo>
                              <a:srgbClr val="000000"/>
                            </a:clrTo>
                          </a:clrChange>
                        </a:blip>
                        <a:stretch>
                          <a:fillRect/>
                        </a:stretch>
                      </p:blipFill>
                      <p:spPr>
                        <a:xfrm>
                          <a:off x="3673" y="226"/>
                          <a:ext cx="247" cy="291"/>
                        </a:xfrm>
                        <a:prstGeom prst="rect">
                          <a:avLst/>
                        </a:prstGeom>
                        <a:noFill/>
                        <a:ln w="38100">
                          <a:noFill/>
                          <a:miter/>
                        </a:ln>
                      </p:spPr>
                    </p:pic>
                  </p:oleObj>
                </mc:Fallback>
              </mc:AlternateContent>
            </a:graphicData>
          </a:graphic>
        </p:graphicFrame>
        <p:graphicFrame>
          <p:nvGraphicFramePr>
            <p:cNvPr id="85130" name="Object 139"/>
            <p:cNvGraphicFramePr>
              <a:graphicFrameLocks noChangeAspect="1"/>
            </p:cNvGraphicFramePr>
            <p:nvPr/>
          </p:nvGraphicFramePr>
          <p:xfrm>
            <a:off x="3387" y="226"/>
            <a:ext cx="234" cy="291"/>
          </p:xfrm>
          <a:graphic>
            <a:graphicData uri="http://schemas.openxmlformats.org/presentationml/2006/ole">
              <mc:AlternateContent xmlns:mc="http://schemas.openxmlformats.org/markup-compatibility/2006">
                <mc:Choice xmlns:v="urn:schemas-microsoft-com:vml" Requires="v">
                  <p:oleObj spid="_x0000_s3230" name="" r:id="rId11" imgW="194310" imgH="301625" progId="Equation.3">
                    <p:embed/>
                  </p:oleObj>
                </mc:Choice>
                <mc:Fallback>
                  <p:oleObj name="" r:id="rId11" imgW="194310" imgH="301625" progId="Equation.3">
                    <p:embed/>
                    <p:pic>
                      <p:nvPicPr>
                        <p:cNvPr id="0" name="图片 3229"/>
                        <p:cNvPicPr/>
                        <p:nvPr/>
                      </p:nvPicPr>
                      <p:blipFill>
                        <a:blip r:embed="rId12">
                          <a:clrChange>
                            <a:clrFrom>
                              <a:srgbClr val="000000"/>
                            </a:clrFrom>
                            <a:clrTo>
                              <a:srgbClr val="000000"/>
                            </a:clrTo>
                          </a:clrChange>
                        </a:blip>
                        <a:stretch>
                          <a:fillRect/>
                        </a:stretch>
                      </p:blipFill>
                      <p:spPr>
                        <a:xfrm>
                          <a:off x="3387" y="226"/>
                          <a:ext cx="234" cy="291"/>
                        </a:xfrm>
                        <a:prstGeom prst="rect">
                          <a:avLst/>
                        </a:prstGeom>
                        <a:noFill/>
                        <a:ln w="38100">
                          <a:noFill/>
                          <a:miter/>
                        </a:ln>
                      </p:spPr>
                    </p:pic>
                  </p:oleObj>
                </mc:Fallback>
              </mc:AlternateContent>
            </a:graphicData>
          </a:graphic>
        </p:graphicFrame>
        <p:graphicFrame>
          <p:nvGraphicFramePr>
            <p:cNvPr id="85131" name="Object 140"/>
            <p:cNvGraphicFramePr>
              <a:graphicFrameLocks noChangeAspect="1"/>
            </p:cNvGraphicFramePr>
            <p:nvPr/>
          </p:nvGraphicFramePr>
          <p:xfrm>
            <a:off x="5207" y="226"/>
            <a:ext cx="248" cy="302"/>
          </p:xfrm>
          <a:graphic>
            <a:graphicData uri="http://schemas.openxmlformats.org/presentationml/2006/ole">
              <mc:AlternateContent xmlns:mc="http://schemas.openxmlformats.org/markup-compatibility/2006">
                <mc:Choice xmlns:v="urn:schemas-microsoft-com:vml" Requires="v">
                  <p:oleObj spid="_x0000_s3239" name="" r:id="rId13" imgW="204470" imgH="311150" progId="Equation.3">
                    <p:embed/>
                  </p:oleObj>
                </mc:Choice>
                <mc:Fallback>
                  <p:oleObj name="" r:id="rId13" imgW="204470" imgH="311150" progId="Equation.3">
                    <p:embed/>
                    <p:pic>
                      <p:nvPicPr>
                        <p:cNvPr id="0" name="图片 3238"/>
                        <p:cNvPicPr/>
                        <p:nvPr/>
                      </p:nvPicPr>
                      <p:blipFill>
                        <a:blip r:embed="rId14">
                          <a:clrChange>
                            <a:clrFrom>
                              <a:srgbClr val="000000"/>
                            </a:clrFrom>
                            <a:clrTo>
                              <a:srgbClr val="000000"/>
                            </a:clrTo>
                          </a:clrChange>
                        </a:blip>
                        <a:stretch>
                          <a:fillRect/>
                        </a:stretch>
                      </p:blipFill>
                      <p:spPr>
                        <a:xfrm>
                          <a:off x="5207" y="226"/>
                          <a:ext cx="248" cy="302"/>
                        </a:xfrm>
                        <a:prstGeom prst="rect">
                          <a:avLst/>
                        </a:prstGeom>
                        <a:noFill/>
                        <a:ln w="38100">
                          <a:noFill/>
                          <a:miter/>
                        </a:ln>
                      </p:spPr>
                    </p:pic>
                  </p:oleObj>
                </mc:Fallback>
              </mc:AlternateContent>
            </a:graphicData>
          </a:graphic>
        </p:graphicFrame>
        <p:graphicFrame>
          <p:nvGraphicFramePr>
            <p:cNvPr id="85132" name="Object 141"/>
            <p:cNvGraphicFramePr>
              <a:graphicFrameLocks noChangeAspect="1"/>
            </p:cNvGraphicFramePr>
            <p:nvPr/>
          </p:nvGraphicFramePr>
          <p:xfrm>
            <a:off x="4323" y="226"/>
            <a:ext cx="248" cy="289"/>
          </p:xfrm>
          <a:graphic>
            <a:graphicData uri="http://schemas.openxmlformats.org/presentationml/2006/ole">
              <mc:AlternateContent xmlns:mc="http://schemas.openxmlformats.org/markup-compatibility/2006">
                <mc:Choice xmlns:v="urn:schemas-microsoft-com:vml" Requires="v">
                  <p:oleObj spid="_x0000_s3231" name="" r:id="rId15" imgW="204470" imgH="301625" progId="Equation.3">
                    <p:embed/>
                  </p:oleObj>
                </mc:Choice>
                <mc:Fallback>
                  <p:oleObj name="" r:id="rId15" imgW="204470" imgH="301625" progId="Equation.3">
                    <p:embed/>
                    <p:pic>
                      <p:nvPicPr>
                        <p:cNvPr id="0" name="图片 3230"/>
                        <p:cNvPicPr/>
                        <p:nvPr/>
                      </p:nvPicPr>
                      <p:blipFill>
                        <a:blip r:embed="rId16">
                          <a:clrChange>
                            <a:clrFrom>
                              <a:srgbClr val="000000"/>
                            </a:clrFrom>
                            <a:clrTo>
                              <a:srgbClr val="000000"/>
                            </a:clrTo>
                          </a:clrChange>
                        </a:blip>
                        <a:stretch>
                          <a:fillRect/>
                        </a:stretch>
                      </p:blipFill>
                      <p:spPr>
                        <a:xfrm>
                          <a:off x="4323" y="226"/>
                          <a:ext cx="248" cy="289"/>
                        </a:xfrm>
                        <a:prstGeom prst="rect">
                          <a:avLst/>
                        </a:prstGeom>
                        <a:noFill/>
                        <a:ln w="38100">
                          <a:noFill/>
                          <a:miter/>
                        </a:ln>
                      </p:spPr>
                    </p:pic>
                  </p:oleObj>
                </mc:Fallback>
              </mc:AlternateContent>
            </a:graphicData>
          </a:graphic>
        </p:graphicFrame>
        <p:graphicFrame>
          <p:nvGraphicFramePr>
            <p:cNvPr id="85133" name="Object 142"/>
            <p:cNvGraphicFramePr>
              <a:graphicFrameLocks noChangeAspect="1"/>
            </p:cNvGraphicFramePr>
            <p:nvPr/>
          </p:nvGraphicFramePr>
          <p:xfrm>
            <a:off x="4908" y="226"/>
            <a:ext cx="247" cy="303"/>
          </p:xfrm>
          <a:graphic>
            <a:graphicData uri="http://schemas.openxmlformats.org/presentationml/2006/ole">
              <mc:AlternateContent xmlns:mc="http://schemas.openxmlformats.org/markup-compatibility/2006">
                <mc:Choice xmlns:v="urn:schemas-microsoft-com:vml" Requires="v">
                  <p:oleObj spid="_x0000_s3237" name="" r:id="rId17" imgW="204470" imgH="311150" progId="Equation.3">
                    <p:embed/>
                  </p:oleObj>
                </mc:Choice>
                <mc:Fallback>
                  <p:oleObj name="" r:id="rId17" imgW="204470" imgH="311150" progId="Equation.3">
                    <p:embed/>
                    <p:pic>
                      <p:nvPicPr>
                        <p:cNvPr id="0" name="图片 3236"/>
                        <p:cNvPicPr/>
                        <p:nvPr/>
                      </p:nvPicPr>
                      <p:blipFill>
                        <a:blip r:embed="rId18">
                          <a:clrChange>
                            <a:clrFrom>
                              <a:srgbClr val="000000"/>
                            </a:clrFrom>
                            <a:clrTo>
                              <a:srgbClr val="000000"/>
                            </a:clrTo>
                          </a:clrChange>
                        </a:blip>
                        <a:stretch>
                          <a:fillRect/>
                        </a:stretch>
                      </p:blipFill>
                      <p:spPr>
                        <a:xfrm>
                          <a:off x="4908" y="226"/>
                          <a:ext cx="247" cy="303"/>
                        </a:xfrm>
                        <a:prstGeom prst="rect">
                          <a:avLst/>
                        </a:prstGeom>
                        <a:noFill/>
                        <a:ln w="38100">
                          <a:noFill/>
                          <a:miter/>
                        </a:ln>
                      </p:spPr>
                    </p:pic>
                  </p:oleObj>
                </mc:Fallback>
              </mc:AlternateContent>
            </a:graphicData>
          </a:graphic>
        </p:graphicFrame>
        <p:graphicFrame>
          <p:nvGraphicFramePr>
            <p:cNvPr id="85134" name="Object 143"/>
            <p:cNvGraphicFramePr>
              <a:graphicFrameLocks noChangeAspect="1"/>
            </p:cNvGraphicFramePr>
            <p:nvPr/>
          </p:nvGraphicFramePr>
          <p:xfrm>
            <a:off x="4616" y="226"/>
            <a:ext cx="247" cy="303"/>
          </p:xfrm>
          <a:graphic>
            <a:graphicData uri="http://schemas.openxmlformats.org/presentationml/2006/ole">
              <mc:AlternateContent xmlns:mc="http://schemas.openxmlformats.org/markup-compatibility/2006">
                <mc:Choice xmlns:v="urn:schemas-microsoft-com:vml" Requires="v">
                  <p:oleObj spid="_x0000_s3234" name="" r:id="rId19" imgW="204470" imgH="311150" progId="Equation.3">
                    <p:embed/>
                  </p:oleObj>
                </mc:Choice>
                <mc:Fallback>
                  <p:oleObj name="" r:id="rId19" imgW="204470" imgH="311150" progId="Equation.3">
                    <p:embed/>
                    <p:pic>
                      <p:nvPicPr>
                        <p:cNvPr id="0" name="图片 3233"/>
                        <p:cNvPicPr/>
                        <p:nvPr/>
                      </p:nvPicPr>
                      <p:blipFill>
                        <a:blip r:embed="rId20">
                          <a:clrChange>
                            <a:clrFrom>
                              <a:srgbClr val="000000"/>
                            </a:clrFrom>
                            <a:clrTo>
                              <a:srgbClr val="000000"/>
                            </a:clrTo>
                          </a:clrChange>
                        </a:blip>
                        <a:stretch>
                          <a:fillRect/>
                        </a:stretch>
                      </p:blipFill>
                      <p:spPr>
                        <a:xfrm>
                          <a:off x="4616" y="226"/>
                          <a:ext cx="247" cy="303"/>
                        </a:xfrm>
                        <a:prstGeom prst="rect">
                          <a:avLst/>
                        </a:prstGeom>
                        <a:noFill/>
                        <a:ln w="38100">
                          <a:noFill/>
                          <a:miter/>
                        </a:ln>
                      </p:spPr>
                    </p:pic>
                  </p:oleObj>
                </mc:Fallback>
              </mc:AlternateContent>
            </a:graphicData>
          </a:graphic>
        </p:graphicFrame>
        <p:graphicFrame>
          <p:nvGraphicFramePr>
            <p:cNvPr id="85135" name="Object 144"/>
            <p:cNvGraphicFramePr>
              <a:graphicFrameLocks noChangeAspect="1"/>
            </p:cNvGraphicFramePr>
            <p:nvPr/>
          </p:nvGraphicFramePr>
          <p:xfrm>
            <a:off x="3171" y="3202"/>
            <a:ext cx="281" cy="291"/>
          </p:xfrm>
          <a:graphic>
            <a:graphicData uri="http://schemas.openxmlformats.org/presentationml/2006/ole">
              <mc:AlternateContent xmlns:mc="http://schemas.openxmlformats.org/markup-compatibility/2006">
                <mc:Choice xmlns:v="urn:schemas-microsoft-com:vml" Requires="v">
                  <p:oleObj spid="_x0000_s3233" name="" r:id="rId21" imgW="233680" imgH="301625" progId="Equation.3">
                    <p:embed/>
                  </p:oleObj>
                </mc:Choice>
                <mc:Fallback>
                  <p:oleObj name="" r:id="rId21" imgW="233680" imgH="301625" progId="Equation.3">
                    <p:embed/>
                    <p:pic>
                      <p:nvPicPr>
                        <p:cNvPr id="0" name="图片 3232"/>
                        <p:cNvPicPr/>
                        <p:nvPr/>
                      </p:nvPicPr>
                      <p:blipFill>
                        <a:blip r:embed="rId22">
                          <a:clrChange>
                            <a:clrFrom>
                              <a:srgbClr val="000000"/>
                            </a:clrFrom>
                            <a:clrTo>
                              <a:srgbClr val="000000"/>
                            </a:clrTo>
                          </a:clrChange>
                        </a:blip>
                        <a:stretch>
                          <a:fillRect/>
                        </a:stretch>
                      </p:blipFill>
                      <p:spPr>
                        <a:xfrm>
                          <a:off x="3171" y="3202"/>
                          <a:ext cx="281" cy="291"/>
                        </a:xfrm>
                        <a:prstGeom prst="rect">
                          <a:avLst/>
                        </a:prstGeom>
                        <a:noFill/>
                        <a:ln w="38100">
                          <a:noFill/>
                          <a:miter/>
                        </a:ln>
                      </p:spPr>
                    </p:pic>
                  </p:oleObj>
                </mc:Fallback>
              </mc:AlternateContent>
            </a:graphicData>
          </a:graphic>
        </p:graphicFrame>
        <p:graphicFrame>
          <p:nvGraphicFramePr>
            <p:cNvPr id="85136" name="Object 145"/>
            <p:cNvGraphicFramePr>
              <a:graphicFrameLocks noChangeAspect="1"/>
            </p:cNvGraphicFramePr>
            <p:nvPr/>
          </p:nvGraphicFramePr>
          <p:xfrm>
            <a:off x="3396" y="3202"/>
            <a:ext cx="264" cy="302"/>
          </p:xfrm>
          <a:graphic>
            <a:graphicData uri="http://schemas.openxmlformats.org/presentationml/2006/ole">
              <mc:AlternateContent xmlns:mc="http://schemas.openxmlformats.org/markup-compatibility/2006">
                <mc:Choice xmlns:v="urn:schemas-microsoft-com:vml" Requires="v">
                  <p:oleObj spid="_x0000_s3238" name="" r:id="rId23" imgW="223520" imgH="311150" progId="Equation.3">
                    <p:embed/>
                  </p:oleObj>
                </mc:Choice>
                <mc:Fallback>
                  <p:oleObj name="" r:id="rId23" imgW="223520" imgH="311150" progId="Equation.3">
                    <p:embed/>
                    <p:pic>
                      <p:nvPicPr>
                        <p:cNvPr id="0" name="图片 3237"/>
                        <p:cNvPicPr/>
                        <p:nvPr/>
                      </p:nvPicPr>
                      <p:blipFill>
                        <a:blip r:embed="rId24">
                          <a:clrChange>
                            <a:clrFrom>
                              <a:srgbClr val="000000"/>
                            </a:clrFrom>
                            <a:clrTo>
                              <a:srgbClr val="000000"/>
                            </a:clrTo>
                          </a:clrChange>
                        </a:blip>
                        <a:stretch>
                          <a:fillRect/>
                        </a:stretch>
                      </p:blipFill>
                      <p:spPr>
                        <a:xfrm>
                          <a:off x="3396" y="3202"/>
                          <a:ext cx="264" cy="302"/>
                        </a:xfrm>
                        <a:prstGeom prst="rect">
                          <a:avLst/>
                        </a:prstGeom>
                        <a:noFill/>
                        <a:ln w="38100">
                          <a:noFill/>
                          <a:miter/>
                        </a:ln>
                      </p:spPr>
                    </p:pic>
                  </p:oleObj>
                </mc:Fallback>
              </mc:AlternateContent>
            </a:graphicData>
          </a:graphic>
        </p:graphicFrame>
        <p:sp>
          <p:nvSpPr>
            <p:cNvPr id="85137" name="Oval 146"/>
            <p:cNvSpPr/>
            <p:nvPr/>
          </p:nvSpPr>
          <p:spPr>
            <a:xfrm>
              <a:off x="5104" y="1844"/>
              <a:ext cx="27" cy="25"/>
            </a:xfrm>
            <a:prstGeom prst="ellipse">
              <a:avLst/>
            </a:prstGeom>
            <a:solidFill>
              <a:srgbClr val="000000"/>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38" name="Oval 147"/>
            <p:cNvSpPr/>
            <p:nvPr/>
          </p:nvSpPr>
          <p:spPr>
            <a:xfrm>
              <a:off x="4895" y="2321"/>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39" name="Line 148"/>
            <p:cNvSpPr/>
            <p:nvPr/>
          </p:nvSpPr>
          <p:spPr>
            <a:xfrm>
              <a:off x="4908" y="1771"/>
              <a:ext cx="0" cy="567"/>
            </a:xfrm>
            <a:prstGeom prst="line">
              <a:avLst/>
            </a:prstGeom>
            <a:ln w="9525" cap="flat" cmpd="sng">
              <a:solidFill>
                <a:srgbClr val="3333FF"/>
              </a:solidFill>
              <a:prstDash val="solid"/>
              <a:round/>
              <a:headEnd type="none" w="med" len="med"/>
              <a:tailEnd type="none" w="med" len="med"/>
            </a:ln>
          </p:spPr>
        </p:sp>
        <p:sp>
          <p:nvSpPr>
            <p:cNvPr id="85140" name="Line 149"/>
            <p:cNvSpPr/>
            <p:nvPr/>
          </p:nvSpPr>
          <p:spPr>
            <a:xfrm flipH="1">
              <a:off x="4908" y="1762"/>
              <a:ext cx="104" cy="0"/>
            </a:xfrm>
            <a:prstGeom prst="line">
              <a:avLst/>
            </a:prstGeom>
            <a:ln w="9525" cap="flat" cmpd="sng">
              <a:solidFill>
                <a:srgbClr val="3333FF"/>
              </a:solidFill>
              <a:prstDash val="solid"/>
              <a:round/>
              <a:headEnd type="none" w="med" len="med"/>
              <a:tailEnd type="none" w="med" len="med"/>
            </a:ln>
          </p:spPr>
        </p:sp>
      </p:grpSp>
      <p:sp>
        <p:nvSpPr>
          <p:cNvPr id="189590" name="Text Box 150"/>
          <p:cNvSpPr txBox="1">
            <a:spLocks noChangeArrowheads="1"/>
          </p:cNvSpPr>
          <p:nvPr/>
        </p:nvSpPr>
        <p:spPr bwMode="auto">
          <a:xfrm>
            <a:off x="422275" y="4419600"/>
            <a:ext cx="3276600" cy="519113"/>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逻辑函数表达式</a:t>
            </a:r>
            <a:endPar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2"/>
          <p:cNvSpPr>
            <a:spLocks noGrp="1" noChangeArrowheads="1"/>
          </p:cNvSpPr>
          <p:nvPr>
            <p:ph idx="1"/>
          </p:nvPr>
        </p:nvSpPr>
        <p:spPr>
          <a:xfrm>
            <a:off x="1066800" y="990600"/>
            <a:ext cx="7848600" cy="5105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800" b="0" i="0" u="none" strike="noStrike" kern="0" cap="none" spc="0" normalizeH="0" baseline="0" noProof="0" smtClean="0">
                <a:ln>
                  <a:noFill/>
                </a:ln>
                <a:solidFill>
                  <a:srgbClr val="339933"/>
                </a:solidFill>
                <a:effectLst>
                  <a:outerShdw blurRad="38100" dist="38100" dir="2700000" algn="tl">
                    <a:srgbClr val="000000"/>
                  </a:outerShdw>
                </a:effectLst>
                <a:uLnTx/>
                <a:uFillTx/>
                <a:latin typeface="+mn-lt"/>
                <a:ea typeface="+mn-ea"/>
                <a:cs typeface="+mn-cs"/>
              </a:rPr>
              <a:t>74LS138</a:t>
            </a:r>
            <a:r>
              <a:rPr kumimoji="0" lang="zh-CN" altLang="en-US" sz="2800" b="0" i="0" u="none" strike="noStrike" kern="0" cap="none" spc="0" normalizeH="0" baseline="0" noProof="0" smtClean="0">
                <a:ln>
                  <a:noFill/>
                </a:ln>
                <a:solidFill>
                  <a:srgbClr val="339933"/>
                </a:solidFill>
                <a:effectLst>
                  <a:outerShdw blurRad="38100" dist="38100" dir="2700000" algn="tl">
                    <a:srgbClr val="000000"/>
                  </a:outerShdw>
                </a:effectLst>
                <a:uLnTx/>
                <a:uFillTx/>
                <a:latin typeface="+mn-lt"/>
                <a:ea typeface="+mn-ea"/>
                <a:cs typeface="+mn-cs"/>
              </a:rPr>
              <a:t>的引脚图如下</a:t>
            </a:r>
            <a:r>
              <a:rPr kumimoji="0" lang="en-US" altLang="zh-CN" sz="2800" b="0" i="0" u="none" strike="noStrike" kern="0" cap="none" spc="0" normalizeH="0" baseline="0" noProof="0" smtClean="0">
                <a:ln>
                  <a:noFill/>
                </a:ln>
                <a:solidFill>
                  <a:srgbClr val="339933"/>
                </a:solidFill>
                <a:effectLst>
                  <a:outerShdw blurRad="38100" dist="38100" dir="2700000" algn="tl">
                    <a:srgbClr val="000000"/>
                  </a:outerShdw>
                </a:effectLst>
                <a:uLnTx/>
                <a:uFillTx/>
                <a:latin typeface="+mn-lt"/>
                <a:ea typeface="+mn-ea"/>
                <a:cs typeface="+mn-cs"/>
              </a:rPr>
              <a:t>:</a:t>
            </a:r>
            <a:endParaRPr kumimoji="0" lang="en-US" altLang="zh-CN" sz="2800" b="0" i="0" u="none" strike="noStrike" kern="0" cap="none" spc="0" normalizeH="0" baseline="0" noProof="0" smtClean="0">
              <a:ln>
                <a:noFill/>
              </a:ln>
              <a:solidFill>
                <a:srgbClr val="339933"/>
              </a:solidFill>
              <a:effectLst>
                <a:outerShdw blurRad="38100" dist="38100" dir="2700000" algn="tl">
                  <a:srgbClr val="000000"/>
                </a:outerShdw>
              </a:effectLst>
              <a:uLnTx/>
              <a:uFillTx/>
              <a:latin typeface="+mn-lt"/>
              <a:ea typeface="+mn-ea"/>
              <a:cs typeface="+mn-cs"/>
            </a:endParaRPr>
          </a:p>
        </p:txBody>
      </p:sp>
      <p:grpSp>
        <p:nvGrpSpPr>
          <p:cNvPr id="86018" name="Group 66"/>
          <p:cNvGrpSpPr/>
          <p:nvPr/>
        </p:nvGrpSpPr>
        <p:grpSpPr>
          <a:xfrm>
            <a:off x="2133600" y="1905000"/>
            <a:ext cx="5040313" cy="3795713"/>
            <a:chOff x="1344" y="1200"/>
            <a:chExt cx="3175" cy="2391"/>
          </a:xfrm>
        </p:grpSpPr>
        <p:grpSp>
          <p:nvGrpSpPr>
            <p:cNvPr id="86019" name="Group 3"/>
            <p:cNvGrpSpPr/>
            <p:nvPr/>
          </p:nvGrpSpPr>
          <p:grpSpPr>
            <a:xfrm>
              <a:off x="1344" y="1200"/>
              <a:ext cx="3175" cy="2391"/>
              <a:chOff x="1344" y="1200"/>
              <a:chExt cx="3175" cy="2391"/>
            </a:xfrm>
          </p:grpSpPr>
          <p:sp>
            <p:nvSpPr>
              <p:cNvPr id="86020" name="Rectangle 4"/>
              <p:cNvSpPr/>
              <p:nvPr/>
            </p:nvSpPr>
            <p:spPr>
              <a:xfrm>
                <a:off x="1392" y="1728"/>
                <a:ext cx="3120" cy="1296"/>
              </a:xfrm>
              <a:prstGeom prst="rect">
                <a:avLst/>
              </a:prstGeom>
              <a:solidFill>
                <a:srgbClr val="CCFFFF"/>
              </a:solidFill>
              <a:ln w="381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6021" name="Line 5"/>
              <p:cNvSpPr/>
              <p:nvPr/>
            </p:nvSpPr>
            <p:spPr>
              <a:xfrm>
                <a:off x="1536" y="3024"/>
                <a:ext cx="0" cy="240"/>
              </a:xfrm>
              <a:prstGeom prst="line">
                <a:avLst/>
              </a:prstGeom>
              <a:ln w="9525" cap="flat" cmpd="sng">
                <a:solidFill>
                  <a:srgbClr val="3333FF"/>
                </a:solidFill>
                <a:prstDash val="solid"/>
                <a:round/>
                <a:headEnd type="none" w="med" len="med"/>
                <a:tailEnd type="none" w="med" len="med"/>
              </a:ln>
            </p:spPr>
          </p:sp>
          <p:sp>
            <p:nvSpPr>
              <p:cNvPr id="86022" name="Line 6"/>
              <p:cNvSpPr/>
              <p:nvPr/>
            </p:nvSpPr>
            <p:spPr>
              <a:xfrm>
                <a:off x="1920" y="3024"/>
                <a:ext cx="0" cy="240"/>
              </a:xfrm>
              <a:prstGeom prst="line">
                <a:avLst/>
              </a:prstGeom>
              <a:ln w="9525" cap="flat" cmpd="sng">
                <a:solidFill>
                  <a:srgbClr val="3333FF"/>
                </a:solidFill>
                <a:prstDash val="solid"/>
                <a:round/>
                <a:headEnd type="none" w="med" len="med"/>
                <a:tailEnd type="none" w="med" len="med"/>
              </a:ln>
            </p:spPr>
          </p:sp>
          <p:sp>
            <p:nvSpPr>
              <p:cNvPr id="86023" name="Line 7"/>
              <p:cNvSpPr/>
              <p:nvPr/>
            </p:nvSpPr>
            <p:spPr>
              <a:xfrm>
                <a:off x="2304" y="3024"/>
                <a:ext cx="0" cy="240"/>
              </a:xfrm>
              <a:prstGeom prst="line">
                <a:avLst/>
              </a:prstGeom>
              <a:ln w="9525" cap="flat" cmpd="sng">
                <a:solidFill>
                  <a:srgbClr val="3333FF"/>
                </a:solidFill>
                <a:prstDash val="solid"/>
                <a:round/>
                <a:headEnd type="none" w="med" len="med"/>
                <a:tailEnd type="none" w="med" len="med"/>
              </a:ln>
            </p:spPr>
          </p:sp>
          <p:sp>
            <p:nvSpPr>
              <p:cNvPr id="86024" name="Line 8"/>
              <p:cNvSpPr/>
              <p:nvPr/>
            </p:nvSpPr>
            <p:spPr>
              <a:xfrm>
                <a:off x="2736" y="3024"/>
                <a:ext cx="0" cy="240"/>
              </a:xfrm>
              <a:prstGeom prst="line">
                <a:avLst/>
              </a:prstGeom>
              <a:ln w="9525" cap="flat" cmpd="sng">
                <a:solidFill>
                  <a:srgbClr val="3333FF"/>
                </a:solidFill>
                <a:prstDash val="solid"/>
                <a:round/>
                <a:headEnd type="none" w="med" len="med"/>
                <a:tailEnd type="none" w="med" len="med"/>
              </a:ln>
            </p:spPr>
          </p:sp>
          <p:sp>
            <p:nvSpPr>
              <p:cNvPr id="86025" name="Line 9"/>
              <p:cNvSpPr/>
              <p:nvPr/>
            </p:nvSpPr>
            <p:spPr>
              <a:xfrm>
                <a:off x="3120" y="3024"/>
                <a:ext cx="0" cy="240"/>
              </a:xfrm>
              <a:prstGeom prst="line">
                <a:avLst/>
              </a:prstGeom>
              <a:ln w="9525" cap="flat" cmpd="sng">
                <a:solidFill>
                  <a:srgbClr val="3333FF"/>
                </a:solidFill>
                <a:prstDash val="solid"/>
                <a:round/>
                <a:headEnd type="none" w="med" len="med"/>
                <a:tailEnd type="none" w="med" len="med"/>
              </a:ln>
            </p:spPr>
          </p:sp>
          <p:sp>
            <p:nvSpPr>
              <p:cNvPr id="86026" name="Line 10"/>
              <p:cNvSpPr/>
              <p:nvPr/>
            </p:nvSpPr>
            <p:spPr>
              <a:xfrm>
                <a:off x="3504" y="3024"/>
                <a:ext cx="0" cy="240"/>
              </a:xfrm>
              <a:prstGeom prst="line">
                <a:avLst/>
              </a:prstGeom>
              <a:ln w="9525" cap="flat" cmpd="sng">
                <a:solidFill>
                  <a:srgbClr val="3333FF"/>
                </a:solidFill>
                <a:prstDash val="solid"/>
                <a:round/>
                <a:headEnd type="none" w="med" len="med"/>
                <a:tailEnd type="none" w="med" len="med"/>
              </a:ln>
            </p:spPr>
          </p:sp>
          <p:sp>
            <p:nvSpPr>
              <p:cNvPr id="86027" name="Line 11"/>
              <p:cNvSpPr/>
              <p:nvPr/>
            </p:nvSpPr>
            <p:spPr>
              <a:xfrm>
                <a:off x="3888" y="3024"/>
                <a:ext cx="0" cy="240"/>
              </a:xfrm>
              <a:prstGeom prst="line">
                <a:avLst/>
              </a:prstGeom>
              <a:ln w="9525" cap="flat" cmpd="sng">
                <a:solidFill>
                  <a:srgbClr val="3333FF"/>
                </a:solidFill>
                <a:prstDash val="solid"/>
                <a:round/>
                <a:headEnd type="none" w="med" len="med"/>
                <a:tailEnd type="none" w="med" len="med"/>
              </a:ln>
            </p:spPr>
          </p:sp>
          <p:sp>
            <p:nvSpPr>
              <p:cNvPr id="86028" name="Line 12"/>
              <p:cNvSpPr/>
              <p:nvPr/>
            </p:nvSpPr>
            <p:spPr>
              <a:xfrm>
                <a:off x="4272" y="3024"/>
                <a:ext cx="0" cy="240"/>
              </a:xfrm>
              <a:prstGeom prst="line">
                <a:avLst/>
              </a:prstGeom>
              <a:ln w="9525" cap="flat" cmpd="sng">
                <a:solidFill>
                  <a:srgbClr val="3333FF"/>
                </a:solidFill>
                <a:prstDash val="solid"/>
                <a:round/>
                <a:headEnd type="none" w="med" len="med"/>
                <a:tailEnd type="none" w="med" len="med"/>
              </a:ln>
            </p:spPr>
          </p:sp>
          <p:sp>
            <p:nvSpPr>
              <p:cNvPr id="86029" name="Line 13"/>
              <p:cNvSpPr/>
              <p:nvPr/>
            </p:nvSpPr>
            <p:spPr>
              <a:xfrm>
                <a:off x="4320" y="1488"/>
                <a:ext cx="0" cy="240"/>
              </a:xfrm>
              <a:prstGeom prst="line">
                <a:avLst/>
              </a:prstGeom>
              <a:ln w="9525" cap="flat" cmpd="sng">
                <a:solidFill>
                  <a:srgbClr val="3333FF"/>
                </a:solidFill>
                <a:prstDash val="solid"/>
                <a:round/>
                <a:headEnd type="none" w="med" len="med"/>
                <a:tailEnd type="none" w="med" len="med"/>
              </a:ln>
            </p:spPr>
          </p:sp>
          <p:sp>
            <p:nvSpPr>
              <p:cNvPr id="86030" name="Line 14"/>
              <p:cNvSpPr/>
              <p:nvPr/>
            </p:nvSpPr>
            <p:spPr>
              <a:xfrm>
                <a:off x="3936" y="1488"/>
                <a:ext cx="0" cy="240"/>
              </a:xfrm>
              <a:prstGeom prst="line">
                <a:avLst/>
              </a:prstGeom>
              <a:ln w="9525" cap="flat" cmpd="sng">
                <a:solidFill>
                  <a:srgbClr val="3333FF"/>
                </a:solidFill>
                <a:prstDash val="solid"/>
                <a:round/>
                <a:headEnd type="none" w="med" len="med"/>
                <a:tailEnd type="none" w="med" len="med"/>
              </a:ln>
            </p:spPr>
          </p:sp>
          <p:sp>
            <p:nvSpPr>
              <p:cNvPr id="86031" name="Line 15"/>
              <p:cNvSpPr/>
              <p:nvPr/>
            </p:nvSpPr>
            <p:spPr>
              <a:xfrm>
                <a:off x="3552" y="1488"/>
                <a:ext cx="0" cy="240"/>
              </a:xfrm>
              <a:prstGeom prst="line">
                <a:avLst/>
              </a:prstGeom>
              <a:ln w="9525" cap="flat" cmpd="sng">
                <a:solidFill>
                  <a:srgbClr val="3333FF"/>
                </a:solidFill>
                <a:prstDash val="solid"/>
                <a:round/>
                <a:headEnd type="none" w="med" len="med"/>
                <a:tailEnd type="none" w="med" len="med"/>
              </a:ln>
            </p:spPr>
          </p:sp>
          <p:sp>
            <p:nvSpPr>
              <p:cNvPr id="86032" name="Line 16"/>
              <p:cNvSpPr/>
              <p:nvPr/>
            </p:nvSpPr>
            <p:spPr>
              <a:xfrm>
                <a:off x="3168" y="1488"/>
                <a:ext cx="0" cy="240"/>
              </a:xfrm>
              <a:prstGeom prst="line">
                <a:avLst/>
              </a:prstGeom>
              <a:ln w="9525" cap="flat" cmpd="sng">
                <a:solidFill>
                  <a:srgbClr val="3333FF"/>
                </a:solidFill>
                <a:prstDash val="solid"/>
                <a:round/>
                <a:headEnd type="none" w="med" len="med"/>
                <a:tailEnd type="none" w="med" len="med"/>
              </a:ln>
            </p:spPr>
          </p:sp>
          <p:sp>
            <p:nvSpPr>
              <p:cNvPr id="86033" name="Line 17"/>
              <p:cNvSpPr/>
              <p:nvPr/>
            </p:nvSpPr>
            <p:spPr>
              <a:xfrm>
                <a:off x="2784" y="1488"/>
                <a:ext cx="0" cy="240"/>
              </a:xfrm>
              <a:prstGeom prst="line">
                <a:avLst/>
              </a:prstGeom>
              <a:ln w="9525" cap="flat" cmpd="sng">
                <a:solidFill>
                  <a:srgbClr val="3333FF"/>
                </a:solidFill>
                <a:prstDash val="solid"/>
                <a:round/>
                <a:headEnd type="none" w="med" len="med"/>
                <a:tailEnd type="none" w="med" len="med"/>
              </a:ln>
            </p:spPr>
          </p:sp>
          <p:sp>
            <p:nvSpPr>
              <p:cNvPr id="86034" name="Line 18"/>
              <p:cNvSpPr/>
              <p:nvPr/>
            </p:nvSpPr>
            <p:spPr>
              <a:xfrm>
                <a:off x="2400" y="1488"/>
                <a:ext cx="0" cy="240"/>
              </a:xfrm>
              <a:prstGeom prst="line">
                <a:avLst/>
              </a:prstGeom>
              <a:ln w="9525" cap="flat" cmpd="sng">
                <a:solidFill>
                  <a:srgbClr val="3333FF"/>
                </a:solidFill>
                <a:prstDash val="solid"/>
                <a:round/>
                <a:headEnd type="none" w="med" len="med"/>
                <a:tailEnd type="none" w="med" len="med"/>
              </a:ln>
            </p:spPr>
          </p:sp>
          <p:sp>
            <p:nvSpPr>
              <p:cNvPr id="86035" name="Line 19"/>
              <p:cNvSpPr/>
              <p:nvPr/>
            </p:nvSpPr>
            <p:spPr>
              <a:xfrm>
                <a:off x="2016" y="1488"/>
                <a:ext cx="0" cy="240"/>
              </a:xfrm>
              <a:prstGeom prst="line">
                <a:avLst/>
              </a:prstGeom>
              <a:ln w="9525" cap="flat" cmpd="sng">
                <a:solidFill>
                  <a:srgbClr val="3333FF"/>
                </a:solidFill>
                <a:prstDash val="solid"/>
                <a:round/>
                <a:headEnd type="none" w="med" len="med"/>
                <a:tailEnd type="none" w="med" len="med"/>
              </a:ln>
            </p:spPr>
          </p:sp>
          <p:sp>
            <p:nvSpPr>
              <p:cNvPr id="86036" name="Line 20"/>
              <p:cNvSpPr/>
              <p:nvPr/>
            </p:nvSpPr>
            <p:spPr>
              <a:xfrm>
                <a:off x="1632" y="1488"/>
                <a:ext cx="0" cy="240"/>
              </a:xfrm>
              <a:prstGeom prst="line">
                <a:avLst/>
              </a:prstGeom>
              <a:ln w="9525" cap="flat" cmpd="sng">
                <a:solidFill>
                  <a:srgbClr val="3333FF"/>
                </a:solidFill>
                <a:prstDash val="solid"/>
                <a:round/>
                <a:headEnd type="none" w="med" len="med"/>
                <a:tailEnd type="none" w="med" len="med"/>
              </a:ln>
            </p:spPr>
          </p:sp>
          <p:sp>
            <p:nvSpPr>
              <p:cNvPr id="86037" name="Line 21"/>
              <p:cNvSpPr/>
              <p:nvPr/>
            </p:nvSpPr>
            <p:spPr>
              <a:xfrm>
                <a:off x="1392" y="2304"/>
                <a:ext cx="192" cy="0"/>
              </a:xfrm>
              <a:prstGeom prst="line">
                <a:avLst/>
              </a:prstGeom>
              <a:ln w="9525" cap="flat" cmpd="sng">
                <a:solidFill>
                  <a:schemeClr val="tx1"/>
                </a:solidFill>
                <a:prstDash val="solid"/>
                <a:round/>
                <a:headEnd type="none" w="med" len="med"/>
                <a:tailEnd type="none" w="med" len="med"/>
              </a:ln>
            </p:spPr>
          </p:sp>
          <p:sp>
            <p:nvSpPr>
              <p:cNvPr id="86038" name="Line 22"/>
              <p:cNvSpPr/>
              <p:nvPr/>
            </p:nvSpPr>
            <p:spPr>
              <a:xfrm>
                <a:off x="1584" y="2304"/>
                <a:ext cx="0" cy="96"/>
              </a:xfrm>
              <a:prstGeom prst="line">
                <a:avLst/>
              </a:prstGeom>
              <a:ln w="9525" cap="flat" cmpd="sng">
                <a:solidFill>
                  <a:schemeClr val="tx1"/>
                </a:solidFill>
                <a:prstDash val="solid"/>
                <a:round/>
                <a:headEnd type="none" w="med" len="med"/>
                <a:tailEnd type="none" w="med" len="med"/>
              </a:ln>
            </p:spPr>
          </p:sp>
          <p:sp>
            <p:nvSpPr>
              <p:cNvPr id="86039" name="Line 23"/>
              <p:cNvSpPr/>
              <p:nvPr/>
            </p:nvSpPr>
            <p:spPr>
              <a:xfrm flipH="1">
                <a:off x="1392" y="2400"/>
                <a:ext cx="192" cy="0"/>
              </a:xfrm>
              <a:prstGeom prst="line">
                <a:avLst/>
              </a:prstGeom>
              <a:ln w="9525" cap="flat" cmpd="sng">
                <a:solidFill>
                  <a:schemeClr val="tx1"/>
                </a:solidFill>
                <a:prstDash val="solid"/>
                <a:round/>
                <a:headEnd type="none" w="med" len="med"/>
                <a:tailEnd type="none" w="med" len="med"/>
              </a:ln>
            </p:spPr>
          </p:sp>
          <p:sp>
            <p:nvSpPr>
              <p:cNvPr id="86040" name="Rectangle 24"/>
              <p:cNvSpPr/>
              <p:nvPr/>
            </p:nvSpPr>
            <p:spPr>
              <a:xfrm>
                <a:off x="1392" y="3264"/>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A</a:t>
                </a:r>
                <a:r>
                  <a:rPr lang="en-US" altLang="zh-CN" sz="2800" i="0" baseline="-25000" dirty="0">
                    <a:solidFill>
                      <a:srgbClr val="3333FF"/>
                    </a:solidFill>
                    <a:latin typeface="Arial Black" panose="020B0A04020102020204" pitchFamily="34" charset="0"/>
                    <a:ea typeface="宋体" panose="02010600030101010101" pitchFamily="2" charset="-122"/>
                  </a:rPr>
                  <a:t>0</a:t>
                </a:r>
                <a:endParaRPr lang="en-US" altLang="zh-CN" sz="2800" i="0" dirty="0">
                  <a:solidFill>
                    <a:srgbClr val="3333FF"/>
                  </a:solidFill>
                  <a:latin typeface="Arial Black" panose="020B0A04020102020204" pitchFamily="34" charset="0"/>
                  <a:ea typeface="宋体" panose="02010600030101010101" pitchFamily="2" charset="-122"/>
                </a:endParaRPr>
              </a:p>
            </p:txBody>
          </p:sp>
          <p:sp>
            <p:nvSpPr>
              <p:cNvPr id="86041" name="Rectangle 25"/>
              <p:cNvSpPr/>
              <p:nvPr/>
            </p:nvSpPr>
            <p:spPr>
              <a:xfrm>
                <a:off x="1776" y="3264"/>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A</a:t>
                </a:r>
                <a:r>
                  <a:rPr lang="en-US" altLang="zh-CN" sz="2800" i="0" baseline="-25000" dirty="0">
                    <a:solidFill>
                      <a:srgbClr val="3333FF"/>
                    </a:solidFill>
                    <a:latin typeface="Arial Black" panose="020B0A04020102020204" pitchFamily="34" charset="0"/>
                    <a:ea typeface="宋体" panose="02010600030101010101" pitchFamily="2" charset="-122"/>
                  </a:rPr>
                  <a:t>1</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2" name="Rectangle 26"/>
              <p:cNvSpPr/>
              <p:nvPr/>
            </p:nvSpPr>
            <p:spPr>
              <a:xfrm>
                <a:off x="2160" y="3264"/>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A</a:t>
                </a:r>
                <a:r>
                  <a:rPr lang="en-US" altLang="zh-CN" sz="2800" i="0" baseline="-25000" dirty="0">
                    <a:solidFill>
                      <a:srgbClr val="3333FF"/>
                    </a:solidFill>
                    <a:latin typeface="Arial Black" panose="020B0A04020102020204" pitchFamily="34" charset="0"/>
                    <a:ea typeface="宋体" panose="02010600030101010101" pitchFamily="2" charset="-122"/>
                  </a:rPr>
                  <a:t>2</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3" name="Rectangle 27"/>
              <p:cNvSpPr/>
              <p:nvPr/>
            </p:nvSpPr>
            <p:spPr>
              <a:xfrm>
                <a:off x="2592" y="3264"/>
                <a:ext cx="379"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S</a:t>
                </a:r>
                <a:r>
                  <a:rPr lang="en-US" altLang="zh-CN" sz="2800" i="0" baseline="-25000" dirty="0">
                    <a:solidFill>
                      <a:srgbClr val="3333FF"/>
                    </a:solidFill>
                    <a:latin typeface="Arial Black" panose="020B0A04020102020204" pitchFamily="34" charset="0"/>
                    <a:ea typeface="宋体" panose="02010600030101010101" pitchFamily="2" charset="-122"/>
                  </a:rPr>
                  <a:t>3</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4" name="Rectangle 28"/>
              <p:cNvSpPr/>
              <p:nvPr/>
            </p:nvSpPr>
            <p:spPr>
              <a:xfrm>
                <a:off x="2976" y="3264"/>
                <a:ext cx="379"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S</a:t>
                </a:r>
                <a:r>
                  <a:rPr lang="en-US" altLang="zh-CN" sz="2800" i="0" baseline="-25000" dirty="0">
                    <a:solidFill>
                      <a:srgbClr val="3333FF"/>
                    </a:solidFill>
                    <a:latin typeface="Arial Black" panose="020B0A04020102020204" pitchFamily="34" charset="0"/>
                    <a:ea typeface="宋体" panose="02010600030101010101" pitchFamily="2" charset="-122"/>
                  </a:rPr>
                  <a:t>2</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5" name="Rectangle 29"/>
              <p:cNvSpPr/>
              <p:nvPr/>
            </p:nvSpPr>
            <p:spPr>
              <a:xfrm>
                <a:off x="3360" y="3264"/>
                <a:ext cx="379"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S</a:t>
                </a:r>
                <a:r>
                  <a:rPr lang="en-US" altLang="zh-CN" sz="2800" i="0" baseline="-25000" dirty="0">
                    <a:solidFill>
                      <a:srgbClr val="3333FF"/>
                    </a:solidFill>
                    <a:latin typeface="Arial Black" panose="020B0A04020102020204" pitchFamily="34" charset="0"/>
                    <a:ea typeface="宋体" panose="02010600030101010101" pitchFamily="2" charset="-122"/>
                  </a:rPr>
                  <a:t>1</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6" name="Rectangle 30"/>
              <p:cNvSpPr/>
              <p:nvPr/>
            </p:nvSpPr>
            <p:spPr>
              <a:xfrm>
                <a:off x="3744" y="3264"/>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7</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7" name="Rectangle 31"/>
              <p:cNvSpPr/>
              <p:nvPr/>
            </p:nvSpPr>
            <p:spPr>
              <a:xfrm>
                <a:off x="4128" y="1200"/>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6</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8" name="Rectangle 32"/>
              <p:cNvSpPr/>
              <p:nvPr/>
            </p:nvSpPr>
            <p:spPr>
              <a:xfrm>
                <a:off x="3744" y="1200"/>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5</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9" name="Rectangle 33"/>
              <p:cNvSpPr/>
              <p:nvPr/>
            </p:nvSpPr>
            <p:spPr>
              <a:xfrm>
                <a:off x="3360" y="1200"/>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4</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50" name="Rectangle 34"/>
              <p:cNvSpPr/>
              <p:nvPr/>
            </p:nvSpPr>
            <p:spPr>
              <a:xfrm>
                <a:off x="2976" y="1200"/>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3</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51" name="Rectangle 35"/>
              <p:cNvSpPr/>
              <p:nvPr/>
            </p:nvSpPr>
            <p:spPr>
              <a:xfrm>
                <a:off x="2592" y="1200"/>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2</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52" name="Rectangle 36"/>
              <p:cNvSpPr/>
              <p:nvPr/>
            </p:nvSpPr>
            <p:spPr>
              <a:xfrm>
                <a:off x="2208" y="1200"/>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1</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53" name="Rectangle 37"/>
              <p:cNvSpPr/>
              <p:nvPr/>
            </p:nvSpPr>
            <p:spPr>
              <a:xfrm>
                <a:off x="1824" y="1200"/>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0</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54" name="Rectangle 38"/>
              <p:cNvSpPr/>
              <p:nvPr/>
            </p:nvSpPr>
            <p:spPr>
              <a:xfrm>
                <a:off x="1344" y="1200"/>
                <a:ext cx="526"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V</a:t>
                </a:r>
                <a:r>
                  <a:rPr lang="en-US" altLang="zh-CN" sz="2800" i="0" baseline="-25000" dirty="0">
                    <a:solidFill>
                      <a:srgbClr val="3333FF"/>
                    </a:solidFill>
                    <a:latin typeface="Arial Black" panose="020B0A04020102020204" pitchFamily="34" charset="0"/>
                    <a:ea typeface="宋体" panose="02010600030101010101" pitchFamily="2" charset="-122"/>
                  </a:rPr>
                  <a:t>CC</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55" name="Rectangle 39"/>
              <p:cNvSpPr/>
              <p:nvPr/>
            </p:nvSpPr>
            <p:spPr>
              <a:xfrm>
                <a:off x="1392" y="2688"/>
                <a:ext cx="265"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1</a:t>
                </a:r>
                <a:endParaRPr lang="en-US" altLang="zh-CN" sz="2800" i="0" dirty="0">
                  <a:solidFill>
                    <a:srgbClr val="3333FF"/>
                  </a:solidFill>
                  <a:latin typeface="Arial Black" panose="020B0A04020102020204" pitchFamily="34" charset="0"/>
                  <a:ea typeface="宋体" panose="02010600030101010101" pitchFamily="2" charset="-122"/>
                </a:endParaRPr>
              </a:p>
            </p:txBody>
          </p:sp>
          <p:sp>
            <p:nvSpPr>
              <p:cNvPr id="86056" name="Line 40"/>
              <p:cNvSpPr/>
              <p:nvPr/>
            </p:nvSpPr>
            <p:spPr>
              <a:xfrm>
                <a:off x="4080" y="3264"/>
                <a:ext cx="384" cy="0"/>
              </a:xfrm>
              <a:prstGeom prst="line">
                <a:avLst/>
              </a:prstGeom>
              <a:ln w="38100" cap="flat" cmpd="sng">
                <a:solidFill>
                  <a:srgbClr val="3333FF"/>
                </a:solidFill>
                <a:prstDash val="solid"/>
                <a:round/>
                <a:headEnd type="none" w="med" len="med"/>
                <a:tailEnd type="none" w="med" len="med"/>
              </a:ln>
            </p:spPr>
          </p:sp>
          <p:sp>
            <p:nvSpPr>
              <p:cNvPr id="86057" name="Rectangle 41"/>
              <p:cNvSpPr/>
              <p:nvPr/>
            </p:nvSpPr>
            <p:spPr>
              <a:xfrm>
                <a:off x="4176" y="2736"/>
                <a:ext cx="265"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8</a:t>
                </a:r>
                <a:endParaRPr lang="en-US" altLang="zh-CN" sz="2800" i="0" dirty="0">
                  <a:solidFill>
                    <a:srgbClr val="3333FF"/>
                  </a:solidFill>
                  <a:latin typeface="Arial Black" panose="020B0A04020102020204" pitchFamily="34" charset="0"/>
                  <a:ea typeface="宋体" panose="02010600030101010101" pitchFamily="2" charset="-122"/>
                </a:endParaRPr>
              </a:p>
            </p:txBody>
          </p:sp>
          <p:sp>
            <p:nvSpPr>
              <p:cNvPr id="86058" name="Rectangle 42"/>
              <p:cNvSpPr/>
              <p:nvPr/>
            </p:nvSpPr>
            <p:spPr>
              <a:xfrm>
                <a:off x="4176" y="1728"/>
                <a:ext cx="265"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9</a:t>
                </a:r>
                <a:endParaRPr lang="en-US" altLang="zh-CN" sz="2800" i="0" dirty="0">
                  <a:solidFill>
                    <a:srgbClr val="3333FF"/>
                  </a:solidFill>
                  <a:latin typeface="Arial Black" panose="020B0A04020102020204" pitchFamily="34" charset="0"/>
                  <a:ea typeface="宋体" panose="02010600030101010101" pitchFamily="2" charset="-122"/>
                </a:endParaRPr>
              </a:p>
            </p:txBody>
          </p:sp>
          <p:sp>
            <p:nvSpPr>
              <p:cNvPr id="86059" name="Rectangle 43"/>
              <p:cNvSpPr/>
              <p:nvPr/>
            </p:nvSpPr>
            <p:spPr>
              <a:xfrm>
                <a:off x="1392" y="1728"/>
                <a:ext cx="414"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16</a:t>
                </a:r>
                <a:endParaRPr lang="en-US" altLang="zh-CN" sz="2800" i="0" dirty="0">
                  <a:solidFill>
                    <a:srgbClr val="3333FF"/>
                  </a:solidFill>
                  <a:latin typeface="Arial Black" panose="020B0A04020102020204" pitchFamily="34" charset="0"/>
                  <a:ea typeface="宋体" panose="02010600030101010101" pitchFamily="2" charset="-122"/>
                </a:endParaRPr>
              </a:p>
            </p:txBody>
          </p:sp>
          <p:sp>
            <p:nvSpPr>
              <p:cNvPr id="190508" name="Rectangle 44"/>
              <p:cNvSpPr>
                <a:spLocks noChangeArrowheads="1"/>
              </p:cNvSpPr>
              <p:nvPr/>
            </p:nvSpPr>
            <p:spPr bwMode="auto">
              <a:xfrm>
                <a:off x="4128" y="3216"/>
                <a:ext cx="340"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a:ln>
                      <a:noFill/>
                    </a:ln>
                    <a:solidFill>
                      <a:srgbClr val="3333FF"/>
                    </a:solidFill>
                    <a:effectLst>
                      <a:outerShdw blurRad="38100" dist="38100" dir="2700000" algn="tl">
                        <a:srgbClr val="000000"/>
                      </a:outerShdw>
                    </a:effectLst>
                    <a:uLnTx/>
                    <a:uFillTx/>
                    <a:latin typeface="Arial Black" panose="020B0A04020102020204" pitchFamily="34" charset="0"/>
                    <a:ea typeface="宋体" panose="02010600030101010101" pitchFamily="2" charset="-122"/>
                    <a:cs typeface="+mn-cs"/>
                  </a:rPr>
                  <a:t>地</a:t>
                </a:r>
                <a:endParaRPr kumimoji="1" lang="zh-CN" altLang="en-US" sz="2800" b="0" i="0" u="none" strike="noStrike" kern="1200" cap="none" spc="0" normalizeH="0" baseline="0" noProof="0">
                  <a:ln>
                    <a:noFill/>
                  </a:ln>
                  <a:solidFill>
                    <a:srgbClr val="3333FF"/>
                  </a:solidFill>
                  <a:effectLst>
                    <a:outerShdw blurRad="38100" dist="38100" dir="2700000" algn="tl">
                      <a:srgbClr val="000000"/>
                    </a:outerShdw>
                  </a:effectLst>
                  <a:uLnTx/>
                  <a:uFillTx/>
                  <a:latin typeface="Arial Black" panose="020B0A04020102020204" pitchFamily="34" charset="0"/>
                  <a:ea typeface="宋体" panose="02010600030101010101" pitchFamily="2" charset="-122"/>
                  <a:cs typeface="+mn-cs"/>
                </a:endParaRPr>
              </a:p>
            </p:txBody>
          </p:sp>
          <p:sp>
            <p:nvSpPr>
              <p:cNvPr id="86061" name="Rectangle 45"/>
              <p:cNvSpPr/>
              <p:nvPr/>
            </p:nvSpPr>
            <p:spPr>
              <a:xfrm>
                <a:off x="2352" y="2160"/>
                <a:ext cx="1172"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74LS138</a:t>
                </a:r>
                <a:endParaRPr lang="en-US" altLang="zh-CN" sz="2800" i="0" dirty="0">
                  <a:solidFill>
                    <a:srgbClr val="3333FF"/>
                  </a:solidFill>
                  <a:latin typeface="Arial Black" panose="020B0A04020102020204" pitchFamily="34" charset="0"/>
                  <a:ea typeface="宋体" panose="02010600030101010101" pitchFamily="2" charset="-122"/>
                </a:endParaRPr>
              </a:p>
            </p:txBody>
          </p:sp>
          <p:sp>
            <p:nvSpPr>
              <p:cNvPr id="86062" name="Line 46"/>
              <p:cNvSpPr/>
              <p:nvPr/>
            </p:nvSpPr>
            <p:spPr>
              <a:xfrm>
                <a:off x="2592" y="3312"/>
                <a:ext cx="240" cy="0"/>
              </a:xfrm>
              <a:prstGeom prst="line">
                <a:avLst/>
              </a:prstGeom>
              <a:ln w="9525" cap="flat" cmpd="sng">
                <a:solidFill>
                  <a:srgbClr val="3333FF"/>
                </a:solidFill>
                <a:prstDash val="solid"/>
                <a:round/>
                <a:headEnd type="none" w="med" len="med"/>
                <a:tailEnd type="none" w="med" len="med"/>
              </a:ln>
            </p:spPr>
          </p:sp>
          <p:sp>
            <p:nvSpPr>
              <p:cNvPr id="86063" name="Line 47"/>
              <p:cNvSpPr/>
              <p:nvPr/>
            </p:nvSpPr>
            <p:spPr>
              <a:xfrm>
                <a:off x="2988" y="3318"/>
                <a:ext cx="240" cy="0"/>
              </a:xfrm>
              <a:prstGeom prst="line">
                <a:avLst/>
              </a:prstGeom>
              <a:ln w="9525" cap="flat" cmpd="sng">
                <a:solidFill>
                  <a:srgbClr val="3333FF"/>
                </a:solidFill>
                <a:prstDash val="solid"/>
                <a:round/>
                <a:headEnd type="none" w="med" len="med"/>
                <a:tailEnd type="none" w="med" len="med"/>
              </a:ln>
            </p:spPr>
          </p:sp>
          <p:sp>
            <p:nvSpPr>
              <p:cNvPr id="86064" name="Line 48"/>
              <p:cNvSpPr/>
              <p:nvPr/>
            </p:nvSpPr>
            <p:spPr>
              <a:xfrm>
                <a:off x="3792" y="3306"/>
                <a:ext cx="192" cy="0"/>
              </a:xfrm>
              <a:prstGeom prst="line">
                <a:avLst/>
              </a:prstGeom>
              <a:ln w="9525" cap="flat" cmpd="sng">
                <a:solidFill>
                  <a:srgbClr val="3333FF"/>
                </a:solidFill>
                <a:prstDash val="solid"/>
                <a:round/>
                <a:headEnd type="none" w="med" len="med"/>
                <a:tailEnd type="none" w="med" len="med"/>
              </a:ln>
            </p:spPr>
          </p:sp>
          <p:sp>
            <p:nvSpPr>
              <p:cNvPr id="86065" name="Line 49"/>
              <p:cNvSpPr/>
              <p:nvPr/>
            </p:nvSpPr>
            <p:spPr>
              <a:xfrm>
                <a:off x="4176" y="1200"/>
                <a:ext cx="240" cy="0"/>
              </a:xfrm>
              <a:prstGeom prst="line">
                <a:avLst/>
              </a:prstGeom>
              <a:ln w="9525" cap="flat" cmpd="sng">
                <a:solidFill>
                  <a:srgbClr val="3333FF"/>
                </a:solidFill>
                <a:prstDash val="solid"/>
                <a:round/>
                <a:headEnd type="none" w="med" len="med"/>
                <a:tailEnd type="none" w="med" len="med"/>
              </a:ln>
            </p:spPr>
          </p:sp>
          <p:sp>
            <p:nvSpPr>
              <p:cNvPr id="86066" name="Line 50"/>
              <p:cNvSpPr/>
              <p:nvPr/>
            </p:nvSpPr>
            <p:spPr>
              <a:xfrm>
                <a:off x="3792" y="1200"/>
                <a:ext cx="240" cy="0"/>
              </a:xfrm>
              <a:prstGeom prst="line">
                <a:avLst/>
              </a:prstGeom>
              <a:ln w="9525" cap="flat" cmpd="sng">
                <a:solidFill>
                  <a:srgbClr val="3333FF"/>
                </a:solidFill>
                <a:prstDash val="solid"/>
                <a:round/>
                <a:headEnd type="none" w="med" len="med"/>
                <a:tailEnd type="none" w="med" len="med"/>
              </a:ln>
            </p:spPr>
          </p:sp>
          <p:sp>
            <p:nvSpPr>
              <p:cNvPr id="86067" name="Line 51"/>
              <p:cNvSpPr/>
              <p:nvPr/>
            </p:nvSpPr>
            <p:spPr>
              <a:xfrm>
                <a:off x="3408" y="1200"/>
                <a:ext cx="192" cy="0"/>
              </a:xfrm>
              <a:prstGeom prst="line">
                <a:avLst/>
              </a:prstGeom>
              <a:ln w="9525" cap="flat" cmpd="sng">
                <a:solidFill>
                  <a:srgbClr val="3333FF"/>
                </a:solidFill>
                <a:prstDash val="solid"/>
                <a:round/>
                <a:headEnd type="none" w="med" len="med"/>
                <a:tailEnd type="none" w="med" len="med"/>
              </a:ln>
            </p:spPr>
          </p:sp>
          <p:sp>
            <p:nvSpPr>
              <p:cNvPr id="86068" name="Line 52"/>
              <p:cNvSpPr/>
              <p:nvPr/>
            </p:nvSpPr>
            <p:spPr>
              <a:xfrm>
                <a:off x="3024" y="1200"/>
                <a:ext cx="192" cy="0"/>
              </a:xfrm>
              <a:prstGeom prst="line">
                <a:avLst/>
              </a:prstGeom>
              <a:ln w="9525" cap="flat" cmpd="sng">
                <a:solidFill>
                  <a:srgbClr val="3333FF"/>
                </a:solidFill>
                <a:prstDash val="solid"/>
                <a:round/>
                <a:headEnd type="none" w="med" len="med"/>
                <a:tailEnd type="none" w="med" len="med"/>
              </a:ln>
            </p:spPr>
          </p:sp>
          <p:sp>
            <p:nvSpPr>
              <p:cNvPr id="86069" name="Line 53"/>
              <p:cNvSpPr/>
              <p:nvPr/>
            </p:nvSpPr>
            <p:spPr>
              <a:xfrm>
                <a:off x="2640" y="1200"/>
                <a:ext cx="192" cy="0"/>
              </a:xfrm>
              <a:prstGeom prst="line">
                <a:avLst/>
              </a:prstGeom>
              <a:ln w="9525" cap="flat" cmpd="sng">
                <a:solidFill>
                  <a:srgbClr val="3333FF"/>
                </a:solidFill>
                <a:prstDash val="solid"/>
                <a:round/>
                <a:headEnd type="none" w="med" len="med"/>
                <a:tailEnd type="none" w="med" len="med"/>
              </a:ln>
            </p:spPr>
          </p:sp>
          <p:sp>
            <p:nvSpPr>
              <p:cNvPr id="86070" name="Line 54"/>
              <p:cNvSpPr/>
              <p:nvPr/>
            </p:nvSpPr>
            <p:spPr>
              <a:xfrm>
                <a:off x="2256" y="1200"/>
                <a:ext cx="192" cy="0"/>
              </a:xfrm>
              <a:prstGeom prst="line">
                <a:avLst/>
              </a:prstGeom>
              <a:ln w="9525" cap="flat" cmpd="sng">
                <a:solidFill>
                  <a:srgbClr val="3333FF"/>
                </a:solidFill>
                <a:prstDash val="solid"/>
                <a:round/>
                <a:headEnd type="none" w="med" len="med"/>
                <a:tailEnd type="none" w="med" len="med"/>
              </a:ln>
            </p:spPr>
          </p:sp>
          <p:sp>
            <p:nvSpPr>
              <p:cNvPr id="86071" name="Line 55"/>
              <p:cNvSpPr/>
              <p:nvPr/>
            </p:nvSpPr>
            <p:spPr>
              <a:xfrm>
                <a:off x="1872" y="1200"/>
                <a:ext cx="192" cy="0"/>
              </a:xfrm>
              <a:prstGeom prst="line">
                <a:avLst/>
              </a:prstGeom>
              <a:ln w="9525" cap="flat" cmpd="sng">
                <a:solidFill>
                  <a:srgbClr val="3333FF"/>
                </a:solidFill>
                <a:prstDash val="solid"/>
                <a:round/>
                <a:headEnd type="none" w="med" len="med"/>
                <a:tailEnd type="none" w="med" len="med"/>
              </a:ln>
            </p:spPr>
          </p:sp>
        </p:grpSp>
        <p:sp>
          <p:nvSpPr>
            <p:cNvPr id="86072" name="Oval 56"/>
            <p:cNvSpPr/>
            <p:nvPr/>
          </p:nvSpPr>
          <p:spPr>
            <a:xfrm>
              <a:off x="4287" y="165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73" name="Oval 57"/>
            <p:cNvSpPr/>
            <p:nvPr/>
          </p:nvSpPr>
          <p:spPr>
            <a:xfrm>
              <a:off x="2702" y="3015"/>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74" name="Oval 58"/>
            <p:cNvSpPr/>
            <p:nvPr/>
          </p:nvSpPr>
          <p:spPr>
            <a:xfrm>
              <a:off x="3081" y="3011"/>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75" name="Oval 59"/>
            <p:cNvSpPr/>
            <p:nvPr/>
          </p:nvSpPr>
          <p:spPr>
            <a:xfrm>
              <a:off x="3850" y="3020"/>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76" name="Oval 60"/>
            <p:cNvSpPr/>
            <p:nvPr/>
          </p:nvSpPr>
          <p:spPr>
            <a:xfrm>
              <a:off x="1982" y="1661"/>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77" name="Oval 61"/>
            <p:cNvSpPr/>
            <p:nvPr/>
          </p:nvSpPr>
          <p:spPr>
            <a:xfrm>
              <a:off x="2355" y="165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78" name="Oval 62"/>
            <p:cNvSpPr/>
            <p:nvPr/>
          </p:nvSpPr>
          <p:spPr>
            <a:xfrm>
              <a:off x="2746" y="1653"/>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79" name="Oval 63"/>
            <p:cNvSpPr/>
            <p:nvPr/>
          </p:nvSpPr>
          <p:spPr>
            <a:xfrm>
              <a:off x="3134" y="1653"/>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80" name="Oval 64"/>
            <p:cNvSpPr/>
            <p:nvPr/>
          </p:nvSpPr>
          <p:spPr>
            <a:xfrm>
              <a:off x="3524" y="1652"/>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81" name="Oval 65"/>
            <p:cNvSpPr/>
            <p:nvPr/>
          </p:nvSpPr>
          <p:spPr>
            <a:xfrm>
              <a:off x="3896" y="1653"/>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Text Box 2"/>
          <p:cNvSpPr txBox="1">
            <a:spLocks noChangeArrowheads="1"/>
          </p:cNvSpPr>
          <p:nvPr/>
        </p:nvSpPr>
        <p:spPr bwMode="auto">
          <a:xfrm>
            <a:off x="1371600" y="5867400"/>
            <a:ext cx="6858000" cy="519113"/>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zh-CN" altLang="en-US"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用两片</a:t>
            </a:r>
            <a:r>
              <a:rPr kumimoji="1" lang="en-US" altLang="zh-CN"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74LS138</a:t>
            </a:r>
            <a:r>
              <a:rPr kumimoji="1" lang="zh-CN" altLang="zh-CN"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组成的4线－16线译码器</a:t>
            </a:r>
            <a:endParaRPr kumimoji="1" lang="zh-CN" altLang="en-US"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2" name="Group 3"/>
          <p:cNvGrpSpPr/>
          <p:nvPr/>
        </p:nvGrpSpPr>
        <p:grpSpPr>
          <a:xfrm>
            <a:off x="636588" y="762000"/>
            <a:ext cx="3222625" cy="485775"/>
            <a:chOff x="434" y="480"/>
            <a:chExt cx="2200" cy="306"/>
          </a:xfrm>
        </p:grpSpPr>
        <p:graphicFrame>
          <p:nvGraphicFramePr>
            <p:cNvPr id="87043" name="Object 4"/>
            <p:cNvGraphicFramePr>
              <a:graphicFrameLocks noChangeAspect="1"/>
            </p:cNvGraphicFramePr>
            <p:nvPr/>
          </p:nvGraphicFramePr>
          <p:xfrm>
            <a:off x="434" y="480"/>
            <a:ext cx="312" cy="306"/>
          </p:xfrm>
          <a:graphic>
            <a:graphicData uri="http://schemas.openxmlformats.org/presentationml/2006/ole">
              <mc:AlternateContent xmlns:mc="http://schemas.openxmlformats.org/markup-compatibility/2006">
                <mc:Choice xmlns:v="urn:schemas-microsoft-com:vml" Requires="v">
                  <p:oleObj spid="_x0000_s3247" name="" r:id="rId1" imgW="243205" imgH="311150" progId="Equation.3">
                    <p:embed/>
                  </p:oleObj>
                </mc:Choice>
                <mc:Fallback>
                  <p:oleObj name="" r:id="rId1" imgW="243205" imgH="311150" progId="Equation.3">
                    <p:embed/>
                    <p:pic>
                      <p:nvPicPr>
                        <p:cNvPr id="0" name="图片 3246"/>
                        <p:cNvPicPr/>
                        <p:nvPr/>
                      </p:nvPicPr>
                      <p:blipFill>
                        <a:blip r:embed="rId2">
                          <a:clrChange>
                            <a:clrFrom>
                              <a:srgbClr val="000000"/>
                            </a:clrFrom>
                            <a:clrTo>
                              <a:srgbClr val="000000"/>
                            </a:clrTo>
                          </a:clrChange>
                        </a:blip>
                        <a:stretch>
                          <a:fillRect/>
                        </a:stretch>
                      </p:blipFill>
                      <p:spPr>
                        <a:xfrm>
                          <a:off x="434" y="480"/>
                          <a:ext cx="312" cy="306"/>
                        </a:xfrm>
                        <a:prstGeom prst="rect">
                          <a:avLst/>
                        </a:prstGeom>
                        <a:noFill/>
                        <a:ln w="38100">
                          <a:noFill/>
                          <a:miter/>
                        </a:ln>
                      </p:spPr>
                    </p:pic>
                  </p:oleObj>
                </mc:Fallback>
              </mc:AlternateContent>
            </a:graphicData>
          </a:graphic>
        </p:graphicFrame>
        <p:graphicFrame>
          <p:nvGraphicFramePr>
            <p:cNvPr id="87044" name="Object 5"/>
            <p:cNvGraphicFramePr>
              <a:graphicFrameLocks noChangeAspect="1"/>
            </p:cNvGraphicFramePr>
            <p:nvPr/>
          </p:nvGraphicFramePr>
          <p:xfrm>
            <a:off x="965" y="487"/>
            <a:ext cx="313" cy="292"/>
          </p:xfrm>
          <a:graphic>
            <a:graphicData uri="http://schemas.openxmlformats.org/presentationml/2006/ole">
              <mc:AlternateContent xmlns:mc="http://schemas.openxmlformats.org/markup-compatibility/2006">
                <mc:Choice xmlns:v="urn:schemas-microsoft-com:vml" Requires="v">
                  <p:oleObj spid="_x0000_s3251" name="" r:id="rId3" imgW="243205" imgH="301625" progId="Equation.3">
                    <p:embed/>
                  </p:oleObj>
                </mc:Choice>
                <mc:Fallback>
                  <p:oleObj name="" r:id="rId3" imgW="243205" imgH="301625" progId="Equation.3">
                    <p:embed/>
                    <p:pic>
                      <p:nvPicPr>
                        <p:cNvPr id="0" name="图片 3250"/>
                        <p:cNvPicPr/>
                        <p:nvPr/>
                      </p:nvPicPr>
                      <p:blipFill>
                        <a:blip r:embed="rId4">
                          <a:clrChange>
                            <a:clrFrom>
                              <a:srgbClr val="000000"/>
                            </a:clrFrom>
                            <a:clrTo>
                              <a:srgbClr val="000000"/>
                            </a:clrTo>
                          </a:clrChange>
                        </a:blip>
                        <a:stretch>
                          <a:fillRect/>
                        </a:stretch>
                      </p:blipFill>
                      <p:spPr>
                        <a:xfrm>
                          <a:off x="965" y="487"/>
                          <a:ext cx="313" cy="292"/>
                        </a:xfrm>
                        <a:prstGeom prst="rect">
                          <a:avLst/>
                        </a:prstGeom>
                        <a:noFill/>
                        <a:ln w="38100">
                          <a:noFill/>
                          <a:miter/>
                        </a:ln>
                      </p:spPr>
                    </p:pic>
                  </p:oleObj>
                </mc:Fallback>
              </mc:AlternateContent>
            </a:graphicData>
          </a:graphic>
        </p:graphicFrame>
        <p:graphicFrame>
          <p:nvGraphicFramePr>
            <p:cNvPr id="87045" name="Object 6"/>
            <p:cNvGraphicFramePr>
              <a:graphicFrameLocks noChangeAspect="1"/>
            </p:cNvGraphicFramePr>
            <p:nvPr/>
          </p:nvGraphicFramePr>
          <p:xfrm>
            <a:off x="706" y="487"/>
            <a:ext cx="298" cy="292"/>
          </p:xfrm>
          <a:graphic>
            <a:graphicData uri="http://schemas.openxmlformats.org/presentationml/2006/ole">
              <mc:AlternateContent xmlns:mc="http://schemas.openxmlformats.org/markup-compatibility/2006">
                <mc:Choice xmlns:v="urn:schemas-microsoft-com:vml" Requires="v">
                  <p:oleObj spid="_x0000_s3252" name="" r:id="rId5" imgW="233680" imgH="301625" progId="Equation.3">
                    <p:embed/>
                  </p:oleObj>
                </mc:Choice>
                <mc:Fallback>
                  <p:oleObj name="" r:id="rId5" imgW="233680" imgH="301625" progId="Equation.3">
                    <p:embed/>
                    <p:pic>
                      <p:nvPicPr>
                        <p:cNvPr id="0" name="图片 3251"/>
                        <p:cNvPicPr/>
                        <p:nvPr/>
                      </p:nvPicPr>
                      <p:blipFill>
                        <a:blip r:embed="rId6">
                          <a:clrChange>
                            <a:clrFrom>
                              <a:srgbClr val="000000"/>
                            </a:clrFrom>
                            <a:clrTo>
                              <a:srgbClr val="000000"/>
                            </a:clrTo>
                          </a:clrChange>
                        </a:blip>
                        <a:stretch>
                          <a:fillRect/>
                        </a:stretch>
                      </p:blipFill>
                      <p:spPr>
                        <a:xfrm>
                          <a:off x="706" y="487"/>
                          <a:ext cx="298" cy="292"/>
                        </a:xfrm>
                        <a:prstGeom prst="rect">
                          <a:avLst/>
                        </a:prstGeom>
                        <a:noFill/>
                        <a:ln w="38100">
                          <a:noFill/>
                          <a:miter/>
                        </a:ln>
                      </p:spPr>
                    </p:pic>
                  </p:oleObj>
                </mc:Fallback>
              </mc:AlternateContent>
            </a:graphicData>
          </a:graphic>
        </p:graphicFrame>
        <p:graphicFrame>
          <p:nvGraphicFramePr>
            <p:cNvPr id="87046" name="Object 7"/>
            <p:cNvGraphicFramePr>
              <a:graphicFrameLocks noChangeAspect="1"/>
            </p:cNvGraphicFramePr>
            <p:nvPr/>
          </p:nvGraphicFramePr>
          <p:xfrm>
            <a:off x="1232" y="480"/>
            <a:ext cx="313" cy="306"/>
          </p:xfrm>
          <a:graphic>
            <a:graphicData uri="http://schemas.openxmlformats.org/presentationml/2006/ole">
              <mc:AlternateContent xmlns:mc="http://schemas.openxmlformats.org/markup-compatibility/2006">
                <mc:Choice xmlns:v="urn:schemas-microsoft-com:vml" Requires="v">
                  <p:oleObj spid="_x0000_s3254" name="" r:id="rId7" imgW="243205" imgH="311150" progId="Equation.3">
                    <p:embed/>
                  </p:oleObj>
                </mc:Choice>
                <mc:Fallback>
                  <p:oleObj name="" r:id="rId7" imgW="243205" imgH="311150" progId="Equation.3">
                    <p:embed/>
                    <p:pic>
                      <p:nvPicPr>
                        <p:cNvPr id="0" name="图片 3253"/>
                        <p:cNvPicPr/>
                        <p:nvPr/>
                      </p:nvPicPr>
                      <p:blipFill>
                        <a:blip r:embed="rId8">
                          <a:clrChange>
                            <a:clrFrom>
                              <a:srgbClr val="000000"/>
                            </a:clrFrom>
                            <a:clrTo>
                              <a:srgbClr val="000000"/>
                            </a:clrTo>
                          </a:clrChange>
                        </a:blip>
                        <a:stretch>
                          <a:fillRect/>
                        </a:stretch>
                      </p:blipFill>
                      <p:spPr>
                        <a:xfrm>
                          <a:off x="1232" y="480"/>
                          <a:ext cx="313" cy="306"/>
                        </a:xfrm>
                        <a:prstGeom prst="rect">
                          <a:avLst/>
                        </a:prstGeom>
                        <a:noFill/>
                        <a:ln w="38100">
                          <a:noFill/>
                          <a:miter/>
                        </a:ln>
                      </p:spPr>
                    </p:pic>
                  </p:oleObj>
                </mc:Fallback>
              </mc:AlternateContent>
            </a:graphicData>
          </a:graphic>
        </p:graphicFrame>
        <p:graphicFrame>
          <p:nvGraphicFramePr>
            <p:cNvPr id="87047" name="Object 8"/>
            <p:cNvGraphicFramePr>
              <a:graphicFrameLocks noChangeAspect="1"/>
            </p:cNvGraphicFramePr>
            <p:nvPr/>
          </p:nvGraphicFramePr>
          <p:xfrm>
            <a:off x="1772" y="480"/>
            <a:ext cx="315" cy="306"/>
          </p:xfrm>
          <a:graphic>
            <a:graphicData uri="http://schemas.openxmlformats.org/presentationml/2006/ole">
              <mc:AlternateContent xmlns:mc="http://schemas.openxmlformats.org/markup-compatibility/2006">
                <mc:Choice xmlns:v="urn:schemas-microsoft-com:vml" Requires="v">
                  <p:oleObj spid="_x0000_s3243" name="" r:id="rId9" imgW="243205" imgH="311150" progId="Equation.3">
                    <p:embed/>
                  </p:oleObj>
                </mc:Choice>
                <mc:Fallback>
                  <p:oleObj name="" r:id="rId9" imgW="243205" imgH="311150" progId="Equation.3">
                    <p:embed/>
                    <p:pic>
                      <p:nvPicPr>
                        <p:cNvPr id="0" name="图片 3242"/>
                        <p:cNvPicPr/>
                        <p:nvPr/>
                      </p:nvPicPr>
                      <p:blipFill>
                        <a:blip r:embed="rId10">
                          <a:clrChange>
                            <a:clrFrom>
                              <a:srgbClr val="000000"/>
                            </a:clrFrom>
                            <a:clrTo>
                              <a:srgbClr val="000000"/>
                            </a:clrTo>
                          </a:clrChange>
                        </a:blip>
                        <a:stretch>
                          <a:fillRect/>
                        </a:stretch>
                      </p:blipFill>
                      <p:spPr>
                        <a:xfrm>
                          <a:off x="1772" y="480"/>
                          <a:ext cx="315" cy="306"/>
                        </a:xfrm>
                        <a:prstGeom prst="rect">
                          <a:avLst/>
                        </a:prstGeom>
                        <a:noFill/>
                        <a:ln w="38100">
                          <a:noFill/>
                          <a:miter/>
                        </a:ln>
                      </p:spPr>
                    </p:pic>
                  </p:oleObj>
                </mc:Fallback>
              </mc:AlternateContent>
            </a:graphicData>
          </a:graphic>
        </p:graphicFrame>
        <p:graphicFrame>
          <p:nvGraphicFramePr>
            <p:cNvPr id="87048" name="Object 9"/>
            <p:cNvGraphicFramePr>
              <a:graphicFrameLocks noChangeAspect="1"/>
            </p:cNvGraphicFramePr>
            <p:nvPr/>
          </p:nvGraphicFramePr>
          <p:xfrm>
            <a:off x="1499" y="487"/>
            <a:ext cx="312" cy="292"/>
          </p:xfrm>
          <a:graphic>
            <a:graphicData uri="http://schemas.openxmlformats.org/presentationml/2006/ole">
              <mc:AlternateContent xmlns:mc="http://schemas.openxmlformats.org/markup-compatibility/2006">
                <mc:Choice xmlns:v="urn:schemas-microsoft-com:vml" Requires="v">
                  <p:oleObj spid="_x0000_s3244" name="" r:id="rId11" imgW="243205" imgH="301625" progId="Equation.3">
                    <p:embed/>
                  </p:oleObj>
                </mc:Choice>
                <mc:Fallback>
                  <p:oleObj name="" r:id="rId11" imgW="243205" imgH="301625" progId="Equation.3">
                    <p:embed/>
                    <p:pic>
                      <p:nvPicPr>
                        <p:cNvPr id="0" name="图片 3243"/>
                        <p:cNvPicPr/>
                        <p:nvPr/>
                      </p:nvPicPr>
                      <p:blipFill>
                        <a:blip r:embed="rId12">
                          <a:clrChange>
                            <a:clrFrom>
                              <a:srgbClr val="000000"/>
                            </a:clrFrom>
                            <a:clrTo>
                              <a:srgbClr val="000000"/>
                            </a:clrTo>
                          </a:clrChange>
                        </a:blip>
                        <a:stretch>
                          <a:fillRect/>
                        </a:stretch>
                      </p:blipFill>
                      <p:spPr>
                        <a:xfrm>
                          <a:off x="1499" y="487"/>
                          <a:ext cx="312" cy="292"/>
                        </a:xfrm>
                        <a:prstGeom prst="rect">
                          <a:avLst/>
                        </a:prstGeom>
                        <a:noFill/>
                        <a:ln w="38100">
                          <a:noFill/>
                          <a:miter/>
                        </a:ln>
                      </p:spPr>
                    </p:pic>
                  </p:oleObj>
                </mc:Fallback>
              </mc:AlternateContent>
            </a:graphicData>
          </a:graphic>
        </p:graphicFrame>
        <p:graphicFrame>
          <p:nvGraphicFramePr>
            <p:cNvPr id="87049" name="Object 10"/>
            <p:cNvGraphicFramePr>
              <a:graphicFrameLocks noChangeAspect="1"/>
            </p:cNvGraphicFramePr>
            <p:nvPr/>
          </p:nvGraphicFramePr>
          <p:xfrm>
            <a:off x="2046" y="480"/>
            <a:ext cx="315" cy="306"/>
          </p:xfrm>
          <a:graphic>
            <a:graphicData uri="http://schemas.openxmlformats.org/presentationml/2006/ole">
              <mc:AlternateContent xmlns:mc="http://schemas.openxmlformats.org/markup-compatibility/2006">
                <mc:Choice xmlns:v="urn:schemas-microsoft-com:vml" Requires="v">
                  <p:oleObj spid="_x0000_s3242" name="" r:id="rId13" imgW="243205" imgH="311150" progId="Equation.3">
                    <p:embed/>
                  </p:oleObj>
                </mc:Choice>
                <mc:Fallback>
                  <p:oleObj name="" r:id="rId13" imgW="243205" imgH="311150" progId="Equation.3">
                    <p:embed/>
                    <p:pic>
                      <p:nvPicPr>
                        <p:cNvPr id="0" name="图片 3241"/>
                        <p:cNvPicPr/>
                        <p:nvPr/>
                      </p:nvPicPr>
                      <p:blipFill>
                        <a:blip r:embed="rId14">
                          <a:clrChange>
                            <a:clrFrom>
                              <a:srgbClr val="000000"/>
                            </a:clrFrom>
                            <a:clrTo>
                              <a:srgbClr val="000000"/>
                            </a:clrTo>
                          </a:clrChange>
                        </a:blip>
                        <a:stretch>
                          <a:fillRect/>
                        </a:stretch>
                      </p:blipFill>
                      <p:spPr>
                        <a:xfrm>
                          <a:off x="2046" y="480"/>
                          <a:ext cx="315" cy="306"/>
                        </a:xfrm>
                        <a:prstGeom prst="rect">
                          <a:avLst/>
                        </a:prstGeom>
                        <a:noFill/>
                        <a:ln w="38100">
                          <a:noFill/>
                          <a:miter/>
                        </a:ln>
                      </p:spPr>
                    </p:pic>
                  </p:oleObj>
                </mc:Fallback>
              </mc:AlternateContent>
            </a:graphicData>
          </a:graphic>
        </p:graphicFrame>
        <p:graphicFrame>
          <p:nvGraphicFramePr>
            <p:cNvPr id="87050" name="Object 11"/>
            <p:cNvGraphicFramePr>
              <a:graphicFrameLocks noChangeAspect="1"/>
            </p:cNvGraphicFramePr>
            <p:nvPr/>
          </p:nvGraphicFramePr>
          <p:xfrm>
            <a:off x="2322" y="480"/>
            <a:ext cx="312" cy="306"/>
          </p:xfrm>
          <a:graphic>
            <a:graphicData uri="http://schemas.openxmlformats.org/presentationml/2006/ole">
              <mc:AlternateContent xmlns:mc="http://schemas.openxmlformats.org/markup-compatibility/2006">
                <mc:Choice xmlns:v="urn:schemas-microsoft-com:vml" Requires="v">
                  <p:oleObj spid="_x0000_s3255" name="" r:id="rId15" imgW="243205" imgH="311150" progId="Equation.3">
                    <p:embed/>
                  </p:oleObj>
                </mc:Choice>
                <mc:Fallback>
                  <p:oleObj name="" r:id="rId15" imgW="243205" imgH="311150" progId="Equation.3">
                    <p:embed/>
                    <p:pic>
                      <p:nvPicPr>
                        <p:cNvPr id="0" name="图片 3254"/>
                        <p:cNvPicPr/>
                        <p:nvPr/>
                      </p:nvPicPr>
                      <p:blipFill>
                        <a:blip r:embed="rId16">
                          <a:clrChange>
                            <a:clrFrom>
                              <a:srgbClr val="000000"/>
                            </a:clrFrom>
                            <a:clrTo>
                              <a:srgbClr val="000000"/>
                            </a:clrTo>
                          </a:clrChange>
                        </a:blip>
                        <a:stretch>
                          <a:fillRect/>
                        </a:stretch>
                      </p:blipFill>
                      <p:spPr>
                        <a:xfrm>
                          <a:off x="2322" y="480"/>
                          <a:ext cx="312" cy="306"/>
                        </a:xfrm>
                        <a:prstGeom prst="rect">
                          <a:avLst/>
                        </a:prstGeom>
                        <a:noFill/>
                        <a:ln w="38100">
                          <a:noFill/>
                          <a:miter/>
                        </a:ln>
                      </p:spPr>
                    </p:pic>
                  </p:oleObj>
                </mc:Fallback>
              </mc:AlternateContent>
            </a:graphicData>
          </a:graphic>
        </p:graphicFrame>
      </p:grpSp>
      <p:grpSp>
        <p:nvGrpSpPr>
          <p:cNvPr id="3" name="Group 12"/>
          <p:cNvGrpSpPr/>
          <p:nvPr/>
        </p:nvGrpSpPr>
        <p:grpSpPr>
          <a:xfrm>
            <a:off x="5092700" y="852488"/>
            <a:ext cx="3251200" cy="482600"/>
            <a:chOff x="3475" y="537"/>
            <a:chExt cx="2219" cy="304"/>
          </a:xfrm>
        </p:grpSpPr>
        <p:graphicFrame>
          <p:nvGraphicFramePr>
            <p:cNvPr id="87052" name="Object 13"/>
            <p:cNvGraphicFramePr>
              <a:graphicFrameLocks noChangeAspect="1"/>
            </p:cNvGraphicFramePr>
            <p:nvPr/>
          </p:nvGraphicFramePr>
          <p:xfrm>
            <a:off x="3475" y="537"/>
            <a:ext cx="330" cy="304"/>
          </p:xfrm>
          <a:graphic>
            <a:graphicData uri="http://schemas.openxmlformats.org/presentationml/2006/ole">
              <mc:AlternateContent xmlns:mc="http://schemas.openxmlformats.org/markup-compatibility/2006">
                <mc:Choice xmlns:v="urn:schemas-microsoft-com:vml" Requires="v">
                  <p:oleObj spid="_x0000_s3246" name="" r:id="rId17" imgW="262890" imgH="311150" progId="Equation.3">
                    <p:embed/>
                  </p:oleObj>
                </mc:Choice>
                <mc:Fallback>
                  <p:oleObj name="" r:id="rId17" imgW="262890" imgH="311150" progId="Equation.3">
                    <p:embed/>
                    <p:pic>
                      <p:nvPicPr>
                        <p:cNvPr id="0" name="图片 3245"/>
                        <p:cNvPicPr/>
                        <p:nvPr/>
                      </p:nvPicPr>
                      <p:blipFill>
                        <a:blip r:embed="rId18">
                          <a:clrChange>
                            <a:clrFrom>
                              <a:srgbClr val="000000"/>
                            </a:clrFrom>
                            <a:clrTo>
                              <a:srgbClr val="000000"/>
                            </a:clrTo>
                          </a:clrChange>
                        </a:blip>
                        <a:stretch>
                          <a:fillRect/>
                        </a:stretch>
                      </p:blipFill>
                      <p:spPr>
                        <a:xfrm>
                          <a:off x="3475" y="537"/>
                          <a:ext cx="330" cy="304"/>
                        </a:xfrm>
                        <a:prstGeom prst="rect">
                          <a:avLst/>
                        </a:prstGeom>
                        <a:noFill/>
                        <a:ln w="38100">
                          <a:noFill/>
                          <a:miter/>
                        </a:ln>
                      </p:spPr>
                    </p:pic>
                  </p:oleObj>
                </mc:Fallback>
              </mc:AlternateContent>
            </a:graphicData>
          </a:graphic>
        </p:graphicFrame>
        <p:graphicFrame>
          <p:nvGraphicFramePr>
            <p:cNvPr id="87053" name="Object 14"/>
            <p:cNvGraphicFramePr>
              <a:graphicFrameLocks noChangeAspect="1"/>
            </p:cNvGraphicFramePr>
            <p:nvPr/>
          </p:nvGraphicFramePr>
          <p:xfrm>
            <a:off x="4006" y="543"/>
            <a:ext cx="333" cy="293"/>
          </p:xfrm>
          <a:graphic>
            <a:graphicData uri="http://schemas.openxmlformats.org/presentationml/2006/ole">
              <mc:AlternateContent xmlns:mc="http://schemas.openxmlformats.org/markup-compatibility/2006">
                <mc:Choice xmlns:v="urn:schemas-microsoft-com:vml" Requires="v">
                  <p:oleObj spid="_x0000_s3245" name="" r:id="rId19" imgW="262890" imgH="301625" progId="Equation.3">
                    <p:embed/>
                  </p:oleObj>
                </mc:Choice>
                <mc:Fallback>
                  <p:oleObj name="" r:id="rId19" imgW="262890" imgH="301625" progId="Equation.3">
                    <p:embed/>
                    <p:pic>
                      <p:nvPicPr>
                        <p:cNvPr id="0" name="图片 3244"/>
                        <p:cNvPicPr/>
                        <p:nvPr/>
                      </p:nvPicPr>
                      <p:blipFill>
                        <a:blip r:embed="rId20">
                          <a:clrChange>
                            <a:clrFrom>
                              <a:srgbClr val="000000"/>
                            </a:clrFrom>
                            <a:clrTo>
                              <a:srgbClr val="000000"/>
                            </a:clrTo>
                          </a:clrChange>
                        </a:blip>
                        <a:stretch>
                          <a:fillRect/>
                        </a:stretch>
                      </p:blipFill>
                      <p:spPr>
                        <a:xfrm>
                          <a:off x="4006" y="543"/>
                          <a:ext cx="333" cy="293"/>
                        </a:xfrm>
                        <a:prstGeom prst="rect">
                          <a:avLst/>
                        </a:prstGeom>
                        <a:noFill/>
                        <a:ln w="38100">
                          <a:noFill/>
                          <a:miter/>
                        </a:ln>
                      </p:spPr>
                    </p:pic>
                  </p:oleObj>
                </mc:Fallback>
              </mc:AlternateContent>
            </a:graphicData>
          </a:graphic>
        </p:graphicFrame>
        <p:graphicFrame>
          <p:nvGraphicFramePr>
            <p:cNvPr id="87054" name="Object 15"/>
            <p:cNvGraphicFramePr>
              <a:graphicFrameLocks noChangeAspect="1"/>
            </p:cNvGraphicFramePr>
            <p:nvPr/>
          </p:nvGraphicFramePr>
          <p:xfrm>
            <a:off x="3748" y="543"/>
            <a:ext cx="315" cy="293"/>
          </p:xfrm>
          <a:graphic>
            <a:graphicData uri="http://schemas.openxmlformats.org/presentationml/2006/ole">
              <mc:AlternateContent xmlns:mc="http://schemas.openxmlformats.org/markup-compatibility/2006">
                <mc:Choice xmlns:v="urn:schemas-microsoft-com:vml" Requires="v">
                  <p:oleObj spid="_x0000_s3240" name="" r:id="rId21" imgW="243205" imgH="301625" progId="Equation.3">
                    <p:embed/>
                  </p:oleObj>
                </mc:Choice>
                <mc:Fallback>
                  <p:oleObj name="" r:id="rId21" imgW="243205" imgH="301625" progId="Equation.3">
                    <p:embed/>
                    <p:pic>
                      <p:nvPicPr>
                        <p:cNvPr id="0" name="图片 3239"/>
                        <p:cNvPicPr/>
                        <p:nvPr/>
                      </p:nvPicPr>
                      <p:blipFill>
                        <a:blip r:embed="rId22">
                          <a:clrChange>
                            <a:clrFrom>
                              <a:srgbClr val="000000"/>
                            </a:clrFrom>
                            <a:clrTo>
                              <a:srgbClr val="000000"/>
                            </a:clrTo>
                          </a:clrChange>
                        </a:blip>
                        <a:stretch>
                          <a:fillRect/>
                        </a:stretch>
                      </p:blipFill>
                      <p:spPr>
                        <a:xfrm>
                          <a:off x="3748" y="543"/>
                          <a:ext cx="315" cy="293"/>
                        </a:xfrm>
                        <a:prstGeom prst="rect">
                          <a:avLst/>
                        </a:prstGeom>
                        <a:noFill/>
                        <a:ln w="38100">
                          <a:noFill/>
                          <a:miter/>
                        </a:ln>
                      </p:spPr>
                    </p:pic>
                  </p:oleObj>
                </mc:Fallback>
              </mc:AlternateContent>
            </a:graphicData>
          </a:graphic>
        </p:graphicFrame>
        <p:graphicFrame>
          <p:nvGraphicFramePr>
            <p:cNvPr id="87055" name="Object 16"/>
            <p:cNvGraphicFramePr>
              <a:graphicFrameLocks noChangeAspect="1"/>
            </p:cNvGraphicFramePr>
            <p:nvPr/>
          </p:nvGraphicFramePr>
          <p:xfrm>
            <a:off x="4282" y="537"/>
            <a:ext cx="314" cy="304"/>
          </p:xfrm>
          <a:graphic>
            <a:graphicData uri="http://schemas.openxmlformats.org/presentationml/2006/ole">
              <mc:AlternateContent xmlns:mc="http://schemas.openxmlformats.org/markup-compatibility/2006">
                <mc:Choice xmlns:v="urn:schemas-microsoft-com:vml" Requires="v">
                  <p:oleObj spid="_x0000_s3241" name="" r:id="rId23" imgW="243205" imgH="311150" progId="Equation.3">
                    <p:embed/>
                  </p:oleObj>
                </mc:Choice>
                <mc:Fallback>
                  <p:oleObj name="" r:id="rId23" imgW="243205" imgH="311150" progId="Equation.3">
                    <p:embed/>
                    <p:pic>
                      <p:nvPicPr>
                        <p:cNvPr id="0" name="图片 3240"/>
                        <p:cNvPicPr/>
                        <p:nvPr/>
                      </p:nvPicPr>
                      <p:blipFill>
                        <a:blip r:embed="rId24">
                          <a:clrChange>
                            <a:clrFrom>
                              <a:srgbClr val="000000"/>
                            </a:clrFrom>
                            <a:clrTo>
                              <a:srgbClr val="000000"/>
                            </a:clrTo>
                          </a:clrChange>
                        </a:blip>
                        <a:stretch>
                          <a:fillRect/>
                        </a:stretch>
                      </p:blipFill>
                      <p:spPr>
                        <a:xfrm>
                          <a:off x="4282" y="537"/>
                          <a:ext cx="314" cy="304"/>
                        </a:xfrm>
                        <a:prstGeom prst="rect">
                          <a:avLst/>
                        </a:prstGeom>
                        <a:noFill/>
                        <a:ln w="38100">
                          <a:noFill/>
                          <a:miter/>
                        </a:ln>
                      </p:spPr>
                    </p:pic>
                  </p:oleObj>
                </mc:Fallback>
              </mc:AlternateContent>
            </a:graphicData>
          </a:graphic>
        </p:graphicFrame>
        <p:graphicFrame>
          <p:nvGraphicFramePr>
            <p:cNvPr id="87056" name="Object 17"/>
            <p:cNvGraphicFramePr>
              <a:graphicFrameLocks noChangeAspect="1"/>
            </p:cNvGraphicFramePr>
            <p:nvPr/>
          </p:nvGraphicFramePr>
          <p:xfrm>
            <a:off x="4815" y="537"/>
            <a:ext cx="329" cy="304"/>
          </p:xfrm>
          <a:graphic>
            <a:graphicData uri="http://schemas.openxmlformats.org/presentationml/2006/ole">
              <mc:AlternateContent xmlns:mc="http://schemas.openxmlformats.org/markup-compatibility/2006">
                <mc:Choice xmlns:v="urn:schemas-microsoft-com:vml" Requires="v">
                  <p:oleObj spid="_x0000_s3253" name="" r:id="rId25" imgW="262890" imgH="311150" progId="Equation.3">
                    <p:embed/>
                  </p:oleObj>
                </mc:Choice>
                <mc:Fallback>
                  <p:oleObj name="" r:id="rId25" imgW="262890" imgH="311150" progId="Equation.3">
                    <p:embed/>
                    <p:pic>
                      <p:nvPicPr>
                        <p:cNvPr id="0" name="图片 3252"/>
                        <p:cNvPicPr/>
                        <p:nvPr/>
                      </p:nvPicPr>
                      <p:blipFill>
                        <a:blip r:embed="rId26">
                          <a:clrChange>
                            <a:clrFrom>
                              <a:srgbClr val="000000"/>
                            </a:clrFrom>
                            <a:clrTo>
                              <a:srgbClr val="000000"/>
                            </a:clrTo>
                          </a:clrChange>
                        </a:blip>
                        <a:stretch>
                          <a:fillRect/>
                        </a:stretch>
                      </p:blipFill>
                      <p:spPr>
                        <a:xfrm>
                          <a:off x="4815" y="537"/>
                          <a:ext cx="329" cy="304"/>
                        </a:xfrm>
                        <a:prstGeom prst="rect">
                          <a:avLst/>
                        </a:prstGeom>
                        <a:noFill/>
                        <a:ln w="38100">
                          <a:noFill/>
                          <a:miter/>
                        </a:ln>
                      </p:spPr>
                    </p:pic>
                  </p:oleObj>
                </mc:Fallback>
              </mc:AlternateContent>
            </a:graphicData>
          </a:graphic>
        </p:graphicFrame>
        <p:graphicFrame>
          <p:nvGraphicFramePr>
            <p:cNvPr id="87057" name="Object 18"/>
            <p:cNvGraphicFramePr>
              <a:graphicFrameLocks noChangeAspect="1"/>
            </p:cNvGraphicFramePr>
            <p:nvPr/>
          </p:nvGraphicFramePr>
          <p:xfrm>
            <a:off x="4540" y="543"/>
            <a:ext cx="332" cy="293"/>
          </p:xfrm>
          <a:graphic>
            <a:graphicData uri="http://schemas.openxmlformats.org/presentationml/2006/ole">
              <mc:AlternateContent xmlns:mc="http://schemas.openxmlformats.org/markup-compatibility/2006">
                <mc:Choice xmlns:v="urn:schemas-microsoft-com:vml" Requires="v">
                  <p:oleObj spid="_x0000_s3248" name="" r:id="rId27" imgW="262890" imgH="301625" progId="Equation.3">
                    <p:embed/>
                  </p:oleObj>
                </mc:Choice>
                <mc:Fallback>
                  <p:oleObj name="" r:id="rId27" imgW="262890" imgH="301625" progId="Equation.3">
                    <p:embed/>
                    <p:pic>
                      <p:nvPicPr>
                        <p:cNvPr id="0" name="图片 3247"/>
                        <p:cNvPicPr/>
                        <p:nvPr/>
                      </p:nvPicPr>
                      <p:blipFill>
                        <a:blip r:embed="rId28">
                          <a:clrChange>
                            <a:clrFrom>
                              <a:srgbClr val="000000"/>
                            </a:clrFrom>
                            <a:clrTo>
                              <a:srgbClr val="000000"/>
                            </a:clrTo>
                          </a:clrChange>
                        </a:blip>
                        <a:stretch>
                          <a:fillRect/>
                        </a:stretch>
                      </p:blipFill>
                      <p:spPr>
                        <a:xfrm>
                          <a:off x="4540" y="543"/>
                          <a:ext cx="332" cy="293"/>
                        </a:xfrm>
                        <a:prstGeom prst="rect">
                          <a:avLst/>
                        </a:prstGeom>
                        <a:noFill/>
                        <a:ln w="38100">
                          <a:noFill/>
                          <a:miter/>
                        </a:ln>
                      </p:spPr>
                    </p:pic>
                  </p:oleObj>
                </mc:Fallback>
              </mc:AlternateContent>
            </a:graphicData>
          </a:graphic>
        </p:graphicFrame>
        <p:graphicFrame>
          <p:nvGraphicFramePr>
            <p:cNvPr id="87058" name="Object 19"/>
            <p:cNvGraphicFramePr>
              <a:graphicFrameLocks noChangeAspect="1"/>
            </p:cNvGraphicFramePr>
            <p:nvPr/>
          </p:nvGraphicFramePr>
          <p:xfrm>
            <a:off x="5088" y="537"/>
            <a:ext cx="331" cy="304"/>
          </p:xfrm>
          <a:graphic>
            <a:graphicData uri="http://schemas.openxmlformats.org/presentationml/2006/ole">
              <mc:AlternateContent xmlns:mc="http://schemas.openxmlformats.org/markup-compatibility/2006">
                <mc:Choice xmlns:v="urn:schemas-microsoft-com:vml" Requires="v">
                  <p:oleObj spid="_x0000_s3249" name="" r:id="rId29" imgW="262890" imgH="311150" progId="Equation.3">
                    <p:embed/>
                  </p:oleObj>
                </mc:Choice>
                <mc:Fallback>
                  <p:oleObj name="" r:id="rId29" imgW="262890" imgH="311150" progId="Equation.3">
                    <p:embed/>
                    <p:pic>
                      <p:nvPicPr>
                        <p:cNvPr id="0" name="图片 3248"/>
                        <p:cNvPicPr/>
                        <p:nvPr/>
                      </p:nvPicPr>
                      <p:blipFill>
                        <a:blip r:embed="rId30">
                          <a:clrChange>
                            <a:clrFrom>
                              <a:srgbClr val="000000"/>
                            </a:clrFrom>
                            <a:clrTo>
                              <a:srgbClr val="000000"/>
                            </a:clrTo>
                          </a:clrChange>
                        </a:blip>
                        <a:stretch>
                          <a:fillRect/>
                        </a:stretch>
                      </p:blipFill>
                      <p:spPr>
                        <a:xfrm>
                          <a:off x="5088" y="537"/>
                          <a:ext cx="331" cy="304"/>
                        </a:xfrm>
                        <a:prstGeom prst="rect">
                          <a:avLst/>
                        </a:prstGeom>
                        <a:noFill/>
                        <a:ln w="38100">
                          <a:noFill/>
                          <a:miter/>
                        </a:ln>
                      </p:spPr>
                    </p:pic>
                  </p:oleObj>
                </mc:Fallback>
              </mc:AlternateContent>
            </a:graphicData>
          </a:graphic>
        </p:graphicFrame>
        <p:graphicFrame>
          <p:nvGraphicFramePr>
            <p:cNvPr id="87059" name="Object 20"/>
            <p:cNvGraphicFramePr>
              <a:graphicFrameLocks noChangeAspect="1"/>
            </p:cNvGraphicFramePr>
            <p:nvPr/>
          </p:nvGraphicFramePr>
          <p:xfrm>
            <a:off x="5363" y="537"/>
            <a:ext cx="331" cy="304"/>
          </p:xfrm>
          <a:graphic>
            <a:graphicData uri="http://schemas.openxmlformats.org/presentationml/2006/ole">
              <mc:AlternateContent xmlns:mc="http://schemas.openxmlformats.org/markup-compatibility/2006">
                <mc:Choice xmlns:v="urn:schemas-microsoft-com:vml" Requires="v">
                  <p:oleObj spid="_x0000_s3250" name="" r:id="rId31" imgW="262890" imgH="311150" progId="Equation.3">
                    <p:embed/>
                  </p:oleObj>
                </mc:Choice>
                <mc:Fallback>
                  <p:oleObj name="" r:id="rId31" imgW="262890" imgH="311150" progId="Equation.3">
                    <p:embed/>
                    <p:pic>
                      <p:nvPicPr>
                        <p:cNvPr id="0" name="图片 3249"/>
                        <p:cNvPicPr/>
                        <p:nvPr/>
                      </p:nvPicPr>
                      <p:blipFill>
                        <a:blip r:embed="rId32">
                          <a:clrChange>
                            <a:clrFrom>
                              <a:srgbClr val="000000"/>
                            </a:clrFrom>
                            <a:clrTo>
                              <a:srgbClr val="000000"/>
                            </a:clrTo>
                          </a:clrChange>
                        </a:blip>
                        <a:stretch>
                          <a:fillRect/>
                        </a:stretch>
                      </p:blipFill>
                      <p:spPr>
                        <a:xfrm>
                          <a:off x="5363" y="537"/>
                          <a:ext cx="331" cy="304"/>
                        </a:xfrm>
                        <a:prstGeom prst="rect">
                          <a:avLst/>
                        </a:prstGeom>
                        <a:noFill/>
                        <a:ln w="38100">
                          <a:noFill/>
                          <a:miter/>
                        </a:ln>
                      </p:spPr>
                    </p:pic>
                  </p:oleObj>
                </mc:Fallback>
              </mc:AlternateContent>
            </a:graphicData>
          </a:graphic>
        </p:graphicFrame>
      </p:grpSp>
      <p:grpSp>
        <p:nvGrpSpPr>
          <p:cNvPr id="4" name="Group 21"/>
          <p:cNvGrpSpPr/>
          <p:nvPr/>
        </p:nvGrpSpPr>
        <p:grpSpPr>
          <a:xfrm>
            <a:off x="7505700" y="4081463"/>
            <a:ext cx="615950" cy="317500"/>
            <a:chOff x="5122" y="2571"/>
            <a:chExt cx="420" cy="200"/>
          </a:xfrm>
        </p:grpSpPr>
        <p:sp>
          <p:nvSpPr>
            <p:cNvPr id="87061" name="Line 22"/>
            <p:cNvSpPr/>
            <p:nvPr/>
          </p:nvSpPr>
          <p:spPr>
            <a:xfrm>
              <a:off x="5455" y="2571"/>
              <a:ext cx="0" cy="200"/>
            </a:xfrm>
            <a:prstGeom prst="line">
              <a:avLst/>
            </a:prstGeom>
            <a:ln w="9525" cap="flat" cmpd="sng">
              <a:solidFill>
                <a:schemeClr val="tx1"/>
              </a:solidFill>
              <a:prstDash val="solid"/>
              <a:round/>
              <a:headEnd type="none" w="med" len="med"/>
              <a:tailEnd type="none" w="med" len="med"/>
            </a:ln>
          </p:spPr>
        </p:sp>
        <p:grpSp>
          <p:nvGrpSpPr>
            <p:cNvPr id="87062" name="Group 23"/>
            <p:cNvGrpSpPr/>
            <p:nvPr/>
          </p:nvGrpSpPr>
          <p:grpSpPr>
            <a:xfrm>
              <a:off x="5122" y="2571"/>
              <a:ext cx="420" cy="200"/>
              <a:chOff x="5122" y="2571"/>
              <a:chExt cx="420" cy="200"/>
            </a:xfrm>
          </p:grpSpPr>
          <p:sp>
            <p:nvSpPr>
              <p:cNvPr id="87063" name="Line 24"/>
              <p:cNvSpPr/>
              <p:nvPr/>
            </p:nvSpPr>
            <p:spPr>
              <a:xfrm>
                <a:off x="5367" y="2771"/>
                <a:ext cx="175" cy="0"/>
              </a:xfrm>
              <a:prstGeom prst="line">
                <a:avLst/>
              </a:prstGeom>
              <a:ln w="38100" cap="flat" cmpd="sng">
                <a:solidFill>
                  <a:schemeClr val="tx1"/>
                </a:solidFill>
                <a:prstDash val="solid"/>
                <a:round/>
                <a:headEnd type="none" w="med" len="med"/>
                <a:tailEnd type="none" w="med" len="med"/>
              </a:ln>
            </p:spPr>
          </p:sp>
          <p:sp>
            <p:nvSpPr>
              <p:cNvPr id="87064" name="Line 25"/>
              <p:cNvSpPr/>
              <p:nvPr/>
            </p:nvSpPr>
            <p:spPr>
              <a:xfrm flipH="1">
                <a:off x="5122" y="2683"/>
                <a:ext cx="306" cy="0"/>
              </a:xfrm>
              <a:prstGeom prst="line">
                <a:avLst/>
              </a:prstGeom>
              <a:ln w="9525" cap="flat" cmpd="sng">
                <a:solidFill>
                  <a:schemeClr val="tx1"/>
                </a:solidFill>
                <a:prstDash val="solid"/>
                <a:round/>
                <a:headEnd type="none" w="med" len="med"/>
                <a:tailEnd type="none" w="med" len="med"/>
              </a:ln>
            </p:spPr>
          </p:sp>
          <p:sp>
            <p:nvSpPr>
              <p:cNvPr id="87065" name="Line 26"/>
              <p:cNvSpPr/>
              <p:nvPr/>
            </p:nvSpPr>
            <p:spPr>
              <a:xfrm>
                <a:off x="5122" y="2571"/>
                <a:ext cx="0" cy="112"/>
              </a:xfrm>
              <a:prstGeom prst="line">
                <a:avLst/>
              </a:prstGeom>
              <a:ln w="9525" cap="flat" cmpd="sng">
                <a:solidFill>
                  <a:schemeClr val="tx1"/>
                </a:solidFill>
                <a:prstDash val="solid"/>
                <a:round/>
                <a:headEnd type="none" w="med" len="med"/>
                <a:tailEnd type="none" w="med" len="med"/>
              </a:ln>
            </p:spPr>
          </p:sp>
          <p:sp>
            <p:nvSpPr>
              <p:cNvPr id="87066" name="Oval 27"/>
              <p:cNvSpPr/>
              <p:nvPr/>
            </p:nvSpPr>
            <p:spPr>
              <a:xfrm>
                <a:off x="5428" y="2652"/>
                <a:ext cx="60" cy="5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grpSp>
        <p:nvGrpSpPr>
          <p:cNvPr id="6" name="Group 28"/>
          <p:cNvGrpSpPr/>
          <p:nvPr/>
        </p:nvGrpSpPr>
        <p:grpSpPr>
          <a:xfrm>
            <a:off x="533400" y="1320800"/>
            <a:ext cx="3324225" cy="2778125"/>
            <a:chOff x="364" y="832"/>
            <a:chExt cx="2269" cy="1750"/>
          </a:xfrm>
        </p:grpSpPr>
        <p:sp>
          <p:nvSpPr>
            <p:cNvPr id="87068" name="Rectangle 29"/>
            <p:cNvSpPr/>
            <p:nvPr/>
          </p:nvSpPr>
          <p:spPr>
            <a:xfrm>
              <a:off x="364" y="1325"/>
              <a:ext cx="2269" cy="1196"/>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69" name="Text Box 30"/>
            <p:cNvSpPr txBox="1"/>
            <p:nvPr/>
          </p:nvSpPr>
          <p:spPr>
            <a:xfrm>
              <a:off x="1035" y="1790"/>
              <a:ext cx="993" cy="30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74LS138(1)</a:t>
              </a:r>
              <a:endParaRPr lang="en-US" altLang="zh-CN" sz="1000" i="0" dirty="0">
                <a:latin typeface="Times New Roman" panose="02020603050405020304" pitchFamily="18" charset="0"/>
                <a:ea typeface="宋体" panose="02010600030101010101" pitchFamily="2" charset="-122"/>
              </a:endParaRPr>
            </a:p>
          </p:txBody>
        </p:sp>
        <p:sp>
          <p:nvSpPr>
            <p:cNvPr id="87070" name="Oval 31"/>
            <p:cNvSpPr/>
            <p:nvPr/>
          </p:nvSpPr>
          <p:spPr>
            <a:xfrm rot="10800000">
              <a:off x="2314" y="1278"/>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1" name="Oval 32"/>
            <p:cNvSpPr/>
            <p:nvPr/>
          </p:nvSpPr>
          <p:spPr>
            <a:xfrm rot="10800000">
              <a:off x="2054" y="1278"/>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2" name="Oval 33"/>
            <p:cNvSpPr/>
            <p:nvPr/>
          </p:nvSpPr>
          <p:spPr>
            <a:xfrm rot="10800000">
              <a:off x="1533" y="1278"/>
              <a:ext cx="84"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3" name="Oval 34"/>
            <p:cNvSpPr/>
            <p:nvPr/>
          </p:nvSpPr>
          <p:spPr>
            <a:xfrm rot="10800000">
              <a:off x="1793" y="1278"/>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4" name="Oval 35"/>
            <p:cNvSpPr/>
            <p:nvPr/>
          </p:nvSpPr>
          <p:spPr>
            <a:xfrm rot="10800000">
              <a:off x="1270" y="1278"/>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5" name="Oval 36"/>
            <p:cNvSpPr/>
            <p:nvPr/>
          </p:nvSpPr>
          <p:spPr>
            <a:xfrm rot="10800000">
              <a:off x="1008" y="1278"/>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6" name="Oval 37"/>
            <p:cNvSpPr/>
            <p:nvPr/>
          </p:nvSpPr>
          <p:spPr>
            <a:xfrm rot="10800000">
              <a:off x="746" y="1278"/>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7" name="Oval 38"/>
            <p:cNvSpPr/>
            <p:nvPr/>
          </p:nvSpPr>
          <p:spPr>
            <a:xfrm rot="10800000">
              <a:off x="484" y="1278"/>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8" name="Line 39"/>
            <p:cNvSpPr/>
            <p:nvPr/>
          </p:nvSpPr>
          <p:spPr>
            <a:xfrm rot="10800000">
              <a:off x="2351" y="832"/>
              <a:ext cx="0" cy="435"/>
            </a:xfrm>
            <a:prstGeom prst="line">
              <a:avLst/>
            </a:prstGeom>
            <a:ln w="9525" cap="flat" cmpd="sng">
              <a:solidFill>
                <a:schemeClr val="tx1"/>
              </a:solidFill>
              <a:prstDash val="solid"/>
              <a:round/>
              <a:headEnd type="none" w="med" len="med"/>
              <a:tailEnd type="none" w="med" len="med"/>
            </a:ln>
          </p:spPr>
        </p:sp>
        <p:sp>
          <p:nvSpPr>
            <p:cNvPr id="87079" name="Line 40"/>
            <p:cNvSpPr/>
            <p:nvPr/>
          </p:nvSpPr>
          <p:spPr>
            <a:xfrm rot="10800000">
              <a:off x="2091" y="842"/>
              <a:ext cx="0" cy="435"/>
            </a:xfrm>
            <a:prstGeom prst="line">
              <a:avLst/>
            </a:prstGeom>
            <a:ln w="9525" cap="flat" cmpd="sng">
              <a:solidFill>
                <a:schemeClr val="tx1"/>
              </a:solidFill>
              <a:prstDash val="solid"/>
              <a:round/>
              <a:headEnd type="none" w="med" len="med"/>
              <a:tailEnd type="none" w="med" len="med"/>
            </a:ln>
          </p:spPr>
        </p:sp>
        <p:sp>
          <p:nvSpPr>
            <p:cNvPr id="87080" name="Line 41"/>
            <p:cNvSpPr/>
            <p:nvPr/>
          </p:nvSpPr>
          <p:spPr>
            <a:xfrm rot="10800000">
              <a:off x="1834" y="844"/>
              <a:ext cx="0" cy="435"/>
            </a:xfrm>
            <a:prstGeom prst="line">
              <a:avLst/>
            </a:prstGeom>
            <a:ln w="9525" cap="flat" cmpd="sng">
              <a:solidFill>
                <a:schemeClr val="tx1"/>
              </a:solidFill>
              <a:prstDash val="solid"/>
              <a:round/>
              <a:headEnd type="none" w="med" len="med"/>
              <a:tailEnd type="none" w="med" len="med"/>
            </a:ln>
          </p:spPr>
        </p:sp>
        <p:sp>
          <p:nvSpPr>
            <p:cNvPr id="87081" name="Line 42"/>
            <p:cNvSpPr/>
            <p:nvPr/>
          </p:nvSpPr>
          <p:spPr>
            <a:xfrm rot="10800000">
              <a:off x="1560" y="842"/>
              <a:ext cx="0" cy="436"/>
            </a:xfrm>
            <a:prstGeom prst="line">
              <a:avLst/>
            </a:prstGeom>
            <a:ln w="9525" cap="flat" cmpd="sng">
              <a:solidFill>
                <a:schemeClr val="tx1"/>
              </a:solidFill>
              <a:prstDash val="solid"/>
              <a:round/>
              <a:headEnd type="none" w="med" len="med"/>
              <a:tailEnd type="none" w="med" len="med"/>
            </a:ln>
          </p:spPr>
        </p:sp>
        <p:sp>
          <p:nvSpPr>
            <p:cNvPr id="87082" name="Line 43"/>
            <p:cNvSpPr/>
            <p:nvPr/>
          </p:nvSpPr>
          <p:spPr>
            <a:xfrm rot="10800000">
              <a:off x="1300" y="844"/>
              <a:ext cx="0" cy="435"/>
            </a:xfrm>
            <a:prstGeom prst="line">
              <a:avLst/>
            </a:prstGeom>
            <a:ln w="9525" cap="flat" cmpd="sng">
              <a:solidFill>
                <a:schemeClr val="tx1"/>
              </a:solidFill>
              <a:prstDash val="solid"/>
              <a:round/>
              <a:headEnd type="none" w="med" len="med"/>
              <a:tailEnd type="none" w="med" len="med"/>
            </a:ln>
          </p:spPr>
        </p:sp>
        <p:sp>
          <p:nvSpPr>
            <p:cNvPr id="87083" name="Line 44"/>
            <p:cNvSpPr/>
            <p:nvPr/>
          </p:nvSpPr>
          <p:spPr>
            <a:xfrm rot="10800000">
              <a:off x="1045" y="842"/>
              <a:ext cx="0" cy="435"/>
            </a:xfrm>
            <a:prstGeom prst="line">
              <a:avLst/>
            </a:prstGeom>
            <a:ln w="9525" cap="flat" cmpd="sng">
              <a:solidFill>
                <a:schemeClr val="tx1"/>
              </a:solidFill>
              <a:prstDash val="solid"/>
              <a:round/>
              <a:headEnd type="none" w="med" len="med"/>
              <a:tailEnd type="none" w="med" len="med"/>
            </a:ln>
          </p:spPr>
        </p:sp>
        <p:sp>
          <p:nvSpPr>
            <p:cNvPr id="87084" name="Line 45"/>
            <p:cNvSpPr/>
            <p:nvPr/>
          </p:nvSpPr>
          <p:spPr>
            <a:xfrm rot="10800000">
              <a:off x="783" y="842"/>
              <a:ext cx="0" cy="435"/>
            </a:xfrm>
            <a:prstGeom prst="line">
              <a:avLst/>
            </a:prstGeom>
            <a:ln w="9525" cap="flat" cmpd="sng">
              <a:solidFill>
                <a:schemeClr val="tx1"/>
              </a:solidFill>
              <a:prstDash val="solid"/>
              <a:round/>
              <a:headEnd type="none" w="med" len="med"/>
              <a:tailEnd type="none" w="med" len="med"/>
            </a:ln>
          </p:spPr>
        </p:sp>
        <p:sp>
          <p:nvSpPr>
            <p:cNvPr id="87085" name="Line 46"/>
            <p:cNvSpPr/>
            <p:nvPr/>
          </p:nvSpPr>
          <p:spPr>
            <a:xfrm rot="10800000">
              <a:off x="537" y="844"/>
              <a:ext cx="0" cy="435"/>
            </a:xfrm>
            <a:prstGeom prst="line">
              <a:avLst/>
            </a:prstGeom>
            <a:ln w="9525" cap="flat" cmpd="sng">
              <a:solidFill>
                <a:schemeClr val="tx1"/>
              </a:solidFill>
              <a:prstDash val="solid"/>
              <a:round/>
              <a:headEnd type="none" w="med" len="med"/>
              <a:tailEnd type="none" w="med" len="med"/>
            </a:ln>
          </p:spPr>
        </p:sp>
        <p:sp>
          <p:nvSpPr>
            <p:cNvPr id="87086" name="Oval 47"/>
            <p:cNvSpPr/>
            <p:nvPr/>
          </p:nvSpPr>
          <p:spPr>
            <a:xfrm>
              <a:off x="1950" y="2516"/>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87" name="Text Box 48"/>
            <p:cNvSpPr txBox="1"/>
            <p:nvPr/>
          </p:nvSpPr>
          <p:spPr>
            <a:xfrm>
              <a:off x="486" y="2237"/>
              <a:ext cx="244" cy="22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0</a:t>
              </a:r>
              <a:endParaRPr lang="en-US" altLang="zh-CN" sz="1000" i="0" baseline="-25000" dirty="0">
                <a:latin typeface="Times New Roman" panose="02020603050405020304" pitchFamily="18" charset="0"/>
                <a:ea typeface="宋体" panose="02010600030101010101" pitchFamily="2" charset="-122"/>
              </a:endParaRPr>
            </a:p>
          </p:txBody>
        </p:sp>
        <p:sp>
          <p:nvSpPr>
            <p:cNvPr id="87088" name="Text Box 49"/>
            <p:cNvSpPr txBox="1"/>
            <p:nvPr/>
          </p:nvSpPr>
          <p:spPr>
            <a:xfrm>
              <a:off x="853" y="2237"/>
              <a:ext cx="304" cy="22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1</a:t>
              </a:r>
              <a:endParaRPr lang="en-US" altLang="zh-CN" sz="1000" i="0" baseline="-25000" dirty="0">
                <a:latin typeface="Times New Roman" panose="02020603050405020304" pitchFamily="18" charset="0"/>
                <a:ea typeface="宋体" panose="02010600030101010101" pitchFamily="2" charset="-122"/>
              </a:endParaRPr>
            </a:p>
          </p:txBody>
        </p:sp>
        <p:sp>
          <p:nvSpPr>
            <p:cNvPr id="87089" name="Text Box 50"/>
            <p:cNvSpPr txBox="1"/>
            <p:nvPr/>
          </p:nvSpPr>
          <p:spPr>
            <a:xfrm>
              <a:off x="1219" y="2237"/>
              <a:ext cx="427" cy="167"/>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2</a:t>
              </a:r>
              <a:endParaRPr lang="en-US" altLang="zh-CN" sz="1000" i="0" baseline="-25000" dirty="0">
                <a:latin typeface="Times New Roman" panose="02020603050405020304" pitchFamily="18" charset="0"/>
                <a:ea typeface="宋体" panose="02010600030101010101" pitchFamily="2" charset="-122"/>
              </a:endParaRPr>
            </a:p>
          </p:txBody>
        </p:sp>
        <p:sp>
          <p:nvSpPr>
            <p:cNvPr id="87090" name="Text Box 51"/>
            <p:cNvSpPr txBox="1"/>
            <p:nvPr/>
          </p:nvSpPr>
          <p:spPr>
            <a:xfrm>
              <a:off x="1646" y="2181"/>
              <a:ext cx="304" cy="22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S</a:t>
              </a:r>
              <a:r>
                <a:rPr lang="en-US" altLang="zh-CN" i="0" baseline="-25000" dirty="0">
                  <a:latin typeface="Times New Roman" panose="02020603050405020304" pitchFamily="18" charset="0"/>
                  <a:ea typeface="宋体" panose="02010600030101010101" pitchFamily="2" charset="-122"/>
                </a:rPr>
                <a:t>1</a:t>
              </a:r>
              <a:endParaRPr lang="en-US" altLang="zh-CN" i="0" baseline="-25000" dirty="0">
                <a:latin typeface="Times New Roman" panose="02020603050405020304" pitchFamily="18" charset="0"/>
                <a:ea typeface="宋体" panose="02010600030101010101" pitchFamily="2" charset="-122"/>
              </a:endParaRPr>
            </a:p>
          </p:txBody>
        </p:sp>
        <p:graphicFrame>
          <p:nvGraphicFramePr>
            <p:cNvPr id="87091" name="Object 52"/>
            <p:cNvGraphicFramePr>
              <a:graphicFrameLocks noChangeAspect="1"/>
            </p:cNvGraphicFramePr>
            <p:nvPr/>
          </p:nvGraphicFramePr>
          <p:xfrm>
            <a:off x="2256" y="2125"/>
            <a:ext cx="281" cy="305"/>
          </p:xfrm>
          <a:graphic>
            <a:graphicData uri="http://schemas.openxmlformats.org/presentationml/2006/ole">
              <mc:AlternateContent xmlns:mc="http://schemas.openxmlformats.org/markup-compatibility/2006">
                <mc:Choice xmlns:v="urn:schemas-microsoft-com:vml" Requires="v">
                  <p:oleObj spid="_x0000_s3256" name="" r:id="rId33" imgW="223520" imgH="311150" progId="Equation.3">
                    <p:embed/>
                  </p:oleObj>
                </mc:Choice>
                <mc:Fallback>
                  <p:oleObj name="" r:id="rId33" imgW="223520" imgH="311150" progId="Equation.3">
                    <p:embed/>
                    <p:pic>
                      <p:nvPicPr>
                        <p:cNvPr id="0" name="图片 3255"/>
                        <p:cNvPicPr/>
                        <p:nvPr/>
                      </p:nvPicPr>
                      <p:blipFill>
                        <a:blip r:embed="rId34">
                          <a:clrChange>
                            <a:clrFrom>
                              <a:srgbClr val="000000"/>
                            </a:clrFrom>
                            <a:clrTo>
                              <a:srgbClr val="000000"/>
                            </a:clrTo>
                          </a:clrChange>
                        </a:blip>
                        <a:stretch>
                          <a:fillRect/>
                        </a:stretch>
                      </p:blipFill>
                      <p:spPr>
                        <a:xfrm>
                          <a:off x="2256" y="2125"/>
                          <a:ext cx="281" cy="305"/>
                        </a:xfrm>
                        <a:prstGeom prst="rect">
                          <a:avLst/>
                        </a:prstGeom>
                        <a:noFill/>
                        <a:ln w="38100">
                          <a:noFill/>
                          <a:miter/>
                        </a:ln>
                      </p:spPr>
                    </p:pic>
                  </p:oleObj>
                </mc:Fallback>
              </mc:AlternateContent>
            </a:graphicData>
          </a:graphic>
        </p:graphicFrame>
        <p:graphicFrame>
          <p:nvGraphicFramePr>
            <p:cNvPr id="87092" name="Object 53"/>
            <p:cNvGraphicFramePr>
              <a:graphicFrameLocks noChangeAspect="1"/>
            </p:cNvGraphicFramePr>
            <p:nvPr/>
          </p:nvGraphicFramePr>
          <p:xfrm>
            <a:off x="1889" y="2125"/>
            <a:ext cx="302" cy="292"/>
          </p:xfrm>
          <a:graphic>
            <a:graphicData uri="http://schemas.openxmlformats.org/presentationml/2006/ole">
              <mc:AlternateContent xmlns:mc="http://schemas.openxmlformats.org/markup-compatibility/2006">
                <mc:Choice xmlns:v="urn:schemas-microsoft-com:vml" Requires="v">
                  <p:oleObj spid="_x0000_s3257" name="" r:id="rId35" imgW="233680" imgH="301625" progId="Equation.3">
                    <p:embed/>
                  </p:oleObj>
                </mc:Choice>
                <mc:Fallback>
                  <p:oleObj name="" r:id="rId35" imgW="233680" imgH="301625" progId="Equation.3">
                    <p:embed/>
                    <p:pic>
                      <p:nvPicPr>
                        <p:cNvPr id="0" name="图片 3256"/>
                        <p:cNvPicPr/>
                        <p:nvPr/>
                      </p:nvPicPr>
                      <p:blipFill>
                        <a:blip r:embed="rId36">
                          <a:clrChange>
                            <a:clrFrom>
                              <a:srgbClr val="000000"/>
                            </a:clrFrom>
                            <a:clrTo>
                              <a:srgbClr val="000000"/>
                            </a:clrTo>
                          </a:clrChange>
                        </a:blip>
                        <a:stretch>
                          <a:fillRect/>
                        </a:stretch>
                      </p:blipFill>
                      <p:spPr>
                        <a:xfrm>
                          <a:off x="1889" y="2125"/>
                          <a:ext cx="302" cy="292"/>
                        </a:xfrm>
                        <a:prstGeom prst="rect">
                          <a:avLst/>
                        </a:prstGeom>
                        <a:noFill/>
                        <a:ln w="38100">
                          <a:noFill/>
                          <a:miter/>
                        </a:ln>
                      </p:spPr>
                    </p:pic>
                  </p:oleObj>
                </mc:Fallback>
              </mc:AlternateContent>
            </a:graphicData>
          </a:graphic>
        </p:graphicFrame>
        <p:sp>
          <p:nvSpPr>
            <p:cNvPr id="87093" name="Oval 54"/>
            <p:cNvSpPr/>
            <p:nvPr/>
          </p:nvSpPr>
          <p:spPr>
            <a:xfrm>
              <a:off x="2292" y="2516"/>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94" name="Text Box 55"/>
            <p:cNvSpPr txBox="1"/>
            <p:nvPr/>
          </p:nvSpPr>
          <p:spPr>
            <a:xfrm>
              <a:off x="425" y="1366"/>
              <a:ext cx="245"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87095" name="Text Box 56"/>
            <p:cNvSpPr txBox="1"/>
            <p:nvPr/>
          </p:nvSpPr>
          <p:spPr>
            <a:xfrm>
              <a:off x="670" y="1366"/>
              <a:ext cx="2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87096" name="Text Box 57"/>
            <p:cNvSpPr txBox="1"/>
            <p:nvPr/>
          </p:nvSpPr>
          <p:spPr>
            <a:xfrm>
              <a:off x="913" y="1366"/>
              <a:ext cx="244"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87097" name="Text Box 58"/>
            <p:cNvSpPr txBox="1"/>
            <p:nvPr/>
          </p:nvSpPr>
          <p:spPr>
            <a:xfrm>
              <a:off x="1218" y="1366"/>
              <a:ext cx="245"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87098" name="Text Box 59"/>
            <p:cNvSpPr txBox="1"/>
            <p:nvPr/>
          </p:nvSpPr>
          <p:spPr>
            <a:xfrm>
              <a:off x="1463" y="1366"/>
              <a:ext cx="2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4</a:t>
              </a:r>
              <a:endParaRPr lang="en-US" altLang="zh-CN" sz="2400" i="0" dirty="0">
                <a:latin typeface="Times New Roman" panose="02020603050405020304" pitchFamily="18" charset="0"/>
                <a:ea typeface="宋体" panose="02010600030101010101" pitchFamily="2" charset="-122"/>
              </a:endParaRPr>
            </a:p>
          </p:txBody>
        </p:sp>
        <p:sp>
          <p:nvSpPr>
            <p:cNvPr id="87099" name="Text Box 60"/>
            <p:cNvSpPr txBox="1"/>
            <p:nvPr/>
          </p:nvSpPr>
          <p:spPr>
            <a:xfrm>
              <a:off x="1706" y="1344"/>
              <a:ext cx="244"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5</a:t>
              </a:r>
              <a:endParaRPr lang="en-US" altLang="zh-CN" sz="2400" i="0" dirty="0">
                <a:latin typeface="Times New Roman" panose="02020603050405020304" pitchFamily="18" charset="0"/>
                <a:ea typeface="宋体" panose="02010600030101010101" pitchFamily="2" charset="-122"/>
              </a:endParaRPr>
            </a:p>
          </p:txBody>
        </p:sp>
        <p:sp>
          <p:nvSpPr>
            <p:cNvPr id="87100" name="Text Box 61"/>
            <p:cNvSpPr txBox="1"/>
            <p:nvPr/>
          </p:nvSpPr>
          <p:spPr>
            <a:xfrm>
              <a:off x="1950" y="1366"/>
              <a:ext cx="244"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6</a:t>
              </a:r>
              <a:endParaRPr lang="en-US" altLang="zh-CN" sz="2400" i="0" dirty="0">
                <a:latin typeface="Times New Roman" panose="02020603050405020304" pitchFamily="18" charset="0"/>
                <a:ea typeface="宋体" panose="02010600030101010101" pitchFamily="2" charset="-122"/>
              </a:endParaRPr>
            </a:p>
          </p:txBody>
        </p:sp>
        <p:sp>
          <p:nvSpPr>
            <p:cNvPr id="87101" name="Text Box 62"/>
            <p:cNvSpPr txBox="1"/>
            <p:nvPr/>
          </p:nvSpPr>
          <p:spPr>
            <a:xfrm>
              <a:off x="2256" y="1366"/>
              <a:ext cx="2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7</a:t>
              </a:r>
              <a:endParaRPr lang="en-US" altLang="zh-CN" sz="2400" i="0" dirty="0">
                <a:latin typeface="Times New Roman" panose="02020603050405020304" pitchFamily="18" charset="0"/>
                <a:ea typeface="宋体" panose="02010600030101010101" pitchFamily="2" charset="-122"/>
              </a:endParaRPr>
            </a:p>
          </p:txBody>
        </p:sp>
      </p:grpSp>
      <p:grpSp>
        <p:nvGrpSpPr>
          <p:cNvPr id="7" name="Group 63"/>
          <p:cNvGrpSpPr/>
          <p:nvPr/>
        </p:nvGrpSpPr>
        <p:grpSpPr>
          <a:xfrm>
            <a:off x="5135563" y="1336675"/>
            <a:ext cx="3322637" cy="2762250"/>
            <a:chOff x="3505" y="842"/>
            <a:chExt cx="2267" cy="1740"/>
          </a:xfrm>
        </p:grpSpPr>
        <p:sp>
          <p:nvSpPr>
            <p:cNvPr id="87103" name="Rectangle 64"/>
            <p:cNvSpPr/>
            <p:nvPr/>
          </p:nvSpPr>
          <p:spPr>
            <a:xfrm>
              <a:off x="3505" y="1325"/>
              <a:ext cx="2267" cy="1196"/>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04" name="Text Box 65"/>
            <p:cNvSpPr txBox="1"/>
            <p:nvPr/>
          </p:nvSpPr>
          <p:spPr>
            <a:xfrm>
              <a:off x="4208" y="1824"/>
              <a:ext cx="963" cy="301"/>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74LS138(2)</a:t>
              </a:r>
              <a:endParaRPr lang="en-US" altLang="zh-CN" sz="1000" i="0" dirty="0">
                <a:latin typeface="Times New Roman" panose="02020603050405020304" pitchFamily="18" charset="0"/>
                <a:ea typeface="宋体" panose="02010600030101010101" pitchFamily="2" charset="-122"/>
              </a:endParaRPr>
            </a:p>
          </p:txBody>
        </p:sp>
        <p:sp>
          <p:nvSpPr>
            <p:cNvPr id="87105" name="Oval 66"/>
            <p:cNvSpPr/>
            <p:nvPr/>
          </p:nvSpPr>
          <p:spPr>
            <a:xfrm rot="10800000">
              <a:off x="5486" y="1277"/>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06" name="Oval 67"/>
            <p:cNvSpPr/>
            <p:nvPr/>
          </p:nvSpPr>
          <p:spPr>
            <a:xfrm rot="10800000">
              <a:off x="5226" y="1277"/>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07" name="Oval 68"/>
            <p:cNvSpPr/>
            <p:nvPr/>
          </p:nvSpPr>
          <p:spPr>
            <a:xfrm rot="10800000">
              <a:off x="4705" y="1277"/>
              <a:ext cx="84"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08" name="Oval 69"/>
            <p:cNvSpPr/>
            <p:nvPr/>
          </p:nvSpPr>
          <p:spPr>
            <a:xfrm rot="10800000">
              <a:off x="4965" y="1277"/>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09" name="Oval 70"/>
            <p:cNvSpPr/>
            <p:nvPr/>
          </p:nvSpPr>
          <p:spPr>
            <a:xfrm rot="10800000">
              <a:off x="4442" y="1277"/>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10" name="Oval 71"/>
            <p:cNvSpPr/>
            <p:nvPr/>
          </p:nvSpPr>
          <p:spPr>
            <a:xfrm rot="10800000">
              <a:off x="4181" y="1277"/>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11" name="Oval 72"/>
            <p:cNvSpPr/>
            <p:nvPr/>
          </p:nvSpPr>
          <p:spPr>
            <a:xfrm rot="10800000">
              <a:off x="3916" y="1277"/>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12" name="Oval 73"/>
            <p:cNvSpPr/>
            <p:nvPr/>
          </p:nvSpPr>
          <p:spPr>
            <a:xfrm rot="10800000">
              <a:off x="3657" y="1277"/>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13" name="Line 74"/>
            <p:cNvSpPr/>
            <p:nvPr/>
          </p:nvSpPr>
          <p:spPr>
            <a:xfrm rot="10800000">
              <a:off x="5006" y="843"/>
              <a:ext cx="0" cy="435"/>
            </a:xfrm>
            <a:prstGeom prst="line">
              <a:avLst/>
            </a:prstGeom>
            <a:ln w="9525" cap="flat" cmpd="sng">
              <a:solidFill>
                <a:schemeClr val="tx1"/>
              </a:solidFill>
              <a:prstDash val="solid"/>
              <a:round/>
              <a:headEnd type="none" w="med" len="med"/>
              <a:tailEnd type="none" w="med" len="med"/>
            </a:ln>
          </p:spPr>
        </p:sp>
        <p:sp>
          <p:nvSpPr>
            <p:cNvPr id="87114" name="Line 75"/>
            <p:cNvSpPr/>
            <p:nvPr/>
          </p:nvSpPr>
          <p:spPr>
            <a:xfrm rot="10800000">
              <a:off x="4746" y="842"/>
              <a:ext cx="0" cy="435"/>
            </a:xfrm>
            <a:prstGeom prst="line">
              <a:avLst/>
            </a:prstGeom>
            <a:ln w="9525" cap="flat" cmpd="sng">
              <a:solidFill>
                <a:schemeClr val="tx1"/>
              </a:solidFill>
              <a:prstDash val="solid"/>
              <a:round/>
              <a:headEnd type="none" w="med" len="med"/>
              <a:tailEnd type="none" w="med" len="med"/>
            </a:ln>
          </p:spPr>
        </p:sp>
        <p:sp>
          <p:nvSpPr>
            <p:cNvPr id="87115" name="Line 76"/>
            <p:cNvSpPr/>
            <p:nvPr/>
          </p:nvSpPr>
          <p:spPr>
            <a:xfrm rot="10800000">
              <a:off x="4472" y="843"/>
              <a:ext cx="0" cy="435"/>
            </a:xfrm>
            <a:prstGeom prst="line">
              <a:avLst/>
            </a:prstGeom>
            <a:ln w="9525" cap="flat" cmpd="sng">
              <a:solidFill>
                <a:schemeClr val="tx1"/>
              </a:solidFill>
              <a:prstDash val="solid"/>
              <a:round/>
              <a:headEnd type="none" w="med" len="med"/>
              <a:tailEnd type="none" w="med" len="med"/>
            </a:ln>
          </p:spPr>
        </p:sp>
        <p:sp>
          <p:nvSpPr>
            <p:cNvPr id="87116" name="Line 77"/>
            <p:cNvSpPr/>
            <p:nvPr/>
          </p:nvSpPr>
          <p:spPr>
            <a:xfrm rot="10800000">
              <a:off x="3954" y="843"/>
              <a:ext cx="0" cy="434"/>
            </a:xfrm>
            <a:prstGeom prst="line">
              <a:avLst/>
            </a:prstGeom>
            <a:ln w="9525" cap="flat" cmpd="sng">
              <a:solidFill>
                <a:schemeClr val="tx1"/>
              </a:solidFill>
              <a:prstDash val="solid"/>
              <a:round/>
              <a:headEnd type="none" w="med" len="med"/>
              <a:tailEnd type="none" w="med" len="med"/>
            </a:ln>
          </p:spPr>
        </p:sp>
        <p:sp>
          <p:nvSpPr>
            <p:cNvPr id="87117" name="Line 78"/>
            <p:cNvSpPr/>
            <p:nvPr/>
          </p:nvSpPr>
          <p:spPr>
            <a:xfrm rot="10800000">
              <a:off x="3710" y="843"/>
              <a:ext cx="0" cy="435"/>
            </a:xfrm>
            <a:prstGeom prst="line">
              <a:avLst/>
            </a:prstGeom>
            <a:ln w="9525" cap="flat" cmpd="sng">
              <a:solidFill>
                <a:schemeClr val="tx1"/>
              </a:solidFill>
              <a:prstDash val="solid"/>
              <a:round/>
              <a:headEnd type="none" w="med" len="med"/>
              <a:tailEnd type="none" w="med" len="med"/>
            </a:ln>
          </p:spPr>
        </p:sp>
        <p:sp>
          <p:nvSpPr>
            <p:cNvPr id="87118" name="Line 79"/>
            <p:cNvSpPr/>
            <p:nvPr/>
          </p:nvSpPr>
          <p:spPr>
            <a:xfrm rot="10800000">
              <a:off x="5535" y="842"/>
              <a:ext cx="0" cy="435"/>
            </a:xfrm>
            <a:prstGeom prst="line">
              <a:avLst/>
            </a:prstGeom>
            <a:ln w="9525" cap="flat" cmpd="sng">
              <a:solidFill>
                <a:schemeClr val="tx1"/>
              </a:solidFill>
              <a:prstDash val="solid"/>
              <a:round/>
              <a:headEnd type="none" w="med" len="med"/>
              <a:tailEnd type="none" w="med" len="med"/>
            </a:ln>
          </p:spPr>
        </p:sp>
        <p:sp>
          <p:nvSpPr>
            <p:cNvPr id="87119" name="Line 80"/>
            <p:cNvSpPr/>
            <p:nvPr/>
          </p:nvSpPr>
          <p:spPr>
            <a:xfrm rot="10800000">
              <a:off x="5265" y="842"/>
              <a:ext cx="0" cy="435"/>
            </a:xfrm>
            <a:prstGeom prst="line">
              <a:avLst/>
            </a:prstGeom>
            <a:ln w="9525" cap="flat" cmpd="sng">
              <a:solidFill>
                <a:schemeClr val="tx1"/>
              </a:solidFill>
              <a:prstDash val="solid"/>
              <a:round/>
              <a:headEnd type="none" w="med" len="med"/>
              <a:tailEnd type="none" w="med" len="med"/>
            </a:ln>
          </p:spPr>
        </p:sp>
        <p:sp>
          <p:nvSpPr>
            <p:cNvPr id="87120" name="Line 81"/>
            <p:cNvSpPr/>
            <p:nvPr/>
          </p:nvSpPr>
          <p:spPr>
            <a:xfrm rot="10800000">
              <a:off x="4239" y="842"/>
              <a:ext cx="0" cy="435"/>
            </a:xfrm>
            <a:prstGeom prst="line">
              <a:avLst/>
            </a:prstGeom>
            <a:ln w="9525" cap="flat" cmpd="sng">
              <a:solidFill>
                <a:schemeClr val="tx1"/>
              </a:solidFill>
              <a:prstDash val="solid"/>
              <a:round/>
              <a:headEnd type="none" w="med" len="med"/>
              <a:tailEnd type="none" w="med" len="med"/>
            </a:ln>
          </p:spPr>
        </p:sp>
        <p:sp>
          <p:nvSpPr>
            <p:cNvPr id="87121" name="Oval 82"/>
            <p:cNvSpPr/>
            <p:nvPr/>
          </p:nvSpPr>
          <p:spPr>
            <a:xfrm>
              <a:off x="5061" y="2516"/>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22" name="Text Box 83"/>
            <p:cNvSpPr txBox="1"/>
            <p:nvPr/>
          </p:nvSpPr>
          <p:spPr>
            <a:xfrm>
              <a:off x="3598" y="2237"/>
              <a:ext cx="244" cy="22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0</a:t>
              </a:r>
              <a:endParaRPr lang="en-US" altLang="zh-CN" sz="1000" i="0" baseline="-25000" dirty="0">
                <a:latin typeface="Times New Roman" panose="02020603050405020304" pitchFamily="18" charset="0"/>
                <a:ea typeface="宋体" panose="02010600030101010101" pitchFamily="2" charset="-122"/>
              </a:endParaRPr>
            </a:p>
          </p:txBody>
        </p:sp>
        <p:sp>
          <p:nvSpPr>
            <p:cNvPr id="87123" name="Text Box 84"/>
            <p:cNvSpPr txBox="1"/>
            <p:nvPr/>
          </p:nvSpPr>
          <p:spPr>
            <a:xfrm>
              <a:off x="3964" y="2237"/>
              <a:ext cx="304" cy="22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1</a:t>
              </a:r>
              <a:endParaRPr lang="en-US" altLang="zh-CN" sz="1000" i="0" baseline="-25000" dirty="0">
                <a:latin typeface="Times New Roman" panose="02020603050405020304" pitchFamily="18" charset="0"/>
                <a:ea typeface="宋体" panose="02010600030101010101" pitchFamily="2" charset="-122"/>
              </a:endParaRPr>
            </a:p>
          </p:txBody>
        </p:sp>
        <p:sp>
          <p:nvSpPr>
            <p:cNvPr id="87124" name="Text Box 85"/>
            <p:cNvSpPr txBox="1"/>
            <p:nvPr/>
          </p:nvSpPr>
          <p:spPr>
            <a:xfrm>
              <a:off x="4330" y="2237"/>
              <a:ext cx="427" cy="167"/>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2</a:t>
              </a:r>
              <a:endParaRPr lang="en-US" altLang="zh-CN" sz="1000" i="0" baseline="-25000" dirty="0">
                <a:latin typeface="Times New Roman" panose="02020603050405020304" pitchFamily="18" charset="0"/>
                <a:ea typeface="宋体" panose="02010600030101010101" pitchFamily="2" charset="-122"/>
              </a:endParaRPr>
            </a:p>
          </p:txBody>
        </p:sp>
        <p:sp>
          <p:nvSpPr>
            <p:cNvPr id="87125" name="Text Box 86"/>
            <p:cNvSpPr txBox="1"/>
            <p:nvPr/>
          </p:nvSpPr>
          <p:spPr>
            <a:xfrm>
              <a:off x="4757" y="2181"/>
              <a:ext cx="304" cy="22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S</a:t>
              </a:r>
              <a:r>
                <a:rPr lang="en-US" altLang="zh-CN" i="0" baseline="-25000" dirty="0">
                  <a:latin typeface="Times New Roman" panose="02020603050405020304" pitchFamily="18" charset="0"/>
                  <a:ea typeface="宋体" panose="02010600030101010101" pitchFamily="2" charset="-122"/>
                </a:rPr>
                <a:t>1</a:t>
              </a:r>
              <a:endParaRPr lang="en-US" altLang="zh-CN" i="0" baseline="-25000" dirty="0">
                <a:latin typeface="Times New Roman" panose="02020603050405020304" pitchFamily="18" charset="0"/>
                <a:ea typeface="宋体" panose="02010600030101010101" pitchFamily="2" charset="-122"/>
              </a:endParaRPr>
            </a:p>
          </p:txBody>
        </p:sp>
        <p:graphicFrame>
          <p:nvGraphicFramePr>
            <p:cNvPr id="87126" name="Object 87"/>
            <p:cNvGraphicFramePr>
              <a:graphicFrameLocks noChangeAspect="1"/>
            </p:cNvGraphicFramePr>
            <p:nvPr/>
          </p:nvGraphicFramePr>
          <p:xfrm>
            <a:off x="5367" y="2125"/>
            <a:ext cx="282" cy="305"/>
          </p:xfrm>
          <a:graphic>
            <a:graphicData uri="http://schemas.openxmlformats.org/presentationml/2006/ole">
              <mc:AlternateContent xmlns:mc="http://schemas.openxmlformats.org/markup-compatibility/2006">
                <mc:Choice xmlns:v="urn:schemas-microsoft-com:vml" Requires="v">
                  <p:oleObj spid="_x0000_s3259" name="" r:id="rId37" imgW="223520" imgH="311150" progId="Equation.3">
                    <p:embed/>
                  </p:oleObj>
                </mc:Choice>
                <mc:Fallback>
                  <p:oleObj name="" r:id="rId37" imgW="223520" imgH="311150" progId="Equation.3">
                    <p:embed/>
                    <p:pic>
                      <p:nvPicPr>
                        <p:cNvPr id="0" name="图片 3258"/>
                        <p:cNvPicPr/>
                        <p:nvPr/>
                      </p:nvPicPr>
                      <p:blipFill>
                        <a:blip r:embed="rId38">
                          <a:clrChange>
                            <a:clrFrom>
                              <a:srgbClr val="000000"/>
                            </a:clrFrom>
                            <a:clrTo>
                              <a:srgbClr val="000000"/>
                            </a:clrTo>
                          </a:clrChange>
                        </a:blip>
                        <a:stretch>
                          <a:fillRect/>
                        </a:stretch>
                      </p:blipFill>
                      <p:spPr>
                        <a:xfrm>
                          <a:off x="5367" y="2125"/>
                          <a:ext cx="282" cy="305"/>
                        </a:xfrm>
                        <a:prstGeom prst="rect">
                          <a:avLst/>
                        </a:prstGeom>
                        <a:noFill/>
                        <a:ln w="38100">
                          <a:noFill/>
                          <a:miter/>
                        </a:ln>
                      </p:spPr>
                    </p:pic>
                  </p:oleObj>
                </mc:Fallback>
              </mc:AlternateContent>
            </a:graphicData>
          </a:graphic>
        </p:graphicFrame>
        <p:graphicFrame>
          <p:nvGraphicFramePr>
            <p:cNvPr id="87127" name="Object 88"/>
            <p:cNvGraphicFramePr>
              <a:graphicFrameLocks noChangeAspect="1"/>
            </p:cNvGraphicFramePr>
            <p:nvPr/>
          </p:nvGraphicFramePr>
          <p:xfrm>
            <a:off x="5001" y="2125"/>
            <a:ext cx="301" cy="292"/>
          </p:xfrm>
          <a:graphic>
            <a:graphicData uri="http://schemas.openxmlformats.org/presentationml/2006/ole">
              <mc:AlternateContent xmlns:mc="http://schemas.openxmlformats.org/markup-compatibility/2006">
                <mc:Choice xmlns:v="urn:schemas-microsoft-com:vml" Requires="v">
                  <p:oleObj spid="_x0000_s3258" name="" r:id="rId39" imgW="233680" imgH="301625" progId="Equation.3">
                    <p:embed/>
                  </p:oleObj>
                </mc:Choice>
                <mc:Fallback>
                  <p:oleObj name="" r:id="rId39" imgW="233680" imgH="301625" progId="Equation.3">
                    <p:embed/>
                    <p:pic>
                      <p:nvPicPr>
                        <p:cNvPr id="0" name="图片 3257"/>
                        <p:cNvPicPr/>
                        <p:nvPr/>
                      </p:nvPicPr>
                      <p:blipFill>
                        <a:blip r:embed="rId40">
                          <a:clrChange>
                            <a:clrFrom>
                              <a:srgbClr val="000000"/>
                            </a:clrFrom>
                            <a:clrTo>
                              <a:srgbClr val="000000"/>
                            </a:clrTo>
                          </a:clrChange>
                        </a:blip>
                        <a:stretch>
                          <a:fillRect/>
                        </a:stretch>
                      </p:blipFill>
                      <p:spPr>
                        <a:xfrm>
                          <a:off x="5001" y="2125"/>
                          <a:ext cx="301" cy="292"/>
                        </a:xfrm>
                        <a:prstGeom prst="rect">
                          <a:avLst/>
                        </a:prstGeom>
                        <a:noFill/>
                        <a:ln w="38100">
                          <a:noFill/>
                          <a:miter/>
                        </a:ln>
                      </p:spPr>
                    </p:pic>
                  </p:oleObj>
                </mc:Fallback>
              </mc:AlternateContent>
            </a:graphicData>
          </a:graphic>
        </p:graphicFrame>
        <p:sp>
          <p:nvSpPr>
            <p:cNvPr id="87128" name="Oval 89"/>
            <p:cNvSpPr/>
            <p:nvPr/>
          </p:nvSpPr>
          <p:spPr>
            <a:xfrm>
              <a:off x="5404" y="2516"/>
              <a:ext cx="84"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29" name="Text Box 90"/>
            <p:cNvSpPr txBox="1"/>
            <p:nvPr/>
          </p:nvSpPr>
          <p:spPr>
            <a:xfrm>
              <a:off x="3598" y="1399"/>
              <a:ext cx="244"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87130" name="Text Box 91"/>
            <p:cNvSpPr txBox="1"/>
            <p:nvPr/>
          </p:nvSpPr>
          <p:spPr>
            <a:xfrm>
              <a:off x="3842" y="1399"/>
              <a:ext cx="2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87131" name="Text Box 92"/>
            <p:cNvSpPr txBox="1"/>
            <p:nvPr/>
          </p:nvSpPr>
          <p:spPr>
            <a:xfrm>
              <a:off x="4085" y="1399"/>
              <a:ext cx="244"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87132" name="Text Box 93"/>
            <p:cNvSpPr txBox="1"/>
            <p:nvPr/>
          </p:nvSpPr>
          <p:spPr>
            <a:xfrm>
              <a:off x="4391" y="1399"/>
              <a:ext cx="244"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87133" name="Text Box 94"/>
            <p:cNvSpPr txBox="1"/>
            <p:nvPr/>
          </p:nvSpPr>
          <p:spPr>
            <a:xfrm>
              <a:off x="4635" y="1399"/>
              <a:ext cx="2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4</a:t>
              </a:r>
              <a:endParaRPr lang="en-US" altLang="zh-CN" sz="2400" i="0" dirty="0">
                <a:latin typeface="Times New Roman" panose="02020603050405020304" pitchFamily="18" charset="0"/>
                <a:ea typeface="宋体" panose="02010600030101010101" pitchFamily="2" charset="-122"/>
              </a:endParaRPr>
            </a:p>
          </p:txBody>
        </p:sp>
        <p:sp>
          <p:nvSpPr>
            <p:cNvPr id="87134" name="Text Box 95"/>
            <p:cNvSpPr txBox="1"/>
            <p:nvPr/>
          </p:nvSpPr>
          <p:spPr>
            <a:xfrm>
              <a:off x="4878" y="1377"/>
              <a:ext cx="244"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5</a:t>
              </a:r>
              <a:endParaRPr lang="en-US" altLang="zh-CN" sz="2400" i="0" dirty="0">
                <a:latin typeface="Times New Roman" panose="02020603050405020304" pitchFamily="18" charset="0"/>
                <a:ea typeface="宋体" panose="02010600030101010101" pitchFamily="2" charset="-122"/>
              </a:endParaRPr>
            </a:p>
          </p:txBody>
        </p:sp>
        <p:sp>
          <p:nvSpPr>
            <p:cNvPr id="87135" name="Text Box 96"/>
            <p:cNvSpPr txBox="1"/>
            <p:nvPr/>
          </p:nvSpPr>
          <p:spPr>
            <a:xfrm>
              <a:off x="5122" y="1399"/>
              <a:ext cx="245"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6</a:t>
              </a:r>
              <a:endParaRPr lang="en-US" altLang="zh-CN" sz="2400" i="0" dirty="0">
                <a:latin typeface="Times New Roman" panose="02020603050405020304" pitchFamily="18" charset="0"/>
                <a:ea typeface="宋体" panose="02010600030101010101" pitchFamily="2" charset="-122"/>
              </a:endParaRPr>
            </a:p>
          </p:txBody>
        </p:sp>
        <p:sp>
          <p:nvSpPr>
            <p:cNvPr id="87136" name="Text Box 97"/>
            <p:cNvSpPr txBox="1"/>
            <p:nvPr/>
          </p:nvSpPr>
          <p:spPr>
            <a:xfrm>
              <a:off x="5428" y="1399"/>
              <a:ext cx="2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7</a:t>
              </a:r>
              <a:endParaRPr lang="en-US" altLang="zh-CN" sz="2400" i="0" dirty="0">
                <a:latin typeface="Times New Roman" panose="02020603050405020304" pitchFamily="18" charset="0"/>
                <a:ea typeface="宋体" panose="02010600030101010101" pitchFamily="2" charset="-122"/>
              </a:endParaRPr>
            </a:p>
          </p:txBody>
        </p:sp>
      </p:grpSp>
      <p:grpSp>
        <p:nvGrpSpPr>
          <p:cNvPr id="8" name="Group 98"/>
          <p:cNvGrpSpPr/>
          <p:nvPr/>
        </p:nvGrpSpPr>
        <p:grpSpPr>
          <a:xfrm>
            <a:off x="2946400" y="3992563"/>
            <a:ext cx="4152900" cy="1417637"/>
            <a:chOff x="2011" y="2515"/>
            <a:chExt cx="2834" cy="893"/>
          </a:xfrm>
        </p:grpSpPr>
        <p:grpSp>
          <p:nvGrpSpPr>
            <p:cNvPr id="87138" name="Group 99"/>
            <p:cNvGrpSpPr/>
            <p:nvPr/>
          </p:nvGrpSpPr>
          <p:grpSpPr>
            <a:xfrm>
              <a:off x="2011" y="2515"/>
              <a:ext cx="2807" cy="893"/>
              <a:chOff x="2011" y="2515"/>
              <a:chExt cx="2807" cy="893"/>
            </a:xfrm>
          </p:grpSpPr>
          <p:grpSp>
            <p:nvGrpSpPr>
              <p:cNvPr id="87139" name="Group 100"/>
              <p:cNvGrpSpPr/>
              <p:nvPr/>
            </p:nvGrpSpPr>
            <p:grpSpPr>
              <a:xfrm>
                <a:off x="2011" y="2515"/>
                <a:ext cx="2807" cy="893"/>
                <a:chOff x="2011" y="2515"/>
                <a:chExt cx="2807" cy="893"/>
              </a:xfrm>
            </p:grpSpPr>
            <p:sp>
              <p:nvSpPr>
                <p:cNvPr id="87140" name="Line 101"/>
                <p:cNvSpPr/>
                <p:nvPr/>
              </p:nvSpPr>
              <p:spPr>
                <a:xfrm>
                  <a:off x="4818" y="2515"/>
                  <a:ext cx="0" cy="893"/>
                </a:xfrm>
                <a:prstGeom prst="line">
                  <a:avLst/>
                </a:prstGeom>
                <a:ln w="9525" cap="flat" cmpd="sng">
                  <a:solidFill>
                    <a:schemeClr val="tx1"/>
                  </a:solidFill>
                  <a:prstDash val="solid"/>
                  <a:round/>
                  <a:headEnd type="none" w="med" len="med"/>
                  <a:tailEnd type="none" w="med" len="med"/>
                </a:ln>
              </p:spPr>
            </p:sp>
            <p:sp>
              <p:nvSpPr>
                <p:cNvPr id="87141" name="Line 102"/>
                <p:cNvSpPr/>
                <p:nvPr/>
              </p:nvSpPr>
              <p:spPr>
                <a:xfrm>
                  <a:off x="2343" y="2597"/>
                  <a:ext cx="0" cy="91"/>
                </a:xfrm>
                <a:prstGeom prst="line">
                  <a:avLst/>
                </a:prstGeom>
                <a:ln w="9525" cap="flat" cmpd="sng">
                  <a:solidFill>
                    <a:schemeClr val="tx1"/>
                  </a:solidFill>
                  <a:prstDash val="solid"/>
                  <a:round/>
                  <a:headEnd type="none" w="med" len="med"/>
                  <a:tailEnd type="none" w="med" len="med"/>
                </a:ln>
              </p:spPr>
            </p:sp>
            <p:sp>
              <p:nvSpPr>
                <p:cNvPr id="87142" name="Line 103"/>
                <p:cNvSpPr/>
                <p:nvPr/>
              </p:nvSpPr>
              <p:spPr>
                <a:xfrm flipH="1">
                  <a:off x="2011" y="2683"/>
                  <a:ext cx="2784" cy="0"/>
                </a:xfrm>
                <a:prstGeom prst="line">
                  <a:avLst/>
                </a:prstGeom>
                <a:ln w="9525" cap="flat" cmpd="sng">
                  <a:solidFill>
                    <a:schemeClr val="tx1"/>
                  </a:solidFill>
                  <a:prstDash val="solid"/>
                  <a:round/>
                  <a:headEnd type="none" w="med" len="med"/>
                  <a:tailEnd type="none" w="med" len="med"/>
                </a:ln>
              </p:spPr>
            </p:sp>
            <p:sp>
              <p:nvSpPr>
                <p:cNvPr id="87143" name="Line 104"/>
                <p:cNvSpPr/>
                <p:nvPr/>
              </p:nvSpPr>
              <p:spPr>
                <a:xfrm>
                  <a:off x="2011" y="2592"/>
                  <a:ext cx="0" cy="91"/>
                </a:xfrm>
                <a:prstGeom prst="line">
                  <a:avLst/>
                </a:prstGeom>
                <a:ln w="9525" cap="flat" cmpd="sng">
                  <a:solidFill>
                    <a:schemeClr val="tx1"/>
                  </a:solidFill>
                  <a:prstDash val="solid"/>
                  <a:round/>
                  <a:headEnd type="none" w="med" len="med"/>
                  <a:tailEnd type="none" w="med" len="med"/>
                </a:ln>
              </p:spPr>
            </p:sp>
          </p:grpSp>
          <p:sp>
            <p:nvSpPr>
              <p:cNvPr id="87144" name="Oval 105"/>
              <p:cNvSpPr/>
              <p:nvPr/>
            </p:nvSpPr>
            <p:spPr>
              <a:xfrm>
                <a:off x="2316" y="2658"/>
                <a:ext cx="61" cy="5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87145" name="Oval 106"/>
            <p:cNvSpPr/>
            <p:nvPr/>
          </p:nvSpPr>
          <p:spPr>
            <a:xfrm>
              <a:off x="4783" y="2655"/>
              <a:ext cx="62" cy="5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1" name="Group 107"/>
          <p:cNvGrpSpPr/>
          <p:nvPr/>
        </p:nvGrpSpPr>
        <p:grpSpPr>
          <a:xfrm>
            <a:off x="890588" y="3992563"/>
            <a:ext cx="4598987" cy="1417637"/>
            <a:chOff x="608" y="2515"/>
            <a:chExt cx="3138" cy="893"/>
          </a:xfrm>
        </p:grpSpPr>
        <p:grpSp>
          <p:nvGrpSpPr>
            <p:cNvPr id="87147" name="Group 108"/>
            <p:cNvGrpSpPr/>
            <p:nvPr/>
          </p:nvGrpSpPr>
          <p:grpSpPr>
            <a:xfrm>
              <a:off x="608" y="2515"/>
              <a:ext cx="3130" cy="893"/>
              <a:chOff x="608" y="2515"/>
              <a:chExt cx="3130" cy="893"/>
            </a:xfrm>
          </p:grpSpPr>
          <p:sp>
            <p:nvSpPr>
              <p:cNvPr id="87148" name="Line 109"/>
              <p:cNvSpPr/>
              <p:nvPr/>
            </p:nvSpPr>
            <p:spPr>
              <a:xfrm>
                <a:off x="3719" y="2515"/>
                <a:ext cx="0" cy="893"/>
              </a:xfrm>
              <a:prstGeom prst="line">
                <a:avLst/>
              </a:prstGeom>
              <a:ln w="9525" cap="flat" cmpd="sng">
                <a:solidFill>
                  <a:schemeClr val="tx1"/>
                </a:solidFill>
                <a:prstDash val="solid"/>
                <a:round/>
                <a:headEnd type="none" w="med" len="med"/>
                <a:tailEnd type="none" w="med" len="med"/>
              </a:ln>
            </p:spPr>
          </p:sp>
          <p:sp>
            <p:nvSpPr>
              <p:cNvPr id="87149" name="Line 110"/>
              <p:cNvSpPr/>
              <p:nvPr/>
            </p:nvSpPr>
            <p:spPr>
              <a:xfrm flipH="1">
                <a:off x="608" y="3241"/>
                <a:ext cx="3130" cy="0"/>
              </a:xfrm>
              <a:prstGeom prst="line">
                <a:avLst/>
              </a:prstGeom>
              <a:ln w="9525" cap="flat" cmpd="sng">
                <a:solidFill>
                  <a:schemeClr val="tx1"/>
                </a:solidFill>
                <a:prstDash val="solid"/>
                <a:round/>
                <a:headEnd type="none" w="med" len="med"/>
                <a:tailEnd type="none" w="med" len="med"/>
              </a:ln>
            </p:spPr>
          </p:sp>
          <p:sp>
            <p:nvSpPr>
              <p:cNvPr id="87150" name="Line 111"/>
              <p:cNvSpPr/>
              <p:nvPr/>
            </p:nvSpPr>
            <p:spPr>
              <a:xfrm>
                <a:off x="608" y="2515"/>
                <a:ext cx="0" cy="726"/>
              </a:xfrm>
              <a:prstGeom prst="line">
                <a:avLst/>
              </a:prstGeom>
              <a:ln w="9525" cap="flat" cmpd="sng">
                <a:solidFill>
                  <a:schemeClr val="tx1"/>
                </a:solidFill>
                <a:prstDash val="solid"/>
                <a:round/>
                <a:headEnd type="none" w="med" len="med"/>
                <a:tailEnd type="none" w="med" len="med"/>
              </a:ln>
            </p:spPr>
          </p:sp>
        </p:grpSp>
        <p:sp>
          <p:nvSpPr>
            <p:cNvPr id="87151" name="Oval 112"/>
            <p:cNvSpPr/>
            <p:nvPr/>
          </p:nvSpPr>
          <p:spPr>
            <a:xfrm>
              <a:off x="3686" y="3213"/>
              <a:ext cx="60" cy="5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3" name="Group 113"/>
          <p:cNvGrpSpPr/>
          <p:nvPr/>
        </p:nvGrpSpPr>
        <p:grpSpPr>
          <a:xfrm>
            <a:off x="1427163" y="3992563"/>
            <a:ext cx="4511675" cy="1417637"/>
            <a:chOff x="974" y="2515"/>
            <a:chExt cx="3079" cy="893"/>
          </a:xfrm>
        </p:grpSpPr>
        <p:grpSp>
          <p:nvGrpSpPr>
            <p:cNvPr id="87153" name="Group 114"/>
            <p:cNvGrpSpPr/>
            <p:nvPr/>
          </p:nvGrpSpPr>
          <p:grpSpPr>
            <a:xfrm>
              <a:off x="974" y="2515"/>
              <a:ext cx="3072" cy="893"/>
              <a:chOff x="974" y="2515"/>
              <a:chExt cx="3072" cy="893"/>
            </a:xfrm>
          </p:grpSpPr>
          <p:sp>
            <p:nvSpPr>
              <p:cNvPr id="87154" name="Line 115"/>
              <p:cNvSpPr/>
              <p:nvPr/>
            </p:nvSpPr>
            <p:spPr>
              <a:xfrm>
                <a:off x="4025" y="2515"/>
                <a:ext cx="0" cy="893"/>
              </a:xfrm>
              <a:prstGeom prst="line">
                <a:avLst/>
              </a:prstGeom>
              <a:ln w="9525" cap="flat" cmpd="sng">
                <a:solidFill>
                  <a:schemeClr val="tx1"/>
                </a:solidFill>
                <a:prstDash val="solid"/>
                <a:round/>
                <a:headEnd type="none" w="med" len="med"/>
                <a:tailEnd type="none" w="med" len="med"/>
              </a:ln>
            </p:spPr>
          </p:sp>
          <p:sp>
            <p:nvSpPr>
              <p:cNvPr id="87155" name="Line 116"/>
              <p:cNvSpPr/>
              <p:nvPr/>
            </p:nvSpPr>
            <p:spPr>
              <a:xfrm flipH="1">
                <a:off x="974" y="3073"/>
                <a:ext cx="3072" cy="0"/>
              </a:xfrm>
              <a:prstGeom prst="line">
                <a:avLst/>
              </a:prstGeom>
              <a:ln w="9525" cap="flat" cmpd="sng">
                <a:solidFill>
                  <a:schemeClr val="tx1"/>
                </a:solidFill>
                <a:prstDash val="solid"/>
                <a:round/>
                <a:headEnd type="none" w="med" len="med"/>
                <a:tailEnd type="none" w="med" len="med"/>
              </a:ln>
            </p:spPr>
          </p:sp>
          <p:sp>
            <p:nvSpPr>
              <p:cNvPr id="87156" name="Line 117"/>
              <p:cNvSpPr/>
              <p:nvPr/>
            </p:nvSpPr>
            <p:spPr>
              <a:xfrm>
                <a:off x="974" y="2515"/>
                <a:ext cx="0" cy="558"/>
              </a:xfrm>
              <a:prstGeom prst="line">
                <a:avLst/>
              </a:prstGeom>
              <a:ln w="9525" cap="flat" cmpd="sng">
                <a:solidFill>
                  <a:schemeClr val="tx1"/>
                </a:solidFill>
                <a:prstDash val="solid"/>
                <a:round/>
                <a:headEnd type="none" w="med" len="med"/>
                <a:tailEnd type="none" w="med" len="med"/>
              </a:ln>
            </p:spPr>
          </p:sp>
        </p:grpSp>
        <p:sp>
          <p:nvSpPr>
            <p:cNvPr id="87157" name="Oval 118"/>
            <p:cNvSpPr/>
            <p:nvPr/>
          </p:nvSpPr>
          <p:spPr>
            <a:xfrm>
              <a:off x="3991" y="3042"/>
              <a:ext cx="62" cy="5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5" name="Group 119"/>
          <p:cNvGrpSpPr/>
          <p:nvPr/>
        </p:nvGrpSpPr>
        <p:grpSpPr>
          <a:xfrm>
            <a:off x="1963738" y="3992563"/>
            <a:ext cx="4511675" cy="1417637"/>
            <a:chOff x="1340" y="2515"/>
            <a:chExt cx="3079" cy="893"/>
          </a:xfrm>
        </p:grpSpPr>
        <p:grpSp>
          <p:nvGrpSpPr>
            <p:cNvPr id="87159" name="Group 120"/>
            <p:cNvGrpSpPr/>
            <p:nvPr/>
          </p:nvGrpSpPr>
          <p:grpSpPr>
            <a:xfrm>
              <a:off x="1340" y="2515"/>
              <a:ext cx="3072" cy="893"/>
              <a:chOff x="1340" y="2515"/>
              <a:chExt cx="3072" cy="893"/>
            </a:xfrm>
          </p:grpSpPr>
          <p:sp>
            <p:nvSpPr>
              <p:cNvPr id="87160" name="Line 121"/>
              <p:cNvSpPr/>
              <p:nvPr/>
            </p:nvSpPr>
            <p:spPr>
              <a:xfrm>
                <a:off x="4391" y="2515"/>
                <a:ext cx="0" cy="893"/>
              </a:xfrm>
              <a:prstGeom prst="line">
                <a:avLst/>
              </a:prstGeom>
              <a:ln w="9525" cap="flat" cmpd="sng">
                <a:solidFill>
                  <a:schemeClr val="tx1"/>
                </a:solidFill>
                <a:prstDash val="solid"/>
                <a:round/>
                <a:headEnd type="none" w="med" len="med"/>
                <a:tailEnd type="none" w="med" len="med"/>
              </a:ln>
            </p:spPr>
          </p:sp>
          <p:sp>
            <p:nvSpPr>
              <p:cNvPr id="87161" name="Line 122"/>
              <p:cNvSpPr/>
              <p:nvPr/>
            </p:nvSpPr>
            <p:spPr>
              <a:xfrm flipH="1">
                <a:off x="1340" y="2906"/>
                <a:ext cx="3072" cy="0"/>
              </a:xfrm>
              <a:prstGeom prst="line">
                <a:avLst/>
              </a:prstGeom>
              <a:ln w="9525" cap="flat" cmpd="sng">
                <a:solidFill>
                  <a:schemeClr val="tx1"/>
                </a:solidFill>
                <a:prstDash val="solid"/>
                <a:round/>
                <a:headEnd type="none" w="med" len="med"/>
                <a:tailEnd type="none" w="med" len="med"/>
              </a:ln>
            </p:spPr>
          </p:sp>
          <p:sp>
            <p:nvSpPr>
              <p:cNvPr id="87162" name="Line 123"/>
              <p:cNvSpPr/>
              <p:nvPr/>
            </p:nvSpPr>
            <p:spPr>
              <a:xfrm>
                <a:off x="1340" y="2515"/>
                <a:ext cx="0" cy="391"/>
              </a:xfrm>
              <a:prstGeom prst="line">
                <a:avLst/>
              </a:prstGeom>
              <a:ln w="9525" cap="flat" cmpd="sng">
                <a:solidFill>
                  <a:schemeClr val="tx1"/>
                </a:solidFill>
                <a:prstDash val="solid"/>
                <a:round/>
                <a:headEnd type="none" w="med" len="med"/>
                <a:tailEnd type="none" w="med" len="med"/>
              </a:ln>
            </p:spPr>
          </p:sp>
        </p:grpSp>
        <p:sp>
          <p:nvSpPr>
            <p:cNvPr id="87163" name="Oval 124"/>
            <p:cNvSpPr/>
            <p:nvPr/>
          </p:nvSpPr>
          <p:spPr>
            <a:xfrm>
              <a:off x="4357" y="2879"/>
              <a:ext cx="62" cy="5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91613" name="Text Box 125"/>
          <p:cNvSpPr txBox="1"/>
          <p:nvPr/>
        </p:nvSpPr>
        <p:spPr>
          <a:xfrm>
            <a:off x="5334000" y="5410200"/>
            <a:ext cx="304800" cy="304800"/>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D</a:t>
            </a:r>
            <a:r>
              <a:rPr lang="en-US" altLang="zh-CN" i="0" baseline="-25000" dirty="0">
                <a:latin typeface="Times New Roman" panose="02020603050405020304" pitchFamily="18" charset="0"/>
                <a:ea typeface="宋体" panose="02010600030101010101" pitchFamily="2" charset="-122"/>
              </a:rPr>
              <a:t>0</a:t>
            </a:r>
            <a:endParaRPr lang="en-US" altLang="zh-CN" sz="1000" i="0" baseline="-25000" dirty="0">
              <a:latin typeface="Times New Roman" panose="02020603050405020304" pitchFamily="18" charset="0"/>
              <a:ea typeface="宋体" panose="02010600030101010101" pitchFamily="2" charset="-122"/>
            </a:endParaRPr>
          </a:p>
        </p:txBody>
      </p:sp>
      <p:sp>
        <p:nvSpPr>
          <p:cNvPr id="191614" name="Text Box 126"/>
          <p:cNvSpPr txBox="1"/>
          <p:nvPr/>
        </p:nvSpPr>
        <p:spPr>
          <a:xfrm>
            <a:off x="5867400" y="5410200"/>
            <a:ext cx="381000" cy="304800"/>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D</a:t>
            </a:r>
            <a:r>
              <a:rPr lang="en-US" altLang="zh-CN" i="0" baseline="-25000" dirty="0">
                <a:latin typeface="Times New Roman" panose="02020603050405020304" pitchFamily="18" charset="0"/>
                <a:ea typeface="宋体" panose="02010600030101010101" pitchFamily="2" charset="-122"/>
              </a:rPr>
              <a:t>1</a:t>
            </a:r>
            <a:endParaRPr lang="en-US" altLang="zh-CN" sz="1000" i="0" baseline="-25000" dirty="0">
              <a:latin typeface="Times New Roman" panose="02020603050405020304" pitchFamily="18" charset="0"/>
              <a:ea typeface="宋体" panose="02010600030101010101" pitchFamily="2" charset="-122"/>
            </a:endParaRPr>
          </a:p>
        </p:txBody>
      </p:sp>
      <p:sp>
        <p:nvSpPr>
          <p:cNvPr id="191615" name="Text Box 127"/>
          <p:cNvSpPr txBox="1"/>
          <p:nvPr/>
        </p:nvSpPr>
        <p:spPr>
          <a:xfrm>
            <a:off x="6400800" y="5410200"/>
            <a:ext cx="457200" cy="342900"/>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D</a:t>
            </a:r>
            <a:r>
              <a:rPr lang="en-US" altLang="zh-CN" i="0" baseline="-25000" dirty="0">
                <a:latin typeface="Times New Roman" panose="02020603050405020304" pitchFamily="18" charset="0"/>
                <a:ea typeface="宋体" panose="02010600030101010101" pitchFamily="2" charset="-122"/>
              </a:rPr>
              <a:t>2</a:t>
            </a:r>
            <a:endParaRPr lang="en-US" altLang="zh-CN" sz="1000" i="0" baseline="-25000" dirty="0">
              <a:latin typeface="Times New Roman" panose="02020603050405020304" pitchFamily="18" charset="0"/>
              <a:ea typeface="宋体" panose="02010600030101010101" pitchFamily="2" charset="-122"/>
            </a:endParaRPr>
          </a:p>
        </p:txBody>
      </p:sp>
      <p:sp>
        <p:nvSpPr>
          <p:cNvPr id="191616" name="Text Box 128"/>
          <p:cNvSpPr txBox="1"/>
          <p:nvPr/>
        </p:nvSpPr>
        <p:spPr>
          <a:xfrm>
            <a:off x="7010400" y="5410200"/>
            <a:ext cx="381000" cy="304800"/>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D</a:t>
            </a:r>
            <a:r>
              <a:rPr lang="en-US" altLang="zh-CN" i="0" baseline="-25000" dirty="0">
                <a:latin typeface="Times New Roman" panose="02020603050405020304" pitchFamily="18" charset="0"/>
                <a:ea typeface="宋体" panose="02010600030101010101" pitchFamily="2" charset="-122"/>
              </a:rPr>
              <a:t>3</a:t>
            </a:r>
            <a:endParaRPr lang="en-US" altLang="zh-CN" i="0" baseline="-25000" dirty="0">
              <a:latin typeface="Times New Roman" panose="02020603050405020304" pitchFamily="18" charset="0"/>
              <a:ea typeface="宋体" panose="02010600030101010101" pitchFamily="2" charset="-122"/>
            </a:endParaRPr>
          </a:p>
        </p:txBody>
      </p:sp>
      <p:grpSp>
        <p:nvGrpSpPr>
          <p:cNvPr id="17" name="Group 129"/>
          <p:cNvGrpSpPr/>
          <p:nvPr/>
        </p:nvGrpSpPr>
        <p:grpSpPr>
          <a:xfrm>
            <a:off x="2209800" y="4017963"/>
            <a:ext cx="304800" cy="477837"/>
            <a:chOff x="1508" y="2531"/>
            <a:chExt cx="208" cy="301"/>
          </a:xfrm>
        </p:grpSpPr>
        <p:sp>
          <p:nvSpPr>
            <p:cNvPr id="87169" name="Line 130"/>
            <p:cNvSpPr/>
            <p:nvPr/>
          </p:nvSpPr>
          <p:spPr>
            <a:xfrm>
              <a:off x="1716" y="2531"/>
              <a:ext cx="0" cy="240"/>
            </a:xfrm>
            <a:prstGeom prst="line">
              <a:avLst/>
            </a:prstGeom>
            <a:ln w="9525" cap="flat" cmpd="sng">
              <a:solidFill>
                <a:schemeClr val="tx1"/>
              </a:solidFill>
              <a:prstDash val="solid"/>
              <a:round/>
              <a:headEnd type="none" w="med" len="med"/>
              <a:tailEnd type="none" w="med" len="med"/>
            </a:ln>
          </p:spPr>
        </p:sp>
        <p:sp>
          <p:nvSpPr>
            <p:cNvPr id="87170" name="Text Box 131"/>
            <p:cNvSpPr txBox="1"/>
            <p:nvPr/>
          </p:nvSpPr>
          <p:spPr>
            <a:xfrm>
              <a:off x="1508" y="2544"/>
              <a:ext cx="20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0-#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0-#ppt_w/2"/>
                                          </p:val>
                                        </p:tav>
                                        <p:tav tm="100000">
                                          <p:val>
                                            <p:strVal val="#ppt_x"/>
                                          </p:val>
                                        </p:tav>
                                      </p:tavLst>
                                    </p:anim>
                                    <p:anim calcmode="lin" valueType="num">
                                      <p:cBhvr additive="base">
                                        <p:cTn id="3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0-#ppt_w/2"/>
                                          </p:val>
                                        </p:tav>
                                        <p:tav tm="100000">
                                          <p:val>
                                            <p:strVal val="#ppt_x"/>
                                          </p:val>
                                        </p:tav>
                                      </p:tavLst>
                                    </p:anim>
                                    <p:anim calcmode="lin" valueType="num">
                                      <p:cBhvr additive="base">
                                        <p:cTn id="3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0-#ppt_w/2"/>
                                          </p:val>
                                        </p:tav>
                                        <p:tav tm="100000">
                                          <p:val>
                                            <p:strVal val="#ppt_x"/>
                                          </p:val>
                                        </p:tav>
                                      </p:tavLst>
                                    </p:anim>
                                    <p:anim calcmode="lin" valueType="num">
                                      <p:cBhvr additive="base">
                                        <p:cTn id="4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91613"/>
                                        </p:tgtEl>
                                        <p:attrNameLst>
                                          <p:attrName>style.visibility</p:attrName>
                                        </p:attrNameLst>
                                      </p:cBhvr>
                                      <p:to>
                                        <p:strVal val="visible"/>
                                      </p:to>
                                    </p:set>
                                    <p:anim calcmode="lin" valueType="num">
                                      <p:cBhvr additive="base">
                                        <p:cTn id="49" dur="500" fill="hold"/>
                                        <p:tgtEl>
                                          <p:spTgt spid="191613"/>
                                        </p:tgtEl>
                                        <p:attrNameLst>
                                          <p:attrName>ppt_x</p:attrName>
                                        </p:attrNameLst>
                                      </p:cBhvr>
                                      <p:tavLst>
                                        <p:tav tm="0">
                                          <p:val>
                                            <p:strVal val="0-#ppt_w/2"/>
                                          </p:val>
                                        </p:tav>
                                        <p:tav tm="100000">
                                          <p:val>
                                            <p:strVal val="#ppt_x"/>
                                          </p:val>
                                        </p:tav>
                                      </p:tavLst>
                                    </p:anim>
                                    <p:anim calcmode="lin" valueType="num">
                                      <p:cBhvr additive="base">
                                        <p:cTn id="50" dur="500" fill="hold"/>
                                        <p:tgtEl>
                                          <p:spTgt spid="191613"/>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ppt_x</p:attrName>
                                        </p:attrNameLst>
                                      </p:cBhvr>
                                      <p:tavLst>
                                        <p:tav tm="0">
                                          <p:val>
                                            <p:strVal val="0-#ppt_w/2"/>
                                          </p:val>
                                        </p:tav>
                                        <p:tav tm="100000">
                                          <p:val>
                                            <p:strVal val="#ppt_x"/>
                                          </p:val>
                                        </p:tav>
                                      </p:tavLst>
                                    </p:anim>
                                    <p:anim calcmode="lin" valueType="num">
                                      <p:cBhvr additive="base">
                                        <p:cTn id="5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91614"/>
                                        </p:tgtEl>
                                        <p:attrNameLst>
                                          <p:attrName>style.visibility</p:attrName>
                                        </p:attrNameLst>
                                      </p:cBhvr>
                                      <p:to>
                                        <p:strVal val="visible"/>
                                      </p:to>
                                    </p:set>
                                    <p:anim calcmode="lin" valueType="num">
                                      <p:cBhvr additive="base">
                                        <p:cTn id="61" dur="500" fill="hold"/>
                                        <p:tgtEl>
                                          <p:spTgt spid="191614"/>
                                        </p:tgtEl>
                                        <p:attrNameLst>
                                          <p:attrName>ppt_x</p:attrName>
                                        </p:attrNameLst>
                                      </p:cBhvr>
                                      <p:tavLst>
                                        <p:tav tm="0">
                                          <p:val>
                                            <p:strVal val="0-#ppt_w/2"/>
                                          </p:val>
                                        </p:tav>
                                        <p:tav tm="100000">
                                          <p:val>
                                            <p:strVal val="#ppt_x"/>
                                          </p:val>
                                        </p:tav>
                                      </p:tavLst>
                                    </p:anim>
                                    <p:anim calcmode="lin" valueType="num">
                                      <p:cBhvr additive="base">
                                        <p:cTn id="62" dur="500" fill="hold"/>
                                        <p:tgtEl>
                                          <p:spTgt spid="191614"/>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0-#ppt_w/2"/>
                                          </p:val>
                                        </p:tav>
                                        <p:tav tm="100000">
                                          <p:val>
                                            <p:strVal val="#ppt_x"/>
                                          </p:val>
                                        </p:tav>
                                      </p:tavLst>
                                    </p:anim>
                                    <p:anim calcmode="lin" valueType="num">
                                      <p:cBhvr additive="base">
                                        <p:cTn id="6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91615"/>
                                        </p:tgtEl>
                                        <p:attrNameLst>
                                          <p:attrName>style.visibility</p:attrName>
                                        </p:attrNameLst>
                                      </p:cBhvr>
                                      <p:to>
                                        <p:strVal val="visible"/>
                                      </p:to>
                                    </p:set>
                                    <p:anim calcmode="lin" valueType="num">
                                      <p:cBhvr additive="base">
                                        <p:cTn id="73" dur="500" fill="hold"/>
                                        <p:tgtEl>
                                          <p:spTgt spid="191615"/>
                                        </p:tgtEl>
                                        <p:attrNameLst>
                                          <p:attrName>ppt_x</p:attrName>
                                        </p:attrNameLst>
                                      </p:cBhvr>
                                      <p:tavLst>
                                        <p:tav tm="0">
                                          <p:val>
                                            <p:strVal val="0-#ppt_w/2"/>
                                          </p:val>
                                        </p:tav>
                                        <p:tav tm="100000">
                                          <p:val>
                                            <p:strVal val="#ppt_x"/>
                                          </p:val>
                                        </p:tav>
                                      </p:tavLst>
                                    </p:anim>
                                    <p:anim calcmode="lin" valueType="num">
                                      <p:cBhvr additive="base">
                                        <p:cTn id="74" dur="500" fill="hold"/>
                                        <p:tgtEl>
                                          <p:spTgt spid="191615"/>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nodeType="clickEffect">
                                  <p:stCondLst>
                                    <p:cond delay="0"/>
                                  </p:stCondLst>
                                  <p:childTnLst>
                                    <p:set>
                                      <p:cBhvr>
                                        <p:cTn id="78" dur="1" fill="hold">
                                          <p:stCondLst>
                                            <p:cond delay="0"/>
                                          </p:stCondLst>
                                        </p:cTn>
                                        <p:tgtEl>
                                          <p:spTgt spid="8"/>
                                        </p:tgtEl>
                                        <p:attrNameLst>
                                          <p:attrName>style.visibility</p:attrName>
                                        </p:attrNameLst>
                                      </p:cBhvr>
                                      <p:to>
                                        <p:strVal val="visible"/>
                                      </p:to>
                                    </p:set>
                                    <p:anim calcmode="lin" valueType="num">
                                      <p:cBhvr additive="base">
                                        <p:cTn id="79" dur="500" fill="hold"/>
                                        <p:tgtEl>
                                          <p:spTgt spid="8"/>
                                        </p:tgtEl>
                                        <p:attrNameLst>
                                          <p:attrName>ppt_x</p:attrName>
                                        </p:attrNameLst>
                                      </p:cBhvr>
                                      <p:tavLst>
                                        <p:tav tm="0">
                                          <p:val>
                                            <p:strVal val="0-#ppt_w/2"/>
                                          </p:val>
                                        </p:tav>
                                        <p:tav tm="100000">
                                          <p:val>
                                            <p:strVal val="#ppt_x"/>
                                          </p:val>
                                        </p:tav>
                                      </p:tavLst>
                                    </p:anim>
                                    <p:anim calcmode="lin" valueType="num">
                                      <p:cBhvr additive="base">
                                        <p:cTn id="8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191616"/>
                                        </p:tgtEl>
                                        <p:attrNameLst>
                                          <p:attrName>style.visibility</p:attrName>
                                        </p:attrNameLst>
                                      </p:cBhvr>
                                      <p:to>
                                        <p:strVal val="visible"/>
                                      </p:to>
                                    </p:set>
                                    <p:anim calcmode="lin" valueType="num">
                                      <p:cBhvr additive="base">
                                        <p:cTn id="85" dur="500" fill="hold"/>
                                        <p:tgtEl>
                                          <p:spTgt spid="191616"/>
                                        </p:tgtEl>
                                        <p:attrNameLst>
                                          <p:attrName>ppt_x</p:attrName>
                                        </p:attrNameLst>
                                      </p:cBhvr>
                                      <p:tavLst>
                                        <p:tav tm="0">
                                          <p:val>
                                            <p:strVal val="0-#ppt_w/2"/>
                                          </p:val>
                                        </p:tav>
                                        <p:tav tm="100000">
                                          <p:val>
                                            <p:strVal val="#ppt_x"/>
                                          </p:val>
                                        </p:tav>
                                      </p:tavLst>
                                    </p:anim>
                                    <p:anim calcmode="lin" valueType="num">
                                      <p:cBhvr additive="base">
                                        <p:cTn id="86" dur="500" fill="hold"/>
                                        <p:tgtEl>
                                          <p:spTgt spid="191616"/>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191490"/>
                                        </p:tgtEl>
                                        <p:attrNameLst>
                                          <p:attrName>style.visibility</p:attrName>
                                        </p:attrNameLst>
                                      </p:cBhvr>
                                      <p:to>
                                        <p:strVal val="visible"/>
                                      </p:to>
                                    </p:set>
                                    <p:anim calcmode="lin" valueType="num">
                                      <p:cBhvr additive="base">
                                        <p:cTn id="91" dur="500" fill="hold"/>
                                        <p:tgtEl>
                                          <p:spTgt spid="191490"/>
                                        </p:tgtEl>
                                        <p:attrNameLst>
                                          <p:attrName>ppt_x</p:attrName>
                                        </p:attrNameLst>
                                      </p:cBhvr>
                                      <p:tavLst>
                                        <p:tav tm="0">
                                          <p:val>
                                            <p:strVal val="0-#ppt_w/2"/>
                                          </p:val>
                                        </p:tav>
                                        <p:tav tm="100000">
                                          <p:val>
                                            <p:strVal val="#ppt_x"/>
                                          </p:val>
                                        </p:tav>
                                      </p:tavLst>
                                    </p:anim>
                                    <p:anim calcmode="lin" valueType="num">
                                      <p:cBhvr additive="base">
                                        <p:cTn id="92" dur="500" fill="hold"/>
                                        <p:tgtEl>
                                          <p:spTgt spid="1914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0" grpId="0"/>
      <p:bldP spid="191613" grpId="0"/>
      <p:bldP spid="191614" grpId="0"/>
      <p:bldP spid="191615" grpId="0"/>
      <p:bldP spid="191616"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Text Box 2"/>
          <p:cNvSpPr txBox="1">
            <a:spLocks noChangeArrowheads="1"/>
          </p:cNvSpPr>
          <p:nvPr/>
        </p:nvSpPr>
        <p:spPr bwMode="auto">
          <a:xfrm>
            <a:off x="666750" y="1123950"/>
            <a:ext cx="7753350" cy="1628775"/>
          </a:xfrm>
          <a:prstGeom prst="rect">
            <a:avLst/>
          </a:prstGeom>
          <a:noFill/>
          <a:ln w="19050">
            <a:noFill/>
            <a:miter lim="800000"/>
            <a:tailEnd type="none" w="sm" len="lg"/>
          </a:ln>
          <a:effectLst/>
        </p:spPr>
        <p:txBody>
          <a:bodyPr>
            <a:spAutoFit/>
          </a:bodyPr>
          <a:lstStyle/>
          <a:p>
            <a:pPr marL="476250" marR="0" indent="-476250" algn="just" defTabSz="914400">
              <a:lnSpc>
                <a:spcPct val="180000"/>
              </a:lnSpc>
              <a:spcBef>
                <a:spcPct val="50000"/>
              </a:spcBef>
              <a:buClrTx/>
              <a:buSzTx/>
              <a:buFontTx/>
              <a:buNone/>
              <a:defRPr/>
            </a:pPr>
            <a:r>
              <a:rPr kumimoji="1" lang="en-US" altLang="zh-CN"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a:t>
            </a:r>
            <a:r>
              <a:rPr kumimoji="1" lang="en-US" altLang="zh-CN"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二～十进制译码器：</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将</a:t>
            </a:r>
            <a:r>
              <a:rPr kumimoji="1" lang="en-US" altLang="zh-CN" sz="2800" i="0" kern="1200" cap="none" spc="0" normalizeH="0" baseline="0" noProof="0">
                <a:latin typeface="Times New Roman" panose="02020603050405020304" pitchFamily="18" charset="0"/>
                <a:ea typeface="宋体" panose="02010600030101010101" pitchFamily="2" charset="-122"/>
                <a:cs typeface="+mn-cs"/>
              </a:rPr>
              <a:t>4</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位</a:t>
            </a:r>
            <a:r>
              <a:rPr kumimoji="1" lang="en-US" altLang="zh-CN" sz="2800" i="0" kern="1200" cap="none" spc="0" normalizeH="0" baseline="0" noProof="0">
                <a:latin typeface="Times New Roman" panose="02020603050405020304" pitchFamily="18" charset="0"/>
                <a:ea typeface="宋体" panose="02010600030101010101" pitchFamily="2" charset="-122"/>
                <a:cs typeface="+mn-cs"/>
              </a:rPr>
              <a:t>BCD</a:t>
            </a:r>
            <a:r>
              <a:rPr kumimoji="1" lang="zh-CN" altLang="zh-CN" sz="2800" i="0" kern="1200" cap="none" spc="0" normalizeH="0" baseline="0" noProof="0">
                <a:latin typeface="Times New Roman" panose="02020603050405020304" pitchFamily="18" charset="0"/>
                <a:ea typeface="宋体" panose="02010600030101010101" pitchFamily="2" charset="-122"/>
                <a:cs typeface="+mn-cs"/>
              </a:rPr>
              <a:t>码的10组代码翻译成10个十进制数码。</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2"/>
          <p:cNvSpPr/>
          <p:nvPr/>
        </p:nvSpPr>
        <p:spPr>
          <a:xfrm>
            <a:off x="0" y="0"/>
            <a:ext cx="9144000" cy="6858000"/>
          </a:xfrm>
          <a:prstGeom prst="rect">
            <a:avLst/>
          </a:prstGeom>
          <a:noFill/>
          <a:ln w="3810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9090" name="Text Box 4"/>
          <p:cNvSpPr txBox="1"/>
          <p:nvPr/>
        </p:nvSpPr>
        <p:spPr>
          <a:xfrm>
            <a:off x="-15875" y="333375"/>
            <a:ext cx="2946400" cy="822325"/>
          </a:xfrm>
          <a:prstGeom prst="rect">
            <a:avLst/>
          </a:prstGeom>
          <a:noFill/>
          <a:ln w="19050">
            <a:noFill/>
          </a:ln>
        </p:spPr>
        <p:txBody>
          <a:bodyPr anchor="t" anchorCtr="0">
            <a:spAutoFit/>
          </a:bodyPr>
          <a:p>
            <a:pPr algn="ctr" defTabSz="190500"/>
            <a:r>
              <a:rPr lang="zh-CN" altLang="zh-CN" sz="2400" i="0" dirty="0">
                <a:latin typeface="Times New Roman" panose="02020603050405020304" pitchFamily="18" charset="0"/>
                <a:ea typeface="宋体" panose="02010600030101010101" pitchFamily="2" charset="-122"/>
              </a:rPr>
              <a:t>输				入</a:t>
            </a:r>
            <a:endParaRPr lang="zh-CN" altLang="zh-CN" sz="2800" i="0" dirty="0">
              <a:latin typeface="Times New Roman" panose="02020603050405020304" pitchFamily="18" charset="0"/>
              <a:ea typeface="宋体" panose="02010600030101010101" pitchFamily="2" charset="-122"/>
            </a:endParaRPr>
          </a:p>
          <a:p>
            <a:pPr algn="ctr" defTabSz="190500"/>
            <a:r>
              <a:rPr lang="en-US" altLang="zh-CN" sz="2400" b="1" i="0" dirty="0">
                <a:latin typeface="Times New Roman" panose="02020603050405020304" pitchFamily="18" charset="0"/>
                <a:ea typeface="宋体" panose="02010600030101010101" pitchFamily="2" charset="-122"/>
              </a:rPr>
              <a:t>A</a:t>
            </a:r>
            <a:r>
              <a:rPr lang="en-US" altLang="zh-CN" sz="2400" b="1" i="0" baseline="-25000" dirty="0">
                <a:latin typeface="Times New Roman" panose="02020603050405020304" pitchFamily="18" charset="0"/>
                <a:ea typeface="宋体" panose="02010600030101010101" pitchFamily="2" charset="-122"/>
              </a:rPr>
              <a:t>3	 	 </a:t>
            </a:r>
            <a:r>
              <a:rPr lang="en-US" altLang="zh-CN" sz="2400" b="1" i="0" dirty="0">
                <a:latin typeface="Times New Roman" panose="02020603050405020304" pitchFamily="18" charset="0"/>
                <a:ea typeface="宋体" panose="02010600030101010101" pitchFamily="2" charset="-122"/>
              </a:rPr>
              <a:t>A</a:t>
            </a:r>
            <a:r>
              <a:rPr lang="en-US" altLang="zh-CN" sz="2400" b="1" i="0" baseline="-25000" dirty="0">
                <a:latin typeface="Times New Roman" panose="02020603050405020304" pitchFamily="18" charset="0"/>
                <a:ea typeface="宋体" panose="02010600030101010101" pitchFamily="2" charset="-122"/>
              </a:rPr>
              <a:t>2	   </a:t>
            </a:r>
            <a:r>
              <a:rPr lang="en-US" altLang="zh-CN" sz="2400" b="1" i="0" dirty="0">
                <a:latin typeface="Times New Roman" panose="02020603050405020304" pitchFamily="18" charset="0"/>
                <a:ea typeface="宋体" panose="02010600030101010101" pitchFamily="2" charset="-122"/>
              </a:rPr>
              <a:t>A</a:t>
            </a:r>
            <a:r>
              <a:rPr lang="en-US" altLang="zh-CN" sz="2400" b="1" i="0" baseline="-25000" dirty="0">
                <a:latin typeface="Times New Roman" panose="02020603050405020304" pitchFamily="18" charset="0"/>
                <a:ea typeface="宋体" panose="02010600030101010101" pitchFamily="2" charset="-122"/>
              </a:rPr>
              <a:t>1		 </a:t>
            </a:r>
            <a:r>
              <a:rPr lang="en-US" altLang="zh-CN" sz="2400" b="1" i="0" dirty="0">
                <a:latin typeface="Times New Roman" panose="02020603050405020304" pitchFamily="18" charset="0"/>
                <a:ea typeface="宋体" panose="02010600030101010101" pitchFamily="2" charset="-122"/>
              </a:rPr>
              <a:t>A</a:t>
            </a:r>
            <a:r>
              <a:rPr lang="en-US" altLang="zh-CN" sz="2400" b="1" i="0" baseline="-25000" dirty="0">
                <a:latin typeface="Times New Roman" panose="02020603050405020304" pitchFamily="18" charset="0"/>
                <a:ea typeface="宋体" panose="02010600030101010101" pitchFamily="2" charset="-122"/>
              </a:rPr>
              <a:t>0</a:t>
            </a:r>
            <a:endParaRPr lang="en-US" altLang="zh-CN" sz="2400" i="0" baseline="-25000" dirty="0">
              <a:latin typeface="Times New Roman" panose="02020603050405020304" pitchFamily="18" charset="0"/>
              <a:ea typeface="宋体" panose="02010600030101010101" pitchFamily="2" charset="-122"/>
            </a:endParaRPr>
          </a:p>
        </p:txBody>
      </p:sp>
      <p:sp>
        <p:nvSpPr>
          <p:cNvPr id="89091" name="Line 5"/>
          <p:cNvSpPr/>
          <p:nvPr/>
        </p:nvSpPr>
        <p:spPr>
          <a:xfrm>
            <a:off x="2857500" y="342900"/>
            <a:ext cx="0" cy="6267450"/>
          </a:xfrm>
          <a:prstGeom prst="line">
            <a:avLst/>
          </a:prstGeom>
          <a:ln w="19050" cap="flat" cmpd="sng">
            <a:solidFill>
              <a:srgbClr val="3333FF"/>
            </a:solidFill>
            <a:prstDash val="solid"/>
            <a:round/>
            <a:headEnd type="none" w="med" len="med"/>
            <a:tailEnd type="none" w="sm" len="lg"/>
          </a:ln>
        </p:spPr>
      </p:sp>
      <p:sp>
        <p:nvSpPr>
          <p:cNvPr id="89092" name="Line 6"/>
          <p:cNvSpPr/>
          <p:nvPr/>
        </p:nvSpPr>
        <p:spPr>
          <a:xfrm>
            <a:off x="247650" y="323850"/>
            <a:ext cx="8629650" cy="0"/>
          </a:xfrm>
          <a:prstGeom prst="line">
            <a:avLst/>
          </a:prstGeom>
          <a:ln w="38100" cap="flat" cmpd="sng">
            <a:solidFill>
              <a:srgbClr val="3333FF"/>
            </a:solidFill>
            <a:prstDash val="solid"/>
            <a:round/>
            <a:headEnd type="none" w="med" len="med"/>
            <a:tailEnd type="none" w="sm" len="lg"/>
          </a:ln>
        </p:spPr>
      </p:sp>
      <p:sp>
        <p:nvSpPr>
          <p:cNvPr id="89093" name="Line 7"/>
          <p:cNvSpPr/>
          <p:nvPr/>
        </p:nvSpPr>
        <p:spPr>
          <a:xfrm>
            <a:off x="247650" y="1181100"/>
            <a:ext cx="8629650" cy="0"/>
          </a:xfrm>
          <a:prstGeom prst="line">
            <a:avLst/>
          </a:prstGeom>
          <a:ln w="19050" cap="flat" cmpd="sng">
            <a:solidFill>
              <a:srgbClr val="3333FF"/>
            </a:solidFill>
            <a:prstDash val="solid"/>
            <a:round/>
            <a:headEnd type="none" w="med" len="med"/>
            <a:tailEnd type="none" w="sm" len="lg"/>
          </a:ln>
        </p:spPr>
      </p:sp>
      <p:sp>
        <p:nvSpPr>
          <p:cNvPr id="89094" name="Line 8"/>
          <p:cNvSpPr/>
          <p:nvPr/>
        </p:nvSpPr>
        <p:spPr>
          <a:xfrm>
            <a:off x="247650" y="6591300"/>
            <a:ext cx="8629650" cy="0"/>
          </a:xfrm>
          <a:prstGeom prst="line">
            <a:avLst/>
          </a:prstGeom>
          <a:ln w="38100" cap="flat" cmpd="sng">
            <a:solidFill>
              <a:srgbClr val="3333FF"/>
            </a:solidFill>
            <a:prstDash val="solid"/>
            <a:round/>
            <a:headEnd type="none" w="med" len="med"/>
            <a:tailEnd type="none" w="sm" len="lg"/>
          </a:ln>
        </p:spPr>
      </p:sp>
      <p:grpSp>
        <p:nvGrpSpPr>
          <p:cNvPr id="89095" name="Group 9"/>
          <p:cNvGrpSpPr/>
          <p:nvPr/>
        </p:nvGrpSpPr>
        <p:grpSpPr>
          <a:xfrm>
            <a:off x="298450" y="1309688"/>
            <a:ext cx="2270125" cy="3140075"/>
            <a:chOff x="212" y="717"/>
            <a:chExt cx="1430" cy="1978"/>
          </a:xfrm>
        </p:grpSpPr>
        <p:sp>
          <p:nvSpPr>
            <p:cNvPr id="89096" name="Text Box 10"/>
            <p:cNvSpPr txBox="1"/>
            <p:nvPr/>
          </p:nvSpPr>
          <p:spPr>
            <a:xfrm>
              <a:off x="212" y="717"/>
              <a:ext cx="196" cy="1978"/>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p:txBody>
        </p:sp>
        <p:sp>
          <p:nvSpPr>
            <p:cNvPr id="89097" name="Text Box 11"/>
            <p:cNvSpPr txBox="1"/>
            <p:nvPr/>
          </p:nvSpPr>
          <p:spPr>
            <a:xfrm>
              <a:off x="597" y="717"/>
              <a:ext cx="196" cy="1978"/>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0</a:t>
              </a:r>
              <a:endParaRPr lang="en-US" altLang="zh-CN" b="1" i="0" dirty="0">
                <a:latin typeface="Times New Roman" panose="02020603050405020304" pitchFamily="18" charset="0"/>
                <a:ea typeface="宋体" panose="02010600030101010101" pitchFamily="2" charset="-122"/>
              </a:endParaRPr>
            </a:p>
          </p:txBody>
        </p:sp>
        <p:sp>
          <p:nvSpPr>
            <p:cNvPr id="89098" name="Text Box 12"/>
            <p:cNvSpPr txBox="1"/>
            <p:nvPr/>
          </p:nvSpPr>
          <p:spPr>
            <a:xfrm>
              <a:off x="970" y="717"/>
              <a:ext cx="276" cy="1978"/>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 0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099" name="Text Box 13"/>
            <p:cNvSpPr txBox="1"/>
            <p:nvPr/>
          </p:nvSpPr>
          <p:spPr>
            <a:xfrm>
              <a:off x="1406" y="717"/>
              <a:ext cx="236" cy="1978"/>
            </a:xfrm>
            <a:prstGeom prst="rect">
              <a:avLst/>
            </a:prstGeom>
            <a:noFill/>
            <a:ln w="19050">
              <a:noFill/>
            </a:ln>
          </p:spPr>
          <p:txBody>
            <a:bodyPr wrap="none" anchor="t" anchorCtr="0">
              <a:spAutoFit/>
            </a:bodyPr>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grpSp>
      <p:sp>
        <p:nvSpPr>
          <p:cNvPr id="89100" name="Text Box 14"/>
          <p:cNvSpPr txBox="1"/>
          <p:nvPr/>
        </p:nvSpPr>
        <p:spPr>
          <a:xfrm>
            <a:off x="2994025" y="1309688"/>
            <a:ext cx="374650" cy="3140075"/>
          </a:xfrm>
          <a:prstGeom prst="rect">
            <a:avLst/>
          </a:prstGeom>
          <a:noFill/>
          <a:ln w="19050">
            <a:noFill/>
          </a:ln>
        </p:spPr>
        <p:txBody>
          <a:bodyPr wrap="none" anchor="t" anchorCtr="0">
            <a:spAutoFit/>
          </a:bodyPr>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1" name="Text Box 15"/>
          <p:cNvSpPr txBox="1"/>
          <p:nvPr/>
        </p:nvSpPr>
        <p:spPr>
          <a:xfrm>
            <a:off x="3582988" y="1309688"/>
            <a:ext cx="374650" cy="3140075"/>
          </a:xfrm>
          <a:prstGeom prst="rect">
            <a:avLst/>
          </a:prstGeom>
          <a:noFill/>
          <a:ln w="19050">
            <a:noFill/>
          </a:ln>
        </p:spPr>
        <p:txBody>
          <a:bodyPr wrap="none" anchor="t" anchorCtr="0">
            <a:spAutoFit/>
          </a:bodyPr>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2" name="Text Box 16"/>
          <p:cNvSpPr txBox="1"/>
          <p:nvPr/>
        </p:nvSpPr>
        <p:spPr>
          <a:xfrm>
            <a:off x="4171950" y="1309688"/>
            <a:ext cx="374650" cy="3140075"/>
          </a:xfrm>
          <a:prstGeom prst="rect">
            <a:avLst/>
          </a:prstGeom>
          <a:noFill/>
          <a:ln w="19050">
            <a:noFill/>
          </a:ln>
        </p:spPr>
        <p:txBody>
          <a:bodyPr wrap="none" anchor="t" anchorCtr="0">
            <a:spAutoFit/>
          </a:bodyPr>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3" name="Text Box 17"/>
          <p:cNvSpPr txBox="1"/>
          <p:nvPr/>
        </p:nvSpPr>
        <p:spPr>
          <a:xfrm>
            <a:off x="4729163" y="1309688"/>
            <a:ext cx="438150" cy="31400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 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4" name="Text Box 18"/>
          <p:cNvSpPr txBox="1"/>
          <p:nvPr/>
        </p:nvSpPr>
        <p:spPr>
          <a:xfrm>
            <a:off x="5349875" y="1309688"/>
            <a:ext cx="438150" cy="31400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 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5" name="Text Box 19"/>
          <p:cNvSpPr txBox="1"/>
          <p:nvPr/>
        </p:nvSpPr>
        <p:spPr>
          <a:xfrm>
            <a:off x="6002338" y="1309688"/>
            <a:ext cx="438150" cy="31400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 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6" name="Text Box 20"/>
          <p:cNvSpPr txBox="1"/>
          <p:nvPr/>
        </p:nvSpPr>
        <p:spPr>
          <a:xfrm>
            <a:off x="6654800" y="1309688"/>
            <a:ext cx="374650" cy="31400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7" name="Text Box 21"/>
          <p:cNvSpPr txBox="1"/>
          <p:nvPr/>
        </p:nvSpPr>
        <p:spPr>
          <a:xfrm>
            <a:off x="7243763" y="1309688"/>
            <a:ext cx="374650" cy="31400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8" name="Text Box 22"/>
          <p:cNvSpPr txBox="1"/>
          <p:nvPr/>
        </p:nvSpPr>
        <p:spPr>
          <a:xfrm>
            <a:off x="7800975" y="1309688"/>
            <a:ext cx="438150" cy="31400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 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9" name="Text Box 23"/>
          <p:cNvSpPr txBox="1"/>
          <p:nvPr/>
        </p:nvSpPr>
        <p:spPr>
          <a:xfrm>
            <a:off x="8423275" y="1309688"/>
            <a:ext cx="374650" cy="31400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0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10" name="Line 24"/>
          <p:cNvSpPr/>
          <p:nvPr/>
        </p:nvSpPr>
        <p:spPr>
          <a:xfrm>
            <a:off x="247650" y="4552950"/>
            <a:ext cx="8629650" cy="0"/>
          </a:xfrm>
          <a:prstGeom prst="line">
            <a:avLst/>
          </a:prstGeom>
          <a:ln w="19050" cap="flat" cmpd="sng">
            <a:solidFill>
              <a:srgbClr val="3333FF"/>
            </a:solidFill>
            <a:prstDash val="solid"/>
            <a:round/>
            <a:headEnd type="none" w="med" len="med"/>
            <a:tailEnd type="none" w="sm" len="lg"/>
          </a:ln>
        </p:spPr>
      </p:sp>
      <p:sp>
        <p:nvSpPr>
          <p:cNvPr id="89111" name="Text Box 25"/>
          <p:cNvSpPr txBox="1"/>
          <p:nvPr/>
        </p:nvSpPr>
        <p:spPr>
          <a:xfrm>
            <a:off x="298450"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2" name="Text Box 26"/>
          <p:cNvSpPr txBox="1"/>
          <p:nvPr/>
        </p:nvSpPr>
        <p:spPr>
          <a:xfrm>
            <a:off x="920750"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3" name="Text Box 27"/>
          <p:cNvSpPr txBox="1"/>
          <p:nvPr/>
        </p:nvSpPr>
        <p:spPr>
          <a:xfrm>
            <a:off x="1543050"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4" name="Text Box 28"/>
          <p:cNvSpPr txBox="1"/>
          <p:nvPr/>
        </p:nvSpPr>
        <p:spPr>
          <a:xfrm>
            <a:off x="2166938"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5" name="Text Box 29"/>
          <p:cNvSpPr txBox="1"/>
          <p:nvPr/>
        </p:nvSpPr>
        <p:spPr>
          <a:xfrm>
            <a:off x="2984500"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6" name="Text Box 30"/>
          <p:cNvSpPr txBox="1"/>
          <p:nvPr/>
        </p:nvSpPr>
        <p:spPr>
          <a:xfrm>
            <a:off x="3595688"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7" name="Text Box 31"/>
          <p:cNvSpPr txBox="1"/>
          <p:nvPr/>
        </p:nvSpPr>
        <p:spPr>
          <a:xfrm>
            <a:off x="4206875"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8" name="Text Box 32"/>
          <p:cNvSpPr txBox="1"/>
          <p:nvPr/>
        </p:nvSpPr>
        <p:spPr>
          <a:xfrm>
            <a:off x="4819650"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9" name="Text Box 33"/>
          <p:cNvSpPr txBox="1"/>
          <p:nvPr/>
        </p:nvSpPr>
        <p:spPr>
          <a:xfrm>
            <a:off x="5430838"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20" name="Text Box 34"/>
          <p:cNvSpPr txBox="1"/>
          <p:nvPr/>
        </p:nvSpPr>
        <p:spPr>
          <a:xfrm>
            <a:off x="6043613"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21" name="Text Box 35"/>
          <p:cNvSpPr txBox="1"/>
          <p:nvPr/>
        </p:nvSpPr>
        <p:spPr>
          <a:xfrm>
            <a:off x="6654800"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22" name="Text Box 36"/>
          <p:cNvSpPr txBox="1"/>
          <p:nvPr/>
        </p:nvSpPr>
        <p:spPr>
          <a:xfrm>
            <a:off x="7267575"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23" name="Text Box 37"/>
          <p:cNvSpPr txBox="1"/>
          <p:nvPr/>
        </p:nvSpPr>
        <p:spPr>
          <a:xfrm>
            <a:off x="7878763"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24" name="Text Box 38"/>
          <p:cNvSpPr txBox="1"/>
          <p:nvPr/>
        </p:nvSpPr>
        <p:spPr>
          <a:xfrm>
            <a:off x="8491538"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grpSp>
        <p:nvGrpSpPr>
          <p:cNvPr id="89125" name="Group 39"/>
          <p:cNvGrpSpPr/>
          <p:nvPr/>
        </p:nvGrpSpPr>
        <p:grpSpPr>
          <a:xfrm>
            <a:off x="2901950" y="342900"/>
            <a:ext cx="5895975" cy="1069975"/>
            <a:chOff x="1828" y="216"/>
            <a:chExt cx="3714" cy="674"/>
          </a:xfrm>
        </p:grpSpPr>
        <p:sp>
          <p:nvSpPr>
            <p:cNvPr id="89126" name="Rectangle 40"/>
            <p:cNvSpPr/>
            <p:nvPr/>
          </p:nvSpPr>
          <p:spPr>
            <a:xfrm>
              <a:off x="1828" y="216"/>
              <a:ext cx="3714" cy="674"/>
            </a:xfrm>
            <a:prstGeom prst="rect">
              <a:avLst/>
            </a:prstGeom>
            <a:noFill/>
            <a:ln w="19050">
              <a:noFill/>
            </a:ln>
          </p:spPr>
          <p:txBody>
            <a:bodyPr wrap="square" anchor="t" anchorCtr="0">
              <a:spAutoFit/>
            </a:bodyPr>
            <a:p>
              <a:pPr algn="ctr" defTabSz="571500"/>
              <a:r>
                <a:rPr lang="zh-CN" altLang="zh-CN" sz="2400" i="0" dirty="0">
                  <a:latin typeface="Times New Roman" panose="02020603050405020304" pitchFamily="18" charset="0"/>
                  <a:ea typeface="宋体" panose="02010600030101010101" pitchFamily="2" charset="-122"/>
                </a:rPr>
                <a:t>输			出</a:t>
              </a:r>
              <a:endParaRPr lang="zh-CN" altLang="zh-CN" sz="2800" i="0" dirty="0">
                <a:latin typeface="Times New Roman" panose="02020603050405020304" pitchFamily="18" charset="0"/>
                <a:ea typeface="宋体" panose="02010600030101010101" pitchFamily="2" charset="-122"/>
              </a:endParaRPr>
            </a:p>
            <a:p>
              <a:pPr algn="ctr" defTabSz="571500"/>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0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1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2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3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4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5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6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7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8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9	</a:t>
              </a:r>
              <a:endParaRPr lang="en-US" altLang="zh-CN" sz="2800" i="0" baseline="-25000" dirty="0">
                <a:latin typeface="Times New Roman" panose="02020603050405020304" pitchFamily="18" charset="0"/>
                <a:ea typeface="宋体" panose="02010600030101010101" pitchFamily="2" charset="-122"/>
              </a:endParaRPr>
            </a:p>
          </p:txBody>
        </p:sp>
        <p:sp>
          <p:nvSpPr>
            <p:cNvPr id="89127" name="Line 41"/>
            <p:cNvSpPr/>
            <p:nvPr/>
          </p:nvSpPr>
          <p:spPr>
            <a:xfrm>
              <a:off x="1871" y="468"/>
              <a:ext cx="192" cy="0"/>
            </a:xfrm>
            <a:prstGeom prst="line">
              <a:avLst/>
            </a:prstGeom>
            <a:ln w="19050" cap="flat" cmpd="sng">
              <a:solidFill>
                <a:schemeClr val="tx1"/>
              </a:solidFill>
              <a:prstDash val="solid"/>
              <a:round/>
              <a:headEnd type="none" w="med" len="med"/>
              <a:tailEnd type="none" w="sm" len="lg"/>
            </a:ln>
          </p:spPr>
        </p:sp>
        <p:sp>
          <p:nvSpPr>
            <p:cNvPr id="89128" name="Line 42"/>
            <p:cNvSpPr/>
            <p:nvPr/>
          </p:nvSpPr>
          <p:spPr>
            <a:xfrm>
              <a:off x="2233" y="468"/>
              <a:ext cx="192" cy="0"/>
            </a:xfrm>
            <a:prstGeom prst="line">
              <a:avLst/>
            </a:prstGeom>
            <a:ln w="19050" cap="flat" cmpd="sng">
              <a:solidFill>
                <a:schemeClr val="tx1"/>
              </a:solidFill>
              <a:prstDash val="solid"/>
              <a:round/>
              <a:headEnd type="none" w="med" len="med"/>
              <a:tailEnd type="none" w="sm" len="lg"/>
            </a:ln>
          </p:spPr>
        </p:sp>
        <p:sp>
          <p:nvSpPr>
            <p:cNvPr id="89129" name="Line 43"/>
            <p:cNvSpPr/>
            <p:nvPr/>
          </p:nvSpPr>
          <p:spPr>
            <a:xfrm>
              <a:off x="2597" y="468"/>
              <a:ext cx="192" cy="0"/>
            </a:xfrm>
            <a:prstGeom prst="line">
              <a:avLst/>
            </a:prstGeom>
            <a:ln w="19050" cap="flat" cmpd="sng">
              <a:solidFill>
                <a:schemeClr val="tx1"/>
              </a:solidFill>
              <a:prstDash val="solid"/>
              <a:round/>
              <a:headEnd type="none" w="med" len="med"/>
              <a:tailEnd type="none" w="sm" len="lg"/>
            </a:ln>
          </p:spPr>
        </p:sp>
        <p:sp>
          <p:nvSpPr>
            <p:cNvPr id="89130" name="Line 44"/>
            <p:cNvSpPr/>
            <p:nvPr/>
          </p:nvSpPr>
          <p:spPr>
            <a:xfrm>
              <a:off x="2978" y="468"/>
              <a:ext cx="192" cy="0"/>
            </a:xfrm>
            <a:prstGeom prst="line">
              <a:avLst/>
            </a:prstGeom>
            <a:ln w="19050" cap="flat" cmpd="sng">
              <a:solidFill>
                <a:schemeClr val="tx1"/>
              </a:solidFill>
              <a:prstDash val="solid"/>
              <a:round/>
              <a:headEnd type="none" w="med" len="med"/>
              <a:tailEnd type="none" w="sm" len="lg"/>
            </a:ln>
          </p:spPr>
        </p:sp>
        <p:sp>
          <p:nvSpPr>
            <p:cNvPr id="89131" name="Line 45"/>
            <p:cNvSpPr/>
            <p:nvPr/>
          </p:nvSpPr>
          <p:spPr>
            <a:xfrm>
              <a:off x="3338" y="468"/>
              <a:ext cx="192" cy="0"/>
            </a:xfrm>
            <a:prstGeom prst="line">
              <a:avLst/>
            </a:prstGeom>
            <a:ln w="19050" cap="flat" cmpd="sng">
              <a:solidFill>
                <a:schemeClr val="tx1"/>
              </a:solidFill>
              <a:prstDash val="solid"/>
              <a:round/>
              <a:headEnd type="none" w="med" len="med"/>
              <a:tailEnd type="none" w="sm" len="lg"/>
            </a:ln>
          </p:spPr>
        </p:sp>
        <p:sp>
          <p:nvSpPr>
            <p:cNvPr id="89132" name="Line 46"/>
            <p:cNvSpPr/>
            <p:nvPr/>
          </p:nvSpPr>
          <p:spPr>
            <a:xfrm>
              <a:off x="3751" y="468"/>
              <a:ext cx="192" cy="0"/>
            </a:xfrm>
            <a:prstGeom prst="line">
              <a:avLst/>
            </a:prstGeom>
            <a:ln w="19050" cap="flat" cmpd="sng">
              <a:solidFill>
                <a:schemeClr val="tx1"/>
              </a:solidFill>
              <a:prstDash val="solid"/>
              <a:round/>
              <a:headEnd type="none" w="med" len="med"/>
              <a:tailEnd type="none" w="sm" len="lg"/>
            </a:ln>
          </p:spPr>
        </p:sp>
        <p:sp>
          <p:nvSpPr>
            <p:cNvPr id="89133" name="Line 47"/>
            <p:cNvSpPr/>
            <p:nvPr/>
          </p:nvSpPr>
          <p:spPr>
            <a:xfrm>
              <a:off x="4116" y="468"/>
              <a:ext cx="192" cy="0"/>
            </a:xfrm>
            <a:prstGeom prst="line">
              <a:avLst/>
            </a:prstGeom>
            <a:ln w="19050" cap="flat" cmpd="sng">
              <a:solidFill>
                <a:schemeClr val="tx1"/>
              </a:solidFill>
              <a:prstDash val="solid"/>
              <a:round/>
              <a:headEnd type="none" w="med" len="med"/>
              <a:tailEnd type="none" w="sm" len="lg"/>
            </a:ln>
          </p:spPr>
        </p:sp>
        <p:sp>
          <p:nvSpPr>
            <p:cNvPr id="89134" name="Line 48"/>
            <p:cNvSpPr/>
            <p:nvPr/>
          </p:nvSpPr>
          <p:spPr>
            <a:xfrm>
              <a:off x="4500" y="468"/>
              <a:ext cx="192" cy="0"/>
            </a:xfrm>
            <a:prstGeom prst="line">
              <a:avLst/>
            </a:prstGeom>
            <a:ln w="19050" cap="flat" cmpd="sng">
              <a:solidFill>
                <a:schemeClr val="tx1"/>
              </a:solidFill>
              <a:prstDash val="solid"/>
              <a:round/>
              <a:headEnd type="none" w="med" len="med"/>
              <a:tailEnd type="none" w="sm" len="lg"/>
            </a:ln>
          </p:spPr>
        </p:sp>
        <p:sp>
          <p:nvSpPr>
            <p:cNvPr id="89135" name="Line 49"/>
            <p:cNvSpPr/>
            <p:nvPr/>
          </p:nvSpPr>
          <p:spPr>
            <a:xfrm>
              <a:off x="4882" y="468"/>
              <a:ext cx="192" cy="0"/>
            </a:xfrm>
            <a:prstGeom prst="line">
              <a:avLst/>
            </a:prstGeom>
            <a:ln w="19050" cap="flat" cmpd="sng">
              <a:solidFill>
                <a:schemeClr val="tx1"/>
              </a:solidFill>
              <a:prstDash val="solid"/>
              <a:round/>
              <a:headEnd type="none" w="med" len="med"/>
              <a:tailEnd type="none" w="sm" len="lg"/>
            </a:ln>
          </p:spPr>
        </p:sp>
        <p:sp>
          <p:nvSpPr>
            <p:cNvPr id="89136" name="Line 50"/>
            <p:cNvSpPr/>
            <p:nvPr/>
          </p:nvSpPr>
          <p:spPr>
            <a:xfrm>
              <a:off x="5271" y="468"/>
              <a:ext cx="192" cy="0"/>
            </a:xfrm>
            <a:prstGeom prst="line">
              <a:avLst/>
            </a:prstGeom>
            <a:ln w="19050" cap="flat" cmpd="sng">
              <a:solidFill>
                <a:schemeClr val="tx1"/>
              </a:solidFill>
              <a:prstDash val="solid"/>
              <a:round/>
              <a:headEnd type="none" w="med" len="med"/>
              <a:tailEnd type="none" w="sm" len="lg"/>
            </a:ln>
          </p:spPr>
        </p:sp>
      </p:gr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94562" name="Object 2"/>
          <p:cNvGraphicFramePr>
            <a:graphicFrameLocks noChangeAspect="1"/>
          </p:cNvGraphicFramePr>
          <p:nvPr/>
        </p:nvGraphicFramePr>
        <p:xfrm>
          <a:off x="3067050" y="557213"/>
          <a:ext cx="1938338" cy="6300787"/>
        </p:xfrm>
        <a:graphic>
          <a:graphicData uri="http://schemas.openxmlformats.org/presentationml/2006/ole">
            <mc:AlternateContent xmlns:mc="http://schemas.openxmlformats.org/markup-compatibility/2006">
              <mc:Choice xmlns:v="urn:schemas-microsoft-com:vml" Requires="v">
                <p:oleObj spid="_x0000_s3263" name="" r:id="rId1" imgW="1245235" imgH="3735705" progId="Equation.3">
                  <p:embed/>
                </p:oleObj>
              </mc:Choice>
              <mc:Fallback>
                <p:oleObj name="" r:id="rId1" imgW="1245235" imgH="3735705" progId="Equation.3">
                  <p:embed/>
                  <p:pic>
                    <p:nvPicPr>
                      <p:cNvPr id="0" name="图片 3262"/>
                      <p:cNvPicPr/>
                      <p:nvPr/>
                    </p:nvPicPr>
                    <p:blipFill>
                      <a:blip r:embed="rId2">
                        <a:clrChange>
                          <a:clrFrom>
                            <a:srgbClr val="000000"/>
                          </a:clrFrom>
                          <a:clrTo>
                            <a:srgbClr val="000000"/>
                          </a:clrTo>
                        </a:clrChange>
                      </a:blip>
                      <a:stretch>
                        <a:fillRect/>
                      </a:stretch>
                    </p:blipFill>
                    <p:spPr>
                      <a:xfrm>
                        <a:off x="3067050" y="557213"/>
                        <a:ext cx="1938338" cy="630078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4562"/>
                                        </p:tgtEl>
                                        <p:attrNameLst>
                                          <p:attrName>style.visibility</p:attrName>
                                        </p:attrNameLst>
                                      </p:cBhvr>
                                      <p:to>
                                        <p:strVal val="visible"/>
                                      </p:to>
                                    </p:set>
                                    <p:anim calcmode="lin" valueType="num">
                                      <p:cBhvr additive="base">
                                        <p:cTn id="7" dur="500" fill="hold"/>
                                        <p:tgtEl>
                                          <p:spTgt spid="194562"/>
                                        </p:tgtEl>
                                        <p:attrNameLst>
                                          <p:attrName>ppt_x</p:attrName>
                                        </p:attrNameLst>
                                      </p:cBhvr>
                                      <p:tavLst>
                                        <p:tav tm="0">
                                          <p:val>
                                            <p:strVal val="0-#ppt_w/2"/>
                                          </p:val>
                                        </p:tav>
                                        <p:tav tm="100000">
                                          <p:val>
                                            <p:strVal val="#ppt_x"/>
                                          </p:val>
                                        </p:tav>
                                      </p:tavLst>
                                    </p:anim>
                                    <p:anim calcmode="lin" valueType="num">
                                      <p:cBhvr additive="base">
                                        <p:cTn id="8" dur="500" fill="hold"/>
                                        <p:tgtEl>
                                          <p:spTgt spid="1945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Text Box 2"/>
          <p:cNvSpPr txBox="1">
            <a:spLocks noChangeArrowheads="1"/>
          </p:cNvSpPr>
          <p:nvPr/>
        </p:nvSpPr>
        <p:spPr bwMode="auto">
          <a:xfrm>
            <a:off x="1524000" y="5943600"/>
            <a:ext cx="5943600" cy="519113"/>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二－十进制译</a:t>
            </a:r>
            <a:r>
              <a:rPr kumimoji="1" lang="zh-CN" altLang="zh-CN"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码器电路</a:t>
            </a:r>
            <a:endPar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2" name="Group 3"/>
          <p:cNvGrpSpPr/>
          <p:nvPr/>
        </p:nvGrpSpPr>
        <p:grpSpPr>
          <a:xfrm>
            <a:off x="457200" y="1131888"/>
            <a:ext cx="8382000" cy="4735512"/>
            <a:chOff x="312" y="713"/>
            <a:chExt cx="5720" cy="2983"/>
          </a:xfrm>
        </p:grpSpPr>
        <p:graphicFrame>
          <p:nvGraphicFramePr>
            <p:cNvPr id="91139" name="Object 4"/>
            <p:cNvGraphicFramePr>
              <a:graphicFrameLocks noChangeAspect="1"/>
            </p:cNvGraphicFramePr>
            <p:nvPr/>
          </p:nvGraphicFramePr>
          <p:xfrm>
            <a:off x="5577" y="713"/>
            <a:ext cx="247" cy="304"/>
          </p:xfrm>
          <a:graphic>
            <a:graphicData uri="http://schemas.openxmlformats.org/presentationml/2006/ole">
              <mc:AlternateContent xmlns:mc="http://schemas.openxmlformats.org/markup-compatibility/2006">
                <mc:Choice xmlns:v="urn:schemas-microsoft-com:vml" Requires="v">
                  <p:oleObj spid="_x0000_s3266" name="" r:id="rId1" imgW="204470" imgH="311150" progId="Equation.3">
                    <p:embed/>
                  </p:oleObj>
                </mc:Choice>
                <mc:Fallback>
                  <p:oleObj name="" r:id="rId1" imgW="204470" imgH="311150" progId="Equation.3">
                    <p:embed/>
                    <p:pic>
                      <p:nvPicPr>
                        <p:cNvPr id="0" name="图片 3265"/>
                        <p:cNvPicPr/>
                        <p:nvPr/>
                      </p:nvPicPr>
                      <p:blipFill>
                        <a:blip r:embed="rId2">
                          <a:clrChange>
                            <a:clrFrom>
                              <a:srgbClr val="000000"/>
                            </a:clrFrom>
                            <a:clrTo>
                              <a:srgbClr val="000000"/>
                            </a:clrTo>
                          </a:clrChange>
                        </a:blip>
                        <a:stretch>
                          <a:fillRect/>
                        </a:stretch>
                      </p:blipFill>
                      <p:spPr>
                        <a:xfrm>
                          <a:off x="5577" y="713"/>
                          <a:ext cx="247" cy="304"/>
                        </a:xfrm>
                        <a:prstGeom prst="rect">
                          <a:avLst/>
                        </a:prstGeom>
                        <a:noFill/>
                        <a:ln w="38100">
                          <a:noFill/>
                          <a:miter/>
                        </a:ln>
                      </p:spPr>
                    </p:pic>
                  </p:oleObj>
                </mc:Fallback>
              </mc:AlternateContent>
            </a:graphicData>
          </a:graphic>
        </p:graphicFrame>
        <p:graphicFrame>
          <p:nvGraphicFramePr>
            <p:cNvPr id="91140" name="Object 5"/>
            <p:cNvGraphicFramePr>
              <a:graphicFrameLocks noChangeAspect="1"/>
            </p:cNvGraphicFramePr>
            <p:nvPr/>
          </p:nvGraphicFramePr>
          <p:xfrm>
            <a:off x="3339" y="713"/>
            <a:ext cx="248" cy="304"/>
          </p:xfrm>
          <a:graphic>
            <a:graphicData uri="http://schemas.openxmlformats.org/presentationml/2006/ole">
              <mc:AlternateContent xmlns:mc="http://schemas.openxmlformats.org/markup-compatibility/2006">
                <mc:Choice xmlns:v="urn:schemas-microsoft-com:vml" Requires="v">
                  <p:oleObj spid="_x0000_s3268" name="" r:id="rId3" imgW="204470" imgH="311150" progId="Equation.3">
                    <p:embed/>
                  </p:oleObj>
                </mc:Choice>
                <mc:Fallback>
                  <p:oleObj name="" r:id="rId3" imgW="204470" imgH="311150" progId="Equation.3">
                    <p:embed/>
                    <p:pic>
                      <p:nvPicPr>
                        <p:cNvPr id="0" name="图片 3267"/>
                        <p:cNvPicPr/>
                        <p:nvPr/>
                      </p:nvPicPr>
                      <p:blipFill>
                        <a:blip r:embed="rId4">
                          <a:clrChange>
                            <a:clrFrom>
                              <a:srgbClr val="000000"/>
                            </a:clrFrom>
                            <a:clrTo>
                              <a:srgbClr val="000000"/>
                            </a:clrTo>
                          </a:clrChange>
                        </a:blip>
                        <a:stretch>
                          <a:fillRect/>
                        </a:stretch>
                      </p:blipFill>
                      <p:spPr>
                        <a:xfrm>
                          <a:off x="3339" y="713"/>
                          <a:ext cx="248" cy="304"/>
                        </a:xfrm>
                        <a:prstGeom prst="rect">
                          <a:avLst/>
                        </a:prstGeom>
                        <a:noFill/>
                        <a:ln w="38100">
                          <a:noFill/>
                          <a:miter/>
                        </a:ln>
                      </p:spPr>
                    </p:pic>
                  </p:oleObj>
                </mc:Fallback>
              </mc:AlternateContent>
            </a:graphicData>
          </a:graphic>
        </p:graphicFrame>
        <p:graphicFrame>
          <p:nvGraphicFramePr>
            <p:cNvPr id="91141" name="Object 6"/>
            <p:cNvGraphicFramePr>
              <a:graphicFrameLocks noChangeAspect="1"/>
            </p:cNvGraphicFramePr>
            <p:nvPr/>
          </p:nvGraphicFramePr>
          <p:xfrm>
            <a:off x="3899" y="713"/>
            <a:ext cx="248" cy="304"/>
          </p:xfrm>
          <a:graphic>
            <a:graphicData uri="http://schemas.openxmlformats.org/presentationml/2006/ole">
              <mc:AlternateContent xmlns:mc="http://schemas.openxmlformats.org/markup-compatibility/2006">
                <mc:Choice xmlns:v="urn:schemas-microsoft-com:vml" Requires="v">
                  <p:oleObj spid="_x0000_s3267" name="" r:id="rId5" imgW="204470" imgH="311150" progId="Equation.3">
                    <p:embed/>
                  </p:oleObj>
                </mc:Choice>
                <mc:Fallback>
                  <p:oleObj name="" r:id="rId5" imgW="204470" imgH="311150" progId="Equation.3">
                    <p:embed/>
                    <p:pic>
                      <p:nvPicPr>
                        <p:cNvPr id="0" name="图片 3266"/>
                        <p:cNvPicPr/>
                        <p:nvPr/>
                      </p:nvPicPr>
                      <p:blipFill>
                        <a:blip r:embed="rId6">
                          <a:clrChange>
                            <a:clrFrom>
                              <a:srgbClr val="000000"/>
                            </a:clrFrom>
                            <a:clrTo>
                              <a:srgbClr val="000000"/>
                            </a:clrTo>
                          </a:clrChange>
                        </a:blip>
                        <a:stretch>
                          <a:fillRect/>
                        </a:stretch>
                      </p:blipFill>
                      <p:spPr>
                        <a:xfrm>
                          <a:off x="3899" y="713"/>
                          <a:ext cx="248" cy="304"/>
                        </a:xfrm>
                        <a:prstGeom prst="rect">
                          <a:avLst/>
                        </a:prstGeom>
                        <a:noFill/>
                        <a:ln w="38100">
                          <a:noFill/>
                          <a:miter/>
                        </a:ln>
                      </p:spPr>
                    </p:pic>
                  </p:oleObj>
                </mc:Fallback>
              </mc:AlternateContent>
            </a:graphicData>
          </a:graphic>
        </p:graphicFrame>
        <p:graphicFrame>
          <p:nvGraphicFramePr>
            <p:cNvPr id="91142" name="Object 7"/>
            <p:cNvGraphicFramePr>
              <a:graphicFrameLocks noChangeAspect="1"/>
            </p:cNvGraphicFramePr>
            <p:nvPr/>
          </p:nvGraphicFramePr>
          <p:xfrm>
            <a:off x="4459" y="713"/>
            <a:ext cx="247" cy="304"/>
          </p:xfrm>
          <a:graphic>
            <a:graphicData uri="http://schemas.openxmlformats.org/presentationml/2006/ole">
              <mc:AlternateContent xmlns:mc="http://schemas.openxmlformats.org/markup-compatibility/2006">
                <mc:Choice xmlns:v="urn:schemas-microsoft-com:vml" Requires="v">
                  <p:oleObj spid="_x0000_s3269" name="" r:id="rId7" imgW="204470" imgH="311150" progId="Equation.3">
                    <p:embed/>
                  </p:oleObj>
                </mc:Choice>
                <mc:Fallback>
                  <p:oleObj name="" r:id="rId7" imgW="204470" imgH="311150" progId="Equation.3">
                    <p:embed/>
                    <p:pic>
                      <p:nvPicPr>
                        <p:cNvPr id="0" name="图片 3268"/>
                        <p:cNvPicPr/>
                        <p:nvPr/>
                      </p:nvPicPr>
                      <p:blipFill>
                        <a:blip r:embed="rId8">
                          <a:clrChange>
                            <a:clrFrom>
                              <a:srgbClr val="000000"/>
                            </a:clrFrom>
                            <a:clrTo>
                              <a:srgbClr val="000000"/>
                            </a:clrTo>
                          </a:clrChange>
                        </a:blip>
                        <a:stretch>
                          <a:fillRect/>
                        </a:stretch>
                      </p:blipFill>
                      <p:spPr>
                        <a:xfrm>
                          <a:off x="4459" y="713"/>
                          <a:ext cx="247" cy="304"/>
                        </a:xfrm>
                        <a:prstGeom prst="rect">
                          <a:avLst/>
                        </a:prstGeom>
                        <a:noFill/>
                        <a:ln w="38100">
                          <a:noFill/>
                          <a:miter/>
                        </a:ln>
                      </p:spPr>
                    </p:pic>
                  </p:oleObj>
                </mc:Fallback>
              </mc:AlternateContent>
            </a:graphicData>
          </a:graphic>
        </p:graphicFrame>
        <p:graphicFrame>
          <p:nvGraphicFramePr>
            <p:cNvPr id="91143" name="Object 8"/>
            <p:cNvGraphicFramePr>
              <a:graphicFrameLocks noChangeAspect="1"/>
            </p:cNvGraphicFramePr>
            <p:nvPr/>
          </p:nvGraphicFramePr>
          <p:xfrm>
            <a:off x="5018" y="713"/>
            <a:ext cx="246" cy="304"/>
          </p:xfrm>
          <a:graphic>
            <a:graphicData uri="http://schemas.openxmlformats.org/presentationml/2006/ole">
              <mc:AlternateContent xmlns:mc="http://schemas.openxmlformats.org/markup-compatibility/2006">
                <mc:Choice xmlns:v="urn:schemas-microsoft-com:vml" Requires="v">
                  <p:oleObj spid="_x0000_s3264" name="" r:id="rId9" imgW="204470" imgH="311150" progId="Equation.3">
                    <p:embed/>
                  </p:oleObj>
                </mc:Choice>
                <mc:Fallback>
                  <p:oleObj name="" r:id="rId9" imgW="204470" imgH="311150" progId="Equation.3">
                    <p:embed/>
                    <p:pic>
                      <p:nvPicPr>
                        <p:cNvPr id="0" name="图片 3263"/>
                        <p:cNvPicPr/>
                        <p:nvPr/>
                      </p:nvPicPr>
                      <p:blipFill>
                        <a:blip r:embed="rId10">
                          <a:clrChange>
                            <a:clrFrom>
                              <a:srgbClr val="000000"/>
                            </a:clrFrom>
                            <a:clrTo>
                              <a:srgbClr val="000000"/>
                            </a:clrTo>
                          </a:clrChange>
                        </a:blip>
                        <a:stretch>
                          <a:fillRect/>
                        </a:stretch>
                      </p:blipFill>
                      <p:spPr>
                        <a:xfrm>
                          <a:off x="5018" y="713"/>
                          <a:ext cx="246" cy="304"/>
                        </a:xfrm>
                        <a:prstGeom prst="rect">
                          <a:avLst/>
                        </a:prstGeom>
                        <a:noFill/>
                        <a:ln w="38100">
                          <a:noFill/>
                          <a:miter/>
                        </a:ln>
                      </p:spPr>
                    </p:pic>
                  </p:oleObj>
                </mc:Fallback>
              </mc:AlternateContent>
            </a:graphicData>
          </a:graphic>
        </p:graphicFrame>
        <p:graphicFrame>
          <p:nvGraphicFramePr>
            <p:cNvPr id="91144" name="Object 9"/>
            <p:cNvGraphicFramePr>
              <a:graphicFrameLocks noChangeAspect="1"/>
            </p:cNvGraphicFramePr>
            <p:nvPr/>
          </p:nvGraphicFramePr>
          <p:xfrm>
            <a:off x="2218" y="715"/>
            <a:ext cx="248" cy="302"/>
          </p:xfrm>
          <a:graphic>
            <a:graphicData uri="http://schemas.openxmlformats.org/presentationml/2006/ole">
              <mc:AlternateContent xmlns:mc="http://schemas.openxmlformats.org/markup-compatibility/2006">
                <mc:Choice xmlns:v="urn:schemas-microsoft-com:vml" Requires="v">
                  <p:oleObj spid="_x0000_s3261" name="" r:id="rId11" imgW="204470" imgH="311150" progId="Equation.3">
                    <p:embed/>
                  </p:oleObj>
                </mc:Choice>
                <mc:Fallback>
                  <p:oleObj name="" r:id="rId11" imgW="204470" imgH="311150" progId="Equation.3">
                    <p:embed/>
                    <p:pic>
                      <p:nvPicPr>
                        <p:cNvPr id="0" name="图片 3260"/>
                        <p:cNvPicPr/>
                        <p:nvPr/>
                      </p:nvPicPr>
                      <p:blipFill>
                        <a:blip r:embed="rId12">
                          <a:clrChange>
                            <a:clrFrom>
                              <a:srgbClr val="000000"/>
                            </a:clrFrom>
                            <a:clrTo>
                              <a:srgbClr val="000000"/>
                            </a:clrTo>
                          </a:clrChange>
                        </a:blip>
                        <a:stretch>
                          <a:fillRect/>
                        </a:stretch>
                      </p:blipFill>
                      <p:spPr>
                        <a:xfrm>
                          <a:off x="2218" y="715"/>
                          <a:ext cx="248" cy="302"/>
                        </a:xfrm>
                        <a:prstGeom prst="rect">
                          <a:avLst/>
                        </a:prstGeom>
                        <a:noFill/>
                        <a:ln w="38100">
                          <a:noFill/>
                          <a:miter/>
                        </a:ln>
                      </p:spPr>
                    </p:pic>
                  </p:oleObj>
                </mc:Fallback>
              </mc:AlternateContent>
            </a:graphicData>
          </a:graphic>
        </p:graphicFrame>
        <p:graphicFrame>
          <p:nvGraphicFramePr>
            <p:cNvPr id="91145" name="Object 10"/>
            <p:cNvGraphicFramePr>
              <a:graphicFrameLocks noChangeAspect="1"/>
            </p:cNvGraphicFramePr>
            <p:nvPr/>
          </p:nvGraphicFramePr>
          <p:xfrm>
            <a:off x="553" y="715"/>
            <a:ext cx="248" cy="302"/>
          </p:xfrm>
          <a:graphic>
            <a:graphicData uri="http://schemas.openxmlformats.org/presentationml/2006/ole">
              <mc:AlternateContent xmlns:mc="http://schemas.openxmlformats.org/markup-compatibility/2006">
                <mc:Choice xmlns:v="urn:schemas-microsoft-com:vml" Requires="v">
                  <p:oleObj spid="_x0000_s3262" name="" r:id="rId13" imgW="204470" imgH="311150" progId="Equation.3">
                    <p:embed/>
                  </p:oleObj>
                </mc:Choice>
                <mc:Fallback>
                  <p:oleObj name="" r:id="rId13" imgW="204470" imgH="311150" progId="Equation.3">
                    <p:embed/>
                    <p:pic>
                      <p:nvPicPr>
                        <p:cNvPr id="0" name="图片 3261"/>
                        <p:cNvPicPr/>
                        <p:nvPr/>
                      </p:nvPicPr>
                      <p:blipFill>
                        <a:blip r:embed="rId14">
                          <a:clrChange>
                            <a:clrFrom>
                              <a:srgbClr val="000000"/>
                            </a:clrFrom>
                            <a:clrTo>
                              <a:srgbClr val="000000"/>
                            </a:clrTo>
                          </a:clrChange>
                        </a:blip>
                        <a:stretch>
                          <a:fillRect/>
                        </a:stretch>
                      </p:blipFill>
                      <p:spPr>
                        <a:xfrm>
                          <a:off x="553" y="715"/>
                          <a:ext cx="248" cy="302"/>
                        </a:xfrm>
                        <a:prstGeom prst="rect">
                          <a:avLst/>
                        </a:prstGeom>
                        <a:noFill/>
                        <a:ln w="38100">
                          <a:noFill/>
                          <a:miter/>
                        </a:ln>
                      </p:spPr>
                    </p:pic>
                  </p:oleObj>
                </mc:Fallback>
              </mc:AlternateContent>
            </a:graphicData>
          </a:graphic>
        </p:graphicFrame>
        <p:graphicFrame>
          <p:nvGraphicFramePr>
            <p:cNvPr id="91146" name="Object 11"/>
            <p:cNvGraphicFramePr>
              <a:graphicFrameLocks noChangeAspect="1"/>
            </p:cNvGraphicFramePr>
            <p:nvPr/>
          </p:nvGraphicFramePr>
          <p:xfrm>
            <a:off x="1659" y="726"/>
            <a:ext cx="247" cy="291"/>
          </p:xfrm>
          <a:graphic>
            <a:graphicData uri="http://schemas.openxmlformats.org/presentationml/2006/ole">
              <mc:AlternateContent xmlns:mc="http://schemas.openxmlformats.org/markup-compatibility/2006">
                <mc:Choice xmlns:v="urn:schemas-microsoft-com:vml" Requires="v">
                  <p:oleObj spid="_x0000_s3265" name="" r:id="rId15" imgW="204470" imgH="301625" progId="Equation.3">
                    <p:embed/>
                  </p:oleObj>
                </mc:Choice>
                <mc:Fallback>
                  <p:oleObj name="" r:id="rId15" imgW="204470" imgH="301625" progId="Equation.3">
                    <p:embed/>
                    <p:pic>
                      <p:nvPicPr>
                        <p:cNvPr id="0" name="图片 3264"/>
                        <p:cNvPicPr/>
                        <p:nvPr/>
                      </p:nvPicPr>
                      <p:blipFill>
                        <a:blip r:embed="rId16">
                          <a:clrChange>
                            <a:clrFrom>
                              <a:srgbClr val="000000"/>
                            </a:clrFrom>
                            <a:clrTo>
                              <a:srgbClr val="000000"/>
                            </a:clrTo>
                          </a:clrChange>
                        </a:blip>
                        <a:stretch>
                          <a:fillRect/>
                        </a:stretch>
                      </p:blipFill>
                      <p:spPr>
                        <a:xfrm>
                          <a:off x="1659" y="726"/>
                          <a:ext cx="247" cy="291"/>
                        </a:xfrm>
                        <a:prstGeom prst="rect">
                          <a:avLst/>
                        </a:prstGeom>
                        <a:noFill/>
                        <a:ln w="38100">
                          <a:noFill/>
                          <a:miter/>
                        </a:ln>
                      </p:spPr>
                    </p:pic>
                  </p:oleObj>
                </mc:Fallback>
              </mc:AlternateContent>
            </a:graphicData>
          </a:graphic>
        </p:graphicFrame>
        <p:graphicFrame>
          <p:nvGraphicFramePr>
            <p:cNvPr id="91147" name="Object 12"/>
            <p:cNvGraphicFramePr>
              <a:graphicFrameLocks noChangeAspect="1"/>
            </p:cNvGraphicFramePr>
            <p:nvPr/>
          </p:nvGraphicFramePr>
          <p:xfrm>
            <a:off x="1113" y="726"/>
            <a:ext cx="234" cy="291"/>
          </p:xfrm>
          <a:graphic>
            <a:graphicData uri="http://schemas.openxmlformats.org/presentationml/2006/ole">
              <mc:AlternateContent xmlns:mc="http://schemas.openxmlformats.org/markup-compatibility/2006">
                <mc:Choice xmlns:v="urn:schemas-microsoft-com:vml" Requires="v">
                  <p:oleObj spid="_x0000_s3260" name="" r:id="rId17" imgW="194310" imgH="301625" progId="Equation.3">
                    <p:embed/>
                  </p:oleObj>
                </mc:Choice>
                <mc:Fallback>
                  <p:oleObj name="" r:id="rId17" imgW="194310" imgH="301625" progId="Equation.3">
                    <p:embed/>
                    <p:pic>
                      <p:nvPicPr>
                        <p:cNvPr id="0" name="图片 3259"/>
                        <p:cNvPicPr/>
                        <p:nvPr/>
                      </p:nvPicPr>
                      <p:blipFill>
                        <a:blip r:embed="rId18">
                          <a:clrChange>
                            <a:clrFrom>
                              <a:srgbClr val="000000"/>
                            </a:clrFrom>
                            <a:clrTo>
                              <a:srgbClr val="000000"/>
                            </a:clrTo>
                          </a:clrChange>
                        </a:blip>
                        <a:stretch>
                          <a:fillRect/>
                        </a:stretch>
                      </p:blipFill>
                      <p:spPr>
                        <a:xfrm>
                          <a:off x="1113" y="726"/>
                          <a:ext cx="234" cy="291"/>
                        </a:xfrm>
                        <a:prstGeom prst="rect">
                          <a:avLst/>
                        </a:prstGeom>
                        <a:noFill/>
                        <a:ln w="38100">
                          <a:noFill/>
                          <a:miter/>
                        </a:ln>
                      </p:spPr>
                    </p:pic>
                  </p:oleObj>
                </mc:Fallback>
              </mc:AlternateContent>
            </a:graphicData>
          </a:graphic>
        </p:graphicFrame>
        <p:sp>
          <p:nvSpPr>
            <p:cNvPr id="91148" name="Line 13"/>
            <p:cNvSpPr/>
            <p:nvPr/>
          </p:nvSpPr>
          <p:spPr>
            <a:xfrm flipV="1">
              <a:off x="635" y="1058"/>
              <a:ext cx="0" cy="360"/>
            </a:xfrm>
            <a:prstGeom prst="line">
              <a:avLst/>
            </a:prstGeom>
            <a:ln w="9525" cap="flat" cmpd="sng">
              <a:solidFill>
                <a:srgbClr val="3333FF"/>
              </a:solidFill>
              <a:prstDash val="solid"/>
              <a:round/>
              <a:headEnd type="none" w="med" len="med"/>
              <a:tailEnd type="none" w="med" len="med"/>
            </a:ln>
          </p:spPr>
        </p:sp>
        <p:sp>
          <p:nvSpPr>
            <p:cNvPr id="91149" name="Rectangle 14"/>
            <p:cNvSpPr/>
            <p:nvPr/>
          </p:nvSpPr>
          <p:spPr>
            <a:xfrm rot="-5400000">
              <a:off x="544"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50" name="Oval 15"/>
            <p:cNvSpPr/>
            <p:nvPr/>
          </p:nvSpPr>
          <p:spPr>
            <a:xfrm rot="-5400000">
              <a:off x="598"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51" name="Line 16"/>
            <p:cNvSpPr/>
            <p:nvPr/>
          </p:nvSpPr>
          <p:spPr>
            <a:xfrm flipV="1">
              <a:off x="2291" y="1058"/>
              <a:ext cx="0" cy="360"/>
            </a:xfrm>
            <a:prstGeom prst="line">
              <a:avLst/>
            </a:prstGeom>
            <a:ln w="9525" cap="flat" cmpd="sng">
              <a:solidFill>
                <a:srgbClr val="3333FF"/>
              </a:solidFill>
              <a:prstDash val="solid"/>
              <a:round/>
              <a:headEnd type="none" w="med" len="med"/>
              <a:tailEnd type="none" w="med" len="med"/>
            </a:ln>
          </p:spPr>
        </p:sp>
        <p:sp>
          <p:nvSpPr>
            <p:cNvPr id="91152" name="Rectangle 17"/>
            <p:cNvSpPr/>
            <p:nvPr/>
          </p:nvSpPr>
          <p:spPr>
            <a:xfrm rot="-5400000">
              <a:off x="2200"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53" name="Oval 18"/>
            <p:cNvSpPr/>
            <p:nvPr/>
          </p:nvSpPr>
          <p:spPr>
            <a:xfrm rot="-5400000">
              <a:off x="2255"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54" name="Line 19"/>
            <p:cNvSpPr/>
            <p:nvPr/>
          </p:nvSpPr>
          <p:spPr>
            <a:xfrm flipV="1">
              <a:off x="2844" y="1058"/>
              <a:ext cx="0" cy="360"/>
            </a:xfrm>
            <a:prstGeom prst="line">
              <a:avLst/>
            </a:prstGeom>
            <a:ln w="9525" cap="flat" cmpd="sng">
              <a:solidFill>
                <a:srgbClr val="3333FF"/>
              </a:solidFill>
              <a:prstDash val="solid"/>
              <a:round/>
              <a:headEnd type="none" w="med" len="med"/>
              <a:tailEnd type="none" w="med" len="med"/>
            </a:ln>
          </p:spPr>
        </p:sp>
        <p:sp>
          <p:nvSpPr>
            <p:cNvPr id="91155" name="Rectangle 20"/>
            <p:cNvSpPr/>
            <p:nvPr/>
          </p:nvSpPr>
          <p:spPr>
            <a:xfrm rot="-5400000">
              <a:off x="2753"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56" name="Oval 21"/>
            <p:cNvSpPr/>
            <p:nvPr/>
          </p:nvSpPr>
          <p:spPr>
            <a:xfrm rot="-5400000">
              <a:off x="2807"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57" name="Line 22"/>
            <p:cNvSpPr/>
            <p:nvPr/>
          </p:nvSpPr>
          <p:spPr>
            <a:xfrm flipV="1">
              <a:off x="1739" y="1058"/>
              <a:ext cx="0" cy="360"/>
            </a:xfrm>
            <a:prstGeom prst="line">
              <a:avLst/>
            </a:prstGeom>
            <a:ln w="9525" cap="flat" cmpd="sng">
              <a:solidFill>
                <a:srgbClr val="3333FF"/>
              </a:solidFill>
              <a:prstDash val="solid"/>
              <a:round/>
              <a:headEnd type="none" w="med" len="med"/>
              <a:tailEnd type="none" w="med" len="med"/>
            </a:ln>
          </p:spPr>
        </p:sp>
        <p:sp>
          <p:nvSpPr>
            <p:cNvPr id="91158" name="Rectangle 23"/>
            <p:cNvSpPr/>
            <p:nvPr/>
          </p:nvSpPr>
          <p:spPr>
            <a:xfrm rot="-5400000">
              <a:off x="1648"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59" name="Oval 24"/>
            <p:cNvSpPr/>
            <p:nvPr/>
          </p:nvSpPr>
          <p:spPr>
            <a:xfrm rot="-5400000">
              <a:off x="1702"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60" name="Line 25"/>
            <p:cNvSpPr/>
            <p:nvPr/>
          </p:nvSpPr>
          <p:spPr>
            <a:xfrm flipV="1">
              <a:off x="1186" y="1058"/>
              <a:ext cx="0" cy="360"/>
            </a:xfrm>
            <a:prstGeom prst="line">
              <a:avLst/>
            </a:prstGeom>
            <a:ln w="9525" cap="flat" cmpd="sng">
              <a:solidFill>
                <a:srgbClr val="3333FF"/>
              </a:solidFill>
              <a:prstDash val="solid"/>
              <a:round/>
              <a:headEnd type="none" w="med" len="med"/>
              <a:tailEnd type="none" w="med" len="med"/>
            </a:ln>
          </p:spPr>
        </p:sp>
        <p:sp>
          <p:nvSpPr>
            <p:cNvPr id="91161" name="Rectangle 26"/>
            <p:cNvSpPr/>
            <p:nvPr/>
          </p:nvSpPr>
          <p:spPr>
            <a:xfrm rot="-5400000">
              <a:off x="1095"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62" name="Oval 27"/>
            <p:cNvSpPr/>
            <p:nvPr/>
          </p:nvSpPr>
          <p:spPr>
            <a:xfrm rot="-5400000">
              <a:off x="1150"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63" name="Line 28"/>
            <p:cNvSpPr/>
            <p:nvPr/>
          </p:nvSpPr>
          <p:spPr>
            <a:xfrm flipV="1">
              <a:off x="5605" y="1058"/>
              <a:ext cx="0" cy="360"/>
            </a:xfrm>
            <a:prstGeom prst="line">
              <a:avLst/>
            </a:prstGeom>
            <a:ln w="9525" cap="flat" cmpd="sng">
              <a:solidFill>
                <a:srgbClr val="3333FF"/>
              </a:solidFill>
              <a:prstDash val="solid"/>
              <a:round/>
              <a:headEnd type="none" w="med" len="med"/>
              <a:tailEnd type="none" w="med" len="med"/>
            </a:ln>
          </p:spPr>
        </p:sp>
        <p:sp>
          <p:nvSpPr>
            <p:cNvPr id="91164" name="Rectangle 29"/>
            <p:cNvSpPr/>
            <p:nvPr/>
          </p:nvSpPr>
          <p:spPr>
            <a:xfrm rot="-5400000">
              <a:off x="5514"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65" name="Oval 30"/>
            <p:cNvSpPr/>
            <p:nvPr/>
          </p:nvSpPr>
          <p:spPr>
            <a:xfrm rot="-5400000">
              <a:off x="5569"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66" name="Line 31"/>
            <p:cNvSpPr/>
            <p:nvPr/>
          </p:nvSpPr>
          <p:spPr>
            <a:xfrm flipV="1">
              <a:off x="5053" y="1058"/>
              <a:ext cx="0" cy="360"/>
            </a:xfrm>
            <a:prstGeom prst="line">
              <a:avLst/>
            </a:prstGeom>
            <a:ln w="9525" cap="flat" cmpd="sng">
              <a:solidFill>
                <a:srgbClr val="3333FF"/>
              </a:solidFill>
              <a:prstDash val="solid"/>
              <a:round/>
              <a:headEnd type="none" w="med" len="med"/>
              <a:tailEnd type="none" w="med" len="med"/>
            </a:ln>
          </p:spPr>
        </p:sp>
        <p:sp>
          <p:nvSpPr>
            <p:cNvPr id="91167" name="Rectangle 32"/>
            <p:cNvSpPr/>
            <p:nvPr/>
          </p:nvSpPr>
          <p:spPr>
            <a:xfrm rot="-5400000">
              <a:off x="4962" y="1343"/>
              <a:ext cx="173" cy="395"/>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68" name="Oval 33"/>
            <p:cNvSpPr/>
            <p:nvPr/>
          </p:nvSpPr>
          <p:spPr>
            <a:xfrm rot="-5400000">
              <a:off x="5016"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69" name="Line 34"/>
            <p:cNvSpPr/>
            <p:nvPr/>
          </p:nvSpPr>
          <p:spPr>
            <a:xfrm flipV="1">
              <a:off x="3443" y="1058"/>
              <a:ext cx="0" cy="360"/>
            </a:xfrm>
            <a:prstGeom prst="line">
              <a:avLst/>
            </a:prstGeom>
            <a:ln w="9525" cap="flat" cmpd="sng">
              <a:solidFill>
                <a:srgbClr val="3333FF"/>
              </a:solidFill>
              <a:prstDash val="solid"/>
              <a:round/>
              <a:headEnd type="none" w="med" len="med"/>
              <a:tailEnd type="none" w="med" len="med"/>
            </a:ln>
          </p:spPr>
        </p:sp>
        <p:sp>
          <p:nvSpPr>
            <p:cNvPr id="91170" name="Rectangle 35"/>
            <p:cNvSpPr/>
            <p:nvPr/>
          </p:nvSpPr>
          <p:spPr>
            <a:xfrm rot="-5400000">
              <a:off x="3352"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71" name="Oval 36"/>
            <p:cNvSpPr/>
            <p:nvPr/>
          </p:nvSpPr>
          <p:spPr>
            <a:xfrm rot="-5400000">
              <a:off x="3406"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72" name="Rectangle 37"/>
            <p:cNvSpPr/>
            <p:nvPr/>
          </p:nvSpPr>
          <p:spPr>
            <a:xfrm rot="-5400000">
              <a:off x="777" y="2428"/>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73" name="Oval 38"/>
            <p:cNvSpPr/>
            <p:nvPr/>
          </p:nvSpPr>
          <p:spPr>
            <a:xfrm rot="-5400000">
              <a:off x="812" y="2451"/>
              <a:ext cx="38" cy="32"/>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74" name="Line 39"/>
            <p:cNvSpPr/>
            <p:nvPr/>
          </p:nvSpPr>
          <p:spPr>
            <a:xfrm>
              <a:off x="832" y="2589"/>
              <a:ext cx="0" cy="147"/>
            </a:xfrm>
            <a:prstGeom prst="line">
              <a:avLst/>
            </a:prstGeom>
            <a:ln w="9525" cap="flat" cmpd="sng">
              <a:solidFill>
                <a:srgbClr val="3333FF"/>
              </a:solidFill>
              <a:prstDash val="solid"/>
              <a:round/>
              <a:headEnd type="none" w="med" len="med"/>
              <a:tailEnd type="none" w="med" len="med"/>
            </a:ln>
          </p:spPr>
        </p:sp>
        <p:sp>
          <p:nvSpPr>
            <p:cNvPr id="91175" name="Line 40"/>
            <p:cNvSpPr/>
            <p:nvPr/>
          </p:nvSpPr>
          <p:spPr>
            <a:xfrm>
              <a:off x="572" y="3067"/>
              <a:ext cx="0" cy="349"/>
            </a:xfrm>
            <a:prstGeom prst="line">
              <a:avLst/>
            </a:prstGeom>
            <a:ln w="9525" cap="flat" cmpd="sng">
              <a:solidFill>
                <a:srgbClr val="3333FF"/>
              </a:solidFill>
              <a:prstDash val="solid"/>
              <a:round/>
              <a:headEnd type="none" w="med" len="med"/>
              <a:tailEnd type="none" w="med" len="med"/>
            </a:ln>
          </p:spPr>
        </p:sp>
        <p:sp>
          <p:nvSpPr>
            <p:cNvPr id="91176" name="Rectangle 41"/>
            <p:cNvSpPr/>
            <p:nvPr/>
          </p:nvSpPr>
          <p:spPr>
            <a:xfrm rot="-5400000">
              <a:off x="517" y="2903"/>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77" name="Oval 42"/>
            <p:cNvSpPr/>
            <p:nvPr/>
          </p:nvSpPr>
          <p:spPr>
            <a:xfrm rot="-5400000">
              <a:off x="552" y="2926"/>
              <a:ext cx="38" cy="32"/>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78" name="Line 43"/>
            <p:cNvSpPr/>
            <p:nvPr/>
          </p:nvSpPr>
          <p:spPr>
            <a:xfrm flipV="1">
              <a:off x="572" y="2731"/>
              <a:ext cx="0" cy="192"/>
            </a:xfrm>
            <a:prstGeom prst="line">
              <a:avLst/>
            </a:prstGeom>
            <a:ln w="9525" cap="flat" cmpd="sng">
              <a:solidFill>
                <a:srgbClr val="3333FF"/>
              </a:solidFill>
              <a:prstDash val="solid"/>
              <a:round/>
              <a:headEnd type="none" w="med" len="med"/>
              <a:tailEnd type="none" w="med" len="med"/>
            </a:ln>
          </p:spPr>
        </p:sp>
        <p:sp>
          <p:nvSpPr>
            <p:cNvPr id="91179" name="Rectangle 44"/>
            <p:cNvSpPr/>
            <p:nvPr/>
          </p:nvSpPr>
          <p:spPr>
            <a:xfrm rot="-5400000">
              <a:off x="3949" y="2476"/>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80" name="Oval 45"/>
            <p:cNvSpPr/>
            <p:nvPr/>
          </p:nvSpPr>
          <p:spPr>
            <a:xfrm rot="-5400000">
              <a:off x="3984" y="2499"/>
              <a:ext cx="38" cy="32"/>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81" name="Line 46"/>
            <p:cNvSpPr/>
            <p:nvPr/>
          </p:nvSpPr>
          <p:spPr>
            <a:xfrm>
              <a:off x="4004" y="2640"/>
              <a:ext cx="0" cy="147"/>
            </a:xfrm>
            <a:prstGeom prst="line">
              <a:avLst/>
            </a:prstGeom>
            <a:ln w="9525" cap="flat" cmpd="sng">
              <a:solidFill>
                <a:srgbClr val="3333FF"/>
              </a:solidFill>
              <a:prstDash val="solid"/>
              <a:round/>
              <a:headEnd type="none" w="med" len="med"/>
              <a:tailEnd type="none" w="med" len="med"/>
            </a:ln>
          </p:spPr>
        </p:sp>
        <p:sp>
          <p:nvSpPr>
            <p:cNvPr id="91182" name="Line 47"/>
            <p:cNvSpPr/>
            <p:nvPr/>
          </p:nvSpPr>
          <p:spPr>
            <a:xfrm>
              <a:off x="3692" y="2779"/>
              <a:ext cx="320" cy="0"/>
            </a:xfrm>
            <a:prstGeom prst="line">
              <a:avLst/>
            </a:prstGeom>
            <a:ln w="9525" cap="flat" cmpd="sng">
              <a:solidFill>
                <a:srgbClr val="3333FF"/>
              </a:solidFill>
              <a:prstDash val="solid"/>
              <a:round/>
              <a:headEnd type="none" w="med" len="med"/>
              <a:tailEnd type="none" w="med" len="med"/>
            </a:ln>
          </p:spPr>
        </p:sp>
        <p:sp>
          <p:nvSpPr>
            <p:cNvPr id="91183" name="Line 48"/>
            <p:cNvSpPr/>
            <p:nvPr/>
          </p:nvSpPr>
          <p:spPr>
            <a:xfrm>
              <a:off x="3693" y="3115"/>
              <a:ext cx="0" cy="349"/>
            </a:xfrm>
            <a:prstGeom prst="line">
              <a:avLst/>
            </a:prstGeom>
            <a:ln w="9525" cap="flat" cmpd="sng">
              <a:solidFill>
                <a:srgbClr val="3333FF"/>
              </a:solidFill>
              <a:prstDash val="solid"/>
              <a:round/>
              <a:headEnd type="none" w="med" len="med"/>
              <a:tailEnd type="none" w="med" len="med"/>
            </a:ln>
          </p:spPr>
        </p:sp>
        <p:sp>
          <p:nvSpPr>
            <p:cNvPr id="91184" name="Rectangle 49"/>
            <p:cNvSpPr/>
            <p:nvPr/>
          </p:nvSpPr>
          <p:spPr>
            <a:xfrm rot="-5400000">
              <a:off x="3638" y="2951"/>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85" name="Oval 50"/>
            <p:cNvSpPr/>
            <p:nvPr/>
          </p:nvSpPr>
          <p:spPr>
            <a:xfrm rot="-5400000">
              <a:off x="3673" y="2974"/>
              <a:ext cx="38" cy="32"/>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86" name="Rectangle 51"/>
            <p:cNvSpPr/>
            <p:nvPr/>
          </p:nvSpPr>
          <p:spPr>
            <a:xfrm rot="-5400000">
              <a:off x="5717" y="2428"/>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87" name="Oval 52"/>
            <p:cNvSpPr/>
            <p:nvPr/>
          </p:nvSpPr>
          <p:spPr>
            <a:xfrm rot="-5400000">
              <a:off x="5752" y="2451"/>
              <a:ext cx="38" cy="32"/>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88" name="Line 53"/>
            <p:cNvSpPr/>
            <p:nvPr/>
          </p:nvSpPr>
          <p:spPr>
            <a:xfrm>
              <a:off x="5772" y="2592"/>
              <a:ext cx="0" cy="147"/>
            </a:xfrm>
            <a:prstGeom prst="line">
              <a:avLst/>
            </a:prstGeom>
            <a:ln w="9525" cap="flat" cmpd="sng">
              <a:solidFill>
                <a:srgbClr val="3333FF"/>
              </a:solidFill>
              <a:prstDash val="solid"/>
              <a:round/>
              <a:headEnd type="none" w="med" len="med"/>
              <a:tailEnd type="none" w="med" len="med"/>
            </a:ln>
          </p:spPr>
        </p:sp>
        <p:sp>
          <p:nvSpPr>
            <p:cNvPr id="91189" name="Line 54"/>
            <p:cNvSpPr/>
            <p:nvPr/>
          </p:nvSpPr>
          <p:spPr>
            <a:xfrm>
              <a:off x="5526" y="2731"/>
              <a:ext cx="246" cy="0"/>
            </a:xfrm>
            <a:prstGeom prst="line">
              <a:avLst/>
            </a:prstGeom>
            <a:ln w="9525" cap="flat" cmpd="sng">
              <a:solidFill>
                <a:srgbClr val="3333FF"/>
              </a:solidFill>
              <a:prstDash val="solid"/>
              <a:round/>
              <a:headEnd type="none" w="med" len="med"/>
              <a:tailEnd type="none" w="med" len="med"/>
            </a:ln>
          </p:spPr>
        </p:sp>
        <p:sp>
          <p:nvSpPr>
            <p:cNvPr id="91190" name="Line 55"/>
            <p:cNvSpPr/>
            <p:nvPr/>
          </p:nvSpPr>
          <p:spPr>
            <a:xfrm>
              <a:off x="5512" y="3067"/>
              <a:ext cx="0" cy="349"/>
            </a:xfrm>
            <a:prstGeom prst="line">
              <a:avLst/>
            </a:prstGeom>
            <a:ln w="9525" cap="flat" cmpd="sng">
              <a:solidFill>
                <a:srgbClr val="3333FF"/>
              </a:solidFill>
              <a:prstDash val="solid"/>
              <a:round/>
              <a:headEnd type="none" w="med" len="med"/>
              <a:tailEnd type="none" w="med" len="med"/>
            </a:ln>
          </p:spPr>
        </p:sp>
        <p:sp>
          <p:nvSpPr>
            <p:cNvPr id="91191" name="Rectangle 56"/>
            <p:cNvSpPr/>
            <p:nvPr/>
          </p:nvSpPr>
          <p:spPr>
            <a:xfrm rot="-5400000">
              <a:off x="5457" y="2903"/>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92" name="Oval 57"/>
            <p:cNvSpPr/>
            <p:nvPr/>
          </p:nvSpPr>
          <p:spPr>
            <a:xfrm rot="-5400000">
              <a:off x="5492" y="2926"/>
              <a:ext cx="38" cy="32"/>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93" name="Line 58"/>
            <p:cNvSpPr/>
            <p:nvPr/>
          </p:nvSpPr>
          <p:spPr>
            <a:xfrm>
              <a:off x="5772" y="1632"/>
              <a:ext cx="0" cy="816"/>
            </a:xfrm>
            <a:prstGeom prst="line">
              <a:avLst/>
            </a:prstGeom>
            <a:ln w="9525" cap="flat" cmpd="sng">
              <a:solidFill>
                <a:srgbClr val="3333FF"/>
              </a:solidFill>
              <a:prstDash val="solid"/>
              <a:round/>
              <a:headEnd type="none" w="med" len="med"/>
              <a:tailEnd type="none" w="med" len="med"/>
            </a:ln>
          </p:spPr>
        </p:sp>
        <p:sp>
          <p:nvSpPr>
            <p:cNvPr id="91194" name="Line 59"/>
            <p:cNvSpPr/>
            <p:nvPr/>
          </p:nvSpPr>
          <p:spPr>
            <a:xfrm flipH="1">
              <a:off x="5200" y="1776"/>
              <a:ext cx="570" cy="0"/>
            </a:xfrm>
            <a:prstGeom prst="line">
              <a:avLst/>
            </a:prstGeom>
            <a:ln w="9525" cap="flat" cmpd="sng">
              <a:solidFill>
                <a:srgbClr val="3333FF"/>
              </a:solidFill>
              <a:prstDash val="solid"/>
              <a:round/>
              <a:headEnd type="none" w="med" len="med"/>
              <a:tailEnd type="none" w="med" len="med"/>
            </a:ln>
          </p:spPr>
        </p:sp>
        <p:sp>
          <p:nvSpPr>
            <p:cNvPr id="91195" name="Line 60"/>
            <p:cNvSpPr/>
            <p:nvPr/>
          </p:nvSpPr>
          <p:spPr>
            <a:xfrm>
              <a:off x="5200" y="1632"/>
              <a:ext cx="0" cy="159"/>
            </a:xfrm>
            <a:prstGeom prst="line">
              <a:avLst/>
            </a:prstGeom>
            <a:ln w="9525" cap="flat" cmpd="sng">
              <a:solidFill>
                <a:srgbClr val="3333FF"/>
              </a:solidFill>
              <a:prstDash val="solid"/>
              <a:round/>
              <a:headEnd type="none" w="med" len="med"/>
              <a:tailEnd type="none" w="med" len="med"/>
            </a:ln>
          </p:spPr>
        </p:sp>
        <p:sp>
          <p:nvSpPr>
            <p:cNvPr id="91196" name="Line 61"/>
            <p:cNvSpPr/>
            <p:nvPr/>
          </p:nvSpPr>
          <p:spPr>
            <a:xfrm flipH="1">
              <a:off x="775" y="1776"/>
              <a:ext cx="3905" cy="0"/>
            </a:xfrm>
            <a:prstGeom prst="line">
              <a:avLst/>
            </a:prstGeom>
            <a:ln w="9525" cap="flat" cmpd="sng">
              <a:solidFill>
                <a:srgbClr val="3333FF"/>
              </a:solidFill>
              <a:prstDash val="solid"/>
              <a:round/>
              <a:headEnd type="none" w="med" len="med"/>
              <a:tailEnd type="none" w="med" len="med"/>
            </a:ln>
          </p:spPr>
        </p:sp>
        <p:sp>
          <p:nvSpPr>
            <p:cNvPr id="91197" name="Line 62"/>
            <p:cNvSpPr/>
            <p:nvPr/>
          </p:nvSpPr>
          <p:spPr>
            <a:xfrm>
              <a:off x="780" y="1632"/>
              <a:ext cx="0" cy="144"/>
            </a:xfrm>
            <a:prstGeom prst="line">
              <a:avLst/>
            </a:prstGeom>
            <a:ln w="9525" cap="flat" cmpd="sng">
              <a:solidFill>
                <a:srgbClr val="3333FF"/>
              </a:solidFill>
              <a:prstDash val="solid"/>
              <a:round/>
              <a:headEnd type="none" w="med" len="med"/>
              <a:tailEnd type="none" w="med" len="med"/>
            </a:ln>
          </p:spPr>
        </p:sp>
        <p:sp>
          <p:nvSpPr>
            <p:cNvPr id="91198" name="Line 63"/>
            <p:cNvSpPr/>
            <p:nvPr/>
          </p:nvSpPr>
          <p:spPr>
            <a:xfrm>
              <a:off x="1352" y="1632"/>
              <a:ext cx="0" cy="144"/>
            </a:xfrm>
            <a:prstGeom prst="line">
              <a:avLst/>
            </a:prstGeom>
            <a:ln w="9525" cap="flat" cmpd="sng">
              <a:solidFill>
                <a:srgbClr val="3333FF"/>
              </a:solidFill>
              <a:prstDash val="solid"/>
              <a:round/>
              <a:headEnd type="none" w="med" len="med"/>
              <a:tailEnd type="none" w="med" len="med"/>
            </a:ln>
          </p:spPr>
        </p:sp>
        <p:sp>
          <p:nvSpPr>
            <p:cNvPr id="91199" name="Line 64"/>
            <p:cNvSpPr/>
            <p:nvPr/>
          </p:nvSpPr>
          <p:spPr>
            <a:xfrm>
              <a:off x="1872" y="1632"/>
              <a:ext cx="0" cy="144"/>
            </a:xfrm>
            <a:prstGeom prst="line">
              <a:avLst/>
            </a:prstGeom>
            <a:ln w="9525" cap="flat" cmpd="sng">
              <a:solidFill>
                <a:srgbClr val="3333FF"/>
              </a:solidFill>
              <a:prstDash val="solid"/>
              <a:round/>
              <a:headEnd type="none" w="med" len="med"/>
              <a:tailEnd type="none" w="med" len="med"/>
            </a:ln>
          </p:spPr>
        </p:sp>
        <p:sp>
          <p:nvSpPr>
            <p:cNvPr id="91200" name="Line 65"/>
            <p:cNvSpPr/>
            <p:nvPr/>
          </p:nvSpPr>
          <p:spPr>
            <a:xfrm>
              <a:off x="2444" y="1632"/>
              <a:ext cx="0" cy="144"/>
            </a:xfrm>
            <a:prstGeom prst="line">
              <a:avLst/>
            </a:prstGeom>
            <a:ln w="9525" cap="flat" cmpd="sng">
              <a:solidFill>
                <a:srgbClr val="3333FF"/>
              </a:solidFill>
              <a:prstDash val="solid"/>
              <a:round/>
              <a:headEnd type="none" w="med" len="med"/>
              <a:tailEnd type="none" w="med" len="med"/>
            </a:ln>
          </p:spPr>
        </p:sp>
        <p:sp>
          <p:nvSpPr>
            <p:cNvPr id="91201" name="Line 66"/>
            <p:cNvSpPr/>
            <p:nvPr/>
          </p:nvSpPr>
          <p:spPr>
            <a:xfrm>
              <a:off x="3016" y="1632"/>
              <a:ext cx="0" cy="144"/>
            </a:xfrm>
            <a:prstGeom prst="line">
              <a:avLst/>
            </a:prstGeom>
            <a:ln w="9525" cap="flat" cmpd="sng">
              <a:solidFill>
                <a:srgbClr val="3333FF"/>
              </a:solidFill>
              <a:prstDash val="solid"/>
              <a:round/>
              <a:headEnd type="none" w="med" len="med"/>
              <a:tailEnd type="none" w="med" len="med"/>
            </a:ln>
          </p:spPr>
        </p:sp>
        <p:sp>
          <p:nvSpPr>
            <p:cNvPr id="91202" name="Line 67"/>
            <p:cNvSpPr/>
            <p:nvPr/>
          </p:nvSpPr>
          <p:spPr>
            <a:xfrm flipH="1">
              <a:off x="663" y="1872"/>
              <a:ext cx="4789" cy="0"/>
            </a:xfrm>
            <a:prstGeom prst="line">
              <a:avLst/>
            </a:prstGeom>
            <a:ln w="9525" cap="flat" cmpd="sng">
              <a:solidFill>
                <a:srgbClr val="3333FF"/>
              </a:solidFill>
              <a:prstDash val="solid"/>
              <a:round/>
              <a:headEnd type="none" w="med" len="med"/>
              <a:tailEnd type="none" w="med" len="med"/>
            </a:ln>
          </p:spPr>
        </p:sp>
        <p:sp>
          <p:nvSpPr>
            <p:cNvPr id="91203" name="Line 68"/>
            <p:cNvSpPr/>
            <p:nvPr/>
          </p:nvSpPr>
          <p:spPr>
            <a:xfrm flipH="1">
              <a:off x="4677" y="1968"/>
              <a:ext cx="835" cy="0"/>
            </a:xfrm>
            <a:prstGeom prst="line">
              <a:avLst/>
            </a:prstGeom>
            <a:ln w="9525" cap="flat" cmpd="sng">
              <a:solidFill>
                <a:srgbClr val="3333FF"/>
              </a:solidFill>
              <a:prstDash val="solid"/>
              <a:round/>
              <a:headEnd type="none" w="med" len="med"/>
              <a:tailEnd type="none" w="med" len="med"/>
            </a:ln>
          </p:spPr>
        </p:sp>
        <p:sp>
          <p:nvSpPr>
            <p:cNvPr id="91204" name="Line 69"/>
            <p:cNvSpPr/>
            <p:nvPr/>
          </p:nvSpPr>
          <p:spPr>
            <a:xfrm flipH="1">
              <a:off x="579" y="2064"/>
              <a:ext cx="4985" cy="0"/>
            </a:xfrm>
            <a:prstGeom prst="line">
              <a:avLst/>
            </a:prstGeom>
            <a:ln w="9525" cap="flat" cmpd="sng">
              <a:solidFill>
                <a:srgbClr val="3333FF"/>
              </a:solidFill>
              <a:prstDash val="solid"/>
              <a:round/>
              <a:headEnd type="none" w="med" len="med"/>
              <a:tailEnd type="none" w="med" len="med"/>
            </a:ln>
          </p:spPr>
        </p:sp>
        <p:sp>
          <p:nvSpPr>
            <p:cNvPr id="91205" name="Line 70"/>
            <p:cNvSpPr/>
            <p:nvPr/>
          </p:nvSpPr>
          <p:spPr>
            <a:xfrm flipH="1">
              <a:off x="1560" y="2160"/>
              <a:ext cx="2903" cy="0"/>
            </a:xfrm>
            <a:prstGeom prst="line">
              <a:avLst/>
            </a:prstGeom>
            <a:ln w="9525" cap="flat" cmpd="sng">
              <a:solidFill>
                <a:srgbClr val="3333FF"/>
              </a:solidFill>
              <a:prstDash val="solid"/>
              <a:round/>
              <a:headEnd type="none" w="med" len="med"/>
              <a:tailEnd type="none" w="med" len="med"/>
            </a:ln>
          </p:spPr>
        </p:sp>
        <p:sp>
          <p:nvSpPr>
            <p:cNvPr id="91206" name="Line 71"/>
            <p:cNvSpPr/>
            <p:nvPr/>
          </p:nvSpPr>
          <p:spPr>
            <a:xfrm flipH="1">
              <a:off x="468" y="2256"/>
              <a:ext cx="4522" cy="0"/>
            </a:xfrm>
            <a:prstGeom prst="line">
              <a:avLst/>
            </a:prstGeom>
            <a:ln w="9525" cap="flat" cmpd="sng">
              <a:solidFill>
                <a:srgbClr val="3333FF"/>
              </a:solidFill>
              <a:prstDash val="solid"/>
              <a:round/>
              <a:headEnd type="none" w="med" len="med"/>
              <a:tailEnd type="none" w="med" len="med"/>
            </a:ln>
          </p:spPr>
        </p:sp>
        <p:sp>
          <p:nvSpPr>
            <p:cNvPr id="91207" name="Line 72"/>
            <p:cNvSpPr/>
            <p:nvPr/>
          </p:nvSpPr>
          <p:spPr>
            <a:xfrm flipH="1">
              <a:off x="832" y="2352"/>
              <a:ext cx="4838" cy="0"/>
            </a:xfrm>
            <a:prstGeom prst="line">
              <a:avLst/>
            </a:prstGeom>
            <a:ln w="9525" cap="flat" cmpd="sng">
              <a:solidFill>
                <a:srgbClr val="3333FF"/>
              </a:solidFill>
              <a:prstDash val="solid"/>
              <a:round/>
              <a:headEnd type="none" w="med" len="med"/>
              <a:tailEnd type="none" w="med" len="med"/>
            </a:ln>
          </p:spPr>
        </p:sp>
        <p:sp>
          <p:nvSpPr>
            <p:cNvPr id="91208" name="Line 73"/>
            <p:cNvSpPr/>
            <p:nvPr/>
          </p:nvSpPr>
          <p:spPr>
            <a:xfrm>
              <a:off x="5512" y="1968"/>
              <a:ext cx="0" cy="975"/>
            </a:xfrm>
            <a:prstGeom prst="line">
              <a:avLst/>
            </a:prstGeom>
            <a:ln w="9525" cap="flat" cmpd="sng">
              <a:solidFill>
                <a:srgbClr val="3333FF"/>
              </a:solidFill>
              <a:prstDash val="solid"/>
              <a:round/>
              <a:headEnd type="none" w="med" len="med"/>
              <a:tailEnd type="none" w="med" len="med"/>
            </a:ln>
          </p:spPr>
        </p:sp>
        <p:sp>
          <p:nvSpPr>
            <p:cNvPr id="91209" name="Line 74"/>
            <p:cNvSpPr/>
            <p:nvPr/>
          </p:nvSpPr>
          <p:spPr>
            <a:xfrm>
              <a:off x="4680" y="1776"/>
              <a:ext cx="0" cy="192"/>
            </a:xfrm>
            <a:prstGeom prst="line">
              <a:avLst/>
            </a:prstGeom>
            <a:ln w="9525" cap="flat" cmpd="sng">
              <a:solidFill>
                <a:srgbClr val="3333FF"/>
              </a:solidFill>
              <a:prstDash val="solid"/>
              <a:round/>
              <a:headEnd type="none" w="med" len="med"/>
              <a:tailEnd type="none" w="med" len="med"/>
            </a:ln>
          </p:spPr>
        </p:sp>
        <p:sp>
          <p:nvSpPr>
            <p:cNvPr id="91210" name="Text Box 75"/>
            <p:cNvSpPr txBox="1"/>
            <p:nvPr/>
          </p:nvSpPr>
          <p:spPr>
            <a:xfrm>
              <a:off x="5408" y="3408"/>
              <a:ext cx="62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91211" name="Text Box 76"/>
            <p:cNvSpPr txBox="1"/>
            <p:nvPr/>
          </p:nvSpPr>
          <p:spPr>
            <a:xfrm>
              <a:off x="3536" y="3408"/>
              <a:ext cx="62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91212" name="Text Box 77"/>
            <p:cNvSpPr txBox="1"/>
            <p:nvPr/>
          </p:nvSpPr>
          <p:spPr>
            <a:xfrm>
              <a:off x="312" y="3408"/>
              <a:ext cx="62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1213" name="Line 78"/>
            <p:cNvSpPr/>
            <p:nvPr/>
          </p:nvSpPr>
          <p:spPr>
            <a:xfrm>
              <a:off x="676" y="1632"/>
              <a:ext cx="0" cy="240"/>
            </a:xfrm>
            <a:prstGeom prst="line">
              <a:avLst/>
            </a:prstGeom>
            <a:ln w="9525" cap="flat" cmpd="sng">
              <a:solidFill>
                <a:srgbClr val="3333FF"/>
              </a:solidFill>
              <a:prstDash val="solid"/>
              <a:round/>
              <a:headEnd type="none" w="med" len="med"/>
              <a:tailEnd type="none" w="med" len="med"/>
            </a:ln>
          </p:spPr>
        </p:sp>
        <p:sp>
          <p:nvSpPr>
            <p:cNvPr id="91214" name="Line 79"/>
            <p:cNvSpPr/>
            <p:nvPr/>
          </p:nvSpPr>
          <p:spPr>
            <a:xfrm>
              <a:off x="5668" y="1632"/>
              <a:ext cx="0" cy="720"/>
            </a:xfrm>
            <a:prstGeom prst="line">
              <a:avLst/>
            </a:prstGeom>
            <a:ln w="9525" cap="flat" cmpd="sng">
              <a:solidFill>
                <a:srgbClr val="3333FF"/>
              </a:solidFill>
              <a:prstDash val="solid"/>
              <a:round/>
              <a:headEnd type="none" w="med" len="med"/>
              <a:tailEnd type="none" w="med" len="med"/>
            </a:ln>
          </p:spPr>
        </p:sp>
        <p:sp>
          <p:nvSpPr>
            <p:cNvPr id="91215" name="Line 80"/>
            <p:cNvSpPr/>
            <p:nvPr/>
          </p:nvSpPr>
          <p:spPr>
            <a:xfrm>
              <a:off x="5460" y="1632"/>
              <a:ext cx="0" cy="240"/>
            </a:xfrm>
            <a:prstGeom prst="line">
              <a:avLst/>
            </a:prstGeom>
            <a:ln w="9525" cap="flat" cmpd="sng">
              <a:solidFill>
                <a:srgbClr val="3333FF"/>
              </a:solidFill>
              <a:prstDash val="solid"/>
              <a:round/>
              <a:headEnd type="none" w="med" len="med"/>
              <a:tailEnd type="none" w="med" len="med"/>
            </a:ln>
          </p:spPr>
        </p:sp>
        <p:sp>
          <p:nvSpPr>
            <p:cNvPr id="91216" name="Line 81"/>
            <p:cNvSpPr/>
            <p:nvPr/>
          </p:nvSpPr>
          <p:spPr>
            <a:xfrm>
              <a:off x="5564" y="1633"/>
              <a:ext cx="0" cy="431"/>
            </a:xfrm>
            <a:prstGeom prst="line">
              <a:avLst/>
            </a:prstGeom>
            <a:ln w="9525" cap="flat" cmpd="sng">
              <a:solidFill>
                <a:srgbClr val="3333FF"/>
              </a:solidFill>
              <a:prstDash val="solid"/>
              <a:round/>
              <a:headEnd type="none" w="med" len="med"/>
              <a:tailEnd type="none" w="med" len="med"/>
            </a:ln>
          </p:spPr>
        </p:sp>
        <p:sp>
          <p:nvSpPr>
            <p:cNvPr id="91217" name="Line 82"/>
            <p:cNvSpPr/>
            <p:nvPr/>
          </p:nvSpPr>
          <p:spPr>
            <a:xfrm>
              <a:off x="1248" y="1632"/>
              <a:ext cx="0" cy="240"/>
            </a:xfrm>
            <a:prstGeom prst="line">
              <a:avLst/>
            </a:prstGeom>
            <a:ln w="9525" cap="flat" cmpd="sng">
              <a:solidFill>
                <a:srgbClr val="3333FF"/>
              </a:solidFill>
              <a:prstDash val="solid"/>
              <a:round/>
              <a:headEnd type="none" w="med" len="med"/>
              <a:tailEnd type="none" w="med" len="med"/>
            </a:ln>
          </p:spPr>
        </p:sp>
        <p:sp>
          <p:nvSpPr>
            <p:cNvPr id="91218" name="Line 83"/>
            <p:cNvSpPr/>
            <p:nvPr/>
          </p:nvSpPr>
          <p:spPr>
            <a:xfrm>
              <a:off x="1768" y="1632"/>
              <a:ext cx="0" cy="240"/>
            </a:xfrm>
            <a:prstGeom prst="line">
              <a:avLst/>
            </a:prstGeom>
            <a:ln w="9525" cap="flat" cmpd="sng">
              <a:solidFill>
                <a:srgbClr val="3333FF"/>
              </a:solidFill>
              <a:prstDash val="solid"/>
              <a:round/>
              <a:headEnd type="none" w="med" len="med"/>
              <a:tailEnd type="none" w="med" len="med"/>
            </a:ln>
          </p:spPr>
        </p:sp>
        <p:sp>
          <p:nvSpPr>
            <p:cNvPr id="91219" name="Line 84"/>
            <p:cNvSpPr/>
            <p:nvPr/>
          </p:nvSpPr>
          <p:spPr>
            <a:xfrm>
              <a:off x="2340" y="1632"/>
              <a:ext cx="0" cy="240"/>
            </a:xfrm>
            <a:prstGeom prst="line">
              <a:avLst/>
            </a:prstGeom>
            <a:ln w="9525" cap="flat" cmpd="sng">
              <a:solidFill>
                <a:srgbClr val="3333FF"/>
              </a:solidFill>
              <a:prstDash val="solid"/>
              <a:round/>
              <a:headEnd type="none" w="med" len="med"/>
              <a:tailEnd type="none" w="med" len="med"/>
            </a:ln>
          </p:spPr>
        </p:sp>
        <p:sp>
          <p:nvSpPr>
            <p:cNvPr id="91220" name="Line 85"/>
            <p:cNvSpPr/>
            <p:nvPr/>
          </p:nvSpPr>
          <p:spPr>
            <a:xfrm flipV="1">
              <a:off x="3948" y="1058"/>
              <a:ext cx="0" cy="360"/>
            </a:xfrm>
            <a:prstGeom prst="line">
              <a:avLst/>
            </a:prstGeom>
            <a:ln w="9525" cap="flat" cmpd="sng">
              <a:solidFill>
                <a:srgbClr val="3333FF"/>
              </a:solidFill>
              <a:prstDash val="solid"/>
              <a:round/>
              <a:headEnd type="none" w="med" len="med"/>
              <a:tailEnd type="none" w="med" len="med"/>
            </a:ln>
          </p:spPr>
        </p:sp>
        <p:sp>
          <p:nvSpPr>
            <p:cNvPr id="91221" name="Rectangle 86"/>
            <p:cNvSpPr/>
            <p:nvPr/>
          </p:nvSpPr>
          <p:spPr>
            <a:xfrm rot="-5400000">
              <a:off x="3857" y="1343"/>
              <a:ext cx="173" cy="395"/>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222" name="Oval 87"/>
            <p:cNvSpPr/>
            <p:nvPr/>
          </p:nvSpPr>
          <p:spPr>
            <a:xfrm rot="-5400000">
              <a:off x="3911"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223" name="Line 88"/>
            <p:cNvSpPr/>
            <p:nvPr/>
          </p:nvSpPr>
          <p:spPr>
            <a:xfrm flipV="1">
              <a:off x="4535" y="1058"/>
              <a:ext cx="0" cy="360"/>
            </a:xfrm>
            <a:prstGeom prst="line">
              <a:avLst/>
            </a:prstGeom>
            <a:ln w="9525" cap="flat" cmpd="sng">
              <a:solidFill>
                <a:srgbClr val="3333FF"/>
              </a:solidFill>
              <a:prstDash val="solid"/>
              <a:round/>
              <a:headEnd type="none" w="med" len="med"/>
              <a:tailEnd type="none" w="med" len="med"/>
            </a:ln>
          </p:spPr>
        </p:sp>
        <p:sp>
          <p:nvSpPr>
            <p:cNvPr id="91224" name="Rectangle 89"/>
            <p:cNvSpPr/>
            <p:nvPr/>
          </p:nvSpPr>
          <p:spPr>
            <a:xfrm rot="-5400000">
              <a:off x="4444"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225" name="Oval 90"/>
            <p:cNvSpPr/>
            <p:nvPr/>
          </p:nvSpPr>
          <p:spPr>
            <a:xfrm rot="-5400000">
              <a:off x="4498"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aphicFrame>
          <p:nvGraphicFramePr>
            <p:cNvPr id="91226" name="Object 91"/>
            <p:cNvGraphicFramePr>
              <a:graphicFrameLocks noChangeAspect="1"/>
            </p:cNvGraphicFramePr>
            <p:nvPr/>
          </p:nvGraphicFramePr>
          <p:xfrm>
            <a:off x="2778" y="726"/>
            <a:ext cx="248" cy="291"/>
          </p:xfrm>
          <a:graphic>
            <a:graphicData uri="http://schemas.openxmlformats.org/presentationml/2006/ole">
              <mc:AlternateContent xmlns:mc="http://schemas.openxmlformats.org/markup-compatibility/2006">
                <mc:Choice xmlns:v="urn:schemas-microsoft-com:vml" Requires="v">
                  <p:oleObj spid="_x0000_s3270" name="" r:id="rId19" imgW="204470" imgH="301625" progId="Equation.3">
                    <p:embed/>
                  </p:oleObj>
                </mc:Choice>
                <mc:Fallback>
                  <p:oleObj name="" r:id="rId19" imgW="204470" imgH="301625" progId="Equation.3">
                    <p:embed/>
                    <p:pic>
                      <p:nvPicPr>
                        <p:cNvPr id="0" name="图片 3269"/>
                        <p:cNvPicPr/>
                        <p:nvPr/>
                      </p:nvPicPr>
                      <p:blipFill>
                        <a:blip r:embed="rId20">
                          <a:clrChange>
                            <a:clrFrom>
                              <a:srgbClr val="000000"/>
                            </a:clrFrom>
                            <a:clrTo>
                              <a:srgbClr val="000000"/>
                            </a:clrTo>
                          </a:clrChange>
                        </a:blip>
                        <a:stretch>
                          <a:fillRect/>
                        </a:stretch>
                      </p:blipFill>
                      <p:spPr>
                        <a:xfrm>
                          <a:off x="2778" y="726"/>
                          <a:ext cx="248" cy="291"/>
                        </a:xfrm>
                        <a:prstGeom prst="rect">
                          <a:avLst/>
                        </a:prstGeom>
                        <a:noFill/>
                        <a:ln w="38100">
                          <a:noFill/>
                          <a:miter/>
                        </a:ln>
                      </p:spPr>
                    </p:pic>
                  </p:oleObj>
                </mc:Fallback>
              </mc:AlternateContent>
            </a:graphicData>
          </a:graphic>
        </p:graphicFrame>
        <p:sp>
          <p:nvSpPr>
            <p:cNvPr id="91227" name="Line 92"/>
            <p:cNvSpPr/>
            <p:nvPr/>
          </p:nvSpPr>
          <p:spPr>
            <a:xfrm>
              <a:off x="3588" y="1632"/>
              <a:ext cx="0" cy="144"/>
            </a:xfrm>
            <a:prstGeom prst="line">
              <a:avLst/>
            </a:prstGeom>
            <a:ln w="9525" cap="flat" cmpd="sng">
              <a:solidFill>
                <a:srgbClr val="3333FF"/>
              </a:solidFill>
              <a:prstDash val="solid"/>
              <a:round/>
              <a:headEnd type="none" w="med" len="med"/>
              <a:tailEnd type="none" w="med" len="med"/>
            </a:ln>
          </p:spPr>
        </p:sp>
        <p:sp>
          <p:nvSpPr>
            <p:cNvPr id="91228" name="Line 93"/>
            <p:cNvSpPr/>
            <p:nvPr/>
          </p:nvSpPr>
          <p:spPr>
            <a:xfrm>
              <a:off x="4108" y="1632"/>
              <a:ext cx="0" cy="144"/>
            </a:xfrm>
            <a:prstGeom prst="line">
              <a:avLst/>
            </a:prstGeom>
            <a:ln w="9525" cap="flat" cmpd="sng">
              <a:solidFill>
                <a:srgbClr val="3333FF"/>
              </a:solidFill>
              <a:prstDash val="solid"/>
              <a:round/>
              <a:headEnd type="none" w="med" len="med"/>
              <a:tailEnd type="none" w="med" len="med"/>
            </a:ln>
          </p:spPr>
        </p:sp>
        <p:sp>
          <p:nvSpPr>
            <p:cNvPr id="91229" name="Line 94"/>
            <p:cNvSpPr/>
            <p:nvPr/>
          </p:nvSpPr>
          <p:spPr>
            <a:xfrm>
              <a:off x="4680" y="1632"/>
              <a:ext cx="0" cy="144"/>
            </a:xfrm>
            <a:prstGeom prst="line">
              <a:avLst/>
            </a:prstGeom>
            <a:ln w="9525" cap="flat" cmpd="sng">
              <a:solidFill>
                <a:srgbClr val="3333FF"/>
              </a:solidFill>
              <a:prstDash val="solid"/>
              <a:round/>
              <a:headEnd type="none" w="med" len="med"/>
              <a:tailEnd type="none" w="med" len="med"/>
            </a:ln>
          </p:spPr>
        </p:sp>
        <p:sp>
          <p:nvSpPr>
            <p:cNvPr id="91230" name="Line 95"/>
            <p:cNvSpPr/>
            <p:nvPr/>
          </p:nvSpPr>
          <p:spPr>
            <a:xfrm>
              <a:off x="5096" y="1632"/>
              <a:ext cx="0" cy="240"/>
            </a:xfrm>
            <a:prstGeom prst="line">
              <a:avLst/>
            </a:prstGeom>
            <a:ln w="9525" cap="flat" cmpd="sng">
              <a:solidFill>
                <a:srgbClr val="3333FF"/>
              </a:solidFill>
              <a:prstDash val="solid"/>
              <a:round/>
              <a:headEnd type="none" w="med" len="med"/>
              <a:tailEnd type="none" w="med" len="med"/>
            </a:ln>
          </p:spPr>
        </p:sp>
        <p:sp>
          <p:nvSpPr>
            <p:cNvPr id="91231" name="Line 96"/>
            <p:cNvSpPr/>
            <p:nvPr/>
          </p:nvSpPr>
          <p:spPr>
            <a:xfrm>
              <a:off x="832" y="2352"/>
              <a:ext cx="0" cy="96"/>
            </a:xfrm>
            <a:prstGeom prst="line">
              <a:avLst/>
            </a:prstGeom>
            <a:ln w="9525" cap="flat" cmpd="sng">
              <a:solidFill>
                <a:srgbClr val="3333FF"/>
              </a:solidFill>
              <a:prstDash val="solid"/>
              <a:round/>
              <a:headEnd type="none" w="med" len="med"/>
              <a:tailEnd type="none" w="med" len="med"/>
            </a:ln>
          </p:spPr>
        </p:sp>
        <p:sp>
          <p:nvSpPr>
            <p:cNvPr id="91232" name="Line 97"/>
            <p:cNvSpPr/>
            <p:nvPr/>
          </p:nvSpPr>
          <p:spPr>
            <a:xfrm>
              <a:off x="4368" y="1632"/>
              <a:ext cx="0" cy="720"/>
            </a:xfrm>
            <a:prstGeom prst="line">
              <a:avLst/>
            </a:prstGeom>
            <a:ln w="9525" cap="flat" cmpd="sng">
              <a:solidFill>
                <a:srgbClr val="3333FF"/>
              </a:solidFill>
              <a:prstDash val="solid"/>
              <a:round/>
              <a:headEnd type="none" w="med" len="med"/>
              <a:tailEnd type="none" w="med" len="med"/>
            </a:ln>
          </p:spPr>
        </p:sp>
        <p:sp>
          <p:nvSpPr>
            <p:cNvPr id="91233" name="Line 98"/>
            <p:cNvSpPr/>
            <p:nvPr/>
          </p:nvSpPr>
          <p:spPr>
            <a:xfrm>
              <a:off x="3276" y="1632"/>
              <a:ext cx="0" cy="720"/>
            </a:xfrm>
            <a:prstGeom prst="line">
              <a:avLst/>
            </a:prstGeom>
            <a:ln w="9525" cap="flat" cmpd="sng">
              <a:solidFill>
                <a:srgbClr val="3333FF"/>
              </a:solidFill>
              <a:prstDash val="solid"/>
              <a:round/>
              <a:headEnd type="none" w="med" len="med"/>
              <a:tailEnd type="none" w="med" len="med"/>
            </a:ln>
          </p:spPr>
        </p:sp>
        <p:sp>
          <p:nvSpPr>
            <p:cNvPr id="91234" name="Line 99"/>
            <p:cNvSpPr/>
            <p:nvPr/>
          </p:nvSpPr>
          <p:spPr>
            <a:xfrm>
              <a:off x="2236" y="1632"/>
              <a:ext cx="0" cy="720"/>
            </a:xfrm>
            <a:prstGeom prst="line">
              <a:avLst/>
            </a:prstGeom>
            <a:ln w="9525" cap="flat" cmpd="sng">
              <a:solidFill>
                <a:srgbClr val="3333FF"/>
              </a:solidFill>
              <a:prstDash val="solid"/>
              <a:round/>
              <a:headEnd type="none" w="med" len="med"/>
              <a:tailEnd type="none" w="med" len="med"/>
            </a:ln>
          </p:spPr>
        </p:sp>
        <p:sp>
          <p:nvSpPr>
            <p:cNvPr id="91235" name="Line 100"/>
            <p:cNvSpPr/>
            <p:nvPr/>
          </p:nvSpPr>
          <p:spPr>
            <a:xfrm>
              <a:off x="1040" y="1632"/>
              <a:ext cx="0" cy="720"/>
            </a:xfrm>
            <a:prstGeom prst="line">
              <a:avLst/>
            </a:prstGeom>
            <a:ln w="9525" cap="flat" cmpd="sng">
              <a:solidFill>
                <a:srgbClr val="3333FF"/>
              </a:solidFill>
              <a:prstDash val="solid"/>
              <a:round/>
              <a:headEnd type="none" w="med" len="med"/>
              <a:tailEnd type="none" w="med" len="med"/>
            </a:ln>
          </p:spPr>
        </p:sp>
        <p:sp>
          <p:nvSpPr>
            <p:cNvPr id="91236" name="Line 101"/>
            <p:cNvSpPr/>
            <p:nvPr/>
          </p:nvSpPr>
          <p:spPr>
            <a:xfrm>
              <a:off x="1144" y="1632"/>
              <a:ext cx="0" cy="432"/>
            </a:xfrm>
            <a:prstGeom prst="line">
              <a:avLst/>
            </a:prstGeom>
            <a:ln w="9525" cap="flat" cmpd="sng">
              <a:solidFill>
                <a:srgbClr val="3333FF"/>
              </a:solidFill>
              <a:prstDash val="solid"/>
              <a:round/>
              <a:headEnd type="none" w="med" len="med"/>
              <a:tailEnd type="none" w="med" len="med"/>
            </a:ln>
          </p:spPr>
        </p:sp>
        <p:sp>
          <p:nvSpPr>
            <p:cNvPr id="91237" name="Line 102"/>
            <p:cNvSpPr/>
            <p:nvPr/>
          </p:nvSpPr>
          <p:spPr>
            <a:xfrm>
              <a:off x="572" y="1632"/>
              <a:ext cx="0" cy="432"/>
            </a:xfrm>
            <a:prstGeom prst="line">
              <a:avLst/>
            </a:prstGeom>
            <a:ln w="9525" cap="flat" cmpd="sng">
              <a:solidFill>
                <a:srgbClr val="3333FF"/>
              </a:solidFill>
              <a:prstDash val="solid"/>
              <a:round/>
              <a:headEnd type="none" w="med" len="med"/>
              <a:tailEnd type="none" w="med" len="med"/>
            </a:ln>
          </p:spPr>
        </p:sp>
        <p:sp>
          <p:nvSpPr>
            <p:cNvPr id="91238" name="Line 103"/>
            <p:cNvSpPr/>
            <p:nvPr/>
          </p:nvSpPr>
          <p:spPr>
            <a:xfrm>
              <a:off x="468" y="1632"/>
              <a:ext cx="0" cy="1104"/>
            </a:xfrm>
            <a:prstGeom prst="line">
              <a:avLst/>
            </a:prstGeom>
            <a:ln w="9525" cap="flat" cmpd="sng">
              <a:solidFill>
                <a:srgbClr val="3333FF"/>
              </a:solidFill>
              <a:prstDash val="solid"/>
              <a:round/>
              <a:headEnd type="none" w="med" len="med"/>
              <a:tailEnd type="none" w="med" len="med"/>
            </a:ln>
          </p:spPr>
        </p:sp>
        <p:sp>
          <p:nvSpPr>
            <p:cNvPr id="91239" name="Line 104"/>
            <p:cNvSpPr/>
            <p:nvPr/>
          </p:nvSpPr>
          <p:spPr>
            <a:xfrm>
              <a:off x="468" y="2736"/>
              <a:ext cx="368" cy="0"/>
            </a:xfrm>
            <a:prstGeom prst="line">
              <a:avLst/>
            </a:prstGeom>
            <a:ln w="9525" cap="flat" cmpd="sng">
              <a:solidFill>
                <a:srgbClr val="3333FF"/>
              </a:solidFill>
              <a:prstDash val="solid"/>
              <a:round/>
              <a:headEnd type="none" w="med" len="med"/>
              <a:tailEnd type="none" w="med" len="med"/>
            </a:ln>
          </p:spPr>
        </p:sp>
        <p:sp>
          <p:nvSpPr>
            <p:cNvPr id="91240" name="Line 105"/>
            <p:cNvSpPr/>
            <p:nvPr/>
          </p:nvSpPr>
          <p:spPr>
            <a:xfrm>
              <a:off x="4992" y="1632"/>
              <a:ext cx="0" cy="624"/>
            </a:xfrm>
            <a:prstGeom prst="line">
              <a:avLst/>
            </a:prstGeom>
            <a:ln w="9525" cap="flat" cmpd="sng">
              <a:solidFill>
                <a:srgbClr val="3333FF"/>
              </a:solidFill>
              <a:prstDash val="solid"/>
              <a:round/>
              <a:headEnd type="none" w="med" len="med"/>
              <a:tailEnd type="none" w="med" len="med"/>
            </a:ln>
          </p:spPr>
        </p:sp>
        <p:sp>
          <p:nvSpPr>
            <p:cNvPr id="91241" name="Line 106"/>
            <p:cNvSpPr/>
            <p:nvPr/>
          </p:nvSpPr>
          <p:spPr>
            <a:xfrm>
              <a:off x="1664" y="1632"/>
              <a:ext cx="0" cy="624"/>
            </a:xfrm>
            <a:prstGeom prst="line">
              <a:avLst/>
            </a:prstGeom>
            <a:ln w="9525" cap="flat" cmpd="sng">
              <a:solidFill>
                <a:srgbClr val="3333FF"/>
              </a:solidFill>
              <a:prstDash val="solid"/>
              <a:round/>
              <a:headEnd type="none" w="med" len="med"/>
              <a:tailEnd type="none" w="med" len="med"/>
            </a:ln>
          </p:spPr>
        </p:sp>
        <p:sp>
          <p:nvSpPr>
            <p:cNvPr id="91242" name="Line 107"/>
            <p:cNvSpPr/>
            <p:nvPr/>
          </p:nvSpPr>
          <p:spPr>
            <a:xfrm>
              <a:off x="2704" y="1632"/>
              <a:ext cx="0" cy="624"/>
            </a:xfrm>
            <a:prstGeom prst="line">
              <a:avLst/>
            </a:prstGeom>
            <a:ln w="9525" cap="flat" cmpd="sng">
              <a:solidFill>
                <a:srgbClr val="3333FF"/>
              </a:solidFill>
              <a:prstDash val="solid"/>
              <a:round/>
              <a:headEnd type="none" w="med" len="med"/>
              <a:tailEnd type="none" w="med" len="med"/>
            </a:ln>
          </p:spPr>
        </p:sp>
        <p:sp>
          <p:nvSpPr>
            <p:cNvPr id="91243" name="Line 108"/>
            <p:cNvSpPr/>
            <p:nvPr/>
          </p:nvSpPr>
          <p:spPr>
            <a:xfrm>
              <a:off x="3796" y="1632"/>
              <a:ext cx="0" cy="624"/>
            </a:xfrm>
            <a:prstGeom prst="line">
              <a:avLst/>
            </a:prstGeom>
            <a:ln w="9525" cap="flat" cmpd="sng">
              <a:solidFill>
                <a:srgbClr val="3333FF"/>
              </a:solidFill>
              <a:prstDash val="solid"/>
              <a:round/>
              <a:headEnd type="none" w="med" len="med"/>
              <a:tailEnd type="none" w="med" len="med"/>
            </a:ln>
          </p:spPr>
        </p:sp>
        <p:sp>
          <p:nvSpPr>
            <p:cNvPr id="91244" name="Line 109"/>
            <p:cNvSpPr/>
            <p:nvPr/>
          </p:nvSpPr>
          <p:spPr>
            <a:xfrm>
              <a:off x="1560" y="1632"/>
              <a:ext cx="0" cy="533"/>
            </a:xfrm>
            <a:prstGeom prst="line">
              <a:avLst/>
            </a:prstGeom>
            <a:ln w="9525" cap="flat" cmpd="sng">
              <a:solidFill>
                <a:srgbClr val="3333FF"/>
              </a:solidFill>
              <a:prstDash val="solid"/>
              <a:round/>
              <a:headEnd type="none" w="med" len="med"/>
              <a:tailEnd type="none" w="med" len="med"/>
            </a:ln>
          </p:spPr>
        </p:sp>
        <p:sp>
          <p:nvSpPr>
            <p:cNvPr id="91245" name="Rectangle 110"/>
            <p:cNvSpPr/>
            <p:nvPr/>
          </p:nvSpPr>
          <p:spPr>
            <a:xfrm rot="-5400000">
              <a:off x="2528" y="2428"/>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246" name="Oval 111"/>
            <p:cNvSpPr/>
            <p:nvPr/>
          </p:nvSpPr>
          <p:spPr>
            <a:xfrm rot="-5400000">
              <a:off x="2559" y="2447"/>
              <a:ext cx="38" cy="3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247" name="Line 112"/>
            <p:cNvSpPr/>
            <p:nvPr/>
          </p:nvSpPr>
          <p:spPr>
            <a:xfrm>
              <a:off x="2583" y="2592"/>
              <a:ext cx="0" cy="147"/>
            </a:xfrm>
            <a:prstGeom prst="line">
              <a:avLst/>
            </a:prstGeom>
            <a:ln w="9525" cap="flat" cmpd="sng">
              <a:solidFill>
                <a:srgbClr val="3333FF"/>
              </a:solidFill>
              <a:prstDash val="solid"/>
              <a:round/>
              <a:headEnd type="none" w="med" len="med"/>
              <a:tailEnd type="none" w="med" len="med"/>
            </a:ln>
          </p:spPr>
        </p:sp>
        <p:sp>
          <p:nvSpPr>
            <p:cNvPr id="91248" name="Line 113"/>
            <p:cNvSpPr/>
            <p:nvPr/>
          </p:nvSpPr>
          <p:spPr>
            <a:xfrm>
              <a:off x="2337" y="2731"/>
              <a:ext cx="246" cy="0"/>
            </a:xfrm>
            <a:prstGeom prst="line">
              <a:avLst/>
            </a:prstGeom>
            <a:ln w="9525" cap="flat" cmpd="sng">
              <a:solidFill>
                <a:srgbClr val="3333FF"/>
              </a:solidFill>
              <a:prstDash val="solid"/>
              <a:round/>
              <a:headEnd type="none" w="med" len="med"/>
              <a:tailEnd type="none" w="med" len="med"/>
            </a:ln>
          </p:spPr>
        </p:sp>
        <p:sp>
          <p:nvSpPr>
            <p:cNvPr id="91249" name="Line 114"/>
            <p:cNvSpPr/>
            <p:nvPr/>
          </p:nvSpPr>
          <p:spPr>
            <a:xfrm>
              <a:off x="2323" y="3067"/>
              <a:ext cx="0" cy="349"/>
            </a:xfrm>
            <a:prstGeom prst="line">
              <a:avLst/>
            </a:prstGeom>
            <a:ln w="9525" cap="flat" cmpd="sng">
              <a:solidFill>
                <a:srgbClr val="3333FF"/>
              </a:solidFill>
              <a:prstDash val="solid"/>
              <a:round/>
              <a:headEnd type="none" w="med" len="med"/>
              <a:tailEnd type="none" w="med" len="med"/>
            </a:ln>
          </p:spPr>
        </p:sp>
        <p:sp>
          <p:nvSpPr>
            <p:cNvPr id="91250" name="Rectangle 115"/>
            <p:cNvSpPr/>
            <p:nvPr/>
          </p:nvSpPr>
          <p:spPr>
            <a:xfrm rot="-5400000">
              <a:off x="2268" y="2903"/>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251" name="Oval 116"/>
            <p:cNvSpPr/>
            <p:nvPr/>
          </p:nvSpPr>
          <p:spPr>
            <a:xfrm rot="-5400000">
              <a:off x="2299" y="2922"/>
              <a:ext cx="38" cy="3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252" name="Text Box 117"/>
            <p:cNvSpPr txBox="1"/>
            <p:nvPr/>
          </p:nvSpPr>
          <p:spPr>
            <a:xfrm>
              <a:off x="2184" y="3408"/>
              <a:ext cx="62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91253" name="Line 118"/>
            <p:cNvSpPr/>
            <p:nvPr/>
          </p:nvSpPr>
          <p:spPr>
            <a:xfrm flipV="1">
              <a:off x="2575" y="2160"/>
              <a:ext cx="0" cy="288"/>
            </a:xfrm>
            <a:prstGeom prst="line">
              <a:avLst/>
            </a:prstGeom>
            <a:ln w="9525" cap="flat" cmpd="sng">
              <a:solidFill>
                <a:srgbClr val="3333FF"/>
              </a:solidFill>
              <a:prstDash val="solid"/>
              <a:round/>
              <a:headEnd type="none" w="med" len="med"/>
              <a:tailEnd type="none" w="med" len="med"/>
            </a:ln>
          </p:spPr>
        </p:sp>
        <p:sp>
          <p:nvSpPr>
            <p:cNvPr id="91254" name="Line 119"/>
            <p:cNvSpPr/>
            <p:nvPr/>
          </p:nvSpPr>
          <p:spPr>
            <a:xfrm>
              <a:off x="2132" y="1632"/>
              <a:ext cx="0" cy="528"/>
            </a:xfrm>
            <a:prstGeom prst="line">
              <a:avLst/>
            </a:prstGeom>
            <a:ln w="9525" cap="flat" cmpd="sng">
              <a:solidFill>
                <a:srgbClr val="3333FF"/>
              </a:solidFill>
              <a:prstDash val="solid"/>
              <a:round/>
              <a:headEnd type="none" w="med" len="med"/>
              <a:tailEnd type="none" w="med" len="med"/>
            </a:ln>
          </p:spPr>
        </p:sp>
        <p:sp>
          <p:nvSpPr>
            <p:cNvPr id="91255" name="Line 120"/>
            <p:cNvSpPr/>
            <p:nvPr/>
          </p:nvSpPr>
          <p:spPr>
            <a:xfrm flipV="1">
              <a:off x="2328" y="2064"/>
              <a:ext cx="0" cy="861"/>
            </a:xfrm>
            <a:prstGeom prst="line">
              <a:avLst/>
            </a:prstGeom>
            <a:ln w="9525" cap="flat" cmpd="sng">
              <a:solidFill>
                <a:srgbClr val="3333FF"/>
              </a:solidFill>
              <a:prstDash val="solid"/>
              <a:round/>
              <a:headEnd type="none" w="med" len="med"/>
              <a:tailEnd type="none" w="med" len="med"/>
            </a:ln>
          </p:spPr>
        </p:sp>
        <p:sp>
          <p:nvSpPr>
            <p:cNvPr id="91256" name="Line 121"/>
            <p:cNvSpPr/>
            <p:nvPr/>
          </p:nvSpPr>
          <p:spPr>
            <a:xfrm>
              <a:off x="3900" y="1632"/>
              <a:ext cx="0" cy="533"/>
            </a:xfrm>
            <a:prstGeom prst="line">
              <a:avLst/>
            </a:prstGeom>
            <a:ln w="9525" cap="flat" cmpd="sng">
              <a:solidFill>
                <a:srgbClr val="3333FF"/>
              </a:solidFill>
              <a:prstDash val="solid"/>
              <a:round/>
              <a:headEnd type="none" w="med" len="med"/>
              <a:tailEnd type="none" w="med" len="med"/>
            </a:ln>
          </p:spPr>
        </p:sp>
        <p:sp>
          <p:nvSpPr>
            <p:cNvPr id="91257" name="Line 122"/>
            <p:cNvSpPr/>
            <p:nvPr/>
          </p:nvSpPr>
          <p:spPr>
            <a:xfrm>
              <a:off x="4472" y="1632"/>
              <a:ext cx="0" cy="533"/>
            </a:xfrm>
            <a:prstGeom prst="line">
              <a:avLst/>
            </a:prstGeom>
            <a:ln w="9525" cap="flat" cmpd="sng">
              <a:solidFill>
                <a:srgbClr val="3333FF"/>
              </a:solidFill>
              <a:prstDash val="solid"/>
              <a:round/>
              <a:headEnd type="none" w="med" len="med"/>
              <a:tailEnd type="none" w="med" len="med"/>
            </a:ln>
          </p:spPr>
        </p:sp>
        <p:sp>
          <p:nvSpPr>
            <p:cNvPr id="91258" name="Line 123"/>
            <p:cNvSpPr/>
            <p:nvPr/>
          </p:nvSpPr>
          <p:spPr>
            <a:xfrm>
              <a:off x="2808" y="1632"/>
              <a:ext cx="0" cy="432"/>
            </a:xfrm>
            <a:prstGeom prst="line">
              <a:avLst/>
            </a:prstGeom>
            <a:ln w="9525" cap="flat" cmpd="sng">
              <a:solidFill>
                <a:srgbClr val="3333FF"/>
              </a:solidFill>
              <a:prstDash val="solid"/>
              <a:round/>
              <a:headEnd type="none" w="med" len="med"/>
              <a:tailEnd type="none" w="med" len="med"/>
            </a:ln>
          </p:spPr>
        </p:sp>
        <p:sp>
          <p:nvSpPr>
            <p:cNvPr id="91259" name="Line 124"/>
            <p:cNvSpPr/>
            <p:nvPr/>
          </p:nvSpPr>
          <p:spPr>
            <a:xfrm>
              <a:off x="3380" y="1632"/>
              <a:ext cx="0" cy="432"/>
            </a:xfrm>
            <a:prstGeom prst="line">
              <a:avLst/>
            </a:prstGeom>
            <a:ln w="9525" cap="flat" cmpd="sng">
              <a:solidFill>
                <a:srgbClr val="3333FF"/>
              </a:solidFill>
              <a:prstDash val="solid"/>
              <a:round/>
              <a:headEnd type="none" w="med" len="med"/>
              <a:tailEnd type="none" w="med" len="med"/>
            </a:ln>
          </p:spPr>
        </p:sp>
        <p:sp>
          <p:nvSpPr>
            <p:cNvPr id="91260" name="Line 125"/>
            <p:cNvSpPr/>
            <p:nvPr/>
          </p:nvSpPr>
          <p:spPr>
            <a:xfrm>
              <a:off x="4888" y="1632"/>
              <a:ext cx="0" cy="432"/>
            </a:xfrm>
            <a:prstGeom prst="line">
              <a:avLst/>
            </a:prstGeom>
            <a:ln w="9525" cap="flat" cmpd="sng">
              <a:solidFill>
                <a:srgbClr val="3333FF"/>
              </a:solidFill>
              <a:prstDash val="solid"/>
              <a:round/>
              <a:headEnd type="none" w="med" len="med"/>
              <a:tailEnd type="none" w="med" len="med"/>
            </a:ln>
          </p:spPr>
        </p:sp>
        <p:sp>
          <p:nvSpPr>
            <p:cNvPr id="91261" name="Line 126"/>
            <p:cNvSpPr/>
            <p:nvPr/>
          </p:nvSpPr>
          <p:spPr>
            <a:xfrm>
              <a:off x="4004" y="1632"/>
              <a:ext cx="0" cy="864"/>
            </a:xfrm>
            <a:prstGeom prst="line">
              <a:avLst/>
            </a:prstGeom>
            <a:ln w="9525" cap="flat" cmpd="sng">
              <a:solidFill>
                <a:srgbClr val="3333FF"/>
              </a:solidFill>
              <a:prstDash val="solid"/>
              <a:round/>
              <a:headEnd type="none" w="med" len="med"/>
              <a:tailEnd type="none" w="med" len="med"/>
            </a:ln>
          </p:spPr>
        </p:sp>
        <p:sp>
          <p:nvSpPr>
            <p:cNvPr id="91262" name="Line 127"/>
            <p:cNvSpPr/>
            <p:nvPr/>
          </p:nvSpPr>
          <p:spPr>
            <a:xfrm flipH="1">
              <a:off x="2906" y="1968"/>
              <a:ext cx="1670" cy="0"/>
            </a:xfrm>
            <a:prstGeom prst="line">
              <a:avLst/>
            </a:prstGeom>
            <a:ln w="9525" cap="flat" cmpd="sng">
              <a:solidFill>
                <a:srgbClr val="3333FF"/>
              </a:solidFill>
              <a:prstDash val="solid"/>
              <a:round/>
              <a:headEnd type="none" w="med" len="med"/>
              <a:tailEnd type="none" w="med" len="med"/>
            </a:ln>
          </p:spPr>
        </p:sp>
        <p:sp>
          <p:nvSpPr>
            <p:cNvPr id="91263" name="Line 128"/>
            <p:cNvSpPr/>
            <p:nvPr/>
          </p:nvSpPr>
          <p:spPr>
            <a:xfrm>
              <a:off x="2912" y="1632"/>
              <a:ext cx="0" cy="336"/>
            </a:xfrm>
            <a:prstGeom prst="line">
              <a:avLst/>
            </a:prstGeom>
            <a:ln w="9525" cap="flat" cmpd="sng">
              <a:solidFill>
                <a:srgbClr val="3333FF"/>
              </a:solidFill>
              <a:prstDash val="solid"/>
              <a:round/>
              <a:headEnd type="none" w="med" len="med"/>
              <a:tailEnd type="none" w="med" len="med"/>
            </a:ln>
          </p:spPr>
        </p:sp>
        <p:sp>
          <p:nvSpPr>
            <p:cNvPr id="91264" name="Line 129"/>
            <p:cNvSpPr/>
            <p:nvPr/>
          </p:nvSpPr>
          <p:spPr>
            <a:xfrm>
              <a:off x="3484" y="1632"/>
              <a:ext cx="0" cy="336"/>
            </a:xfrm>
            <a:prstGeom prst="line">
              <a:avLst/>
            </a:prstGeom>
            <a:ln w="9525" cap="flat" cmpd="sng">
              <a:solidFill>
                <a:srgbClr val="3333FF"/>
              </a:solidFill>
              <a:prstDash val="solid"/>
              <a:round/>
              <a:headEnd type="none" w="med" len="med"/>
              <a:tailEnd type="none" w="med" len="med"/>
            </a:ln>
          </p:spPr>
        </p:sp>
        <p:sp>
          <p:nvSpPr>
            <p:cNvPr id="91265" name="Line 130"/>
            <p:cNvSpPr/>
            <p:nvPr/>
          </p:nvSpPr>
          <p:spPr>
            <a:xfrm>
              <a:off x="3692" y="1872"/>
              <a:ext cx="0" cy="1111"/>
            </a:xfrm>
            <a:prstGeom prst="line">
              <a:avLst/>
            </a:prstGeom>
            <a:ln w="9525" cap="flat" cmpd="sng">
              <a:solidFill>
                <a:srgbClr val="3333FF"/>
              </a:solidFill>
              <a:prstDash val="solid"/>
              <a:round/>
              <a:headEnd type="none" w="med" len="med"/>
              <a:tailEnd type="none" w="med" len="med"/>
            </a:ln>
          </p:spPr>
        </p:sp>
        <p:sp>
          <p:nvSpPr>
            <p:cNvPr id="91266" name="Line 131"/>
            <p:cNvSpPr/>
            <p:nvPr/>
          </p:nvSpPr>
          <p:spPr>
            <a:xfrm>
              <a:off x="4576" y="1632"/>
              <a:ext cx="0" cy="336"/>
            </a:xfrm>
            <a:prstGeom prst="line">
              <a:avLst/>
            </a:prstGeom>
            <a:ln w="9525" cap="flat" cmpd="sng">
              <a:solidFill>
                <a:srgbClr val="3333FF"/>
              </a:solidFill>
              <a:prstDash val="solid"/>
              <a:round/>
              <a:headEnd type="none" w="med" len="med"/>
              <a:tailEnd type="none" w="med" len="med"/>
            </a:ln>
          </p:spPr>
        </p:sp>
        <p:sp>
          <p:nvSpPr>
            <p:cNvPr id="91267" name="Oval 132"/>
            <p:cNvSpPr/>
            <p:nvPr/>
          </p:nvSpPr>
          <p:spPr>
            <a:xfrm>
              <a:off x="547" y="2711"/>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68" name="Oval 133"/>
            <p:cNvSpPr/>
            <p:nvPr/>
          </p:nvSpPr>
          <p:spPr>
            <a:xfrm>
              <a:off x="1119" y="203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69" name="Oval 134"/>
            <p:cNvSpPr/>
            <p:nvPr/>
          </p:nvSpPr>
          <p:spPr>
            <a:xfrm>
              <a:off x="1222" y="1847"/>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0" name="Oval 135"/>
            <p:cNvSpPr/>
            <p:nvPr/>
          </p:nvSpPr>
          <p:spPr>
            <a:xfrm>
              <a:off x="1328"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1" name="Oval 136"/>
            <p:cNvSpPr/>
            <p:nvPr/>
          </p:nvSpPr>
          <p:spPr>
            <a:xfrm>
              <a:off x="1743" y="1847"/>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2" name="Oval 137"/>
            <p:cNvSpPr/>
            <p:nvPr/>
          </p:nvSpPr>
          <p:spPr>
            <a:xfrm>
              <a:off x="1849"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3" name="Oval 138"/>
            <p:cNvSpPr/>
            <p:nvPr/>
          </p:nvSpPr>
          <p:spPr>
            <a:xfrm>
              <a:off x="2315" y="1847"/>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4" name="Oval 139"/>
            <p:cNvSpPr/>
            <p:nvPr/>
          </p:nvSpPr>
          <p:spPr>
            <a:xfrm>
              <a:off x="2421"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5" name="Oval 140"/>
            <p:cNvSpPr/>
            <p:nvPr/>
          </p:nvSpPr>
          <p:spPr>
            <a:xfrm>
              <a:off x="2991"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6" name="Oval 141"/>
            <p:cNvSpPr/>
            <p:nvPr/>
          </p:nvSpPr>
          <p:spPr>
            <a:xfrm>
              <a:off x="3563"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7" name="Oval 142"/>
            <p:cNvSpPr/>
            <p:nvPr/>
          </p:nvSpPr>
          <p:spPr>
            <a:xfrm>
              <a:off x="4084"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8" name="Oval 143"/>
            <p:cNvSpPr/>
            <p:nvPr/>
          </p:nvSpPr>
          <p:spPr>
            <a:xfrm>
              <a:off x="3664" y="1849"/>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9" name="Oval 144"/>
            <p:cNvSpPr/>
            <p:nvPr/>
          </p:nvSpPr>
          <p:spPr>
            <a:xfrm>
              <a:off x="5744"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0" name="Oval 145"/>
            <p:cNvSpPr/>
            <p:nvPr/>
          </p:nvSpPr>
          <p:spPr>
            <a:xfrm>
              <a:off x="4651"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1" name="Oval 146"/>
            <p:cNvSpPr/>
            <p:nvPr/>
          </p:nvSpPr>
          <p:spPr>
            <a:xfrm>
              <a:off x="5069" y="1847"/>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2" name="Oval 147"/>
            <p:cNvSpPr/>
            <p:nvPr/>
          </p:nvSpPr>
          <p:spPr>
            <a:xfrm>
              <a:off x="4860" y="203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3" name="Oval 148"/>
            <p:cNvSpPr/>
            <p:nvPr/>
          </p:nvSpPr>
          <p:spPr>
            <a:xfrm>
              <a:off x="3354" y="203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4" name="Oval 149"/>
            <p:cNvSpPr/>
            <p:nvPr/>
          </p:nvSpPr>
          <p:spPr>
            <a:xfrm>
              <a:off x="2780" y="203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5" name="Oval 150"/>
            <p:cNvSpPr/>
            <p:nvPr/>
          </p:nvSpPr>
          <p:spPr>
            <a:xfrm>
              <a:off x="2104" y="2135"/>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6" name="Oval 151"/>
            <p:cNvSpPr/>
            <p:nvPr/>
          </p:nvSpPr>
          <p:spPr>
            <a:xfrm>
              <a:off x="2313" y="203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7" name="Oval 152"/>
            <p:cNvSpPr/>
            <p:nvPr/>
          </p:nvSpPr>
          <p:spPr>
            <a:xfrm>
              <a:off x="2208" y="232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8" name="Oval 153"/>
            <p:cNvSpPr/>
            <p:nvPr/>
          </p:nvSpPr>
          <p:spPr>
            <a:xfrm>
              <a:off x="1640" y="223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9" name="Oval 154"/>
            <p:cNvSpPr/>
            <p:nvPr/>
          </p:nvSpPr>
          <p:spPr>
            <a:xfrm>
              <a:off x="2548" y="2137"/>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0" name="Oval 155"/>
            <p:cNvSpPr/>
            <p:nvPr/>
          </p:nvSpPr>
          <p:spPr>
            <a:xfrm>
              <a:off x="3767" y="223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1" name="Oval 156"/>
            <p:cNvSpPr/>
            <p:nvPr/>
          </p:nvSpPr>
          <p:spPr>
            <a:xfrm>
              <a:off x="4339" y="2325"/>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2" name="Oval 157"/>
            <p:cNvSpPr/>
            <p:nvPr/>
          </p:nvSpPr>
          <p:spPr>
            <a:xfrm>
              <a:off x="3873" y="2135"/>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3" name="Oval 158"/>
            <p:cNvSpPr/>
            <p:nvPr/>
          </p:nvSpPr>
          <p:spPr>
            <a:xfrm>
              <a:off x="2679" y="223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4" name="Oval 159"/>
            <p:cNvSpPr/>
            <p:nvPr/>
          </p:nvSpPr>
          <p:spPr>
            <a:xfrm>
              <a:off x="1014" y="232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5" name="Oval 160"/>
            <p:cNvSpPr/>
            <p:nvPr/>
          </p:nvSpPr>
          <p:spPr>
            <a:xfrm>
              <a:off x="444" y="223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6" name="Oval 161"/>
            <p:cNvSpPr/>
            <p:nvPr/>
          </p:nvSpPr>
          <p:spPr>
            <a:xfrm>
              <a:off x="2313" y="2711"/>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7" name="Oval 162"/>
            <p:cNvSpPr/>
            <p:nvPr/>
          </p:nvSpPr>
          <p:spPr>
            <a:xfrm>
              <a:off x="3664" y="275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8" name="Oval 163"/>
            <p:cNvSpPr/>
            <p:nvPr/>
          </p:nvSpPr>
          <p:spPr>
            <a:xfrm>
              <a:off x="5486" y="2711"/>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9" name="Oval 164"/>
            <p:cNvSpPr/>
            <p:nvPr/>
          </p:nvSpPr>
          <p:spPr>
            <a:xfrm>
              <a:off x="3976" y="1942"/>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300" name="Oval 165"/>
            <p:cNvSpPr/>
            <p:nvPr/>
          </p:nvSpPr>
          <p:spPr>
            <a:xfrm>
              <a:off x="3455" y="1942"/>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301" name="Oval 166"/>
            <p:cNvSpPr/>
            <p:nvPr/>
          </p:nvSpPr>
          <p:spPr>
            <a:xfrm>
              <a:off x="3249" y="2325"/>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5586"/>
                                        </p:tgtEl>
                                        <p:attrNameLst>
                                          <p:attrName>style.visibility</p:attrName>
                                        </p:attrNameLst>
                                      </p:cBhvr>
                                      <p:to>
                                        <p:strVal val="visible"/>
                                      </p:to>
                                    </p:set>
                                    <p:anim calcmode="lin" valueType="num">
                                      <p:cBhvr additive="base">
                                        <p:cTn id="13" dur="500" fill="hold"/>
                                        <p:tgtEl>
                                          <p:spTgt spid="195586"/>
                                        </p:tgtEl>
                                        <p:attrNameLst>
                                          <p:attrName>ppt_x</p:attrName>
                                        </p:attrNameLst>
                                      </p:cBhvr>
                                      <p:tavLst>
                                        <p:tav tm="0">
                                          <p:val>
                                            <p:strVal val="0-#ppt_w/2"/>
                                          </p:val>
                                        </p:tav>
                                        <p:tav tm="100000">
                                          <p:val>
                                            <p:strVal val="#ppt_x"/>
                                          </p:val>
                                        </p:tav>
                                      </p:tavLst>
                                    </p:anim>
                                    <p:anim calcmode="lin" valueType="num">
                                      <p:cBhvr additive="base">
                                        <p:cTn id="14" dur="500" fill="hold"/>
                                        <p:tgtEl>
                                          <p:spTgt spid="1955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2"/>
          <p:cNvSpPr/>
          <p:nvPr/>
        </p:nvSpPr>
        <p:spPr>
          <a:xfrm>
            <a:off x="1104900" y="1885950"/>
            <a:ext cx="6553200" cy="4667250"/>
          </a:xfrm>
          <a:prstGeom prst="rect">
            <a:avLst/>
          </a:prstGeom>
          <a:noFill/>
          <a:ln w="19050">
            <a:noFill/>
          </a:ln>
          <a:effectLst>
            <a:outerShdw dist="107763" dir="2699999" algn="ctr" rotWithShape="0">
              <a:schemeClr val="folHlink"/>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2162" name="Text Box 3"/>
          <p:cNvSpPr txBox="1"/>
          <p:nvPr/>
        </p:nvSpPr>
        <p:spPr>
          <a:xfrm>
            <a:off x="800100" y="723900"/>
            <a:ext cx="7524750" cy="1117600"/>
          </a:xfrm>
          <a:prstGeom prst="rect">
            <a:avLst/>
          </a:prstGeom>
          <a:noFill/>
          <a:ln w="19050">
            <a:noFill/>
          </a:ln>
        </p:spPr>
        <p:txBody>
          <a:bodyPr anchor="t" anchorCtr="0">
            <a:spAutoFit/>
          </a:bodyPr>
          <a:p>
            <a:pPr marL="762000" indent="-762000" algn="just">
              <a:lnSpc>
                <a:spcPct val="120000"/>
              </a:lnSpc>
              <a:spcBef>
                <a:spcPct val="50000"/>
              </a:spcBef>
            </a:pPr>
            <a:r>
              <a:rPr lang="zh-CN" altLang="en-US" sz="2800" b="1" i="0" dirty="0">
                <a:latin typeface="Times New Roman" panose="02020603050405020304" pitchFamily="18" charset="0"/>
                <a:ea typeface="宋体" panose="02010600030101010101" pitchFamily="2" charset="-122"/>
              </a:rPr>
              <a:t>例：</a:t>
            </a:r>
            <a:r>
              <a:rPr lang="zh-CN" altLang="en-US" sz="2800" i="0" dirty="0">
                <a:latin typeface="Times New Roman" panose="02020603050405020304" pitchFamily="18" charset="0"/>
                <a:ea typeface="宋体" panose="02010600030101010101" pitchFamily="2" charset="-122"/>
              </a:rPr>
              <a:t> 用一片</a:t>
            </a:r>
            <a:r>
              <a:rPr lang="en-US" altLang="zh-CN" sz="2800" i="0" dirty="0">
                <a:latin typeface="Times New Roman" panose="02020603050405020304" pitchFamily="18" charset="0"/>
                <a:ea typeface="宋体" panose="02010600030101010101" pitchFamily="2" charset="-122"/>
              </a:rPr>
              <a:t>74LS138</a:t>
            </a:r>
            <a:r>
              <a:rPr lang="zh-CN" altLang="zh-CN" sz="2800" i="0" dirty="0">
                <a:latin typeface="Times New Roman" panose="02020603050405020304" pitchFamily="18" charset="0"/>
                <a:ea typeface="宋体" panose="02010600030101010101" pitchFamily="2" charset="-122"/>
              </a:rPr>
              <a:t>三输入八输出译码器和适当的与非门实现全减器的功能。</a:t>
            </a:r>
            <a:endParaRPr lang="zh-CN" altLang="en-US" sz="2800" i="0" dirty="0">
              <a:latin typeface="Times New Roman" panose="02020603050405020304" pitchFamily="18" charset="0"/>
              <a:ea typeface="宋体" panose="02010600030101010101" pitchFamily="2" charset="-122"/>
            </a:endParaRPr>
          </a:p>
        </p:txBody>
      </p:sp>
      <p:grpSp>
        <p:nvGrpSpPr>
          <p:cNvPr id="2" name="Group 4"/>
          <p:cNvGrpSpPr/>
          <p:nvPr/>
        </p:nvGrpSpPr>
        <p:grpSpPr>
          <a:xfrm>
            <a:off x="1676400" y="1941513"/>
            <a:ext cx="5575300" cy="4538662"/>
            <a:chOff x="864" y="1163"/>
            <a:chExt cx="3512" cy="2919"/>
          </a:xfrm>
        </p:grpSpPr>
        <p:sp>
          <p:nvSpPr>
            <p:cNvPr id="92164" name="Line 5"/>
            <p:cNvSpPr/>
            <p:nvPr/>
          </p:nvSpPr>
          <p:spPr>
            <a:xfrm>
              <a:off x="2748" y="1163"/>
              <a:ext cx="0" cy="2919"/>
            </a:xfrm>
            <a:prstGeom prst="line">
              <a:avLst/>
            </a:prstGeom>
            <a:ln w="19050" cap="flat" cmpd="sng">
              <a:solidFill>
                <a:srgbClr val="3333FF"/>
              </a:solidFill>
              <a:prstDash val="solid"/>
              <a:round/>
              <a:headEnd type="none" w="med" len="med"/>
              <a:tailEnd type="none" w="sm" len="lg"/>
            </a:ln>
          </p:spPr>
        </p:sp>
        <p:grpSp>
          <p:nvGrpSpPr>
            <p:cNvPr id="92165" name="Group 6"/>
            <p:cNvGrpSpPr/>
            <p:nvPr/>
          </p:nvGrpSpPr>
          <p:grpSpPr>
            <a:xfrm>
              <a:off x="864" y="1176"/>
              <a:ext cx="3504" cy="2893"/>
              <a:chOff x="276" y="1176"/>
              <a:chExt cx="5244" cy="2893"/>
            </a:xfrm>
          </p:grpSpPr>
          <p:sp>
            <p:nvSpPr>
              <p:cNvPr id="92166" name="Line 7"/>
              <p:cNvSpPr/>
              <p:nvPr/>
            </p:nvSpPr>
            <p:spPr>
              <a:xfrm>
                <a:off x="288" y="1176"/>
                <a:ext cx="5220" cy="0"/>
              </a:xfrm>
              <a:prstGeom prst="line">
                <a:avLst/>
              </a:prstGeom>
              <a:ln w="38100" cap="flat" cmpd="sng">
                <a:solidFill>
                  <a:srgbClr val="3333FF"/>
                </a:solidFill>
                <a:prstDash val="solid"/>
                <a:round/>
                <a:headEnd type="none" w="med" len="med"/>
                <a:tailEnd type="none" w="sm" len="lg"/>
              </a:ln>
            </p:spPr>
          </p:sp>
          <p:sp>
            <p:nvSpPr>
              <p:cNvPr id="92167" name="Line 8"/>
              <p:cNvSpPr/>
              <p:nvPr/>
            </p:nvSpPr>
            <p:spPr>
              <a:xfrm>
                <a:off x="276" y="4069"/>
                <a:ext cx="5244" cy="0"/>
              </a:xfrm>
              <a:prstGeom prst="line">
                <a:avLst/>
              </a:prstGeom>
              <a:ln w="38100" cap="flat" cmpd="sng">
                <a:solidFill>
                  <a:srgbClr val="3333FF"/>
                </a:solidFill>
                <a:prstDash val="solid"/>
                <a:round/>
                <a:headEnd type="none" w="med" len="med"/>
                <a:tailEnd type="none" w="sm" len="lg"/>
              </a:ln>
            </p:spPr>
          </p:sp>
          <p:sp>
            <p:nvSpPr>
              <p:cNvPr id="92168" name="Line 9"/>
              <p:cNvSpPr/>
              <p:nvPr/>
            </p:nvSpPr>
            <p:spPr>
              <a:xfrm>
                <a:off x="276" y="1815"/>
                <a:ext cx="5244" cy="0"/>
              </a:xfrm>
              <a:prstGeom prst="line">
                <a:avLst/>
              </a:prstGeom>
              <a:ln w="12700" cap="flat" cmpd="sng">
                <a:solidFill>
                  <a:schemeClr val="tx1"/>
                </a:solidFill>
                <a:prstDash val="solid"/>
                <a:round/>
                <a:headEnd type="none" w="med" len="med"/>
                <a:tailEnd type="none" w="sm" len="lg"/>
              </a:ln>
            </p:spPr>
          </p:sp>
        </p:grpSp>
        <p:sp>
          <p:nvSpPr>
            <p:cNvPr id="92169" name="Text Box 10"/>
            <p:cNvSpPr txBox="1"/>
            <p:nvPr/>
          </p:nvSpPr>
          <p:spPr>
            <a:xfrm>
              <a:off x="1070" y="1204"/>
              <a:ext cx="1648" cy="608"/>
            </a:xfrm>
            <a:prstGeom prst="rect">
              <a:avLst/>
            </a:prstGeom>
            <a:noFill/>
            <a:ln w="19050">
              <a:noFill/>
            </a:ln>
          </p:spPr>
          <p:txBody>
            <a:bodyPr anchor="t" anchorCtr="0">
              <a:spAutoFit/>
            </a:bodyPr>
            <a:p>
              <a:pPr algn="ctr" defTabSz="857250">
                <a:tabLst>
                  <a:tab pos="95250" algn="l"/>
                </a:tabLst>
              </a:pPr>
              <a:r>
                <a:rPr lang="zh-CN" altLang="zh-CN" sz="2800" i="0" dirty="0">
                  <a:latin typeface="Times New Roman" panose="02020603050405020304" pitchFamily="18" charset="0"/>
                  <a:ea typeface="宋体" panose="02010600030101010101" pitchFamily="2" charset="-122"/>
                </a:rPr>
                <a:t>输	入</a:t>
              </a:r>
              <a:endParaRPr lang="zh-CN" altLang="zh-CN" sz="2800" i="0" dirty="0">
                <a:latin typeface="Times New Roman" panose="02020603050405020304" pitchFamily="18" charset="0"/>
                <a:ea typeface="宋体" panose="02010600030101010101" pitchFamily="2" charset="-122"/>
              </a:endParaRPr>
            </a:p>
            <a:p>
              <a:pPr defTabSz="857250">
                <a:tabLst>
                  <a:tab pos="95250" algn="l"/>
                </a:tabLst>
              </a:pPr>
              <a:r>
                <a:rPr lang="en-US" altLang="zh-CN" sz="2800" i="0" dirty="0">
                  <a:latin typeface="Times New Roman" panose="02020603050405020304" pitchFamily="18" charset="0"/>
                  <a:ea typeface="宋体" panose="02010600030101010101" pitchFamily="2" charset="-122"/>
                </a:rPr>
                <a:t>A</a:t>
              </a:r>
              <a:r>
                <a:rPr lang="en-US" altLang="zh-CN" sz="2800" baseline="-25000" dirty="0">
                  <a:latin typeface="Times New Roman" panose="02020603050405020304" pitchFamily="18" charset="0"/>
                  <a:ea typeface="宋体" panose="02010600030101010101" pitchFamily="2" charset="-122"/>
                </a:rPr>
                <a:t>i</a:t>
              </a:r>
              <a:r>
                <a:rPr lang="en-US" altLang="zh-CN" sz="2800" i="0" dirty="0">
                  <a:latin typeface="Times New Roman" panose="02020603050405020304" pitchFamily="18" charset="0"/>
                  <a:ea typeface="宋体" panose="02010600030101010101" pitchFamily="2" charset="-122"/>
                </a:rPr>
                <a:t>	B</a:t>
              </a:r>
              <a:r>
                <a:rPr lang="en-US" altLang="zh-CN" sz="2800" baseline="-25000" dirty="0">
                  <a:latin typeface="Times New Roman" panose="02020603050405020304" pitchFamily="18" charset="0"/>
                  <a:ea typeface="宋体" panose="02010600030101010101" pitchFamily="2" charset="-122"/>
                </a:rPr>
                <a:t>i	</a:t>
              </a:r>
              <a:r>
                <a:rPr lang="en-US" altLang="zh-CN" sz="2800" i="0" dirty="0">
                  <a:latin typeface="Times New Roman" panose="02020603050405020304" pitchFamily="18" charset="0"/>
                  <a:ea typeface="宋体" panose="02010600030101010101" pitchFamily="2" charset="-122"/>
                </a:rPr>
                <a:t>G</a:t>
              </a:r>
              <a:r>
                <a:rPr lang="en-US" altLang="zh-CN" sz="2800" baseline="-25000" dirty="0">
                  <a:latin typeface="Times New Roman" panose="02020603050405020304" pitchFamily="18" charset="0"/>
                  <a:ea typeface="宋体" panose="02010600030101010101" pitchFamily="2" charset="-122"/>
                </a:rPr>
                <a:t>i-</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92170" name="Text Box 11"/>
            <p:cNvSpPr txBox="1"/>
            <p:nvPr/>
          </p:nvSpPr>
          <p:spPr>
            <a:xfrm>
              <a:off x="3088" y="1194"/>
              <a:ext cx="872" cy="608"/>
            </a:xfrm>
            <a:prstGeom prst="rect">
              <a:avLst/>
            </a:prstGeom>
            <a:noFill/>
            <a:ln w="19050">
              <a:noFill/>
            </a:ln>
          </p:spPr>
          <p:txBody>
            <a:bodyPr wrap="none" anchor="t" anchorCtr="0">
              <a:spAutoFit/>
            </a:bodyPr>
            <a:p>
              <a:pPr algn="ctr" defTabSz="438150"/>
              <a:r>
                <a:rPr lang="zh-CN" altLang="en-US" sz="2800" i="0" dirty="0">
                  <a:latin typeface="Times New Roman" panose="02020603050405020304" pitchFamily="18" charset="0"/>
                  <a:ea typeface="宋体" panose="02010600030101010101" pitchFamily="2" charset="-122"/>
                </a:rPr>
                <a:t>输	出 </a:t>
              </a:r>
              <a:endParaRPr lang="zh-CN" altLang="en-US" sz="2800" i="0" dirty="0">
                <a:latin typeface="Times New Roman" panose="02020603050405020304" pitchFamily="18" charset="0"/>
                <a:ea typeface="宋体" panose="02010600030101010101" pitchFamily="2" charset="-122"/>
              </a:endParaRPr>
            </a:p>
            <a:p>
              <a:pPr algn="ctr" defTabSz="438150"/>
              <a:r>
                <a:rPr lang="en-US" altLang="zh-CN" sz="2800" i="0" dirty="0">
                  <a:latin typeface="Times New Roman" panose="02020603050405020304" pitchFamily="18" charset="0"/>
                  <a:ea typeface="宋体" panose="02010600030101010101" pitchFamily="2" charset="-122"/>
                </a:rPr>
                <a:t>D</a:t>
              </a:r>
              <a:r>
                <a:rPr lang="en-US" altLang="zh-CN" sz="2800" baseline="-25000" dirty="0">
                  <a:latin typeface="Times New Roman" panose="02020603050405020304" pitchFamily="18" charset="0"/>
                  <a:ea typeface="宋体" panose="02010600030101010101" pitchFamily="2" charset="-122"/>
                </a:rPr>
                <a:t>i		</a:t>
              </a:r>
              <a:r>
                <a:rPr lang="en-US" altLang="zh-CN" sz="2800" i="0" dirty="0">
                  <a:latin typeface="Times New Roman" panose="02020603050405020304" pitchFamily="18" charset="0"/>
                  <a:ea typeface="宋体" panose="02010600030101010101" pitchFamily="2" charset="-122"/>
                </a:rPr>
                <a:t>G</a:t>
              </a:r>
              <a:r>
                <a:rPr lang="en-US" altLang="zh-CN" sz="2800" baseline="-25000" dirty="0">
                  <a:latin typeface="Times New Roman" panose="02020603050405020304" pitchFamily="18" charset="0"/>
                  <a:ea typeface="宋体" panose="02010600030101010101" pitchFamily="2" charset="-122"/>
                </a:rPr>
                <a:t>i</a:t>
              </a:r>
              <a:endParaRPr lang="en-US" altLang="zh-CN" sz="2800" i="0" baseline="30000" dirty="0">
                <a:latin typeface="Times New Roman" panose="02020603050405020304" pitchFamily="18" charset="0"/>
                <a:ea typeface="宋体" panose="02010600030101010101" pitchFamily="2" charset="-122"/>
              </a:endParaRPr>
            </a:p>
          </p:txBody>
        </p:sp>
        <p:sp>
          <p:nvSpPr>
            <p:cNvPr id="92171" name="Text Box 12"/>
            <p:cNvSpPr txBox="1"/>
            <p:nvPr/>
          </p:nvSpPr>
          <p:spPr>
            <a:xfrm>
              <a:off x="932" y="1799"/>
              <a:ext cx="1692" cy="2256"/>
            </a:xfrm>
            <a:prstGeom prst="rect">
              <a:avLst/>
            </a:prstGeom>
            <a:noFill/>
            <a:ln w="19050">
              <a:noFill/>
            </a:ln>
          </p:spPr>
          <p:txBody>
            <a:bodyPr anchor="t" anchorCtr="0">
              <a:spAutoFit/>
            </a:bodyPr>
            <a:p>
              <a:pPr algn="ctr" defTabSz="952500">
                <a:tabLst>
                  <a:tab pos="952500" algn="l"/>
                </a:tabLst>
              </a:pPr>
              <a:r>
                <a:rPr lang="en-US" altLang="zh-CN" sz="2800" i="0" dirty="0">
                  <a:latin typeface="Times New Roman" panose="02020603050405020304" pitchFamily="18" charset="0"/>
                  <a:ea typeface="宋体" panose="02010600030101010101" pitchFamily="2" charset="-122"/>
                </a:rPr>
                <a:t>0	0	0</a:t>
              </a:r>
              <a:endParaRPr lang="en-US" altLang="zh-CN" sz="2800" i="0" dirty="0">
                <a:latin typeface="Times New Roman" panose="02020603050405020304" pitchFamily="18" charset="0"/>
                <a:ea typeface="宋体" panose="02010600030101010101" pitchFamily="2" charset="-122"/>
              </a:endParaRPr>
            </a:p>
            <a:p>
              <a:pPr algn="ctr" defTabSz="952500">
                <a:tabLst>
                  <a:tab pos="952500" algn="l"/>
                </a:tabLst>
              </a:pPr>
              <a:r>
                <a:rPr lang="en-US" altLang="zh-CN" sz="2800" i="0" dirty="0">
                  <a:latin typeface="Times New Roman" panose="02020603050405020304" pitchFamily="18" charset="0"/>
                  <a:ea typeface="宋体" panose="02010600030101010101" pitchFamily="2" charset="-122"/>
                </a:rPr>
                <a:t>0	0	1</a:t>
              </a:r>
              <a:endParaRPr lang="en-US" altLang="zh-CN" sz="2800" i="0" dirty="0">
                <a:latin typeface="Times New Roman" panose="02020603050405020304" pitchFamily="18" charset="0"/>
                <a:ea typeface="宋体" panose="02010600030101010101" pitchFamily="2" charset="-122"/>
              </a:endParaRPr>
            </a:p>
            <a:p>
              <a:pPr algn="ctr" defTabSz="952500">
                <a:tabLst>
                  <a:tab pos="952500" algn="l"/>
                </a:tabLst>
              </a:pPr>
              <a:r>
                <a:rPr lang="en-US" altLang="zh-CN" sz="2800" i="0" dirty="0">
                  <a:latin typeface="Times New Roman" panose="02020603050405020304" pitchFamily="18" charset="0"/>
                  <a:ea typeface="宋体" panose="02010600030101010101" pitchFamily="2" charset="-122"/>
                </a:rPr>
                <a:t>0	1	0</a:t>
              </a:r>
              <a:endParaRPr lang="en-US" altLang="zh-CN" sz="2800" i="0" dirty="0">
                <a:latin typeface="Times New Roman" panose="02020603050405020304" pitchFamily="18" charset="0"/>
                <a:ea typeface="宋体" panose="02010600030101010101" pitchFamily="2" charset="-122"/>
              </a:endParaRPr>
            </a:p>
            <a:p>
              <a:pPr algn="ctr" defTabSz="952500">
                <a:tabLst>
                  <a:tab pos="952500" algn="l"/>
                </a:tabLst>
              </a:pPr>
              <a:r>
                <a:rPr lang="en-US" altLang="zh-CN" sz="2800" i="0" dirty="0">
                  <a:latin typeface="Times New Roman" panose="02020603050405020304" pitchFamily="18" charset="0"/>
                  <a:ea typeface="宋体" panose="02010600030101010101" pitchFamily="2" charset="-122"/>
                </a:rPr>
                <a:t>0	1	1</a:t>
              </a:r>
              <a:endParaRPr lang="en-US" altLang="zh-CN" sz="2800" i="0" dirty="0">
                <a:latin typeface="Times New Roman" panose="02020603050405020304" pitchFamily="18" charset="0"/>
                <a:ea typeface="宋体" panose="02010600030101010101" pitchFamily="2" charset="-122"/>
              </a:endParaRPr>
            </a:p>
            <a:p>
              <a:pPr algn="ctr" defTabSz="952500">
                <a:tabLst>
                  <a:tab pos="952500" algn="l"/>
                </a:tabLst>
              </a:pPr>
              <a:r>
                <a:rPr lang="en-US" altLang="zh-CN" sz="2800" i="0" dirty="0">
                  <a:latin typeface="Times New Roman" panose="02020603050405020304" pitchFamily="18" charset="0"/>
                  <a:ea typeface="宋体" panose="02010600030101010101" pitchFamily="2" charset="-122"/>
                </a:rPr>
                <a:t>1	0	0</a:t>
              </a:r>
              <a:endParaRPr lang="en-US" altLang="zh-CN" sz="2800" i="0" dirty="0">
                <a:latin typeface="Times New Roman" panose="02020603050405020304" pitchFamily="18" charset="0"/>
                <a:ea typeface="宋体" panose="02010600030101010101" pitchFamily="2" charset="-122"/>
              </a:endParaRPr>
            </a:p>
            <a:p>
              <a:pPr algn="ctr" defTabSz="952500">
                <a:tabLst>
                  <a:tab pos="952500" algn="l"/>
                </a:tabLst>
              </a:pPr>
              <a:r>
                <a:rPr lang="en-US" altLang="zh-CN" sz="2800" i="0" dirty="0">
                  <a:latin typeface="Times New Roman" panose="02020603050405020304" pitchFamily="18" charset="0"/>
                  <a:ea typeface="宋体" panose="02010600030101010101" pitchFamily="2" charset="-122"/>
                </a:rPr>
                <a:t>1	0	1</a:t>
              </a:r>
              <a:endParaRPr lang="en-US" altLang="zh-CN" sz="2800" i="0" dirty="0">
                <a:latin typeface="Times New Roman" panose="02020603050405020304" pitchFamily="18" charset="0"/>
                <a:ea typeface="宋体" panose="02010600030101010101" pitchFamily="2" charset="-122"/>
              </a:endParaRPr>
            </a:p>
            <a:p>
              <a:pPr algn="ctr" defTabSz="952500">
                <a:tabLst>
                  <a:tab pos="952500" algn="l"/>
                </a:tabLst>
              </a:pPr>
              <a:r>
                <a:rPr lang="en-US" altLang="zh-CN" sz="2800" i="0" dirty="0">
                  <a:latin typeface="Times New Roman" panose="02020603050405020304" pitchFamily="18" charset="0"/>
                  <a:ea typeface="宋体" panose="02010600030101010101" pitchFamily="2" charset="-122"/>
                </a:rPr>
                <a:t>1	1	0</a:t>
              </a:r>
              <a:endParaRPr lang="en-US" altLang="zh-CN" sz="2800" i="0" dirty="0">
                <a:latin typeface="Times New Roman" panose="02020603050405020304" pitchFamily="18" charset="0"/>
                <a:ea typeface="宋体" panose="02010600030101010101" pitchFamily="2" charset="-122"/>
              </a:endParaRPr>
            </a:p>
            <a:p>
              <a:pPr algn="ctr" defTabSz="952500">
                <a:tabLst>
                  <a:tab pos="952500" algn="l"/>
                </a:tabLst>
              </a:pPr>
              <a:r>
                <a:rPr lang="en-US" altLang="zh-CN" sz="2800" i="0" dirty="0">
                  <a:latin typeface="Times New Roman" panose="02020603050405020304" pitchFamily="18" charset="0"/>
                  <a:ea typeface="宋体" panose="02010600030101010101" pitchFamily="2" charset="-122"/>
                </a:rPr>
                <a:t>1	1	1</a:t>
              </a:r>
              <a:endParaRPr lang="en-US" altLang="zh-CN" sz="2800" i="0" baseline="-25000" dirty="0">
                <a:latin typeface="Times New Roman" panose="02020603050405020304" pitchFamily="18" charset="0"/>
                <a:ea typeface="宋体" panose="02010600030101010101" pitchFamily="2" charset="-122"/>
              </a:endParaRPr>
            </a:p>
          </p:txBody>
        </p:sp>
        <p:sp>
          <p:nvSpPr>
            <p:cNvPr id="92172" name="Text Box 13"/>
            <p:cNvSpPr txBox="1"/>
            <p:nvPr/>
          </p:nvSpPr>
          <p:spPr>
            <a:xfrm>
              <a:off x="2684" y="1799"/>
              <a:ext cx="1692" cy="2256"/>
            </a:xfrm>
            <a:prstGeom prst="rect">
              <a:avLst/>
            </a:prstGeom>
            <a:noFill/>
            <a:ln w="19050">
              <a:noFill/>
            </a:ln>
          </p:spPr>
          <p:txBody>
            <a:bodyPr anchor="t" anchorCtr="0">
              <a:spAutoFit/>
            </a:bodyPr>
            <a:p>
              <a:pPr algn="ctr" defTabSz="952500">
                <a:tabLst>
                  <a:tab pos="190500" algn="l"/>
                </a:tabLst>
              </a:pPr>
              <a:r>
                <a:rPr lang="en-US" altLang="zh-CN" sz="2800" i="0" dirty="0">
                  <a:latin typeface="Times New Roman" panose="02020603050405020304" pitchFamily="18" charset="0"/>
                  <a:ea typeface="宋体" panose="02010600030101010101" pitchFamily="2" charset="-122"/>
                </a:rPr>
                <a:t>0		0</a:t>
              </a:r>
              <a:endParaRPr lang="en-US" altLang="zh-CN" sz="2800" i="0" dirty="0">
                <a:latin typeface="Times New Roman" panose="02020603050405020304" pitchFamily="18" charset="0"/>
                <a:ea typeface="宋体" panose="02010600030101010101" pitchFamily="2" charset="-122"/>
              </a:endParaRPr>
            </a:p>
            <a:p>
              <a:pPr algn="ctr" defTabSz="952500">
                <a:tabLst>
                  <a:tab pos="190500" algn="l"/>
                </a:tabLst>
              </a:pPr>
              <a:r>
                <a:rPr lang="en-US" altLang="zh-CN" sz="2800" i="0" dirty="0">
                  <a:latin typeface="Times New Roman" panose="02020603050405020304" pitchFamily="18" charset="0"/>
                  <a:ea typeface="宋体" panose="02010600030101010101" pitchFamily="2" charset="-122"/>
                </a:rPr>
                <a:t>1		1</a:t>
              </a:r>
              <a:endParaRPr lang="en-US" altLang="zh-CN" sz="2800" i="0" dirty="0">
                <a:latin typeface="Times New Roman" panose="02020603050405020304" pitchFamily="18" charset="0"/>
                <a:ea typeface="宋体" panose="02010600030101010101" pitchFamily="2" charset="-122"/>
              </a:endParaRPr>
            </a:p>
            <a:p>
              <a:pPr algn="ctr" defTabSz="952500">
                <a:tabLst>
                  <a:tab pos="190500" algn="l"/>
                </a:tabLst>
              </a:pPr>
              <a:r>
                <a:rPr lang="en-US" altLang="zh-CN" sz="2800" i="0" dirty="0">
                  <a:latin typeface="Times New Roman" panose="02020603050405020304" pitchFamily="18" charset="0"/>
                  <a:ea typeface="宋体" panose="02010600030101010101" pitchFamily="2" charset="-122"/>
                </a:rPr>
                <a:t>1		1</a:t>
              </a:r>
              <a:endParaRPr lang="en-US" altLang="zh-CN" sz="2800" i="0" dirty="0">
                <a:latin typeface="Times New Roman" panose="02020603050405020304" pitchFamily="18" charset="0"/>
                <a:ea typeface="宋体" panose="02010600030101010101" pitchFamily="2" charset="-122"/>
              </a:endParaRPr>
            </a:p>
            <a:p>
              <a:pPr algn="ctr" defTabSz="952500">
                <a:tabLst>
                  <a:tab pos="190500" algn="l"/>
                </a:tabLst>
              </a:pPr>
              <a:r>
                <a:rPr lang="en-US" altLang="zh-CN" sz="2800" i="0" dirty="0">
                  <a:latin typeface="Times New Roman" panose="02020603050405020304" pitchFamily="18" charset="0"/>
                  <a:ea typeface="宋体" panose="02010600030101010101" pitchFamily="2" charset="-122"/>
                </a:rPr>
                <a:t>0		1</a:t>
              </a:r>
              <a:endParaRPr lang="en-US" altLang="zh-CN" sz="2800" i="0" dirty="0">
                <a:latin typeface="Times New Roman" panose="02020603050405020304" pitchFamily="18" charset="0"/>
                <a:ea typeface="宋体" panose="02010600030101010101" pitchFamily="2" charset="-122"/>
              </a:endParaRPr>
            </a:p>
            <a:p>
              <a:pPr algn="ctr" defTabSz="952500">
                <a:tabLst>
                  <a:tab pos="190500" algn="l"/>
                </a:tabLst>
              </a:pPr>
              <a:r>
                <a:rPr lang="en-US" altLang="zh-CN" sz="2800" i="0" dirty="0">
                  <a:latin typeface="Times New Roman" panose="02020603050405020304" pitchFamily="18" charset="0"/>
                  <a:ea typeface="宋体" panose="02010600030101010101" pitchFamily="2" charset="-122"/>
                </a:rPr>
                <a:t>1		0</a:t>
              </a:r>
              <a:endParaRPr lang="en-US" altLang="zh-CN" sz="2800" i="0" dirty="0">
                <a:latin typeface="Times New Roman" panose="02020603050405020304" pitchFamily="18" charset="0"/>
                <a:ea typeface="宋体" panose="02010600030101010101" pitchFamily="2" charset="-122"/>
              </a:endParaRPr>
            </a:p>
            <a:p>
              <a:pPr algn="ctr" defTabSz="952500">
                <a:tabLst>
                  <a:tab pos="190500" algn="l"/>
                </a:tabLst>
              </a:pPr>
              <a:r>
                <a:rPr lang="en-US" altLang="zh-CN" sz="2800" i="0" dirty="0">
                  <a:latin typeface="Times New Roman" panose="02020603050405020304" pitchFamily="18" charset="0"/>
                  <a:ea typeface="宋体" panose="02010600030101010101" pitchFamily="2" charset="-122"/>
                </a:rPr>
                <a:t>0		0</a:t>
              </a:r>
              <a:endParaRPr lang="en-US" altLang="zh-CN" sz="2800" i="0" dirty="0">
                <a:latin typeface="Times New Roman" panose="02020603050405020304" pitchFamily="18" charset="0"/>
                <a:ea typeface="宋体" panose="02010600030101010101" pitchFamily="2" charset="-122"/>
              </a:endParaRPr>
            </a:p>
            <a:p>
              <a:pPr algn="ctr" defTabSz="952500">
                <a:tabLst>
                  <a:tab pos="190500" algn="l"/>
                </a:tabLst>
              </a:pPr>
              <a:r>
                <a:rPr lang="en-US" altLang="zh-CN" sz="2800" i="0" dirty="0">
                  <a:latin typeface="Times New Roman" panose="02020603050405020304" pitchFamily="18" charset="0"/>
                  <a:ea typeface="宋体" panose="02010600030101010101" pitchFamily="2" charset="-122"/>
                </a:rPr>
                <a:t>0		0</a:t>
              </a:r>
              <a:endParaRPr lang="en-US" altLang="zh-CN" sz="2800" i="0" dirty="0">
                <a:latin typeface="Times New Roman" panose="02020603050405020304" pitchFamily="18" charset="0"/>
                <a:ea typeface="宋体" panose="02010600030101010101" pitchFamily="2" charset="-122"/>
              </a:endParaRPr>
            </a:p>
            <a:p>
              <a:pPr algn="ctr" defTabSz="952500">
                <a:tabLst>
                  <a:tab pos="190500" algn="l"/>
                </a:tabLst>
              </a:pPr>
              <a:r>
                <a:rPr lang="en-US" altLang="zh-CN" sz="2800" i="0" dirty="0">
                  <a:latin typeface="Times New Roman" panose="02020603050405020304" pitchFamily="18" charset="0"/>
                  <a:ea typeface="宋体" panose="02010600030101010101" pitchFamily="2" charset="-122"/>
                </a:rPr>
                <a:t>1		1</a:t>
              </a:r>
              <a:endParaRPr lang="en-US" altLang="zh-CN" sz="2800" i="0" dirty="0">
                <a:latin typeface="Times New Roman" panose="02020603050405020304" pitchFamily="18"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82600" y="2190750"/>
            <a:ext cx="8180388" cy="533400"/>
            <a:chOff x="304" y="1296"/>
            <a:chExt cx="5153" cy="336"/>
          </a:xfrm>
        </p:grpSpPr>
        <p:sp>
          <p:nvSpPr>
            <p:cNvPr id="93186" name="Line 3"/>
            <p:cNvSpPr/>
            <p:nvPr/>
          </p:nvSpPr>
          <p:spPr>
            <a:xfrm>
              <a:off x="1500" y="1524"/>
              <a:ext cx="72" cy="0"/>
            </a:xfrm>
            <a:prstGeom prst="line">
              <a:avLst/>
            </a:prstGeom>
            <a:ln w="19050" cap="flat" cmpd="sng">
              <a:solidFill>
                <a:schemeClr val="tx1"/>
              </a:solidFill>
              <a:prstDash val="solid"/>
              <a:round/>
              <a:headEnd type="none" w="med" len="med"/>
              <a:tailEnd type="none" w="sm" len="lg"/>
            </a:ln>
          </p:spPr>
        </p:sp>
        <p:grpSp>
          <p:nvGrpSpPr>
            <p:cNvPr id="93187" name="Group 4"/>
            <p:cNvGrpSpPr/>
            <p:nvPr/>
          </p:nvGrpSpPr>
          <p:grpSpPr>
            <a:xfrm>
              <a:off x="304" y="1296"/>
              <a:ext cx="5153" cy="336"/>
              <a:chOff x="328" y="888"/>
              <a:chExt cx="5153" cy="336"/>
            </a:xfrm>
          </p:grpSpPr>
          <p:graphicFrame>
            <p:nvGraphicFramePr>
              <p:cNvPr id="93188" name="Object 5"/>
              <p:cNvGraphicFramePr>
                <a:graphicFrameLocks noChangeAspect="1"/>
              </p:cNvGraphicFramePr>
              <p:nvPr/>
            </p:nvGraphicFramePr>
            <p:xfrm>
              <a:off x="328" y="888"/>
              <a:ext cx="5153" cy="336"/>
            </p:xfrm>
            <a:graphic>
              <a:graphicData uri="http://schemas.openxmlformats.org/presentationml/2006/ole">
                <mc:AlternateContent xmlns:mc="http://schemas.openxmlformats.org/markup-compatibility/2006">
                  <mc:Choice xmlns:v="urn:schemas-microsoft-com:vml" Requires="v">
                    <p:oleObj spid="_x0000_s3272" name="" r:id="rId1" imgW="3505200" imgH="228600" progId="Equation.3">
                      <p:embed/>
                    </p:oleObj>
                  </mc:Choice>
                  <mc:Fallback>
                    <p:oleObj name="" r:id="rId1" imgW="3505200" imgH="228600" progId="Equation.3">
                      <p:embed/>
                      <p:pic>
                        <p:nvPicPr>
                          <p:cNvPr id="0" name="图片 3271"/>
                          <p:cNvPicPr/>
                          <p:nvPr/>
                        </p:nvPicPr>
                        <p:blipFill>
                          <a:blip r:embed="rId2"/>
                          <a:stretch>
                            <a:fillRect/>
                          </a:stretch>
                        </p:blipFill>
                        <p:spPr>
                          <a:xfrm>
                            <a:off x="328" y="888"/>
                            <a:ext cx="5153" cy="336"/>
                          </a:xfrm>
                          <a:prstGeom prst="rect">
                            <a:avLst/>
                          </a:prstGeom>
                          <a:noFill/>
                          <a:ln w="38100">
                            <a:noFill/>
                            <a:miter/>
                          </a:ln>
                        </p:spPr>
                      </p:pic>
                    </p:oleObj>
                  </mc:Fallback>
                </mc:AlternateContent>
              </a:graphicData>
            </a:graphic>
          </p:graphicFrame>
          <p:sp>
            <p:nvSpPr>
              <p:cNvPr id="93189" name="Line 6"/>
              <p:cNvSpPr/>
              <p:nvPr/>
            </p:nvSpPr>
            <p:spPr>
              <a:xfrm>
                <a:off x="3936" y="912"/>
                <a:ext cx="1488" cy="0"/>
              </a:xfrm>
              <a:prstGeom prst="line">
                <a:avLst/>
              </a:prstGeom>
              <a:ln w="19050" cap="flat" cmpd="sng">
                <a:solidFill>
                  <a:schemeClr val="tx1"/>
                </a:solidFill>
                <a:prstDash val="solid"/>
                <a:round/>
                <a:headEnd type="none" w="med" len="med"/>
                <a:tailEnd type="none" w="sm" len="lg"/>
              </a:ln>
            </p:spPr>
          </p:sp>
        </p:grpSp>
      </p:grpSp>
      <p:grpSp>
        <p:nvGrpSpPr>
          <p:cNvPr id="4" name="Group 7"/>
          <p:cNvGrpSpPr/>
          <p:nvPr/>
        </p:nvGrpSpPr>
        <p:grpSpPr>
          <a:xfrm>
            <a:off x="520700" y="3752850"/>
            <a:ext cx="8180388" cy="533400"/>
            <a:chOff x="328" y="2004"/>
            <a:chExt cx="5153" cy="336"/>
          </a:xfrm>
        </p:grpSpPr>
        <p:grpSp>
          <p:nvGrpSpPr>
            <p:cNvPr id="93191" name="Group 8"/>
            <p:cNvGrpSpPr/>
            <p:nvPr/>
          </p:nvGrpSpPr>
          <p:grpSpPr>
            <a:xfrm>
              <a:off x="328" y="2004"/>
              <a:ext cx="5153" cy="336"/>
              <a:chOff x="328" y="2004"/>
              <a:chExt cx="5153" cy="336"/>
            </a:xfrm>
          </p:grpSpPr>
          <p:graphicFrame>
            <p:nvGraphicFramePr>
              <p:cNvPr id="93192" name="Object 9"/>
              <p:cNvGraphicFramePr>
                <a:graphicFrameLocks noChangeAspect="1"/>
              </p:cNvGraphicFramePr>
              <p:nvPr/>
            </p:nvGraphicFramePr>
            <p:xfrm>
              <a:off x="328" y="2004"/>
              <a:ext cx="5153" cy="336"/>
            </p:xfrm>
            <a:graphic>
              <a:graphicData uri="http://schemas.openxmlformats.org/presentationml/2006/ole">
                <mc:AlternateContent xmlns:mc="http://schemas.openxmlformats.org/markup-compatibility/2006">
                  <mc:Choice xmlns:v="urn:schemas-microsoft-com:vml" Requires="v">
                    <p:oleObj spid="_x0000_s3271" name="" r:id="rId3" imgW="3505200" imgH="228600" progId="Equation.3">
                      <p:embed/>
                    </p:oleObj>
                  </mc:Choice>
                  <mc:Fallback>
                    <p:oleObj name="" r:id="rId3" imgW="3505200" imgH="228600" progId="Equation.3">
                      <p:embed/>
                      <p:pic>
                        <p:nvPicPr>
                          <p:cNvPr id="0" name="图片 3270"/>
                          <p:cNvPicPr/>
                          <p:nvPr/>
                        </p:nvPicPr>
                        <p:blipFill>
                          <a:blip r:embed="rId4"/>
                          <a:stretch>
                            <a:fillRect/>
                          </a:stretch>
                        </p:blipFill>
                        <p:spPr>
                          <a:xfrm>
                            <a:off x="328" y="2004"/>
                            <a:ext cx="5153" cy="336"/>
                          </a:xfrm>
                          <a:prstGeom prst="rect">
                            <a:avLst/>
                          </a:prstGeom>
                          <a:noFill/>
                          <a:ln w="38100">
                            <a:noFill/>
                            <a:miter/>
                          </a:ln>
                        </p:spPr>
                      </p:pic>
                    </p:oleObj>
                  </mc:Fallback>
                </mc:AlternateContent>
              </a:graphicData>
            </a:graphic>
          </p:graphicFrame>
          <p:sp>
            <p:nvSpPr>
              <p:cNvPr id="93193" name="Line 10"/>
              <p:cNvSpPr/>
              <p:nvPr/>
            </p:nvSpPr>
            <p:spPr>
              <a:xfrm>
                <a:off x="1524" y="2244"/>
                <a:ext cx="72" cy="0"/>
              </a:xfrm>
              <a:prstGeom prst="line">
                <a:avLst/>
              </a:prstGeom>
              <a:ln w="19050" cap="flat" cmpd="sng">
                <a:solidFill>
                  <a:schemeClr val="tx1"/>
                </a:solidFill>
                <a:prstDash val="solid"/>
                <a:round/>
                <a:headEnd type="none" w="med" len="med"/>
                <a:tailEnd type="none" w="sm" len="lg"/>
              </a:ln>
            </p:spPr>
          </p:sp>
        </p:grpSp>
        <p:sp>
          <p:nvSpPr>
            <p:cNvPr id="93194" name="Line 11"/>
            <p:cNvSpPr/>
            <p:nvPr/>
          </p:nvSpPr>
          <p:spPr>
            <a:xfrm>
              <a:off x="3936" y="2028"/>
              <a:ext cx="1488" cy="0"/>
            </a:xfrm>
            <a:prstGeom prst="line">
              <a:avLst/>
            </a:prstGeom>
            <a:ln w="19050" cap="flat" cmpd="sng">
              <a:solidFill>
                <a:schemeClr val="tx1"/>
              </a:solidFill>
              <a:prstDash val="solid"/>
              <a:roun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4209" name="Group 61"/>
          <p:cNvGrpSpPr/>
          <p:nvPr/>
        </p:nvGrpSpPr>
        <p:grpSpPr>
          <a:xfrm>
            <a:off x="727075" y="1136650"/>
            <a:ext cx="7727950" cy="5130800"/>
            <a:chOff x="458" y="716"/>
            <a:chExt cx="4868" cy="3232"/>
          </a:xfrm>
        </p:grpSpPr>
        <p:grpSp>
          <p:nvGrpSpPr>
            <p:cNvPr id="94210" name="Group 2"/>
            <p:cNvGrpSpPr/>
            <p:nvPr/>
          </p:nvGrpSpPr>
          <p:grpSpPr>
            <a:xfrm>
              <a:off x="458" y="716"/>
              <a:ext cx="4868" cy="3232"/>
              <a:chOff x="458" y="716"/>
              <a:chExt cx="4868" cy="3232"/>
            </a:xfrm>
          </p:grpSpPr>
          <p:grpSp>
            <p:nvGrpSpPr>
              <p:cNvPr id="94211" name="Group 3"/>
              <p:cNvGrpSpPr/>
              <p:nvPr/>
            </p:nvGrpSpPr>
            <p:grpSpPr>
              <a:xfrm>
                <a:off x="458" y="716"/>
                <a:ext cx="4868" cy="3232"/>
                <a:chOff x="314" y="752"/>
                <a:chExt cx="4868" cy="3232"/>
              </a:xfrm>
            </p:grpSpPr>
            <p:sp>
              <p:nvSpPr>
                <p:cNvPr id="94212" name="Rectangle 4"/>
                <p:cNvSpPr/>
                <p:nvPr/>
              </p:nvSpPr>
              <p:spPr>
                <a:xfrm>
                  <a:off x="1116" y="756"/>
                  <a:ext cx="1632" cy="2484"/>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13" name="Text Box 5"/>
                <p:cNvSpPr txBox="1"/>
                <p:nvPr/>
              </p:nvSpPr>
              <p:spPr>
                <a:xfrm>
                  <a:off x="1082" y="955"/>
                  <a:ext cx="354" cy="1753"/>
                </a:xfrm>
                <a:prstGeom prst="rect">
                  <a:avLst/>
                </a:prstGeom>
                <a:noFill/>
                <a:ln w="19050">
                  <a:noFill/>
                </a:ln>
              </p:spPr>
              <p:txBody>
                <a:bodyPr wrap="none" anchor="t" anchorCtr="0">
                  <a:spAutoFit/>
                </a:bodyPr>
                <a:p>
                  <a:pPr>
                    <a:lnSpc>
                      <a:spcPct val="210000"/>
                    </a:lnSpc>
                  </a:pP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endParaRPr lang="en-US" altLang="zh-CN" sz="2800" i="0" baseline="-25000" dirty="0">
                    <a:latin typeface="Times New Roman" panose="02020603050405020304" pitchFamily="18" charset="0"/>
                    <a:ea typeface="宋体" panose="02010600030101010101" pitchFamily="2" charset="-122"/>
                  </a:endParaRPr>
                </a:p>
              </p:txBody>
            </p:sp>
            <p:sp>
              <p:nvSpPr>
                <p:cNvPr id="94214" name="Text Box 6"/>
                <p:cNvSpPr txBox="1"/>
                <p:nvPr/>
              </p:nvSpPr>
              <p:spPr>
                <a:xfrm>
                  <a:off x="2402" y="752"/>
                  <a:ext cx="354" cy="2426"/>
                </a:xfrm>
                <a:prstGeom prst="rect">
                  <a:avLst/>
                </a:prstGeom>
                <a:noFill/>
                <a:ln w="19050">
                  <a:noFill/>
                </a:ln>
              </p:spPr>
              <p:txBody>
                <a:bodyPr wrap="none" anchor="t" anchorCtr="0">
                  <a:spAutoFit/>
                </a:bodyPr>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0</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2</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3</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4</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5</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6</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7</a:t>
                  </a:r>
                  <a:endParaRPr lang="en-US" altLang="zh-CN" sz="2800" i="0" baseline="-25000" dirty="0">
                    <a:latin typeface="Times New Roman" panose="02020603050405020304" pitchFamily="18" charset="0"/>
                    <a:ea typeface="宋体" panose="02010600030101010101" pitchFamily="2" charset="-122"/>
                  </a:endParaRPr>
                </a:p>
              </p:txBody>
            </p:sp>
            <p:sp>
              <p:nvSpPr>
                <p:cNvPr id="94215" name="Text Box 7"/>
                <p:cNvSpPr txBox="1"/>
                <p:nvPr/>
              </p:nvSpPr>
              <p:spPr>
                <a:xfrm>
                  <a:off x="314" y="955"/>
                  <a:ext cx="447" cy="1753"/>
                </a:xfrm>
                <a:prstGeom prst="rect">
                  <a:avLst/>
                </a:prstGeom>
                <a:noFill/>
                <a:ln w="19050">
                  <a:noFill/>
                </a:ln>
              </p:spPr>
              <p:txBody>
                <a:bodyPr wrap="none" anchor="t" anchorCtr="0">
                  <a:spAutoFit/>
                </a:bodyPr>
                <a:p>
                  <a:pPr>
                    <a:lnSpc>
                      <a:spcPct val="210000"/>
                    </a:lnSpc>
                  </a:pPr>
                  <a:r>
                    <a:rPr lang="en-US" altLang="zh-CN" sz="2800" i="0" dirty="0">
                      <a:latin typeface="Times New Roman" panose="02020603050405020304" pitchFamily="18" charset="0"/>
                      <a:ea typeface="宋体" panose="02010600030101010101" pitchFamily="2" charset="-122"/>
                    </a:rPr>
                    <a:t>A</a:t>
                  </a:r>
                  <a:r>
                    <a:rPr lang="en-US" altLang="zh-CN" sz="2800" baseline="-25000" dirty="0">
                      <a:latin typeface="Times New Roman" panose="02020603050405020304" pitchFamily="18" charset="0"/>
                      <a:ea typeface="宋体" panose="02010600030101010101" pitchFamily="2" charset="-122"/>
                    </a:rPr>
                    <a:t>i</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B</a:t>
                  </a:r>
                  <a:r>
                    <a:rPr lang="en-US" altLang="zh-CN" sz="2800" baseline="-25000" dirty="0">
                      <a:latin typeface="Times New Roman" panose="02020603050405020304" pitchFamily="18" charset="0"/>
                      <a:ea typeface="宋体" panose="02010600030101010101" pitchFamily="2" charset="-122"/>
                    </a:rPr>
                    <a:t>i</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G</a:t>
                  </a:r>
                  <a:r>
                    <a:rPr lang="en-US" altLang="zh-CN" sz="2800" baseline="-25000" dirty="0">
                      <a:latin typeface="Times New Roman" panose="02020603050405020304" pitchFamily="18" charset="0"/>
                      <a:ea typeface="宋体" panose="02010600030101010101" pitchFamily="2" charset="-122"/>
                    </a:rPr>
                    <a:t>i-</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94216" name="Text Box 8"/>
                <p:cNvSpPr txBox="1"/>
                <p:nvPr/>
              </p:nvSpPr>
              <p:spPr>
                <a:xfrm>
                  <a:off x="1130" y="2923"/>
                  <a:ext cx="926" cy="300"/>
                </a:xfrm>
                <a:prstGeom prst="rect">
                  <a:avLst/>
                </a:prstGeom>
                <a:noFill/>
                <a:ln w="19050">
                  <a:noFill/>
                </a:ln>
              </p:spPr>
              <p:txBody>
                <a:bodyPr anchor="t" anchorCtr="0">
                  <a:spAutoFit/>
                </a:bodyPr>
                <a:p>
                  <a:pP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1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3</a:t>
                  </a:r>
                  <a:endParaRPr lang="en-US" altLang="zh-CN" sz="2800" i="0" baseline="-25000" dirty="0">
                    <a:latin typeface="Times New Roman" panose="02020603050405020304" pitchFamily="18" charset="0"/>
                    <a:ea typeface="宋体" panose="02010600030101010101" pitchFamily="2" charset="-122"/>
                  </a:endParaRPr>
                </a:p>
              </p:txBody>
            </p:sp>
            <p:sp>
              <p:nvSpPr>
                <p:cNvPr id="94217" name="Line 9"/>
                <p:cNvSpPr/>
                <p:nvPr/>
              </p:nvSpPr>
              <p:spPr>
                <a:xfrm>
                  <a:off x="600" y="1380"/>
                  <a:ext cx="504" cy="0"/>
                </a:xfrm>
                <a:prstGeom prst="line">
                  <a:avLst/>
                </a:prstGeom>
                <a:ln w="19050" cap="flat" cmpd="sng">
                  <a:solidFill>
                    <a:srgbClr val="3333FF"/>
                  </a:solidFill>
                  <a:prstDash val="solid"/>
                  <a:round/>
                  <a:headEnd type="none" w="med" len="med"/>
                  <a:tailEnd type="none" w="sm" len="lg"/>
                </a:ln>
              </p:spPr>
            </p:sp>
            <p:sp>
              <p:nvSpPr>
                <p:cNvPr id="94218" name="Line 10"/>
                <p:cNvSpPr/>
                <p:nvPr/>
              </p:nvSpPr>
              <p:spPr>
                <a:xfrm>
                  <a:off x="600" y="1944"/>
                  <a:ext cx="504" cy="0"/>
                </a:xfrm>
                <a:prstGeom prst="line">
                  <a:avLst/>
                </a:prstGeom>
                <a:ln w="19050" cap="flat" cmpd="sng">
                  <a:solidFill>
                    <a:srgbClr val="3333FF"/>
                  </a:solidFill>
                  <a:prstDash val="solid"/>
                  <a:round/>
                  <a:headEnd type="none" w="med" len="med"/>
                  <a:tailEnd type="none" w="sm" len="lg"/>
                </a:ln>
              </p:spPr>
            </p:sp>
            <p:sp>
              <p:nvSpPr>
                <p:cNvPr id="94219" name="Line 11"/>
                <p:cNvSpPr/>
                <p:nvPr/>
              </p:nvSpPr>
              <p:spPr>
                <a:xfrm>
                  <a:off x="600" y="2484"/>
                  <a:ext cx="504" cy="0"/>
                </a:xfrm>
                <a:prstGeom prst="line">
                  <a:avLst/>
                </a:prstGeom>
                <a:ln w="19050" cap="flat" cmpd="sng">
                  <a:solidFill>
                    <a:srgbClr val="3333FF"/>
                  </a:solidFill>
                  <a:prstDash val="solid"/>
                  <a:round/>
                  <a:headEnd type="none" w="med" len="med"/>
                  <a:tailEnd type="none" w="sm" len="lg"/>
                </a:ln>
              </p:spPr>
            </p:sp>
            <p:grpSp>
              <p:nvGrpSpPr>
                <p:cNvPr id="94220" name="Group 12"/>
                <p:cNvGrpSpPr/>
                <p:nvPr/>
              </p:nvGrpSpPr>
              <p:grpSpPr>
                <a:xfrm>
                  <a:off x="4068" y="1092"/>
                  <a:ext cx="480" cy="1728"/>
                  <a:chOff x="4068" y="1104"/>
                  <a:chExt cx="480" cy="1728"/>
                </a:xfrm>
              </p:grpSpPr>
              <p:grpSp>
                <p:nvGrpSpPr>
                  <p:cNvPr id="94221" name="Group 13"/>
                  <p:cNvGrpSpPr/>
                  <p:nvPr/>
                </p:nvGrpSpPr>
                <p:grpSpPr>
                  <a:xfrm>
                    <a:off x="4068" y="1104"/>
                    <a:ext cx="408" cy="1728"/>
                    <a:chOff x="4068" y="1104"/>
                    <a:chExt cx="408" cy="1728"/>
                  </a:xfrm>
                </p:grpSpPr>
                <p:sp>
                  <p:nvSpPr>
                    <p:cNvPr id="94222" name="Rectangle 14"/>
                    <p:cNvSpPr/>
                    <p:nvPr/>
                  </p:nvSpPr>
                  <p:spPr>
                    <a:xfrm>
                      <a:off x="4068" y="1104"/>
                      <a:ext cx="408" cy="696"/>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94223" name="Rectangle 15"/>
                    <p:cNvSpPr/>
                    <p:nvPr/>
                  </p:nvSpPr>
                  <p:spPr>
                    <a:xfrm>
                      <a:off x="4068" y="2136"/>
                      <a:ext cx="408" cy="696"/>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sp>
                <p:nvSpPr>
                  <p:cNvPr id="94224" name="Oval 16"/>
                  <p:cNvSpPr/>
                  <p:nvPr/>
                </p:nvSpPr>
                <p:spPr>
                  <a:xfrm>
                    <a:off x="4476" y="1404"/>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25" name="Oval 17"/>
                  <p:cNvSpPr/>
                  <p:nvPr/>
                </p:nvSpPr>
                <p:spPr>
                  <a:xfrm>
                    <a:off x="4476" y="2448"/>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94226" name="Line 18"/>
                <p:cNvSpPr/>
                <p:nvPr/>
              </p:nvSpPr>
              <p:spPr>
                <a:xfrm>
                  <a:off x="2748" y="1260"/>
                  <a:ext cx="1320" cy="0"/>
                </a:xfrm>
                <a:prstGeom prst="line">
                  <a:avLst/>
                </a:prstGeom>
                <a:ln w="19050" cap="flat" cmpd="sng">
                  <a:solidFill>
                    <a:srgbClr val="3333FF"/>
                  </a:solidFill>
                  <a:prstDash val="solid"/>
                  <a:round/>
                  <a:headEnd type="none" w="med" len="med"/>
                  <a:tailEnd type="none" w="sm" len="lg"/>
                </a:ln>
              </p:spPr>
            </p:sp>
            <p:sp>
              <p:nvSpPr>
                <p:cNvPr id="94227" name="Line 19"/>
                <p:cNvSpPr/>
                <p:nvPr/>
              </p:nvSpPr>
              <p:spPr>
                <a:xfrm>
                  <a:off x="2748" y="1608"/>
                  <a:ext cx="1320" cy="0"/>
                </a:xfrm>
                <a:prstGeom prst="line">
                  <a:avLst/>
                </a:prstGeom>
                <a:ln w="19050" cap="flat" cmpd="sng">
                  <a:solidFill>
                    <a:srgbClr val="3333FF"/>
                  </a:solidFill>
                  <a:prstDash val="solid"/>
                  <a:round/>
                  <a:headEnd type="none" w="med" len="med"/>
                  <a:tailEnd type="none" w="sm" len="lg"/>
                </a:ln>
              </p:spPr>
            </p:sp>
            <p:sp>
              <p:nvSpPr>
                <p:cNvPr id="94228" name="Line 20"/>
                <p:cNvSpPr/>
                <p:nvPr/>
              </p:nvSpPr>
              <p:spPr>
                <a:xfrm>
                  <a:off x="3396" y="2748"/>
                  <a:ext cx="672" cy="0"/>
                </a:xfrm>
                <a:prstGeom prst="line">
                  <a:avLst/>
                </a:prstGeom>
                <a:ln w="19050" cap="flat" cmpd="sng">
                  <a:solidFill>
                    <a:srgbClr val="3333FF"/>
                  </a:solidFill>
                  <a:prstDash val="solid"/>
                  <a:round/>
                  <a:headEnd type="none" w="med" len="med"/>
                  <a:tailEnd type="none" w="sm" len="lg"/>
                </a:ln>
              </p:spPr>
            </p:sp>
            <p:sp>
              <p:nvSpPr>
                <p:cNvPr id="94229" name="Freeform 21"/>
                <p:cNvSpPr/>
                <p:nvPr/>
              </p:nvSpPr>
              <p:spPr>
                <a:xfrm>
                  <a:off x="2748" y="1704"/>
                  <a:ext cx="1308" cy="444"/>
                </a:xfrm>
                <a:custGeom>
                  <a:avLst/>
                  <a:gdLst/>
                  <a:ahLst/>
                  <a:cxnLst>
                    <a:cxn ang="0">
                      <a:pos x="0" y="444"/>
                    </a:cxn>
                    <a:cxn ang="0">
                      <a:pos x="240" y="444"/>
                    </a:cxn>
                    <a:cxn ang="0">
                      <a:pos x="240" y="0"/>
                    </a:cxn>
                    <a:cxn ang="0">
                      <a:pos x="1308" y="0"/>
                    </a:cxn>
                  </a:cxnLst>
                  <a:pathLst>
                    <a:path w="1308" h="444">
                      <a:moveTo>
                        <a:pt x="0" y="444"/>
                      </a:moveTo>
                      <a:lnTo>
                        <a:pt x="240" y="444"/>
                      </a:lnTo>
                      <a:lnTo>
                        <a:pt x="240" y="0"/>
                      </a:lnTo>
                      <a:lnTo>
                        <a:pt x="1308"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30" name="Freeform 22"/>
                <p:cNvSpPr/>
                <p:nvPr/>
              </p:nvSpPr>
              <p:spPr>
                <a:xfrm>
                  <a:off x="2736" y="1872"/>
                  <a:ext cx="1320" cy="636"/>
                </a:xfrm>
                <a:custGeom>
                  <a:avLst/>
                  <a:gdLst/>
                  <a:ahLst/>
                  <a:cxnLst>
                    <a:cxn ang="0">
                      <a:pos x="0" y="0"/>
                    </a:cxn>
                    <a:cxn ang="0">
                      <a:pos x="768" y="0"/>
                    </a:cxn>
                    <a:cxn ang="0">
                      <a:pos x="768" y="636"/>
                    </a:cxn>
                    <a:cxn ang="0">
                      <a:pos x="1320" y="636"/>
                    </a:cxn>
                  </a:cxnLst>
                  <a:pathLst>
                    <a:path w="1320" h="576">
                      <a:moveTo>
                        <a:pt x="0" y="0"/>
                      </a:moveTo>
                      <a:lnTo>
                        <a:pt x="768" y="0"/>
                      </a:lnTo>
                      <a:lnTo>
                        <a:pt x="768" y="576"/>
                      </a:lnTo>
                      <a:lnTo>
                        <a:pt x="1320" y="576"/>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31" name="Freeform 23"/>
                <p:cNvSpPr/>
                <p:nvPr/>
              </p:nvSpPr>
              <p:spPr>
                <a:xfrm>
                  <a:off x="2748" y="1152"/>
                  <a:ext cx="1320" cy="1908"/>
                </a:xfrm>
                <a:custGeom>
                  <a:avLst/>
                  <a:gdLst/>
                  <a:ahLst/>
                  <a:cxnLst>
                    <a:cxn ang="0">
                      <a:pos x="0" y="1908"/>
                    </a:cxn>
                    <a:cxn ang="0">
                      <a:pos x="636" y="1908"/>
                    </a:cxn>
                    <a:cxn ang="0">
                      <a:pos x="636" y="0"/>
                    </a:cxn>
                    <a:cxn ang="0">
                      <a:pos x="1320" y="0"/>
                    </a:cxn>
                  </a:cxnLst>
                  <a:pathLst>
                    <a:path w="1320" h="1908">
                      <a:moveTo>
                        <a:pt x="0" y="1908"/>
                      </a:moveTo>
                      <a:lnTo>
                        <a:pt x="636" y="1908"/>
                      </a:lnTo>
                      <a:lnTo>
                        <a:pt x="636" y="0"/>
                      </a:lnTo>
                      <a:lnTo>
                        <a:pt x="1320"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32" name="Oval 24"/>
                <p:cNvSpPr/>
                <p:nvPr/>
              </p:nvSpPr>
              <p:spPr>
                <a:xfrm>
                  <a:off x="3348" y="2724"/>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33" name="Oval 25"/>
                <p:cNvSpPr/>
                <p:nvPr/>
              </p:nvSpPr>
              <p:spPr>
                <a:xfrm>
                  <a:off x="3552" y="156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34" name="Oval 26"/>
                <p:cNvSpPr/>
                <p:nvPr/>
              </p:nvSpPr>
              <p:spPr>
                <a:xfrm>
                  <a:off x="3696" y="1224"/>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35" name="Freeform 27"/>
                <p:cNvSpPr/>
                <p:nvPr/>
              </p:nvSpPr>
              <p:spPr>
                <a:xfrm>
                  <a:off x="3588" y="1620"/>
                  <a:ext cx="480" cy="732"/>
                </a:xfrm>
                <a:custGeom>
                  <a:avLst/>
                  <a:gdLst/>
                  <a:ahLst/>
                  <a:cxnLst>
                    <a:cxn ang="0">
                      <a:pos x="0" y="0"/>
                    </a:cxn>
                    <a:cxn ang="0">
                      <a:pos x="0" y="732"/>
                    </a:cxn>
                    <a:cxn ang="0">
                      <a:pos x="480" y="732"/>
                    </a:cxn>
                  </a:cxnLst>
                  <a:pathLst>
                    <a:path w="480" h="732">
                      <a:moveTo>
                        <a:pt x="0" y="0"/>
                      </a:moveTo>
                      <a:lnTo>
                        <a:pt x="0" y="732"/>
                      </a:lnTo>
                      <a:lnTo>
                        <a:pt x="480" y="732"/>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36" name="Freeform 28"/>
                <p:cNvSpPr/>
                <p:nvPr/>
              </p:nvSpPr>
              <p:spPr>
                <a:xfrm>
                  <a:off x="3732" y="1260"/>
                  <a:ext cx="324" cy="900"/>
                </a:xfrm>
                <a:custGeom>
                  <a:avLst/>
                  <a:gdLst/>
                  <a:ahLst/>
                  <a:cxnLst>
                    <a:cxn ang="0">
                      <a:pos x="0" y="0"/>
                    </a:cxn>
                    <a:cxn ang="0">
                      <a:pos x="0" y="900"/>
                    </a:cxn>
                    <a:cxn ang="0">
                      <a:pos x="324" y="900"/>
                    </a:cxn>
                  </a:cxnLst>
                  <a:pathLst>
                    <a:path w="324" h="900">
                      <a:moveTo>
                        <a:pt x="0" y="0"/>
                      </a:moveTo>
                      <a:lnTo>
                        <a:pt x="0" y="900"/>
                      </a:lnTo>
                      <a:lnTo>
                        <a:pt x="324" y="90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37" name="Line 29"/>
                <p:cNvSpPr/>
                <p:nvPr/>
              </p:nvSpPr>
              <p:spPr>
                <a:xfrm>
                  <a:off x="4548" y="1428"/>
                  <a:ext cx="588" cy="0"/>
                </a:xfrm>
                <a:prstGeom prst="line">
                  <a:avLst/>
                </a:prstGeom>
                <a:ln w="19050" cap="flat" cmpd="sng">
                  <a:solidFill>
                    <a:srgbClr val="3333FF"/>
                  </a:solidFill>
                  <a:prstDash val="solid"/>
                  <a:round/>
                  <a:headEnd type="none" w="med" len="med"/>
                  <a:tailEnd type="none" w="sm" len="lg"/>
                </a:ln>
              </p:spPr>
            </p:sp>
            <p:sp>
              <p:nvSpPr>
                <p:cNvPr id="94238" name="Line 30"/>
                <p:cNvSpPr/>
                <p:nvPr/>
              </p:nvSpPr>
              <p:spPr>
                <a:xfrm>
                  <a:off x="4548" y="2472"/>
                  <a:ext cx="588" cy="0"/>
                </a:xfrm>
                <a:prstGeom prst="line">
                  <a:avLst/>
                </a:prstGeom>
                <a:ln w="19050" cap="flat" cmpd="sng">
                  <a:solidFill>
                    <a:srgbClr val="3333FF"/>
                  </a:solidFill>
                  <a:prstDash val="solid"/>
                  <a:round/>
                  <a:headEnd type="none" w="med" len="med"/>
                  <a:tailEnd type="none" w="sm" len="lg"/>
                </a:ln>
              </p:spPr>
            </p:sp>
            <p:sp>
              <p:nvSpPr>
                <p:cNvPr id="94239" name="Text Box 31"/>
                <p:cNvSpPr txBox="1"/>
                <p:nvPr/>
              </p:nvSpPr>
              <p:spPr>
                <a:xfrm>
                  <a:off x="4862" y="1362"/>
                  <a:ext cx="32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baseline="-25000" dirty="0">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94240" name="Text Box 32"/>
                <p:cNvSpPr txBox="1"/>
                <p:nvPr/>
              </p:nvSpPr>
              <p:spPr>
                <a:xfrm>
                  <a:off x="4862" y="2430"/>
                  <a:ext cx="32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G</a:t>
                  </a:r>
                  <a:r>
                    <a:rPr lang="en-US" altLang="zh-CN" sz="2800" baseline="-25000" dirty="0">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94241" name="Line 33"/>
                <p:cNvSpPr/>
                <p:nvPr/>
              </p:nvSpPr>
              <p:spPr>
                <a:xfrm>
                  <a:off x="1248" y="3252"/>
                  <a:ext cx="0" cy="384"/>
                </a:xfrm>
                <a:prstGeom prst="line">
                  <a:avLst/>
                </a:prstGeom>
                <a:ln w="19050" cap="flat" cmpd="sng">
                  <a:solidFill>
                    <a:srgbClr val="3333FF"/>
                  </a:solidFill>
                  <a:prstDash val="solid"/>
                  <a:round/>
                  <a:headEnd type="none" w="med" len="med"/>
                  <a:tailEnd type="none" w="sm" len="lg"/>
                </a:ln>
              </p:spPr>
            </p:sp>
            <p:sp>
              <p:nvSpPr>
                <p:cNvPr id="94242" name="Line 34"/>
                <p:cNvSpPr/>
                <p:nvPr/>
              </p:nvSpPr>
              <p:spPr>
                <a:xfrm>
                  <a:off x="1800" y="3252"/>
                  <a:ext cx="0" cy="732"/>
                </a:xfrm>
                <a:prstGeom prst="line">
                  <a:avLst/>
                </a:prstGeom>
                <a:ln w="19050" cap="flat" cmpd="sng">
                  <a:solidFill>
                    <a:srgbClr val="3333FF"/>
                  </a:solidFill>
                  <a:prstDash val="solid"/>
                  <a:round/>
                  <a:headEnd type="none" w="med" len="med"/>
                  <a:tailEnd type="none" w="sm" len="lg"/>
                </a:ln>
              </p:spPr>
            </p:sp>
            <p:sp>
              <p:nvSpPr>
                <p:cNvPr id="94243" name="Freeform 35"/>
                <p:cNvSpPr/>
                <p:nvPr/>
              </p:nvSpPr>
              <p:spPr>
                <a:xfrm>
                  <a:off x="1548" y="3252"/>
                  <a:ext cx="252" cy="384"/>
                </a:xfrm>
                <a:custGeom>
                  <a:avLst/>
                  <a:gdLst/>
                  <a:ahLst/>
                  <a:cxnLst>
                    <a:cxn ang="0">
                      <a:pos x="0" y="0"/>
                    </a:cxn>
                    <a:cxn ang="0">
                      <a:pos x="0" y="384"/>
                    </a:cxn>
                    <a:cxn ang="0">
                      <a:pos x="252" y="384"/>
                    </a:cxn>
                  </a:cxnLst>
                  <a:pathLst>
                    <a:path w="252" h="384">
                      <a:moveTo>
                        <a:pt x="0" y="0"/>
                      </a:moveTo>
                      <a:lnTo>
                        <a:pt x="0" y="384"/>
                      </a:lnTo>
                      <a:lnTo>
                        <a:pt x="252" y="38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44" name="Oval 36"/>
                <p:cNvSpPr/>
                <p:nvPr/>
              </p:nvSpPr>
              <p:spPr>
                <a:xfrm>
                  <a:off x="1764" y="3588"/>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45" name="Line 37"/>
                <p:cNvSpPr/>
                <p:nvPr/>
              </p:nvSpPr>
              <p:spPr>
                <a:xfrm>
                  <a:off x="1704" y="3972"/>
                  <a:ext cx="204" cy="0"/>
                </a:xfrm>
                <a:prstGeom prst="line">
                  <a:avLst/>
                </a:prstGeom>
                <a:ln w="38100" cap="flat" cmpd="sng">
                  <a:solidFill>
                    <a:srgbClr val="3333FF"/>
                  </a:solidFill>
                  <a:prstDash val="solid"/>
                  <a:round/>
                  <a:headEnd type="none" w="med" len="med"/>
                  <a:tailEnd type="none" w="sm" len="lg"/>
                </a:ln>
              </p:spPr>
            </p:sp>
            <p:sp>
              <p:nvSpPr>
                <p:cNvPr id="94246" name="Text Box 38"/>
                <p:cNvSpPr txBox="1"/>
                <p:nvPr/>
              </p:nvSpPr>
              <p:spPr>
                <a:xfrm>
                  <a:off x="938" y="3546"/>
                  <a:ext cx="67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94247" name="Group 39"/>
              <p:cNvGrpSpPr/>
              <p:nvPr/>
            </p:nvGrpSpPr>
            <p:grpSpPr>
              <a:xfrm>
                <a:off x="2604" y="780"/>
                <a:ext cx="168" cy="2076"/>
                <a:chOff x="2604" y="780"/>
                <a:chExt cx="168" cy="2076"/>
              </a:xfrm>
            </p:grpSpPr>
            <p:sp>
              <p:nvSpPr>
                <p:cNvPr id="94248" name="Line 40"/>
                <p:cNvSpPr/>
                <p:nvPr/>
              </p:nvSpPr>
              <p:spPr>
                <a:xfrm>
                  <a:off x="2604" y="780"/>
                  <a:ext cx="168" cy="0"/>
                </a:xfrm>
                <a:prstGeom prst="line">
                  <a:avLst/>
                </a:prstGeom>
                <a:ln w="19050" cap="flat" cmpd="sng">
                  <a:solidFill>
                    <a:schemeClr val="tx1"/>
                  </a:solidFill>
                  <a:prstDash val="solid"/>
                  <a:round/>
                  <a:headEnd type="none" w="med" len="med"/>
                  <a:tailEnd type="none" w="sm" len="lg"/>
                </a:ln>
              </p:spPr>
            </p:sp>
            <p:sp>
              <p:nvSpPr>
                <p:cNvPr id="94249" name="Line 41"/>
                <p:cNvSpPr/>
                <p:nvPr/>
              </p:nvSpPr>
              <p:spPr>
                <a:xfrm>
                  <a:off x="2604" y="1080"/>
                  <a:ext cx="168" cy="0"/>
                </a:xfrm>
                <a:prstGeom prst="line">
                  <a:avLst/>
                </a:prstGeom>
                <a:ln w="19050" cap="flat" cmpd="sng">
                  <a:solidFill>
                    <a:schemeClr val="tx1"/>
                  </a:solidFill>
                  <a:prstDash val="solid"/>
                  <a:round/>
                  <a:headEnd type="none" w="med" len="med"/>
                  <a:tailEnd type="none" w="sm" len="lg"/>
                </a:ln>
              </p:spPr>
            </p:sp>
            <p:sp>
              <p:nvSpPr>
                <p:cNvPr id="94250" name="Line 42"/>
                <p:cNvSpPr/>
                <p:nvPr/>
              </p:nvSpPr>
              <p:spPr>
                <a:xfrm>
                  <a:off x="2604" y="1380"/>
                  <a:ext cx="168" cy="0"/>
                </a:xfrm>
                <a:prstGeom prst="line">
                  <a:avLst/>
                </a:prstGeom>
                <a:ln w="19050" cap="flat" cmpd="sng">
                  <a:solidFill>
                    <a:schemeClr val="tx1"/>
                  </a:solidFill>
                  <a:prstDash val="solid"/>
                  <a:round/>
                  <a:headEnd type="none" w="med" len="med"/>
                  <a:tailEnd type="none" w="sm" len="lg"/>
                </a:ln>
              </p:spPr>
            </p:sp>
            <p:sp>
              <p:nvSpPr>
                <p:cNvPr id="94251" name="Line 43"/>
                <p:cNvSpPr/>
                <p:nvPr/>
              </p:nvSpPr>
              <p:spPr>
                <a:xfrm>
                  <a:off x="2604" y="1680"/>
                  <a:ext cx="168" cy="0"/>
                </a:xfrm>
                <a:prstGeom prst="line">
                  <a:avLst/>
                </a:prstGeom>
                <a:ln w="19050" cap="flat" cmpd="sng">
                  <a:solidFill>
                    <a:schemeClr val="tx1"/>
                  </a:solidFill>
                  <a:prstDash val="solid"/>
                  <a:round/>
                  <a:headEnd type="none" w="med" len="med"/>
                  <a:tailEnd type="none" w="sm" len="lg"/>
                </a:ln>
              </p:spPr>
            </p:sp>
            <p:sp>
              <p:nvSpPr>
                <p:cNvPr id="94252" name="Line 44"/>
                <p:cNvSpPr/>
                <p:nvPr/>
              </p:nvSpPr>
              <p:spPr>
                <a:xfrm>
                  <a:off x="2604" y="1980"/>
                  <a:ext cx="168" cy="0"/>
                </a:xfrm>
                <a:prstGeom prst="line">
                  <a:avLst/>
                </a:prstGeom>
                <a:ln w="19050" cap="flat" cmpd="sng">
                  <a:solidFill>
                    <a:schemeClr val="tx1"/>
                  </a:solidFill>
                  <a:prstDash val="solid"/>
                  <a:round/>
                  <a:headEnd type="none" w="med" len="med"/>
                  <a:tailEnd type="none" w="sm" len="lg"/>
                </a:ln>
              </p:spPr>
            </p:sp>
            <p:sp>
              <p:nvSpPr>
                <p:cNvPr id="94253" name="Line 45"/>
                <p:cNvSpPr/>
                <p:nvPr/>
              </p:nvSpPr>
              <p:spPr>
                <a:xfrm>
                  <a:off x="2604" y="2268"/>
                  <a:ext cx="168" cy="0"/>
                </a:xfrm>
                <a:prstGeom prst="line">
                  <a:avLst/>
                </a:prstGeom>
                <a:ln w="19050" cap="flat" cmpd="sng">
                  <a:solidFill>
                    <a:schemeClr val="tx1"/>
                  </a:solidFill>
                  <a:prstDash val="solid"/>
                  <a:round/>
                  <a:headEnd type="none" w="med" len="med"/>
                  <a:tailEnd type="none" w="sm" len="lg"/>
                </a:ln>
              </p:spPr>
            </p:sp>
            <p:sp>
              <p:nvSpPr>
                <p:cNvPr id="94254" name="Line 46"/>
                <p:cNvSpPr/>
                <p:nvPr/>
              </p:nvSpPr>
              <p:spPr>
                <a:xfrm>
                  <a:off x="2604" y="2556"/>
                  <a:ext cx="168" cy="0"/>
                </a:xfrm>
                <a:prstGeom prst="line">
                  <a:avLst/>
                </a:prstGeom>
                <a:ln w="19050" cap="flat" cmpd="sng">
                  <a:solidFill>
                    <a:schemeClr val="tx1"/>
                  </a:solidFill>
                  <a:prstDash val="solid"/>
                  <a:round/>
                  <a:headEnd type="none" w="med" len="med"/>
                  <a:tailEnd type="none" w="sm" len="lg"/>
                </a:ln>
              </p:spPr>
            </p:sp>
            <p:sp>
              <p:nvSpPr>
                <p:cNvPr id="94255" name="Line 47"/>
                <p:cNvSpPr/>
                <p:nvPr/>
              </p:nvSpPr>
              <p:spPr>
                <a:xfrm>
                  <a:off x="2604" y="2856"/>
                  <a:ext cx="168" cy="0"/>
                </a:xfrm>
                <a:prstGeom prst="line">
                  <a:avLst/>
                </a:prstGeom>
                <a:ln w="19050" cap="flat" cmpd="sng">
                  <a:solidFill>
                    <a:schemeClr val="tx1"/>
                  </a:solidFill>
                  <a:prstDash val="solid"/>
                  <a:round/>
                  <a:headEnd type="none" w="med" len="med"/>
                  <a:tailEnd type="none" w="sm" len="lg"/>
                </a:ln>
              </p:spPr>
            </p:sp>
          </p:grpSp>
          <p:grpSp>
            <p:nvGrpSpPr>
              <p:cNvPr id="94256" name="Group 48"/>
              <p:cNvGrpSpPr/>
              <p:nvPr/>
            </p:nvGrpSpPr>
            <p:grpSpPr>
              <a:xfrm>
                <a:off x="1608" y="2928"/>
                <a:ext cx="432" cy="0"/>
                <a:chOff x="1608" y="2928"/>
                <a:chExt cx="432" cy="0"/>
              </a:xfrm>
            </p:grpSpPr>
            <p:sp>
              <p:nvSpPr>
                <p:cNvPr id="94257" name="Line 49"/>
                <p:cNvSpPr/>
                <p:nvPr/>
              </p:nvSpPr>
              <p:spPr>
                <a:xfrm>
                  <a:off x="1608" y="2928"/>
                  <a:ext cx="144" cy="0"/>
                </a:xfrm>
                <a:prstGeom prst="line">
                  <a:avLst/>
                </a:prstGeom>
                <a:ln w="19050" cap="flat" cmpd="sng">
                  <a:solidFill>
                    <a:schemeClr val="tx1"/>
                  </a:solidFill>
                  <a:prstDash val="solid"/>
                  <a:round/>
                  <a:headEnd type="none" w="med" len="med"/>
                  <a:tailEnd type="none" w="sm" len="lg"/>
                </a:ln>
              </p:spPr>
            </p:sp>
            <p:sp>
              <p:nvSpPr>
                <p:cNvPr id="94258" name="Line 50"/>
                <p:cNvSpPr/>
                <p:nvPr/>
              </p:nvSpPr>
              <p:spPr>
                <a:xfrm>
                  <a:off x="1896" y="2928"/>
                  <a:ext cx="144" cy="0"/>
                </a:xfrm>
                <a:prstGeom prst="line">
                  <a:avLst/>
                </a:prstGeom>
                <a:ln w="19050" cap="flat" cmpd="sng">
                  <a:solidFill>
                    <a:schemeClr val="tx1"/>
                  </a:solidFill>
                  <a:prstDash val="solid"/>
                  <a:round/>
                  <a:headEnd type="none" w="med" len="med"/>
                  <a:tailEnd type="none" w="sm" len="lg"/>
                </a:ln>
              </p:spPr>
            </p:sp>
          </p:grpSp>
        </p:grpSp>
        <p:sp>
          <p:nvSpPr>
            <p:cNvPr id="94259" name="Oval 51"/>
            <p:cNvSpPr/>
            <p:nvPr/>
          </p:nvSpPr>
          <p:spPr>
            <a:xfrm>
              <a:off x="2887" y="1178"/>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0" name="Oval 52"/>
            <p:cNvSpPr/>
            <p:nvPr/>
          </p:nvSpPr>
          <p:spPr>
            <a:xfrm>
              <a:off x="2887" y="950"/>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1" name="Oval 53"/>
            <p:cNvSpPr/>
            <p:nvPr/>
          </p:nvSpPr>
          <p:spPr>
            <a:xfrm>
              <a:off x="2879" y="1796"/>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2" name="Oval 54"/>
            <p:cNvSpPr/>
            <p:nvPr/>
          </p:nvSpPr>
          <p:spPr>
            <a:xfrm>
              <a:off x="2879" y="1534"/>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3" name="Oval 55"/>
            <p:cNvSpPr/>
            <p:nvPr/>
          </p:nvSpPr>
          <p:spPr>
            <a:xfrm>
              <a:off x="2888" y="2342"/>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4" name="Oval 56"/>
            <p:cNvSpPr/>
            <p:nvPr/>
          </p:nvSpPr>
          <p:spPr>
            <a:xfrm>
              <a:off x="2888" y="2074"/>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5" name="Oval 57"/>
            <p:cNvSpPr/>
            <p:nvPr/>
          </p:nvSpPr>
          <p:spPr>
            <a:xfrm>
              <a:off x="2879" y="2973"/>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6" name="Oval 58"/>
            <p:cNvSpPr/>
            <p:nvPr/>
          </p:nvSpPr>
          <p:spPr>
            <a:xfrm>
              <a:off x="2870" y="2678"/>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7" name="Oval 59"/>
            <p:cNvSpPr/>
            <p:nvPr/>
          </p:nvSpPr>
          <p:spPr>
            <a:xfrm>
              <a:off x="1921" y="3202"/>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8" name="Oval 60"/>
            <p:cNvSpPr/>
            <p:nvPr/>
          </p:nvSpPr>
          <p:spPr>
            <a:xfrm>
              <a:off x="1659" y="3186"/>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Text Box 2"/>
          <p:cNvSpPr txBox="1"/>
          <p:nvPr/>
        </p:nvSpPr>
        <p:spPr>
          <a:xfrm>
            <a:off x="914400" y="1314450"/>
            <a:ext cx="7600950" cy="1160463"/>
          </a:xfrm>
          <a:prstGeom prst="rect">
            <a:avLst/>
          </a:prstGeom>
          <a:noFill/>
          <a:ln w="19050">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例：</a:t>
            </a:r>
            <a:r>
              <a:rPr lang="zh-CN" altLang="en-US" sz="2800" i="0" dirty="0">
                <a:latin typeface="Times New Roman" panose="02020603050405020304" pitchFamily="18" charset="0"/>
                <a:ea typeface="宋体" panose="02010600030101010101" pitchFamily="2" charset="-122"/>
              </a:rPr>
              <a:t>  用译码器和与门实现逻辑函数</a:t>
            </a:r>
            <a:endParaRPr lang="zh-CN" altLang="en-US" sz="2800" i="0" dirty="0">
              <a:latin typeface="Times New Roman" panose="02020603050405020304" pitchFamily="18" charset="0"/>
              <a:ea typeface="宋体" panose="02010600030101010101" pitchFamily="2" charset="-122"/>
            </a:endParaRPr>
          </a:p>
          <a:p>
            <a:pPr>
              <a:spcBef>
                <a:spcPct val="50000"/>
              </a:spcBef>
            </a:pPr>
            <a:r>
              <a:rPr lang="zh-CN" altLang="en-US" sz="2800" i="0" dirty="0">
                <a:latin typeface="Times New Roman" panose="02020603050405020304" pitchFamily="18" charset="0"/>
                <a:ea typeface="宋体" panose="02010600030101010101" pitchFamily="2" charset="-122"/>
              </a:rPr>
              <a:t>	</a:t>
            </a:r>
            <a:r>
              <a:rPr lang="en-US" altLang="zh-CN" sz="2800" i="0" dirty="0">
                <a:latin typeface="Times New Roman" panose="02020603050405020304" pitchFamily="18" charset="0"/>
                <a:ea typeface="宋体" panose="02010600030101010101" pitchFamily="2" charset="-122"/>
              </a:rPr>
              <a:t>F(A, B, C, D)=</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m(2, 4, 6, 8, 10, 12, 14)</a:t>
            </a:r>
            <a:endParaRPr lang="en-US" altLang="zh-CN" sz="2800" i="0" dirty="0">
              <a:latin typeface="Times New Roman" panose="02020603050405020304" pitchFamily="18" charset="0"/>
              <a:ea typeface="宋体" panose="02010600030101010101" pitchFamily="2" charset="-122"/>
            </a:endParaRPr>
          </a:p>
        </p:txBody>
      </p:sp>
      <p:sp>
        <p:nvSpPr>
          <p:cNvPr id="95234" name="Rectangle 3"/>
          <p:cNvSpPr/>
          <p:nvPr/>
        </p:nvSpPr>
        <p:spPr>
          <a:xfrm>
            <a:off x="1031875" y="2635250"/>
            <a:ext cx="901700" cy="519113"/>
          </a:xfrm>
          <a:prstGeom prst="rect">
            <a:avLst/>
          </a:prstGeom>
          <a:noFill/>
          <a:ln w="19050">
            <a:noFill/>
          </a:ln>
        </p:spPr>
        <p:txBody>
          <a:bodyPr anchor="t" anchorCtr="0">
            <a:spAutoFit/>
          </a:bodyPr>
          <a:p>
            <a:r>
              <a:rPr lang="zh-CN" altLang="en-US" sz="2800" b="1" i="0" dirty="0">
                <a:latin typeface="Times New Roman" panose="02020603050405020304" pitchFamily="18" charset="0"/>
                <a:ea typeface="宋体" panose="02010600030101010101" pitchFamily="2" charset="-122"/>
              </a:rPr>
              <a:t>解：</a:t>
            </a:r>
            <a:endParaRPr lang="zh-CN" altLang="en-US" sz="2800" b="1" i="0" dirty="0">
              <a:latin typeface="Times New Roman" panose="02020603050405020304" pitchFamily="18" charset="0"/>
              <a:ea typeface="宋体" panose="02010600030101010101" pitchFamily="2" charset="-122"/>
            </a:endParaRPr>
          </a:p>
        </p:txBody>
      </p:sp>
      <p:grpSp>
        <p:nvGrpSpPr>
          <p:cNvPr id="2" name="Group 4"/>
          <p:cNvGrpSpPr/>
          <p:nvPr/>
        </p:nvGrpSpPr>
        <p:grpSpPr>
          <a:xfrm>
            <a:off x="1127125" y="3228975"/>
            <a:ext cx="5902325" cy="620713"/>
            <a:chOff x="1082" y="1926"/>
            <a:chExt cx="3718" cy="391"/>
          </a:xfrm>
        </p:grpSpPr>
        <p:sp>
          <p:nvSpPr>
            <p:cNvPr id="95236" name="Rectangle 5"/>
            <p:cNvSpPr/>
            <p:nvPr/>
          </p:nvSpPr>
          <p:spPr>
            <a:xfrm>
              <a:off x="1082" y="1926"/>
              <a:ext cx="1475"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 B, C, D)=</a:t>
              </a:r>
              <a:endParaRPr lang="en-US" altLang="zh-CN" sz="2800" i="0" dirty="0">
                <a:latin typeface="Times New Roman" panose="02020603050405020304" pitchFamily="18" charset="0"/>
                <a:ea typeface="宋体" panose="02010600030101010101" pitchFamily="2" charset="-122"/>
              </a:endParaRPr>
            </a:p>
          </p:txBody>
        </p:sp>
        <p:grpSp>
          <p:nvGrpSpPr>
            <p:cNvPr id="95237" name="Group 6"/>
            <p:cNvGrpSpPr/>
            <p:nvPr/>
          </p:nvGrpSpPr>
          <p:grpSpPr>
            <a:xfrm>
              <a:off x="2544" y="1931"/>
              <a:ext cx="2256" cy="386"/>
              <a:chOff x="2544" y="1931"/>
              <a:chExt cx="2256" cy="386"/>
            </a:xfrm>
          </p:grpSpPr>
          <p:graphicFrame>
            <p:nvGraphicFramePr>
              <p:cNvPr id="95238" name="Object 7"/>
              <p:cNvGraphicFramePr>
                <a:graphicFrameLocks noChangeAspect="1"/>
              </p:cNvGraphicFramePr>
              <p:nvPr/>
            </p:nvGraphicFramePr>
            <p:xfrm>
              <a:off x="2544" y="1931"/>
              <a:ext cx="2256" cy="386"/>
            </p:xfrm>
            <a:graphic>
              <a:graphicData uri="http://schemas.openxmlformats.org/presentationml/2006/ole">
                <mc:AlternateContent xmlns:mc="http://schemas.openxmlformats.org/markup-compatibility/2006">
                  <mc:Choice xmlns:v="urn:schemas-microsoft-com:vml" Requires="v">
                    <p:oleObj spid="_x0000_s3274" name="" r:id="rId1" imgW="1333500" imgH="228600" progId="Equation.3">
                      <p:embed/>
                    </p:oleObj>
                  </mc:Choice>
                  <mc:Fallback>
                    <p:oleObj name="" r:id="rId1" imgW="1333500" imgH="228600" progId="Equation.3">
                      <p:embed/>
                      <p:pic>
                        <p:nvPicPr>
                          <p:cNvPr id="0" name="图片 3273"/>
                          <p:cNvPicPr/>
                          <p:nvPr/>
                        </p:nvPicPr>
                        <p:blipFill>
                          <a:blip r:embed="rId2"/>
                          <a:stretch>
                            <a:fillRect/>
                          </a:stretch>
                        </p:blipFill>
                        <p:spPr>
                          <a:xfrm>
                            <a:off x="2544" y="1931"/>
                            <a:ext cx="2256" cy="386"/>
                          </a:xfrm>
                          <a:prstGeom prst="rect">
                            <a:avLst/>
                          </a:prstGeom>
                          <a:noFill/>
                          <a:ln w="38100">
                            <a:noFill/>
                            <a:miter/>
                          </a:ln>
                        </p:spPr>
                      </p:pic>
                    </p:oleObj>
                  </mc:Fallback>
                </mc:AlternateContent>
              </a:graphicData>
            </a:graphic>
          </p:graphicFrame>
          <p:sp>
            <p:nvSpPr>
              <p:cNvPr id="95239" name="Line 8"/>
              <p:cNvSpPr/>
              <p:nvPr/>
            </p:nvSpPr>
            <p:spPr>
              <a:xfrm>
                <a:off x="2556" y="1980"/>
                <a:ext cx="2172" cy="0"/>
              </a:xfrm>
              <a:prstGeom prst="line">
                <a:avLst/>
              </a:prstGeom>
              <a:ln w="19050" cap="flat" cmpd="sng">
                <a:solidFill>
                  <a:schemeClr val="tx1"/>
                </a:solidFill>
                <a:prstDash val="solid"/>
                <a:round/>
                <a:headEnd type="none" w="med" len="med"/>
                <a:tailEnd type="none" w="sm" len="lg"/>
              </a:ln>
            </p:spPr>
          </p:sp>
        </p:grpSp>
      </p:grpSp>
      <p:grpSp>
        <p:nvGrpSpPr>
          <p:cNvPr id="4" name="Group 9"/>
          <p:cNvGrpSpPr/>
          <p:nvPr/>
        </p:nvGrpSpPr>
        <p:grpSpPr>
          <a:xfrm>
            <a:off x="3090863" y="4210050"/>
            <a:ext cx="4764087" cy="1250950"/>
            <a:chOff x="1875" y="2496"/>
            <a:chExt cx="3001" cy="788"/>
          </a:xfrm>
        </p:grpSpPr>
        <p:grpSp>
          <p:nvGrpSpPr>
            <p:cNvPr id="95241" name="Group 10"/>
            <p:cNvGrpSpPr/>
            <p:nvPr/>
          </p:nvGrpSpPr>
          <p:grpSpPr>
            <a:xfrm>
              <a:off x="1875" y="2524"/>
              <a:ext cx="3001" cy="760"/>
              <a:chOff x="1875" y="2524"/>
              <a:chExt cx="3001" cy="760"/>
            </a:xfrm>
          </p:grpSpPr>
          <p:graphicFrame>
            <p:nvGraphicFramePr>
              <p:cNvPr id="95242" name="Object 11"/>
              <p:cNvGraphicFramePr>
                <a:graphicFrameLocks noChangeAspect="1"/>
              </p:cNvGraphicFramePr>
              <p:nvPr/>
            </p:nvGraphicFramePr>
            <p:xfrm>
              <a:off x="1875" y="2524"/>
              <a:ext cx="3001" cy="760"/>
            </p:xfrm>
            <a:graphic>
              <a:graphicData uri="http://schemas.openxmlformats.org/presentationml/2006/ole">
                <mc:AlternateContent xmlns:mc="http://schemas.openxmlformats.org/markup-compatibility/2006">
                  <mc:Choice xmlns:v="urn:schemas-microsoft-com:vml" Requires="v">
                    <p:oleObj spid="_x0000_s3273" name="" r:id="rId3" imgW="2298700" imgH="520700" progId="Equation.3">
                      <p:embed/>
                    </p:oleObj>
                  </mc:Choice>
                  <mc:Fallback>
                    <p:oleObj name="" r:id="rId3" imgW="2298700" imgH="520700" progId="Equation.3">
                      <p:embed/>
                      <p:pic>
                        <p:nvPicPr>
                          <p:cNvPr id="0" name="图片 3272"/>
                          <p:cNvPicPr/>
                          <p:nvPr/>
                        </p:nvPicPr>
                        <p:blipFill>
                          <a:blip r:embed="rId4"/>
                          <a:stretch>
                            <a:fillRect/>
                          </a:stretch>
                        </p:blipFill>
                        <p:spPr>
                          <a:xfrm>
                            <a:off x="1875" y="2524"/>
                            <a:ext cx="3001" cy="760"/>
                          </a:xfrm>
                          <a:prstGeom prst="rect">
                            <a:avLst/>
                          </a:prstGeom>
                          <a:noFill/>
                          <a:ln w="38100">
                            <a:noFill/>
                            <a:miter/>
                          </a:ln>
                        </p:spPr>
                      </p:pic>
                    </p:oleObj>
                  </mc:Fallback>
                </mc:AlternateContent>
              </a:graphicData>
            </a:graphic>
          </p:graphicFrame>
          <p:sp>
            <p:nvSpPr>
              <p:cNvPr id="95243" name="Line 12"/>
              <p:cNvSpPr/>
              <p:nvPr/>
            </p:nvSpPr>
            <p:spPr>
              <a:xfrm>
                <a:off x="2064" y="2544"/>
                <a:ext cx="588" cy="0"/>
              </a:xfrm>
              <a:prstGeom prst="line">
                <a:avLst/>
              </a:prstGeom>
              <a:ln w="19050" cap="flat" cmpd="sng">
                <a:solidFill>
                  <a:schemeClr val="tx1"/>
                </a:solidFill>
                <a:prstDash val="solid"/>
                <a:round/>
                <a:headEnd type="none" w="med" len="med"/>
                <a:tailEnd type="none" w="sm" len="lg"/>
              </a:ln>
            </p:spPr>
          </p:sp>
          <p:sp>
            <p:nvSpPr>
              <p:cNvPr id="95244" name="Line 13"/>
              <p:cNvSpPr/>
              <p:nvPr/>
            </p:nvSpPr>
            <p:spPr>
              <a:xfrm>
                <a:off x="2808" y="2544"/>
                <a:ext cx="588" cy="0"/>
              </a:xfrm>
              <a:prstGeom prst="line">
                <a:avLst/>
              </a:prstGeom>
              <a:ln w="19050" cap="flat" cmpd="sng">
                <a:solidFill>
                  <a:schemeClr val="tx1"/>
                </a:solidFill>
                <a:prstDash val="solid"/>
                <a:round/>
                <a:headEnd type="none" w="med" len="med"/>
                <a:tailEnd type="none" w="sm" len="lg"/>
              </a:ln>
            </p:spPr>
          </p:sp>
          <p:sp>
            <p:nvSpPr>
              <p:cNvPr id="95245" name="Line 14"/>
              <p:cNvSpPr/>
              <p:nvPr/>
            </p:nvSpPr>
            <p:spPr>
              <a:xfrm>
                <a:off x="3528" y="2544"/>
                <a:ext cx="588" cy="0"/>
              </a:xfrm>
              <a:prstGeom prst="line">
                <a:avLst/>
              </a:prstGeom>
              <a:ln w="19050" cap="flat" cmpd="sng">
                <a:solidFill>
                  <a:schemeClr val="tx1"/>
                </a:solidFill>
                <a:prstDash val="solid"/>
                <a:round/>
                <a:headEnd type="none" w="med" len="med"/>
                <a:tailEnd type="none" w="sm" len="lg"/>
              </a:ln>
            </p:spPr>
          </p:sp>
          <p:sp>
            <p:nvSpPr>
              <p:cNvPr id="95246" name="Line 15"/>
              <p:cNvSpPr/>
              <p:nvPr/>
            </p:nvSpPr>
            <p:spPr>
              <a:xfrm>
                <a:off x="4272" y="2544"/>
                <a:ext cx="588" cy="0"/>
              </a:xfrm>
              <a:prstGeom prst="line">
                <a:avLst/>
              </a:prstGeom>
              <a:ln w="19050" cap="flat" cmpd="sng">
                <a:solidFill>
                  <a:schemeClr val="tx1"/>
                </a:solidFill>
                <a:prstDash val="solid"/>
                <a:round/>
                <a:headEnd type="none" w="med" len="med"/>
                <a:tailEnd type="none" w="sm" len="lg"/>
              </a:ln>
            </p:spPr>
          </p:sp>
          <p:sp>
            <p:nvSpPr>
              <p:cNvPr id="95247" name="Line 16"/>
              <p:cNvSpPr/>
              <p:nvPr/>
            </p:nvSpPr>
            <p:spPr>
              <a:xfrm>
                <a:off x="3540" y="3024"/>
                <a:ext cx="588" cy="0"/>
              </a:xfrm>
              <a:prstGeom prst="line">
                <a:avLst/>
              </a:prstGeom>
              <a:ln w="19050" cap="flat" cmpd="sng">
                <a:solidFill>
                  <a:schemeClr val="tx1"/>
                </a:solidFill>
                <a:prstDash val="solid"/>
                <a:round/>
                <a:headEnd type="none" w="med" len="med"/>
                <a:tailEnd type="none" w="sm" len="lg"/>
              </a:ln>
            </p:spPr>
          </p:sp>
          <p:sp>
            <p:nvSpPr>
              <p:cNvPr id="95248" name="Line 17"/>
              <p:cNvSpPr/>
              <p:nvPr/>
            </p:nvSpPr>
            <p:spPr>
              <a:xfrm>
                <a:off x="2856" y="3024"/>
                <a:ext cx="588" cy="0"/>
              </a:xfrm>
              <a:prstGeom prst="line">
                <a:avLst/>
              </a:prstGeom>
              <a:ln w="19050" cap="flat" cmpd="sng">
                <a:solidFill>
                  <a:schemeClr val="tx1"/>
                </a:solidFill>
                <a:prstDash val="solid"/>
                <a:round/>
                <a:headEnd type="none" w="med" len="med"/>
                <a:tailEnd type="none" w="sm" len="lg"/>
              </a:ln>
            </p:spPr>
          </p:sp>
          <p:sp>
            <p:nvSpPr>
              <p:cNvPr id="95249" name="Line 18"/>
              <p:cNvSpPr/>
              <p:nvPr/>
            </p:nvSpPr>
            <p:spPr>
              <a:xfrm>
                <a:off x="2136" y="3024"/>
                <a:ext cx="588" cy="0"/>
              </a:xfrm>
              <a:prstGeom prst="line">
                <a:avLst/>
              </a:prstGeom>
              <a:ln w="19050" cap="flat" cmpd="sng">
                <a:solidFill>
                  <a:schemeClr val="tx1"/>
                </a:solidFill>
                <a:prstDash val="solid"/>
                <a:round/>
                <a:headEnd type="none" w="med" len="med"/>
                <a:tailEnd type="none" w="sm" len="lg"/>
              </a:ln>
            </p:spPr>
          </p:sp>
        </p:grpSp>
        <p:sp>
          <p:nvSpPr>
            <p:cNvPr id="95250" name="Line 19"/>
            <p:cNvSpPr/>
            <p:nvPr/>
          </p:nvSpPr>
          <p:spPr>
            <a:xfrm>
              <a:off x="2064" y="2496"/>
              <a:ext cx="2772" cy="0"/>
            </a:xfrm>
            <a:prstGeom prst="line">
              <a:avLst/>
            </a:prstGeom>
            <a:ln w="19050" cap="flat" cmpd="sng">
              <a:solidFill>
                <a:schemeClr val="tx1"/>
              </a:solidFill>
              <a:prstDash val="solid"/>
              <a:round/>
              <a:headEnd type="none" w="med" len="med"/>
              <a:tailEnd type="none" w="sm" len="lg"/>
            </a:ln>
          </p:spPr>
        </p:sp>
        <p:sp>
          <p:nvSpPr>
            <p:cNvPr id="95251" name="Line 20"/>
            <p:cNvSpPr/>
            <p:nvPr/>
          </p:nvSpPr>
          <p:spPr>
            <a:xfrm>
              <a:off x="2124" y="2964"/>
              <a:ext cx="2016" cy="0"/>
            </a:xfrm>
            <a:prstGeom prst="line">
              <a:avLst/>
            </a:prstGeom>
            <a:ln w="19050" cap="flat" cmpd="sng">
              <a:solidFill>
                <a:schemeClr val="tx1"/>
              </a:solidFill>
              <a:prstDash val="solid"/>
              <a:roun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6257" name="Group 94"/>
          <p:cNvGrpSpPr/>
          <p:nvPr/>
        </p:nvGrpSpPr>
        <p:grpSpPr>
          <a:xfrm>
            <a:off x="320675" y="600075"/>
            <a:ext cx="8612188" cy="5948363"/>
            <a:chOff x="202" y="378"/>
            <a:chExt cx="5425" cy="3747"/>
          </a:xfrm>
        </p:grpSpPr>
        <p:grpSp>
          <p:nvGrpSpPr>
            <p:cNvPr id="96258" name="Group 2"/>
            <p:cNvGrpSpPr/>
            <p:nvPr/>
          </p:nvGrpSpPr>
          <p:grpSpPr>
            <a:xfrm>
              <a:off x="202" y="378"/>
              <a:ext cx="5425" cy="3747"/>
              <a:chOff x="202" y="378"/>
              <a:chExt cx="5425" cy="3747"/>
            </a:xfrm>
          </p:grpSpPr>
          <p:grpSp>
            <p:nvGrpSpPr>
              <p:cNvPr id="96259" name="Group 3"/>
              <p:cNvGrpSpPr/>
              <p:nvPr/>
            </p:nvGrpSpPr>
            <p:grpSpPr>
              <a:xfrm>
                <a:off x="202" y="378"/>
                <a:ext cx="5425" cy="3747"/>
                <a:chOff x="226" y="270"/>
                <a:chExt cx="5425" cy="3747"/>
              </a:xfrm>
            </p:grpSpPr>
            <p:grpSp>
              <p:nvGrpSpPr>
                <p:cNvPr id="96260" name="Group 4"/>
                <p:cNvGrpSpPr/>
                <p:nvPr/>
              </p:nvGrpSpPr>
              <p:grpSpPr>
                <a:xfrm>
                  <a:off x="2962" y="1734"/>
                  <a:ext cx="2357" cy="1251"/>
                  <a:chOff x="3022" y="1734"/>
                  <a:chExt cx="2357" cy="1251"/>
                </a:xfrm>
              </p:grpSpPr>
              <p:sp>
                <p:nvSpPr>
                  <p:cNvPr id="96261" name="Rectangle 5"/>
                  <p:cNvSpPr/>
                  <p:nvPr/>
                </p:nvSpPr>
                <p:spPr>
                  <a:xfrm>
                    <a:off x="3022" y="1752"/>
                    <a:ext cx="2143" cy="1224"/>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62" name="Text Box 6"/>
                  <p:cNvSpPr txBox="1"/>
                  <p:nvPr/>
                </p:nvSpPr>
                <p:spPr>
                  <a:xfrm>
                    <a:off x="3102" y="1734"/>
                    <a:ext cx="2277"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0</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3</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4</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5</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6</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7</a:t>
                    </a:r>
                    <a:endParaRPr lang="en-US" altLang="zh-CN" sz="2800" i="0" baseline="-25000" dirty="0">
                      <a:latin typeface="Times New Roman" panose="02020603050405020304" pitchFamily="18" charset="0"/>
                      <a:ea typeface="宋体" panose="02010600030101010101" pitchFamily="2" charset="-122"/>
                    </a:endParaRPr>
                  </a:p>
                </p:txBody>
              </p:sp>
              <p:sp>
                <p:nvSpPr>
                  <p:cNvPr id="96263" name="Text Box 7"/>
                  <p:cNvSpPr txBox="1"/>
                  <p:nvPr/>
                </p:nvSpPr>
                <p:spPr>
                  <a:xfrm>
                    <a:off x="3587" y="2658"/>
                    <a:ext cx="986"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endParaRPr lang="en-US" altLang="zh-CN" sz="2800" i="0" baseline="-25000" dirty="0">
                      <a:latin typeface="Times New Roman" panose="02020603050405020304" pitchFamily="18" charset="0"/>
                      <a:ea typeface="宋体" panose="02010600030101010101" pitchFamily="2" charset="-122"/>
                    </a:endParaRPr>
                  </a:p>
                </p:txBody>
              </p:sp>
              <p:sp>
                <p:nvSpPr>
                  <p:cNvPr id="96264" name="Text Box 8"/>
                  <p:cNvSpPr txBox="1"/>
                  <p:nvPr/>
                </p:nvSpPr>
                <p:spPr>
                  <a:xfrm>
                    <a:off x="4831" y="2178"/>
                    <a:ext cx="363" cy="784"/>
                  </a:xfrm>
                  <a:prstGeom prst="rect">
                    <a:avLst/>
                  </a:prstGeom>
                  <a:noFill/>
                  <a:ln w="19050">
                    <a:noFill/>
                  </a:ln>
                </p:spPr>
                <p:txBody>
                  <a:bodyPr anchor="t" anchorCtr="0">
                    <a:spAutoFit/>
                  </a:bodyPr>
                  <a:p>
                    <a:pPr algn="ct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3 </a:t>
                    </a:r>
                    <a:endParaRPr lang="en-US" altLang="zh-CN" sz="2800" i="0" baseline="-25000" dirty="0">
                      <a:latin typeface="Times New Roman" panose="02020603050405020304" pitchFamily="18" charset="0"/>
                      <a:ea typeface="宋体" panose="02010600030101010101" pitchFamily="2" charset="-122"/>
                    </a:endParaRPr>
                  </a:p>
                  <a:p>
                    <a:pPr algn="ct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2 </a:t>
                    </a:r>
                    <a:endParaRPr lang="en-US" altLang="zh-CN" sz="2800" i="0" baseline="-25000" dirty="0">
                      <a:latin typeface="Times New Roman" panose="02020603050405020304" pitchFamily="18" charset="0"/>
                      <a:ea typeface="宋体" panose="02010600030101010101" pitchFamily="2" charset="-122"/>
                    </a:endParaRPr>
                  </a:p>
                  <a:p>
                    <a:pPr algn="ct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grpSp>
            <p:sp>
              <p:nvSpPr>
                <p:cNvPr id="96265" name="Rectangle 9"/>
                <p:cNvSpPr/>
                <p:nvPr/>
              </p:nvSpPr>
              <p:spPr>
                <a:xfrm>
                  <a:off x="2172" y="648"/>
                  <a:ext cx="1128" cy="348"/>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nvGrpSpPr>
                <p:cNvPr id="96266" name="Group 10"/>
                <p:cNvGrpSpPr/>
                <p:nvPr/>
              </p:nvGrpSpPr>
              <p:grpSpPr>
                <a:xfrm>
                  <a:off x="2796" y="984"/>
                  <a:ext cx="1788" cy="756"/>
                  <a:chOff x="2856" y="984"/>
                  <a:chExt cx="1788" cy="756"/>
                </a:xfrm>
              </p:grpSpPr>
              <p:sp>
                <p:nvSpPr>
                  <p:cNvPr id="96267" name="Freeform 11"/>
                  <p:cNvSpPr/>
                  <p:nvPr/>
                </p:nvSpPr>
                <p:spPr>
                  <a:xfrm>
                    <a:off x="2856" y="984"/>
                    <a:ext cx="348" cy="756"/>
                  </a:xfrm>
                  <a:custGeom>
                    <a:avLst/>
                    <a:gdLst/>
                    <a:ahLst/>
                    <a:cxnLst>
                      <a:cxn ang="0">
                        <a:pos x="348" y="756"/>
                      </a:cxn>
                      <a:cxn ang="0">
                        <a:pos x="348" y="588"/>
                      </a:cxn>
                      <a:cxn ang="0">
                        <a:pos x="0" y="588"/>
                      </a:cxn>
                      <a:cxn ang="0">
                        <a:pos x="0" y="0"/>
                      </a:cxn>
                    </a:cxnLst>
                    <a:pathLst>
                      <a:path w="264" h="756">
                        <a:moveTo>
                          <a:pt x="264" y="756"/>
                        </a:moveTo>
                        <a:lnTo>
                          <a:pt x="264" y="588"/>
                        </a:lnTo>
                        <a:lnTo>
                          <a:pt x="0" y="588"/>
                        </a:lnTo>
                        <a:lnTo>
                          <a:pt x="0"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68" name="Freeform 12"/>
                  <p:cNvSpPr/>
                  <p:nvPr/>
                </p:nvSpPr>
                <p:spPr>
                  <a:xfrm>
                    <a:off x="3000" y="984"/>
                    <a:ext cx="708" cy="756"/>
                  </a:xfrm>
                  <a:custGeom>
                    <a:avLst/>
                    <a:gdLst/>
                    <a:ahLst/>
                    <a:cxnLst>
                      <a:cxn ang="0">
                        <a:pos x="708" y="756"/>
                      </a:cxn>
                      <a:cxn ang="0">
                        <a:pos x="708" y="492"/>
                      </a:cxn>
                      <a:cxn ang="0">
                        <a:pos x="0" y="492"/>
                      </a:cxn>
                      <a:cxn ang="0">
                        <a:pos x="0" y="0"/>
                      </a:cxn>
                    </a:cxnLst>
                    <a:pathLst>
                      <a:path w="384" h="756">
                        <a:moveTo>
                          <a:pt x="384" y="756"/>
                        </a:moveTo>
                        <a:lnTo>
                          <a:pt x="384" y="492"/>
                        </a:lnTo>
                        <a:lnTo>
                          <a:pt x="0" y="492"/>
                        </a:lnTo>
                        <a:lnTo>
                          <a:pt x="0"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69" name="Freeform 13"/>
                  <p:cNvSpPr/>
                  <p:nvPr/>
                </p:nvSpPr>
                <p:spPr>
                  <a:xfrm>
                    <a:off x="3144" y="996"/>
                    <a:ext cx="1020" cy="744"/>
                  </a:xfrm>
                  <a:custGeom>
                    <a:avLst/>
                    <a:gdLst/>
                    <a:ahLst/>
                    <a:cxnLst>
                      <a:cxn ang="0">
                        <a:pos x="1020" y="744"/>
                      </a:cxn>
                      <a:cxn ang="0">
                        <a:pos x="1020" y="372"/>
                      </a:cxn>
                      <a:cxn ang="0">
                        <a:pos x="0" y="372"/>
                      </a:cxn>
                      <a:cxn ang="0">
                        <a:pos x="0" y="0"/>
                      </a:cxn>
                    </a:cxnLst>
                    <a:pathLst>
                      <a:path w="1164" h="744">
                        <a:moveTo>
                          <a:pt x="1164" y="744"/>
                        </a:moveTo>
                        <a:lnTo>
                          <a:pt x="1164" y="372"/>
                        </a:lnTo>
                        <a:lnTo>
                          <a:pt x="0" y="372"/>
                        </a:lnTo>
                        <a:lnTo>
                          <a:pt x="0"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70" name="Freeform 14"/>
                  <p:cNvSpPr/>
                  <p:nvPr/>
                </p:nvSpPr>
                <p:spPr>
                  <a:xfrm>
                    <a:off x="3264" y="984"/>
                    <a:ext cx="1380" cy="756"/>
                  </a:xfrm>
                  <a:custGeom>
                    <a:avLst/>
                    <a:gdLst/>
                    <a:ahLst/>
                    <a:cxnLst>
                      <a:cxn ang="0">
                        <a:pos x="1380" y="756"/>
                      </a:cxn>
                      <a:cxn ang="0">
                        <a:pos x="1380" y="228"/>
                      </a:cxn>
                      <a:cxn ang="0">
                        <a:pos x="0" y="228"/>
                      </a:cxn>
                      <a:cxn ang="0">
                        <a:pos x="0" y="0"/>
                      </a:cxn>
                    </a:cxnLst>
                    <a:pathLst>
                      <a:path w="1644" h="756">
                        <a:moveTo>
                          <a:pt x="1644" y="756"/>
                        </a:moveTo>
                        <a:lnTo>
                          <a:pt x="1644" y="228"/>
                        </a:lnTo>
                        <a:lnTo>
                          <a:pt x="0" y="228"/>
                        </a:lnTo>
                        <a:lnTo>
                          <a:pt x="0" y="0"/>
                        </a:lnTo>
                      </a:path>
                    </a:pathLst>
                  </a:custGeom>
                  <a:noFill/>
                  <a:ln w="19050" cap="flat" cmpd="sng">
                    <a:solidFill>
                      <a:srgbClr val="3333FF"/>
                    </a:solidFill>
                    <a:prstDash val="solid"/>
                    <a:round/>
                    <a:headEnd type="none" w="med" len="med"/>
                    <a:tailEnd type="none" w="sm" len="lg"/>
                  </a:ln>
                </p:spPr>
                <p:txBody>
                  <a:bodyPr/>
                  <a:p>
                    <a:endParaRPr lang="zh-CN" altLang="en-US"/>
                  </a:p>
                </p:txBody>
              </p:sp>
            </p:grpSp>
            <p:grpSp>
              <p:nvGrpSpPr>
                <p:cNvPr id="96271" name="Group 15"/>
                <p:cNvGrpSpPr/>
                <p:nvPr/>
              </p:nvGrpSpPr>
              <p:grpSpPr>
                <a:xfrm>
                  <a:off x="226" y="1734"/>
                  <a:ext cx="2357" cy="1251"/>
                  <a:chOff x="3022" y="1734"/>
                  <a:chExt cx="2357" cy="1251"/>
                </a:xfrm>
              </p:grpSpPr>
              <p:sp>
                <p:nvSpPr>
                  <p:cNvPr id="96272" name="Rectangle 16"/>
                  <p:cNvSpPr/>
                  <p:nvPr/>
                </p:nvSpPr>
                <p:spPr>
                  <a:xfrm>
                    <a:off x="3022" y="1752"/>
                    <a:ext cx="2143" cy="1224"/>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73" name="Text Box 17"/>
                  <p:cNvSpPr txBox="1"/>
                  <p:nvPr/>
                </p:nvSpPr>
                <p:spPr>
                  <a:xfrm>
                    <a:off x="3102" y="1734"/>
                    <a:ext cx="2277"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0</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3</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4</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5</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6</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7</a:t>
                    </a:r>
                    <a:endParaRPr lang="en-US" altLang="zh-CN" sz="2800" i="0" baseline="-25000" dirty="0">
                      <a:latin typeface="Times New Roman" panose="02020603050405020304" pitchFamily="18" charset="0"/>
                      <a:ea typeface="宋体" panose="02010600030101010101" pitchFamily="2" charset="-122"/>
                    </a:endParaRPr>
                  </a:p>
                </p:txBody>
              </p:sp>
              <p:sp>
                <p:nvSpPr>
                  <p:cNvPr id="96274" name="Text Box 18"/>
                  <p:cNvSpPr txBox="1"/>
                  <p:nvPr/>
                </p:nvSpPr>
                <p:spPr>
                  <a:xfrm>
                    <a:off x="3587" y="2658"/>
                    <a:ext cx="986"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endParaRPr lang="en-US" altLang="zh-CN" sz="2800" i="0" baseline="-25000" dirty="0">
                      <a:latin typeface="Times New Roman" panose="02020603050405020304" pitchFamily="18" charset="0"/>
                      <a:ea typeface="宋体" panose="02010600030101010101" pitchFamily="2" charset="-122"/>
                    </a:endParaRPr>
                  </a:p>
                </p:txBody>
              </p:sp>
              <p:sp>
                <p:nvSpPr>
                  <p:cNvPr id="96275" name="Text Box 19"/>
                  <p:cNvSpPr txBox="1"/>
                  <p:nvPr/>
                </p:nvSpPr>
                <p:spPr>
                  <a:xfrm>
                    <a:off x="4831" y="2178"/>
                    <a:ext cx="363" cy="784"/>
                  </a:xfrm>
                  <a:prstGeom prst="rect">
                    <a:avLst/>
                  </a:prstGeom>
                  <a:noFill/>
                  <a:ln w="19050">
                    <a:noFill/>
                  </a:ln>
                </p:spPr>
                <p:txBody>
                  <a:bodyPr anchor="t" anchorCtr="0">
                    <a:spAutoFit/>
                  </a:bodyPr>
                  <a:p>
                    <a:pPr algn="ct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3 </a:t>
                    </a:r>
                    <a:endParaRPr lang="en-US" altLang="zh-CN" sz="2800" i="0" baseline="-25000" dirty="0">
                      <a:latin typeface="Times New Roman" panose="02020603050405020304" pitchFamily="18" charset="0"/>
                      <a:ea typeface="宋体" panose="02010600030101010101" pitchFamily="2" charset="-122"/>
                    </a:endParaRPr>
                  </a:p>
                  <a:p>
                    <a:pPr algn="ct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2 </a:t>
                    </a:r>
                    <a:endParaRPr lang="en-US" altLang="zh-CN" sz="2800" i="0" baseline="-25000" dirty="0">
                      <a:latin typeface="Times New Roman" panose="02020603050405020304" pitchFamily="18" charset="0"/>
                      <a:ea typeface="宋体" panose="02010600030101010101" pitchFamily="2" charset="-122"/>
                    </a:endParaRPr>
                  </a:p>
                  <a:p>
                    <a:pPr algn="ct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grpSp>
            <p:grpSp>
              <p:nvGrpSpPr>
                <p:cNvPr id="96276" name="Group 20"/>
                <p:cNvGrpSpPr/>
                <p:nvPr/>
              </p:nvGrpSpPr>
              <p:grpSpPr>
                <a:xfrm>
                  <a:off x="924" y="984"/>
                  <a:ext cx="1572" cy="768"/>
                  <a:chOff x="984" y="984"/>
                  <a:chExt cx="1572" cy="768"/>
                </a:xfrm>
              </p:grpSpPr>
              <p:sp>
                <p:nvSpPr>
                  <p:cNvPr id="96277" name="Freeform 21"/>
                  <p:cNvSpPr/>
                  <p:nvPr/>
                </p:nvSpPr>
                <p:spPr>
                  <a:xfrm flipH="1">
                    <a:off x="1932" y="996"/>
                    <a:ext cx="624" cy="756"/>
                  </a:xfrm>
                  <a:custGeom>
                    <a:avLst/>
                    <a:gdLst/>
                    <a:ahLst/>
                    <a:cxnLst>
                      <a:cxn ang="0">
                        <a:pos x="624" y="756"/>
                      </a:cxn>
                      <a:cxn ang="0">
                        <a:pos x="624" y="492"/>
                      </a:cxn>
                      <a:cxn ang="0">
                        <a:pos x="0" y="492"/>
                      </a:cxn>
                      <a:cxn ang="0">
                        <a:pos x="0" y="0"/>
                      </a:cxn>
                    </a:cxnLst>
                    <a:pathLst>
                      <a:path w="384" h="756">
                        <a:moveTo>
                          <a:pt x="384" y="756"/>
                        </a:moveTo>
                        <a:lnTo>
                          <a:pt x="384" y="492"/>
                        </a:lnTo>
                        <a:lnTo>
                          <a:pt x="0" y="492"/>
                        </a:lnTo>
                        <a:lnTo>
                          <a:pt x="0"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78" name="Freeform 22"/>
                  <p:cNvSpPr/>
                  <p:nvPr/>
                </p:nvSpPr>
                <p:spPr>
                  <a:xfrm flipH="1">
                    <a:off x="1452" y="984"/>
                    <a:ext cx="960" cy="768"/>
                  </a:xfrm>
                  <a:custGeom>
                    <a:avLst/>
                    <a:gdLst/>
                    <a:ahLst/>
                    <a:cxnLst>
                      <a:cxn ang="0">
                        <a:pos x="960" y="768"/>
                      </a:cxn>
                      <a:cxn ang="0">
                        <a:pos x="960" y="384"/>
                      </a:cxn>
                      <a:cxn ang="0">
                        <a:pos x="0" y="384"/>
                      </a:cxn>
                      <a:cxn ang="0">
                        <a:pos x="0" y="0"/>
                      </a:cxn>
                    </a:cxnLst>
                    <a:pathLst>
                      <a:path w="1164" h="744">
                        <a:moveTo>
                          <a:pt x="1164" y="744"/>
                        </a:moveTo>
                        <a:lnTo>
                          <a:pt x="1164" y="372"/>
                        </a:lnTo>
                        <a:lnTo>
                          <a:pt x="0" y="372"/>
                        </a:lnTo>
                        <a:lnTo>
                          <a:pt x="0"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79" name="Freeform 23"/>
                  <p:cNvSpPr/>
                  <p:nvPr/>
                </p:nvSpPr>
                <p:spPr>
                  <a:xfrm flipH="1">
                    <a:off x="984" y="996"/>
                    <a:ext cx="1308" cy="756"/>
                  </a:xfrm>
                  <a:custGeom>
                    <a:avLst/>
                    <a:gdLst/>
                    <a:ahLst/>
                    <a:cxnLst>
                      <a:cxn ang="0">
                        <a:pos x="1308" y="756"/>
                      </a:cxn>
                      <a:cxn ang="0">
                        <a:pos x="1308" y="228"/>
                      </a:cxn>
                      <a:cxn ang="0">
                        <a:pos x="0" y="228"/>
                      </a:cxn>
                      <a:cxn ang="0">
                        <a:pos x="0" y="0"/>
                      </a:cxn>
                    </a:cxnLst>
                    <a:pathLst>
                      <a:path w="1644" h="756">
                        <a:moveTo>
                          <a:pt x="1644" y="756"/>
                        </a:moveTo>
                        <a:lnTo>
                          <a:pt x="1644" y="228"/>
                        </a:lnTo>
                        <a:lnTo>
                          <a:pt x="0" y="228"/>
                        </a:lnTo>
                        <a:lnTo>
                          <a:pt x="0" y="0"/>
                        </a:lnTo>
                      </a:path>
                    </a:pathLst>
                  </a:custGeom>
                  <a:noFill/>
                  <a:ln w="19050" cap="flat" cmpd="sng">
                    <a:solidFill>
                      <a:srgbClr val="3333FF"/>
                    </a:solidFill>
                    <a:prstDash val="solid"/>
                    <a:round/>
                    <a:headEnd type="none" w="med" len="med"/>
                    <a:tailEnd type="none" w="sm" len="lg"/>
                  </a:ln>
                </p:spPr>
                <p:txBody>
                  <a:bodyPr/>
                  <a:p>
                    <a:endParaRPr lang="zh-CN" altLang="en-US"/>
                  </a:p>
                </p:txBody>
              </p:sp>
            </p:grpSp>
            <p:grpSp>
              <p:nvGrpSpPr>
                <p:cNvPr id="96280" name="Group 24"/>
                <p:cNvGrpSpPr/>
                <p:nvPr/>
              </p:nvGrpSpPr>
              <p:grpSpPr>
                <a:xfrm>
                  <a:off x="936" y="2988"/>
                  <a:ext cx="636" cy="720"/>
                  <a:chOff x="996" y="2988"/>
                  <a:chExt cx="636" cy="720"/>
                </a:xfrm>
              </p:grpSpPr>
              <p:sp>
                <p:nvSpPr>
                  <p:cNvPr id="96281" name="Line 25"/>
                  <p:cNvSpPr/>
                  <p:nvPr/>
                </p:nvSpPr>
                <p:spPr>
                  <a:xfrm>
                    <a:off x="996" y="2988"/>
                    <a:ext cx="0" cy="720"/>
                  </a:xfrm>
                  <a:prstGeom prst="line">
                    <a:avLst/>
                  </a:prstGeom>
                  <a:ln w="19050" cap="flat" cmpd="sng">
                    <a:solidFill>
                      <a:srgbClr val="3333FF"/>
                    </a:solidFill>
                    <a:prstDash val="solid"/>
                    <a:round/>
                    <a:headEnd type="none" w="med" len="med"/>
                    <a:tailEnd type="none" w="sm" len="lg"/>
                  </a:ln>
                </p:spPr>
              </p:sp>
              <p:sp>
                <p:nvSpPr>
                  <p:cNvPr id="96282" name="Line 26"/>
                  <p:cNvSpPr/>
                  <p:nvPr/>
                </p:nvSpPr>
                <p:spPr>
                  <a:xfrm>
                    <a:off x="1308" y="2988"/>
                    <a:ext cx="0" cy="720"/>
                  </a:xfrm>
                  <a:prstGeom prst="line">
                    <a:avLst/>
                  </a:prstGeom>
                  <a:ln w="19050" cap="flat" cmpd="sng">
                    <a:solidFill>
                      <a:srgbClr val="3333FF"/>
                    </a:solidFill>
                    <a:prstDash val="solid"/>
                    <a:round/>
                    <a:headEnd type="none" w="med" len="med"/>
                    <a:tailEnd type="none" w="sm" len="lg"/>
                  </a:ln>
                </p:spPr>
              </p:sp>
              <p:sp>
                <p:nvSpPr>
                  <p:cNvPr id="96283" name="Line 27"/>
                  <p:cNvSpPr/>
                  <p:nvPr/>
                </p:nvSpPr>
                <p:spPr>
                  <a:xfrm>
                    <a:off x="1632" y="2988"/>
                    <a:ext cx="0" cy="720"/>
                  </a:xfrm>
                  <a:prstGeom prst="line">
                    <a:avLst/>
                  </a:prstGeom>
                  <a:ln w="19050" cap="flat" cmpd="sng">
                    <a:solidFill>
                      <a:srgbClr val="3333FF"/>
                    </a:solidFill>
                    <a:prstDash val="solid"/>
                    <a:round/>
                    <a:headEnd type="none" w="med" len="med"/>
                    <a:tailEnd type="none" w="sm" len="lg"/>
                  </a:ln>
                </p:spPr>
              </p:sp>
            </p:grpSp>
            <p:sp>
              <p:nvSpPr>
                <p:cNvPr id="96284" name="Rectangle 28"/>
                <p:cNvSpPr/>
                <p:nvPr/>
              </p:nvSpPr>
              <p:spPr>
                <a:xfrm>
                  <a:off x="794" y="3630"/>
                  <a:ext cx="998" cy="327"/>
                </a:xfrm>
                <a:prstGeom prst="rect">
                  <a:avLst/>
                </a:prstGeom>
                <a:noFill/>
                <a:ln w="19050">
                  <a:noFill/>
                </a:ln>
              </p:spPr>
              <p:txBody>
                <a:bodyPr wrap="none" anchor="t" anchorCtr="0">
                  <a:spAutoFit/>
                </a:bodyPr>
                <a:p>
                  <a:pPr defTabSz="571500"/>
                  <a:r>
                    <a:rPr lang="en-US" altLang="zh-CN" sz="2800" i="0" dirty="0">
                      <a:latin typeface="Times New Roman" panose="02020603050405020304" pitchFamily="18" charset="0"/>
                      <a:ea typeface="宋体" panose="02010600030101010101" pitchFamily="2" charset="-122"/>
                    </a:rPr>
                    <a:t>B	C	D</a:t>
                  </a:r>
                  <a:endParaRPr lang="en-US" altLang="zh-CN" sz="2800" i="0" baseline="-25000" dirty="0">
                    <a:latin typeface="Times New Roman" panose="02020603050405020304" pitchFamily="18" charset="0"/>
                    <a:ea typeface="宋体" panose="02010600030101010101" pitchFamily="2" charset="-122"/>
                  </a:endParaRPr>
                </a:p>
              </p:txBody>
            </p:sp>
            <p:sp>
              <p:nvSpPr>
                <p:cNvPr id="96285" name="Freeform 29"/>
                <p:cNvSpPr/>
                <p:nvPr/>
              </p:nvSpPr>
              <p:spPr>
                <a:xfrm>
                  <a:off x="2364" y="2304"/>
                  <a:ext cx="3168" cy="1368"/>
                </a:xfrm>
                <a:custGeom>
                  <a:avLst/>
                  <a:gdLst/>
                  <a:ahLst/>
                  <a:cxnLst>
                    <a:cxn ang="0">
                      <a:pos x="0" y="48"/>
                    </a:cxn>
                    <a:cxn ang="0">
                      <a:pos x="456" y="48"/>
                    </a:cxn>
                    <a:cxn ang="0">
                      <a:pos x="456" y="1368"/>
                    </a:cxn>
                    <a:cxn ang="0">
                      <a:pos x="3168" y="1368"/>
                    </a:cxn>
                    <a:cxn ang="0">
                      <a:pos x="3168" y="0"/>
                    </a:cxn>
                    <a:cxn ang="0">
                      <a:pos x="2736" y="0"/>
                    </a:cxn>
                  </a:cxnLst>
                  <a:pathLst>
                    <a:path w="3168" h="1368">
                      <a:moveTo>
                        <a:pt x="0" y="48"/>
                      </a:moveTo>
                      <a:lnTo>
                        <a:pt x="456" y="48"/>
                      </a:lnTo>
                      <a:lnTo>
                        <a:pt x="456" y="1368"/>
                      </a:lnTo>
                      <a:lnTo>
                        <a:pt x="3168" y="1368"/>
                      </a:lnTo>
                      <a:lnTo>
                        <a:pt x="3168" y="0"/>
                      </a:lnTo>
                      <a:lnTo>
                        <a:pt x="2736"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86" name="Freeform 30"/>
                <p:cNvSpPr/>
                <p:nvPr/>
              </p:nvSpPr>
              <p:spPr>
                <a:xfrm>
                  <a:off x="2352" y="2580"/>
                  <a:ext cx="342" cy="1260"/>
                </a:xfrm>
                <a:custGeom>
                  <a:avLst/>
                  <a:gdLst/>
                  <a:ahLst/>
                  <a:cxnLst>
                    <a:cxn ang="0">
                      <a:pos x="0" y="0"/>
                    </a:cxn>
                    <a:cxn ang="0">
                      <a:pos x="342" y="0"/>
                    </a:cxn>
                    <a:cxn ang="0">
                      <a:pos x="342" y="1260"/>
                    </a:cxn>
                  </a:cxnLst>
                  <a:pathLst>
                    <a:path w="324" h="1080">
                      <a:moveTo>
                        <a:pt x="0" y="0"/>
                      </a:moveTo>
                      <a:lnTo>
                        <a:pt x="324" y="0"/>
                      </a:lnTo>
                      <a:lnTo>
                        <a:pt x="324" y="108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87" name="Freeform 31"/>
                <p:cNvSpPr/>
                <p:nvPr/>
              </p:nvSpPr>
              <p:spPr>
                <a:xfrm>
                  <a:off x="2352" y="2856"/>
                  <a:ext cx="165" cy="1020"/>
                </a:xfrm>
                <a:custGeom>
                  <a:avLst/>
                  <a:gdLst/>
                  <a:ahLst/>
                  <a:cxnLst>
                    <a:cxn ang="0">
                      <a:pos x="0" y="0"/>
                    </a:cxn>
                    <a:cxn ang="0">
                      <a:pos x="165" y="0"/>
                    </a:cxn>
                    <a:cxn ang="0">
                      <a:pos x="165" y="1020"/>
                    </a:cxn>
                  </a:cxnLst>
                  <a:pathLst>
                    <a:path w="192" h="828">
                      <a:moveTo>
                        <a:pt x="0" y="0"/>
                      </a:moveTo>
                      <a:lnTo>
                        <a:pt x="192" y="0"/>
                      </a:lnTo>
                      <a:lnTo>
                        <a:pt x="192" y="828"/>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88" name="Freeform 32"/>
                <p:cNvSpPr/>
                <p:nvPr/>
              </p:nvSpPr>
              <p:spPr>
                <a:xfrm>
                  <a:off x="5100" y="2556"/>
                  <a:ext cx="288" cy="1116"/>
                </a:xfrm>
                <a:custGeom>
                  <a:avLst/>
                  <a:gdLst/>
                  <a:ahLst/>
                  <a:cxnLst>
                    <a:cxn ang="0">
                      <a:pos x="0" y="0"/>
                    </a:cxn>
                    <a:cxn ang="0">
                      <a:pos x="288" y="0"/>
                    </a:cxn>
                    <a:cxn ang="0">
                      <a:pos x="288" y="1116"/>
                    </a:cxn>
                  </a:cxnLst>
                  <a:pathLst>
                    <a:path w="288" h="1116">
                      <a:moveTo>
                        <a:pt x="0" y="0"/>
                      </a:moveTo>
                      <a:lnTo>
                        <a:pt x="288" y="0"/>
                      </a:lnTo>
                      <a:lnTo>
                        <a:pt x="288" y="1116"/>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89" name="Freeform 33"/>
                <p:cNvSpPr/>
                <p:nvPr/>
              </p:nvSpPr>
              <p:spPr>
                <a:xfrm>
                  <a:off x="2688" y="2820"/>
                  <a:ext cx="2556" cy="684"/>
                </a:xfrm>
                <a:custGeom>
                  <a:avLst/>
                  <a:gdLst/>
                  <a:ahLst/>
                  <a:cxnLst>
                    <a:cxn ang="0">
                      <a:pos x="2412" y="0"/>
                    </a:cxn>
                    <a:cxn ang="0">
                      <a:pos x="2556" y="0"/>
                    </a:cxn>
                    <a:cxn ang="0">
                      <a:pos x="2556" y="684"/>
                    </a:cxn>
                    <a:cxn ang="0">
                      <a:pos x="0" y="684"/>
                    </a:cxn>
                  </a:cxnLst>
                  <a:pathLst>
                    <a:path w="2556" h="684">
                      <a:moveTo>
                        <a:pt x="2412" y="0"/>
                      </a:moveTo>
                      <a:lnTo>
                        <a:pt x="2556" y="0"/>
                      </a:lnTo>
                      <a:lnTo>
                        <a:pt x="2556" y="684"/>
                      </a:lnTo>
                      <a:lnTo>
                        <a:pt x="0" y="68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90" name="Freeform 34"/>
                <p:cNvSpPr/>
                <p:nvPr/>
              </p:nvSpPr>
              <p:spPr>
                <a:xfrm>
                  <a:off x="1572" y="2976"/>
                  <a:ext cx="2736" cy="432"/>
                </a:xfrm>
                <a:custGeom>
                  <a:avLst/>
                  <a:gdLst/>
                  <a:ahLst/>
                  <a:cxnLst>
                    <a:cxn ang="0">
                      <a:pos x="2736" y="0"/>
                    </a:cxn>
                    <a:cxn ang="0">
                      <a:pos x="2736" y="432"/>
                    </a:cxn>
                    <a:cxn ang="0">
                      <a:pos x="0" y="432"/>
                    </a:cxn>
                  </a:cxnLst>
                  <a:pathLst>
                    <a:path w="2736" h="432">
                      <a:moveTo>
                        <a:pt x="2736" y="0"/>
                      </a:moveTo>
                      <a:lnTo>
                        <a:pt x="2736" y="432"/>
                      </a:lnTo>
                      <a:lnTo>
                        <a:pt x="0" y="432"/>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91" name="Freeform 35"/>
                <p:cNvSpPr/>
                <p:nvPr/>
              </p:nvSpPr>
              <p:spPr>
                <a:xfrm>
                  <a:off x="1248" y="2976"/>
                  <a:ext cx="2736" cy="312"/>
                </a:xfrm>
                <a:custGeom>
                  <a:avLst/>
                  <a:gdLst/>
                  <a:ahLst/>
                  <a:cxnLst>
                    <a:cxn ang="0">
                      <a:pos x="2736" y="0"/>
                    </a:cxn>
                    <a:cxn ang="0">
                      <a:pos x="2736" y="312"/>
                    </a:cxn>
                    <a:cxn ang="0">
                      <a:pos x="0" y="312"/>
                    </a:cxn>
                  </a:cxnLst>
                  <a:pathLst>
                    <a:path w="2736" h="312">
                      <a:moveTo>
                        <a:pt x="2736" y="0"/>
                      </a:moveTo>
                      <a:lnTo>
                        <a:pt x="2736" y="312"/>
                      </a:lnTo>
                      <a:lnTo>
                        <a:pt x="0" y="312"/>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92" name="Freeform 36"/>
                <p:cNvSpPr/>
                <p:nvPr/>
              </p:nvSpPr>
              <p:spPr>
                <a:xfrm>
                  <a:off x="936" y="2976"/>
                  <a:ext cx="2736" cy="180"/>
                </a:xfrm>
                <a:custGeom>
                  <a:avLst/>
                  <a:gdLst/>
                  <a:ahLst/>
                  <a:cxnLst>
                    <a:cxn ang="0">
                      <a:pos x="2736" y="0"/>
                    </a:cxn>
                    <a:cxn ang="0">
                      <a:pos x="2736" y="180"/>
                    </a:cxn>
                    <a:cxn ang="0">
                      <a:pos x="0" y="180"/>
                    </a:cxn>
                  </a:cxnLst>
                  <a:pathLst>
                    <a:path w="2736" h="180">
                      <a:moveTo>
                        <a:pt x="2736" y="0"/>
                      </a:moveTo>
                      <a:lnTo>
                        <a:pt x="2736" y="180"/>
                      </a:lnTo>
                      <a:lnTo>
                        <a:pt x="0" y="18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93" name="Oval 37"/>
                <p:cNvSpPr/>
                <p:nvPr/>
              </p:nvSpPr>
              <p:spPr>
                <a:xfrm>
                  <a:off x="5351" y="3635"/>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94" name="Oval 38"/>
                <p:cNvSpPr/>
                <p:nvPr/>
              </p:nvSpPr>
              <p:spPr>
                <a:xfrm>
                  <a:off x="5483" y="3635"/>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95" name="Oval 39"/>
                <p:cNvSpPr/>
                <p:nvPr/>
              </p:nvSpPr>
              <p:spPr>
                <a:xfrm>
                  <a:off x="2663" y="3479"/>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96" name="Oval 40"/>
                <p:cNvSpPr/>
                <p:nvPr/>
              </p:nvSpPr>
              <p:spPr>
                <a:xfrm>
                  <a:off x="1547" y="3371"/>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97" name="Oval 41"/>
                <p:cNvSpPr/>
                <p:nvPr/>
              </p:nvSpPr>
              <p:spPr>
                <a:xfrm>
                  <a:off x="1223" y="3251"/>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98" name="Oval 42"/>
                <p:cNvSpPr/>
                <p:nvPr/>
              </p:nvSpPr>
              <p:spPr>
                <a:xfrm>
                  <a:off x="911" y="3131"/>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99" name="Oval 43"/>
                <p:cNvSpPr/>
                <p:nvPr/>
              </p:nvSpPr>
              <p:spPr>
                <a:xfrm>
                  <a:off x="2675" y="563"/>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300" name="Line 44"/>
                <p:cNvSpPr/>
                <p:nvPr/>
              </p:nvSpPr>
              <p:spPr>
                <a:xfrm flipV="1">
                  <a:off x="2712" y="348"/>
                  <a:ext cx="0" cy="216"/>
                </a:xfrm>
                <a:prstGeom prst="line">
                  <a:avLst/>
                </a:prstGeom>
                <a:ln w="19050" cap="flat" cmpd="sng">
                  <a:solidFill>
                    <a:srgbClr val="3333FF"/>
                  </a:solidFill>
                  <a:prstDash val="solid"/>
                  <a:round/>
                  <a:headEnd type="none" w="med" len="med"/>
                  <a:tailEnd type="none" w="sm" len="lg"/>
                </a:ln>
              </p:spPr>
            </p:sp>
            <p:sp>
              <p:nvSpPr>
                <p:cNvPr id="96301" name="Line 45"/>
                <p:cNvSpPr/>
                <p:nvPr/>
              </p:nvSpPr>
              <p:spPr>
                <a:xfrm>
                  <a:off x="5532" y="3696"/>
                  <a:ext cx="0" cy="216"/>
                </a:xfrm>
                <a:prstGeom prst="line">
                  <a:avLst/>
                </a:prstGeom>
                <a:ln w="19050" cap="flat" cmpd="sng">
                  <a:solidFill>
                    <a:srgbClr val="3333FF"/>
                  </a:solidFill>
                  <a:prstDash val="solid"/>
                  <a:round/>
                  <a:headEnd type="none" w="med" len="med"/>
                  <a:tailEnd type="none" w="sm" len="lg"/>
                </a:ln>
              </p:spPr>
            </p:sp>
            <p:sp>
              <p:nvSpPr>
                <p:cNvPr id="96302" name="Line 46"/>
                <p:cNvSpPr/>
                <p:nvPr/>
              </p:nvSpPr>
              <p:spPr>
                <a:xfrm>
                  <a:off x="5424" y="3912"/>
                  <a:ext cx="227" cy="0"/>
                </a:xfrm>
                <a:prstGeom prst="line">
                  <a:avLst/>
                </a:prstGeom>
                <a:ln w="57150" cap="flat" cmpd="sng">
                  <a:solidFill>
                    <a:srgbClr val="3333FF"/>
                  </a:solidFill>
                  <a:prstDash val="solid"/>
                  <a:round/>
                  <a:headEnd type="none" w="med" len="med"/>
                  <a:tailEnd type="none" w="sm" len="lg"/>
                </a:ln>
              </p:spPr>
            </p:sp>
            <p:sp>
              <p:nvSpPr>
                <p:cNvPr id="96303" name="Text Box 47"/>
                <p:cNvSpPr txBox="1"/>
                <p:nvPr/>
              </p:nvSpPr>
              <p:spPr>
                <a:xfrm>
                  <a:off x="2594" y="3690"/>
                  <a:ext cx="27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96304" name="Text Box 48"/>
                <p:cNvSpPr txBox="1"/>
                <p:nvPr/>
              </p:nvSpPr>
              <p:spPr>
                <a:xfrm>
                  <a:off x="2366" y="3690"/>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96305" name="Text Box 49"/>
                <p:cNvSpPr txBox="1"/>
                <p:nvPr/>
              </p:nvSpPr>
              <p:spPr>
                <a:xfrm>
                  <a:off x="2690" y="270"/>
                  <a:ext cx="2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grpSp>
          <p:grpSp>
            <p:nvGrpSpPr>
              <p:cNvPr id="96306" name="Group 50"/>
              <p:cNvGrpSpPr/>
              <p:nvPr/>
            </p:nvGrpSpPr>
            <p:grpSpPr>
              <a:xfrm>
                <a:off x="324" y="1884"/>
                <a:ext cx="1872" cy="0"/>
                <a:chOff x="324" y="1884"/>
                <a:chExt cx="1872" cy="0"/>
              </a:xfrm>
            </p:grpSpPr>
            <p:sp>
              <p:nvSpPr>
                <p:cNvPr id="96307" name="Line 51"/>
                <p:cNvSpPr/>
                <p:nvPr/>
              </p:nvSpPr>
              <p:spPr>
                <a:xfrm>
                  <a:off x="565" y="1884"/>
                  <a:ext cx="180" cy="0"/>
                </a:xfrm>
                <a:prstGeom prst="line">
                  <a:avLst/>
                </a:prstGeom>
                <a:ln w="19050" cap="flat" cmpd="sng">
                  <a:solidFill>
                    <a:schemeClr val="tx1"/>
                  </a:solidFill>
                  <a:prstDash val="solid"/>
                  <a:round/>
                  <a:headEnd type="none" w="med" len="med"/>
                  <a:tailEnd type="none" w="sm" len="lg"/>
                </a:ln>
              </p:spPr>
            </p:sp>
            <p:sp>
              <p:nvSpPr>
                <p:cNvPr id="96308" name="Line 52"/>
                <p:cNvSpPr/>
                <p:nvPr/>
              </p:nvSpPr>
              <p:spPr>
                <a:xfrm>
                  <a:off x="324" y="1884"/>
                  <a:ext cx="180" cy="0"/>
                </a:xfrm>
                <a:prstGeom prst="line">
                  <a:avLst/>
                </a:prstGeom>
                <a:ln w="19050" cap="flat" cmpd="sng">
                  <a:solidFill>
                    <a:schemeClr val="tx1"/>
                  </a:solidFill>
                  <a:prstDash val="solid"/>
                  <a:round/>
                  <a:headEnd type="none" w="med" len="med"/>
                  <a:tailEnd type="none" w="sm" len="lg"/>
                </a:ln>
              </p:spPr>
            </p:sp>
            <p:sp>
              <p:nvSpPr>
                <p:cNvPr id="96309" name="Line 53"/>
                <p:cNvSpPr/>
                <p:nvPr/>
              </p:nvSpPr>
              <p:spPr>
                <a:xfrm>
                  <a:off x="807" y="1884"/>
                  <a:ext cx="180" cy="0"/>
                </a:xfrm>
                <a:prstGeom prst="line">
                  <a:avLst/>
                </a:prstGeom>
                <a:ln w="19050" cap="flat" cmpd="sng">
                  <a:solidFill>
                    <a:schemeClr val="tx1"/>
                  </a:solidFill>
                  <a:prstDash val="solid"/>
                  <a:round/>
                  <a:headEnd type="none" w="med" len="med"/>
                  <a:tailEnd type="none" w="sm" len="lg"/>
                </a:ln>
              </p:spPr>
            </p:sp>
            <p:sp>
              <p:nvSpPr>
                <p:cNvPr id="96310" name="Line 54"/>
                <p:cNvSpPr/>
                <p:nvPr/>
              </p:nvSpPr>
              <p:spPr>
                <a:xfrm>
                  <a:off x="1049" y="1884"/>
                  <a:ext cx="180" cy="0"/>
                </a:xfrm>
                <a:prstGeom prst="line">
                  <a:avLst/>
                </a:prstGeom>
                <a:ln w="19050" cap="flat" cmpd="sng">
                  <a:solidFill>
                    <a:schemeClr val="tx1"/>
                  </a:solidFill>
                  <a:prstDash val="solid"/>
                  <a:round/>
                  <a:headEnd type="none" w="med" len="med"/>
                  <a:tailEnd type="none" w="sm" len="lg"/>
                </a:ln>
              </p:spPr>
            </p:sp>
            <p:sp>
              <p:nvSpPr>
                <p:cNvPr id="96311" name="Line 55"/>
                <p:cNvSpPr/>
                <p:nvPr/>
              </p:nvSpPr>
              <p:spPr>
                <a:xfrm>
                  <a:off x="1290" y="1884"/>
                  <a:ext cx="180" cy="0"/>
                </a:xfrm>
                <a:prstGeom prst="line">
                  <a:avLst/>
                </a:prstGeom>
                <a:ln w="19050" cap="flat" cmpd="sng">
                  <a:solidFill>
                    <a:schemeClr val="tx1"/>
                  </a:solidFill>
                  <a:prstDash val="solid"/>
                  <a:round/>
                  <a:headEnd type="none" w="med" len="med"/>
                  <a:tailEnd type="none" w="sm" len="lg"/>
                </a:ln>
              </p:spPr>
            </p:sp>
            <p:sp>
              <p:nvSpPr>
                <p:cNvPr id="96312" name="Line 56"/>
                <p:cNvSpPr/>
                <p:nvPr/>
              </p:nvSpPr>
              <p:spPr>
                <a:xfrm>
                  <a:off x="1532" y="1884"/>
                  <a:ext cx="180" cy="0"/>
                </a:xfrm>
                <a:prstGeom prst="line">
                  <a:avLst/>
                </a:prstGeom>
                <a:ln w="19050" cap="flat" cmpd="sng">
                  <a:solidFill>
                    <a:schemeClr val="tx1"/>
                  </a:solidFill>
                  <a:prstDash val="solid"/>
                  <a:round/>
                  <a:headEnd type="none" w="med" len="med"/>
                  <a:tailEnd type="none" w="sm" len="lg"/>
                </a:ln>
              </p:spPr>
            </p:sp>
            <p:sp>
              <p:nvSpPr>
                <p:cNvPr id="96313" name="Line 57"/>
                <p:cNvSpPr/>
                <p:nvPr/>
              </p:nvSpPr>
              <p:spPr>
                <a:xfrm>
                  <a:off x="1774" y="1884"/>
                  <a:ext cx="180" cy="0"/>
                </a:xfrm>
                <a:prstGeom prst="line">
                  <a:avLst/>
                </a:prstGeom>
                <a:ln w="19050" cap="flat" cmpd="sng">
                  <a:solidFill>
                    <a:schemeClr val="tx1"/>
                  </a:solidFill>
                  <a:prstDash val="solid"/>
                  <a:round/>
                  <a:headEnd type="none" w="med" len="med"/>
                  <a:tailEnd type="none" w="sm" len="lg"/>
                </a:ln>
              </p:spPr>
            </p:sp>
            <p:sp>
              <p:nvSpPr>
                <p:cNvPr id="96314" name="Line 58"/>
                <p:cNvSpPr/>
                <p:nvPr/>
              </p:nvSpPr>
              <p:spPr>
                <a:xfrm>
                  <a:off x="2016" y="1884"/>
                  <a:ext cx="180" cy="0"/>
                </a:xfrm>
                <a:prstGeom prst="line">
                  <a:avLst/>
                </a:prstGeom>
                <a:ln w="19050" cap="flat" cmpd="sng">
                  <a:solidFill>
                    <a:schemeClr val="tx1"/>
                  </a:solidFill>
                  <a:prstDash val="solid"/>
                  <a:round/>
                  <a:headEnd type="none" w="med" len="med"/>
                  <a:tailEnd type="none" w="sm" len="lg"/>
                </a:ln>
              </p:spPr>
            </p:sp>
          </p:grpSp>
          <p:grpSp>
            <p:nvGrpSpPr>
              <p:cNvPr id="96315" name="Group 59"/>
              <p:cNvGrpSpPr/>
              <p:nvPr/>
            </p:nvGrpSpPr>
            <p:grpSpPr>
              <a:xfrm>
                <a:off x="3084" y="1884"/>
                <a:ext cx="1848" cy="0"/>
                <a:chOff x="3084" y="1884"/>
                <a:chExt cx="1848" cy="0"/>
              </a:xfrm>
            </p:grpSpPr>
            <p:sp>
              <p:nvSpPr>
                <p:cNvPr id="96316" name="Line 60"/>
                <p:cNvSpPr/>
                <p:nvPr/>
              </p:nvSpPr>
              <p:spPr>
                <a:xfrm>
                  <a:off x="3084" y="1884"/>
                  <a:ext cx="180" cy="0"/>
                </a:xfrm>
                <a:prstGeom prst="line">
                  <a:avLst/>
                </a:prstGeom>
                <a:ln w="19050" cap="flat" cmpd="sng">
                  <a:solidFill>
                    <a:schemeClr val="tx1"/>
                  </a:solidFill>
                  <a:prstDash val="solid"/>
                  <a:round/>
                  <a:headEnd type="none" w="med" len="med"/>
                  <a:tailEnd type="none" w="sm" len="lg"/>
                </a:ln>
              </p:spPr>
            </p:sp>
            <p:sp>
              <p:nvSpPr>
                <p:cNvPr id="96317" name="Line 61"/>
                <p:cNvSpPr/>
                <p:nvPr/>
              </p:nvSpPr>
              <p:spPr>
                <a:xfrm>
                  <a:off x="3322" y="1884"/>
                  <a:ext cx="180" cy="0"/>
                </a:xfrm>
                <a:prstGeom prst="line">
                  <a:avLst/>
                </a:prstGeom>
                <a:ln w="19050" cap="flat" cmpd="sng">
                  <a:solidFill>
                    <a:schemeClr val="tx1"/>
                  </a:solidFill>
                  <a:prstDash val="solid"/>
                  <a:round/>
                  <a:headEnd type="none" w="med" len="med"/>
                  <a:tailEnd type="none" w="sm" len="lg"/>
                </a:ln>
              </p:spPr>
            </p:sp>
            <p:sp>
              <p:nvSpPr>
                <p:cNvPr id="96318" name="Line 62"/>
                <p:cNvSpPr/>
                <p:nvPr/>
              </p:nvSpPr>
              <p:spPr>
                <a:xfrm>
                  <a:off x="3560" y="1884"/>
                  <a:ext cx="180" cy="0"/>
                </a:xfrm>
                <a:prstGeom prst="line">
                  <a:avLst/>
                </a:prstGeom>
                <a:ln w="19050" cap="flat" cmpd="sng">
                  <a:solidFill>
                    <a:schemeClr val="tx1"/>
                  </a:solidFill>
                  <a:prstDash val="solid"/>
                  <a:round/>
                  <a:headEnd type="none" w="med" len="med"/>
                  <a:tailEnd type="none" w="sm" len="lg"/>
                </a:ln>
              </p:spPr>
            </p:sp>
            <p:sp>
              <p:nvSpPr>
                <p:cNvPr id="96319" name="Line 63"/>
                <p:cNvSpPr/>
                <p:nvPr/>
              </p:nvSpPr>
              <p:spPr>
                <a:xfrm>
                  <a:off x="3798" y="1884"/>
                  <a:ext cx="180" cy="0"/>
                </a:xfrm>
                <a:prstGeom prst="line">
                  <a:avLst/>
                </a:prstGeom>
                <a:ln w="19050" cap="flat" cmpd="sng">
                  <a:solidFill>
                    <a:schemeClr val="tx1"/>
                  </a:solidFill>
                  <a:prstDash val="solid"/>
                  <a:round/>
                  <a:headEnd type="none" w="med" len="med"/>
                  <a:tailEnd type="none" w="sm" len="lg"/>
                </a:ln>
              </p:spPr>
            </p:sp>
            <p:sp>
              <p:nvSpPr>
                <p:cNvPr id="96320" name="Line 64"/>
                <p:cNvSpPr/>
                <p:nvPr/>
              </p:nvSpPr>
              <p:spPr>
                <a:xfrm>
                  <a:off x="4037" y="1884"/>
                  <a:ext cx="180" cy="0"/>
                </a:xfrm>
                <a:prstGeom prst="line">
                  <a:avLst/>
                </a:prstGeom>
                <a:ln w="19050" cap="flat" cmpd="sng">
                  <a:solidFill>
                    <a:schemeClr val="tx1"/>
                  </a:solidFill>
                  <a:prstDash val="solid"/>
                  <a:round/>
                  <a:headEnd type="none" w="med" len="med"/>
                  <a:tailEnd type="none" w="sm" len="lg"/>
                </a:ln>
              </p:spPr>
            </p:sp>
            <p:sp>
              <p:nvSpPr>
                <p:cNvPr id="96321" name="Line 65"/>
                <p:cNvSpPr/>
                <p:nvPr/>
              </p:nvSpPr>
              <p:spPr>
                <a:xfrm>
                  <a:off x="4275" y="1884"/>
                  <a:ext cx="180" cy="0"/>
                </a:xfrm>
                <a:prstGeom prst="line">
                  <a:avLst/>
                </a:prstGeom>
                <a:ln w="19050" cap="flat" cmpd="sng">
                  <a:solidFill>
                    <a:schemeClr val="tx1"/>
                  </a:solidFill>
                  <a:prstDash val="solid"/>
                  <a:round/>
                  <a:headEnd type="none" w="med" len="med"/>
                  <a:tailEnd type="none" w="sm" len="lg"/>
                </a:ln>
              </p:spPr>
            </p:sp>
            <p:sp>
              <p:nvSpPr>
                <p:cNvPr id="96322" name="Line 66"/>
                <p:cNvSpPr/>
                <p:nvPr/>
              </p:nvSpPr>
              <p:spPr>
                <a:xfrm>
                  <a:off x="4513" y="1884"/>
                  <a:ext cx="180" cy="0"/>
                </a:xfrm>
                <a:prstGeom prst="line">
                  <a:avLst/>
                </a:prstGeom>
                <a:ln w="19050" cap="flat" cmpd="sng">
                  <a:solidFill>
                    <a:schemeClr val="tx1"/>
                  </a:solidFill>
                  <a:prstDash val="solid"/>
                  <a:round/>
                  <a:headEnd type="none" w="med" len="med"/>
                  <a:tailEnd type="none" w="sm" len="lg"/>
                </a:ln>
              </p:spPr>
            </p:sp>
            <p:sp>
              <p:nvSpPr>
                <p:cNvPr id="96323" name="Line 67"/>
                <p:cNvSpPr/>
                <p:nvPr/>
              </p:nvSpPr>
              <p:spPr>
                <a:xfrm>
                  <a:off x="4752" y="1884"/>
                  <a:ext cx="180" cy="0"/>
                </a:xfrm>
                <a:prstGeom prst="line">
                  <a:avLst/>
                </a:prstGeom>
                <a:ln w="19050" cap="flat" cmpd="sng">
                  <a:solidFill>
                    <a:schemeClr val="tx1"/>
                  </a:solidFill>
                  <a:prstDash val="solid"/>
                  <a:round/>
                  <a:headEnd type="none" w="med" len="med"/>
                  <a:tailEnd type="none" w="sm" len="lg"/>
                </a:ln>
              </p:spPr>
            </p:sp>
          </p:grpSp>
          <p:grpSp>
            <p:nvGrpSpPr>
              <p:cNvPr id="96324" name="Group 68"/>
              <p:cNvGrpSpPr/>
              <p:nvPr/>
            </p:nvGrpSpPr>
            <p:grpSpPr>
              <a:xfrm>
                <a:off x="4836" y="2304"/>
                <a:ext cx="180" cy="252"/>
                <a:chOff x="4836" y="2304"/>
                <a:chExt cx="180" cy="252"/>
              </a:xfrm>
            </p:grpSpPr>
            <p:sp>
              <p:nvSpPr>
                <p:cNvPr id="96325" name="Line 69"/>
                <p:cNvSpPr/>
                <p:nvPr/>
              </p:nvSpPr>
              <p:spPr>
                <a:xfrm>
                  <a:off x="4836" y="2304"/>
                  <a:ext cx="180" cy="0"/>
                </a:xfrm>
                <a:prstGeom prst="line">
                  <a:avLst/>
                </a:prstGeom>
                <a:ln w="19050" cap="flat" cmpd="sng">
                  <a:solidFill>
                    <a:schemeClr val="tx1"/>
                  </a:solidFill>
                  <a:prstDash val="solid"/>
                  <a:round/>
                  <a:headEnd type="none" w="med" len="med"/>
                  <a:tailEnd type="none" w="sm" len="lg"/>
                </a:ln>
              </p:spPr>
            </p:sp>
            <p:sp>
              <p:nvSpPr>
                <p:cNvPr id="96326" name="Line 70"/>
                <p:cNvSpPr/>
                <p:nvPr/>
              </p:nvSpPr>
              <p:spPr>
                <a:xfrm>
                  <a:off x="4836" y="2556"/>
                  <a:ext cx="180" cy="0"/>
                </a:xfrm>
                <a:prstGeom prst="line">
                  <a:avLst/>
                </a:prstGeom>
                <a:ln w="19050" cap="flat" cmpd="sng">
                  <a:solidFill>
                    <a:schemeClr val="tx1"/>
                  </a:solidFill>
                  <a:prstDash val="solid"/>
                  <a:round/>
                  <a:headEnd type="none" w="med" len="med"/>
                  <a:tailEnd type="none" w="sm" len="lg"/>
                </a:ln>
              </p:spPr>
            </p:sp>
          </p:grpSp>
          <p:grpSp>
            <p:nvGrpSpPr>
              <p:cNvPr id="96327" name="Group 71"/>
              <p:cNvGrpSpPr/>
              <p:nvPr/>
            </p:nvGrpSpPr>
            <p:grpSpPr>
              <a:xfrm>
                <a:off x="2076" y="2316"/>
                <a:ext cx="180" cy="240"/>
                <a:chOff x="2076" y="2316"/>
                <a:chExt cx="180" cy="240"/>
              </a:xfrm>
            </p:grpSpPr>
            <p:sp>
              <p:nvSpPr>
                <p:cNvPr id="96328" name="Line 72"/>
                <p:cNvSpPr/>
                <p:nvPr/>
              </p:nvSpPr>
              <p:spPr>
                <a:xfrm>
                  <a:off x="2076" y="2556"/>
                  <a:ext cx="180" cy="0"/>
                </a:xfrm>
                <a:prstGeom prst="line">
                  <a:avLst/>
                </a:prstGeom>
                <a:ln w="19050" cap="flat" cmpd="sng">
                  <a:solidFill>
                    <a:schemeClr val="tx1"/>
                  </a:solidFill>
                  <a:prstDash val="solid"/>
                  <a:round/>
                  <a:headEnd type="none" w="med" len="med"/>
                  <a:tailEnd type="none" w="sm" len="lg"/>
                </a:ln>
              </p:spPr>
            </p:sp>
            <p:sp>
              <p:nvSpPr>
                <p:cNvPr id="96329" name="Line 73"/>
                <p:cNvSpPr/>
                <p:nvPr/>
              </p:nvSpPr>
              <p:spPr>
                <a:xfrm>
                  <a:off x="2076" y="2316"/>
                  <a:ext cx="180" cy="0"/>
                </a:xfrm>
                <a:prstGeom prst="line">
                  <a:avLst/>
                </a:prstGeom>
                <a:ln w="19050" cap="flat" cmpd="sng">
                  <a:solidFill>
                    <a:schemeClr val="tx1"/>
                  </a:solidFill>
                  <a:prstDash val="solid"/>
                  <a:round/>
                  <a:headEnd type="none" w="med" len="med"/>
                  <a:tailEnd type="none" w="sm" len="lg"/>
                </a:ln>
              </p:spPr>
            </p:sp>
          </p:grpSp>
        </p:grpSp>
        <p:sp>
          <p:nvSpPr>
            <p:cNvPr id="96330" name="Oval 74"/>
            <p:cNvSpPr/>
            <p:nvPr/>
          </p:nvSpPr>
          <p:spPr>
            <a:xfrm>
              <a:off x="2337" y="2651"/>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1" name="Oval 75"/>
            <p:cNvSpPr/>
            <p:nvPr/>
          </p:nvSpPr>
          <p:spPr>
            <a:xfrm>
              <a:off x="2337" y="2423"/>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2" name="Oval 76"/>
            <p:cNvSpPr/>
            <p:nvPr/>
          </p:nvSpPr>
          <p:spPr>
            <a:xfrm>
              <a:off x="855" y="1788"/>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3" name="Oval 77"/>
            <p:cNvSpPr/>
            <p:nvPr/>
          </p:nvSpPr>
          <p:spPr>
            <a:xfrm>
              <a:off x="1330" y="177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4" name="Oval 78"/>
            <p:cNvSpPr/>
            <p:nvPr/>
          </p:nvSpPr>
          <p:spPr>
            <a:xfrm>
              <a:off x="1812" y="1787"/>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5" name="Oval 79"/>
            <p:cNvSpPr/>
            <p:nvPr/>
          </p:nvSpPr>
          <p:spPr>
            <a:xfrm>
              <a:off x="3075" y="1787"/>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6" name="Oval 80"/>
            <p:cNvSpPr/>
            <p:nvPr/>
          </p:nvSpPr>
          <p:spPr>
            <a:xfrm>
              <a:off x="3583" y="1780"/>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7" name="Oval 81"/>
            <p:cNvSpPr/>
            <p:nvPr/>
          </p:nvSpPr>
          <p:spPr>
            <a:xfrm>
              <a:off x="4032" y="1786"/>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8" name="Oval 82"/>
            <p:cNvSpPr/>
            <p:nvPr/>
          </p:nvSpPr>
          <p:spPr>
            <a:xfrm>
              <a:off x="4515" y="1796"/>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9" name="Oval 83"/>
            <p:cNvSpPr/>
            <p:nvPr/>
          </p:nvSpPr>
          <p:spPr>
            <a:xfrm>
              <a:off x="381" y="1788"/>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0" name="Oval 84"/>
            <p:cNvSpPr/>
            <p:nvPr/>
          </p:nvSpPr>
          <p:spPr>
            <a:xfrm>
              <a:off x="610" y="1787"/>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1" name="Oval 85"/>
            <p:cNvSpPr/>
            <p:nvPr/>
          </p:nvSpPr>
          <p:spPr>
            <a:xfrm>
              <a:off x="1102" y="1787"/>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2" name="Oval 86"/>
            <p:cNvSpPr/>
            <p:nvPr/>
          </p:nvSpPr>
          <p:spPr>
            <a:xfrm>
              <a:off x="1593" y="177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3" name="Oval 87"/>
            <p:cNvSpPr/>
            <p:nvPr/>
          </p:nvSpPr>
          <p:spPr>
            <a:xfrm>
              <a:off x="2058" y="1780"/>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4" name="Oval 88"/>
            <p:cNvSpPr/>
            <p:nvPr/>
          </p:nvSpPr>
          <p:spPr>
            <a:xfrm>
              <a:off x="3363" y="177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5" name="Oval 89"/>
            <p:cNvSpPr/>
            <p:nvPr/>
          </p:nvSpPr>
          <p:spPr>
            <a:xfrm>
              <a:off x="3837" y="177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6" name="Oval 90"/>
            <p:cNvSpPr/>
            <p:nvPr/>
          </p:nvSpPr>
          <p:spPr>
            <a:xfrm>
              <a:off x="4318" y="177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7" name="Oval 91"/>
            <p:cNvSpPr/>
            <p:nvPr/>
          </p:nvSpPr>
          <p:spPr>
            <a:xfrm>
              <a:off x="4803" y="177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8" name="Oval 92"/>
            <p:cNvSpPr/>
            <p:nvPr/>
          </p:nvSpPr>
          <p:spPr>
            <a:xfrm>
              <a:off x="5082" y="2624"/>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9" name="Oval 93"/>
            <p:cNvSpPr/>
            <p:nvPr/>
          </p:nvSpPr>
          <p:spPr>
            <a:xfrm>
              <a:off x="5082" y="2372"/>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023620" y="895350"/>
            <a:ext cx="7237730" cy="953135"/>
          </a:xfrm>
          <a:prstGeom prst="rect">
            <a:avLst/>
          </a:prstGeom>
          <a:noFill/>
        </p:spPr>
        <p:txBody>
          <a:bodyPr wrap="square" rtlCol="0" anchor="t">
            <a:spAutoFit/>
          </a:bodyPr>
          <a:p>
            <a:r>
              <a:rPr lang="en-US" altLang="zh-CN" sz="2800" i="0" dirty="0"/>
              <a:t>例： 用一片74LS138三输入八输出译码器和适当门电路实现函数</a:t>
            </a:r>
            <a:endParaRPr lang="en-US" altLang="zh-CN" sz="2800" i="0" dirty="0"/>
          </a:p>
        </p:txBody>
      </p:sp>
      <p:graphicFrame>
        <p:nvGraphicFramePr>
          <p:cNvPr id="4" name="对象 3">
            <a:hlinkClick r:id="" action="ppaction://ole?verb="/>
          </p:cNvPr>
          <p:cNvGraphicFramePr>
            <a:graphicFrameLocks noChangeAspect="1"/>
          </p:cNvGraphicFramePr>
          <p:nvPr/>
        </p:nvGraphicFramePr>
        <p:xfrm>
          <a:off x="4439920" y="1404620"/>
          <a:ext cx="3288665" cy="447675"/>
        </p:xfrm>
        <a:graphic>
          <a:graphicData uri="http://schemas.openxmlformats.org/presentationml/2006/ole">
            <mc:AlternateContent xmlns:mc="http://schemas.openxmlformats.org/markup-compatibility/2006">
              <mc:Choice xmlns:v="urn:schemas-microsoft-com:vml" Requires="v">
                <p:oleObj spid="_x0000_s1025" name="" r:id="rId1" imgW="1587500" imgH="215900" progId="Equation.KSEE3">
                  <p:embed/>
                </p:oleObj>
              </mc:Choice>
              <mc:Fallback>
                <p:oleObj name="" r:id="rId1" imgW="1587500" imgH="215900" progId="Equation.KSEE3">
                  <p:embed/>
                  <p:pic>
                    <p:nvPicPr>
                      <p:cNvPr id="0" name="图片 1024"/>
                      <p:cNvPicPr/>
                      <p:nvPr/>
                    </p:nvPicPr>
                    <p:blipFill>
                      <a:blip r:embed="rId2"/>
                      <a:stretch>
                        <a:fillRect/>
                      </a:stretch>
                    </p:blipFill>
                    <p:spPr>
                      <a:xfrm>
                        <a:off x="4439920" y="1404620"/>
                        <a:ext cx="3288665" cy="447675"/>
                      </a:xfrm>
                      <a:prstGeom prst="rect">
                        <a:avLst/>
                      </a:prstGeom>
                    </p:spPr>
                  </p:pic>
                </p:oleObj>
              </mc:Fallback>
            </mc:AlternateContent>
          </a:graphicData>
        </a:graphic>
      </p:graphicFrame>
      <p:sp>
        <p:nvSpPr>
          <p:cNvPr id="95234" name="Rectangle 3"/>
          <p:cNvSpPr/>
          <p:nvPr/>
        </p:nvSpPr>
        <p:spPr>
          <a:xfrm>
            <a:off x="1031875" y="1950085"/>
            <a:ext cx="901700" cy="519113"/>
          </a:xfrm>
          <a:prstGeom prst="rect">
            <a:avLst/>
          </a:prstGeom>
          <a:noFill/>
          <a:ln w="19050">
            <a:noFill/>
          </a:ln>
        </p:spPr>
        <p:txBody>
          <a:bodyPr anchor="t" anchorCtr="0">
            <a:spAutoFit/>
          </a:bodyPr>
          <a:p>
            <a:r>
              <a:rPr lang="zh-CN" altLang="en-US" sz="2800" b="1" i="0" dirty="0">
                <a:latin typeface="Times New Roman" panose="02020603050405020304" pitchFamily="18" charset="0"/>
                <a:ea typeface="宋体" panose="02010600030101010101" pitchFamily="2" charset="-122"/>
              </a:rPr>
              <a:t>解：</a:t>
            </a:r>
            <a:endParaRPr lang="zh-CN" altLang="en-US" sz="2800" b="1" i="0" dirty="0">
              <a:latin typeface="Times New Roman" panose="02020603050405020304" pitchFamily="18" charset="0"/>
              <a:ea typeface="宋体" panose="02010600030101010101" pitchFamily="2" charset="-122"/>
            </a:endParaRPr>
          </a:p>
        </p:txBody>
      </p:sp>
      <p:graphicFrame>
        <p:nvGraphicFramePr>
          <p:cNvPr id="95238" name="Object 7"/>
          <p:cNvGraphicFramePr>
            <a:graphicFrameLocks noChangeAspect="1"/>
          </p:cNvGraphicFramePr>
          <p:nvPr/>
        </p:nvGraphicFramePr>
        <p:xfrm>
          <a:off x="1798955" y="2064385"/>
          <a:ext cx="5929630" cy="2616200"/>
        </p:xfrm>
        <a:graphic>
          <a:graphicData uri="http://schemas.openxmlformats.org/presentationml/2006/ole">
            <mc:AlternateContent xmlns:mc="http://schemas.openxmlformats.org/markup-compatibility/2006">
              <mc:Choice xmlns:v="urn:schemas-microsoft-com:vml" Requires="v">
                <p:oleObj spid="_x0000_s3274" name="" r:id="rId3" imgW="2501900" imgH="1104900" progId="Equation.3">
                  <p:embed/>
                </p:oleObj>
              </mc:Choice>
              <mc:Fallback>
                <p:oleObj name="" r:id="rId3" imgW="2501900" imgH="1104900" progId="Equation.3">
                  <p:embed/>
                  <p:pic>
                    <p:nvPicPr>
                      <p:cNvPr id="0" name="图片 3273"/>
                      <p:cNvPicPr/>
                      <p:nvPr/>
                    </p:nvPicPr>
                    <p:blipFill>
                      <a:blip r:embed="rId4"/>
                      <a:stretch>
                        <a:fillRect/>
                      </a:stretch>
                    </p:blipFill>
                    <p:spPr>
                      <a:xfrm>
                        <a:off x="1798955" y="2064385"/>
                        <a:ext cx="5929630" cy="26162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 name="组合 11"/>
          <p:cNvGrpSpPr/>
          <p:nvPr/>
        </p:nvGrpSpPr>
        <p:grpSpPr>
          <a:xfrm>
            <a:off x="661670" y="824865"/>
            <a:ext cx="7952740" cy="5548630"/>
            <a:chOff x="1348" y="860"/>
            <a:chExt cx="12524" cy="8738"/>
          </a:xfrm>
        </p:grpSpPr>
        <p:grpSp>
          <p:nvGrpSpPr>
            <p:cNvPr id="4" name="组合 3"/>
            <p:cNvGrpSpPr/>
            <p:nvPr/>
          </p:nvGrpSpPr>
          <p:grpSpPr>
            <a:xfrm>
              <a:off x="1348" y="1518"/>
              <a:ext cx="12525" cy="8080"/>
              <a:chOff x="1348" y="1518"/>
              <a:chExt cx="12525" cy="8080"/>
            </a:xfrm>
          </p:grpSpPr>
          <p:grpSp>
            <p:nvGrpSpPr>
              <p:cNvPr id="94209" name="Group 61"/>
              <p:cNvGrpSpPr/>
              <p:nvPr/>
            </p:nvGrpSpPr>
            <p:grpSpPr>
              <a:xfrm>
                <a:off x="1348" y="1518"/>
                <a:ext cx="12525" cy="8080"/>
                <a:chOff x="458" y="716"/>
                <a:chExt cx="5010" cy="3232"/>
              </a:xfrm>
            </p:grpSpPr>
            <p:grpSp>
              <p:nvGrpSpPr>
                <p:cNvPr id="94210" name="Group 2"/>
                <p:cNvGrpSpPr/>
                <p:nvPr/>
              </p:nvGrpSpPr>
              <p:grpSpPr>
                <a:xfrm>
                  <a:off x="458" y="716"/>
                  <a:ext cx="5010" cy="3232"/>
                  <a:chOff x="458" y="716"/>
                  <a:chExt cx="5010" cy="3232"/>
                </a:xfrm>
              </p:grpSpPr>
              <p:grpSp>
                <p:nvGrpSpPr>
                  <p:cNvPr id="94211" name="Group 3"/>
                  <p:cNvGrpSpPr/>
                  <p:nvPr/>
                </p:nvGrpSpPr>
                <p:grpSpPr>
                  <a:xfrm>
                    <a:off x="458" y="716"/>
                    <a:ext cx="5010" cy="3232"/>
                    <a:chOff x="314" y="752"/>
                    <a:chExt cx="5010" cy="3232"/>
                  </a:xfrm>
                </p:grpSpPr>
                <p:sp>
                  <p:nvSpPr>
                    <p:cNvPr id="94212" name="Rectangle 4"/>
                    <p:cNvSpPr/>
                    <p:nvPr/>
                  </p:nvSpPr>
                  <p:spPr>
                    <a:xfrm>
                      <a:off x="1116" y="756"/>
                      <a:ext cx="1632" cy="2484"/>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13" name="Text Box 5"/>
                    <p:cNvSpPr txBox="1"/>
                    <p:nvPr/>
                  </p:nvSpPr>
                  <p:spPr>
                    <a:xfrm>
                      <a:off x="1082" y="955"/>
                      <a:ext cx="354" cy="1753"/>
                    </a:xfrm>
                    <a:prstGeom prst="rect">
                      <a:avLst/>
                    </a:prstGeom>
                    <a:noFill/>
                    <a:ln w="19050">
                      <a:noFill/>
                    </a:ln>
                  </p:spPr>
                  <p:txBody>
                    <a:bodyPr wrap="none" anchor="t" anchorCtr="0">
                      <a:spAutoFit/>
                    </a:bodyPr>
                    <a:p>
                      <a:pPr>
                        <a:lnSpc>
                          <a:spcPct val="210000"/>
                        </a:lnSpc>
                      </a:pP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endParaRPr lang="en-US" altLang="zh-CN" sz="2800" i="0" baseline="-25000" dirty="0">
                        <a:latin typeface="Times New Roman" panose="02020603050405020304" pitchFamily="18" charset="0"/>
                        <a:ea typeface="宋体" panose="02010600030101010101" pitchFamily="2" charset="-122"/>
                      </a:endParaRPr>
                    </a:p>
                  </p:txBody>
                </p:sp>
                <p:sp>
                  <p:nvSpPr>
                    <p:cNvPr id="94214" name="Text Box 6"/>
                    <p:cNvSpPr txBox="1"/>
                    <p:nvPr/>
                  </p:nvSpPr>
                  <p:spPr>
                    <a:xfrm>
                      <a:off x="2402" y="752"/>
                      <a:ext cx="354" cy="2426"/>
                    </a:xfrm>
                    <a:prstGeom prst="rect">
                      <a:avLst/>
                    </a:prstGeom>
                    <a:noFill/>
                    <a:ln w="19050">
                      <a:noFill/>
                    </a:ln>
                  </p:spPr>
                  <p:txBody>
                    <a:bodyPr wrap="none" anchor="t" anchorCtr="0">
                      <a:spAutoFit/>
                    </a:bodyPr>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0</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2</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3</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4</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5</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6</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7</a:t>
                      </a:r>
                      <a:endParaRPr lang="en-US" altLang="zh-CN" sz="2800" i="0" baseline="-25000" dirty="0">
                        <a:latin typeface="Times New Roman" panose="02020603050405020304" pitchFamily="18" charset="0"/>
                        <a:ea typeface="宋体" panose="02010600030101010101" pitchFamily="2" charset="-122"/>
                      </a:endParaRPr>
                    </a:p>
                  </p:txBody>
                </p:sp>
                <p:sp>
                  <p:nvSpPr>
                    <p:cNvPr id="94215" name="Text Box 7"/>
                    <p:cNvSpPr txBox="1"/>
                    <p:nvPr/>
                  </p:nvSpPr>
                  <p:spPr>
                    <a:xfrm>
                      <a:off x="314" y="955"/>
                      <a:ext cx="277" cy="1767"/>
                    </a:xfrm>
                    <a:prstGeom prst="rect">
                      <a:avLst/>
                    </a:prstGeom>
                    <a:noFill/>
                    <a:ln w="19050">
                      <a:noFill/>
                    </a:ln>
                  </p:spPr>
                  <p:txBody>
                    <a:bodyPr wrap="none" anchor="t" anchorCtr="0">
                      <a:spAutoFit/>
                    </a:bodyPr>
                    <a:p>
                      <a:pPr>
                        <a:lnSpc>
                          <a:spcPct val="210000"/>
                        </a:lnSpc>
                      </a:pPr>
                      <a:r>
                        <a:rPr lang="en-US" altLang="zh-CN" sz="2800" i="0" dirty="0">
                          <a:latin typeface="Times New Roman" panose="02020603050405020304" pitchFamily="18" charset="0"/>
                          <a:ea typeface="宋体" panose="02010600030101010101" pitchFamily="2" charset="-122"/>
                        </a:rPr>
                        <a:t>B</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C</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D</a:t>
                      </a:r>
                      <a:endParaRPr lang="en-US" altLang="zh-CN" sz="2800" i="0" baseline="-25000" dirty="0">
                        <a:latin typeface="Times New Roman" panose="02020603050405020304" pitchFamily="18" charset="0"/>
                        <a:ea typeface="宋体" panose="02010600030101010101" pitchFamily="2" charset="-122"/>
                      </a:endParaRPr>
                    </a:p>
                  </p:txBody>
                </p:sp>
                <p:sp>
                  <p:nvSpPr>
                    <p:cNvPr id="94216" name="Text Box 8"/>
                    <p:cNvSpPr txBox="1"/>
                    <p:nvPr/>
                  </p:nvSpPr>
                  <p:spPr>
                    <a:xfrm>
                      <a:off x="1130" y="2923"/>
                      <a:ext cx="926" cy="300"/>
                    </a:xfrm>
                    <a:prstGeom prst="rect">
                      <a:avLst/>
                    </a:prstGeom>
                    <a:noFill/>
                    <a:ln w="19050">
                      <a:noFill/>
                    </a:ln>
                  </p:spPr>
                  <p:txBody>
                    <a:bodyPr anchor="t" anchorCtr="0">
                      <a:spAutoFit/>
                    </a:bodyPr>
                    <a:p>
                      <a:pP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1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3</a:t>
                      </a:r>
                      <a:endParaRPr lang="en-US" altLang="zh-CN" sz="2800" i="0" baseline="-25000" dirty="0">
                        <a:latin typeface="Times New Roman" panose="02020603050405020304" pitchFamily="18" charset="0"/>
                        <a:ea typeface="宋体" panose="02010600030101010101" pitchFamily="2" charset="-122"/>
                      </a:endParaRPr>
                    </a:p>
                  </p:txBody>
                </p:sp>
                <p:sp>
                  <p:nvSpPr>
                    <p:cNvPr id="94217" name="Line 9"/>
                    <p:cNvSpPr/>
                    <p:nvPr/>
                  </p:nvSpPr>
                  <p:spPr>
                    <a:xfrm>
                      <a:off x="600" y="1380"/>
                      <a:ext cx="504" cy="0"/>
                    </a:xfrm>
                    <a:prstGeom prst="line">
                      <a:avLst/>
                    </a:prstGeom>
                    <a:ln w="19050" cap="flat" cmpd="sng">
                      <a:solidFill>
                        <a:srgbClr val="3333FF"/>
                      </a:solidFill>
                      <a:prstDash val="solid"/>
                      <a:round/>
                      <a:headEnd type="none" w="med" len="med"/>
                      <a:tailEnd type="none" w="sm" len="lg"/>
                    </a:ln>
                  </p:spPr>
                </p:sp>
                <p:sp>
                  <p:nvSpPr>
                    <p:cNvPr id="94218" name="Line 10"/>
                    <p:cNvSpPr/>
                    <p:nvPr/>
                  </p:nvSpPr>
                  <p:spPr>
                    <a:xfrm>
                      <a:off x="600" y="1944"/>
                      <a:ext cx="504" cy="0"/>
                    </a:xfrm>
                    <a:prstGeom prst="line">
                      <a:avLst/>
                    </a:prstGeom>
                    <a:ln w="19050" cap="flat" cmpd="sng">
                      <a:solidFill>
                        <a:srgbClr val="3333FF"/>
                      </a:solidFill>
                      <a:prstDash val="solid"/>
                      <a:round/>
                      <a:headEnd type="none" w="med" len="med"/>
                      <a:tailEnd type="none" w="sm" len="lg"/>
                    </a:ln>
                  </p:spPr>
                </p:sp>
                <p:sp>
                  <p:nvSpPr>
                    <p:cNvPr id="94219" name="Line 11"/>
                    <p:cNvSpPr/>
                    <p:nvPr/>
                  </p:nvSpPr>
                  <p:spPr>
                    <a:xfrm>
                      <a:off x="600" y="2484"/>
                      <a:ext cx="504" cy="0"/>
                    </a:xfrm>
                    <a:prstGeom prst="line">
                      <a:avLst/>
                    </a:prstGeom>
                    <a:ln w="19050" cap="flat" cmpd="sng">
                      <a:solidFill>
                        <a:srgbClr val="3333FF"/>
                      </a:solidFill>
                      <a:prstDash val="solid"/>
                      <a:round/>
                      <a:headEnd type="none" w="med" len="med"/>
                      <a:tailEnd type="none" w="sm" len="lg"/>
                    </a:ln>
                  </p:spPr>
                </p:sp>
                <p:grpSp>
                  <p:nvGrpSpPr>
                    <p:cNvPr id="94220" name="Group 12"/>
                    <p:cNvGrpSpPr/>
                    <p:nvPr/>
                  </p:nvGrpSpPr>
                  <p:grpSpPr>
                    <a:xfrm>
                      <a:off x="3745" y="2366"/>
                      <a:ext cx="1142" cy="711"/>
                      <a:chOff x="3745" y="2378"/>
                      <a:chExt cx="1142" cy="711"/>
                    </a:xfrm>
                  </p:grpSpPr>
                  <p:grpSp>
                    <p:nvGrpSpPr>
                      <p:cNvPr id="94221" name="Group 13"/>
                      <p:cNvGrpSpPr/>
                      <p:nvPr/>
                    </p:nvGrpSpPr>
                    <p:grpSpPr>
                      <a:xfrm>
                        <a:off x="3745" y="2378"/>
                        <a:ext cx="1142" cy="711"/>
                        <a:chOff x="3745" y="2378"/>
                        <a:chExt cx="1142" cy="711"/>
                      </a:xfrm>
                    </p:grpSpPr>
                    <p:sp>
                      <p:nvSpPr>
                        <p:cNvPr id="94222" name="Rectangle 14"/>
                        <p:cNvSpPr/>
                        <p:nvPr/>
                      </p:nvSpPr>
                      <p:spPr>
                        <a:xfrm>
                          <a:off x="4551" y="2378"/>
                          <a:ext cx="336" cy="598"/>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94223" name="Rectangle 15"/>
                        <p:cNvSpPr/>
                        <p:nvPr/>
                      </p:nvSpPr>
                      <p:spPr>
                        <a:xfrm>
                          <a:off x="3745" y="2393"/>
                          <a:ext cx="408" cy="696"/>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sp>
                    <p:nvSpPr>
                      <p:cNvPr id="94225" name="Oval 17"/>
                      <p:cNvSpPr/>
                      <p:nvPr/>
                    </p:nvSpPr>
                    <p:spPr>
                      <a:xfrm>
                        <a:off x="4153" y="2676"/>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94227" name="Line 19"/>
                    <p:cNvSpPr/>
                    <p:nvPr/>
                  </p:nvSpPr>
                  <p:spPr>
                    <a:xfrm flipV="1">
                      <a:off x="2802" y="3025"/>
                      <a:ext cx="930" cy="18"/>
                    </a:xfrm>
                    <a:prstGeom prst="line">
                      <a:avLst/>
                    </a:prstGeom>
                    <a:ln w="19050" cap="flat" cmpd="sng">
                      <a:solidFill>
                        <a:srgbClr val="3333FF"/>
                      </a:solidFill>
                      <a:prstDash val="solid"/>
                      <a:round/>
                      <a:headEnd type="none" w="med" len="med"/>
                      <a:tailEnd type="none" w="sm" len="lg"/>
                    </a:ln>
                  </p:spPr>
                </p:sp>
                <p:sp>
                  <p:nvSpPr>
                    <p:cNvPr id="94230" name="Freeform 22"/>
                    <p:cNvSpPr/>
                    <p:nvPr/>
                  </p:nvSpPr>
                  <p:spPr>
                    <a:xfrm>
                      <a:off x="2736" y="1872"/>
                      <a:ext cx="1010" cy="574"/>
                    </a:xfrm>
                    <a:custGeom>
                      <a:avLst/>
                      <a:gdLst/>
                      <a:ahLst/>
                      <a:cxnLst>
                        <a:cxn ang="0">
                          <a:pos x="0" y="0"/>
                        </a:cxn>
                        <a:cxn ang="0">
                          <a:pos x="768" y="0"/>
                        </a:cxn>
                        <a:cxn ang="0">
                          <a:pos x="768" y="636"/>
                        </a:cxn>
                        <a:cxn ang="0">
                          <a:pos x="1320" y="636"/>
                        </a:cxn>
                      </a:cxnLst>
                      <a:pathLst>
                        <a:path w="1320" h="576">
                          <a:moveTo>
                            <a:pt x="0" y="0"/>
                          </a:moveTo>
                          <a:lnTo>
                            <a:pt x="768" y="0"/>
                          </a:lnTo>
                          <a:lnTo>
                            <a:pt x="768" y="576"/>
                          </a:lnTo>
                          <a:lnTo>
                            <a:pt x="1320" y="576"/>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37" name="Line 29"/>
                    <p:cNvSpPr/>
                    <p:nvPr/>
                  </p:nvSpPr>
                  <p:spPr>
                    <a:xfrm>
                      <a:off x="3335" y="2746"/>
                      <a:ext cx="411" cy="0"/>
                    </a:xfrm>
                    <a:prstGeom prst="line">
                      <a:avLst/>
                    </a:prstGeom>
                    <a:ln w="19050" cap="flat" cmpd="sng">
                      <a:solidFill>
                        <a:srgbClr val="3333FF"/>
                      </a:solidFill>
                      <a:prstDash val="solid"/>
                      <a:round/>
                      <a:headEnd type="none" w="med" len="med"/>
                      <a:tailEnd type="none" w="sm" len="lg"/>
                    </a:ln>
                  </p:spPr>
                </p:sp>
                <p:sp>
                  <p:nvSpPr>
                    <p:cNvPr id="94238" name="Line 30"/>
                    <p:cNvSpPr/>
                    <p:nvPr/>
                  </p:nvSpPr>
                  <p:spPr>
                    <a:xfrm>
                      <a:off x="4225" y="2708"/>
                      <a:ext cx="322" cy="6"/>
                    </a:xfrm>
                    <a:prstGeom prst="line">
                      <a:avLst/>
                    </a:prstGeom>
                    <a:ln w="19050" cap="flat" cmpd="sng">
                      <a:solidFill>
                        <a:srgbClr val="3333FF"/>
                      </a:solidFill>
                      <a:prstDash val="solid"/>
                      <a:round/>
                      <a:headEnd type="none" w="med" len="med"/>
                      <a:tailEnd type="none" w="sm" len="lg"/>
                    </a:ln>
                  </p:spPr>
                </p:sp>
                <p:sp>
                  <p:nvSpPr>
                    <p:cNvPr id="94239" name="Text Box 31"/>
                    <p:cNvSpPr txBox="1"/>
                    <p:nvPr/>
                  </p:nvSpPr>
                  <p:spPr>
                    <a:xfrm>
                      <a:off x="5084" y="2420"/>
                      <a:ext cx="240" cy="329"/>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94240" name="Text Box 32"/>
                    <p:cNvSpPr txBox="1"/>
                    <p:nvPr/>
                  </p:nvSpPr>
                  <p:spPr>
                    <a:xfrm>
                      <a:off x="4231" y="2782"/>
                      <a:ext cx="277" cy="329"/>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G</a:t>
                      </a:r>
                      <a:endParaRPr lang="en-US" altLang="zh-CN" sz="2800" i="0" dirty="0">
                        <a:latin typeface="Times New Roman" panose="02020603050405020304" pitchFamily="18" charset="0"/>
                        <a:ea typeface="宋体" panose="02010600030101010101" pitchFamily="2" charset="-122"/>
                      </a:endParaRPr>
                    </a:p>
                  </p:txBody>
                </p:sp>
                <p:sp>
                  <p:nvSpPr>
                    <p:cNvPr id="94241" name="Line 33"/>
                    <p:cNvSpPr/>
                    <p:nvPr/>
                  </p:nvSpPr>
                  <p:spPr>
                    <a:xfrm>
                      <a:off x="1248" y="3252"/>
                      <a:ext cx="0" cy="384"/>
                    </a:xfrm>
                    <a:prstGeom prst="line">
                      <a:avLst/>
                    </a:prstGeom>
                    <a:ln w="19050" cap="flat" cmpd="sng">
                      <a:solidFill>
                        <a:srgbClr val="3333FF"/>
                      </a:solidFill>
                      <a:prstDash val="solid"/>
                      <a:round/>
                      <a:headEnd type="none" w="med" len="med"/>
                      <a:tailEnd type="none" w="sm" len="lg"/>
                    </a:ln>
                  </p:spPr>
                </p:sp>
                <p:sp>
                  <p:nvSpPr>
                    <p:cNvPr id="94242" name="Line 34"/>
                    <p:cNvSpPr/>
                    <p:nvPr/>
                  </p:nvSpPr>
                  <p:spPr>
                    <a:xfrm>
                      <a:off x="1800" y="3252"/>
                      <a:ext cx="0" cy="732"/>
                    </a:xfrm>
                    <a:prstGeom prst="line">
                      <a:avLst/>
                    </a:prstGeom>
                    <a:ln w="19050" cap="flat" cmpd="sng">
                      <a:solidFill>
                        <a:srgbClr val="3333FF"/>
                      </a:solidFill>
                      <a:prstDash val="solid"/>
                      <a:round/>
                      <a:headEnd type="none" w="med" len="med"/>
                      <a:tailEnd type="none" w="sm" len="lg"/>
                    </a:ln>
                  </p:spPr>
                </p:sp>
                <p:sp>
                  <p:nvSpPr>
                    <p:cNvPr id="94243" name="Freeform 35"/>
                    <p:cNvSpPr/>
                    <p:nvPr/>
                  </p:nvSpPr>
                  <p:spPr>
                    <a:xfrm>
                      <a:off x="1548" y="3252"/>
                      <a:ext cx="252" cy="384"/>
                    </a:xfrm>
                    <a:custGeom>
                      <a:avLst/>
                      <a:gdLst/>
                      <a:ahLst/>
                      <a:cxnLst>
                        <a:cxn ang="0">
                          <a:pos x="0" y="0"/>
                        </a:cxn>
                        <a:cxn ang="0">
                          <a:pos x="0" y="384"/>
                        </a:cxn>
                        <a:cxn ang="0">
                          <a:pos x="252" y="384"/>
                        </a:cxn>
                      </a:cxnLst>
                      <a:pathLst>
                        <a:path w="252" h="384">
                          <a:moveTo>
                            <a:pt x="0" y="0"/>
                          </a:moveTo>
                          <a:lnTo>
                            <a:pt x="0" y="384"/>
                          </a:lnTo>
                          <a:lnTo>
                            <a:pt x="252" y="38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44" name="Oval 36"/>
                    <p:cNvSpPr/>
                    <p:nvPr/>
                  </p:nvSpPr>
                  <p:spPr>
                    <a:xfrm>
                      <a:off x="1764" y="3588"/>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45" name="Line 37"/>
                    <p:cNvSpPr/>
                    <p:nvPr/>
                  </p:nvSpPr>
                  <p:spPr>
                    <a:xfrm>
                      <a:off x="1704" y="3972"/>
                      <a:ext cx="204" cy="0"/>
                    </a:xfrm>
                    <a:prstGeom prst="line">
                      <a:avLst/>
                    </a:prstGeom>
                    <a:ln w="38100" cap="flat" cmpd="sng">
                      <a:solidFill>
                        <a:srgbClr val="3333FF"/>
                      </a:solidFill>
                      <a:prstDash val="solid"/>
                      <a:round/>
                      <a:headEnd type="none" w="med" len="med"/>
                      <a:tailEnd type="none" w="sm" len="lg"/>
                    </a:ln>
                  </p:spPr>
                </p:sp>
                <p:sp>
                  <p:nvSpPr>
                    <p:cNvPr id="94246" name="Text Box 38"/>
                    <p:cNvSpPr txBox="1"/>
                    <p:nvPr/>
                  </p:nvSpPr>
                  <p:spPr>
                    <a:xfrm>
                      <a:off x="938" y="3546"/>
                      <a:ext cx="67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94247" name="Group 39"/>
                  <p:cNvGrpSpPr/>
                  <p:nvPr/>
                </p:nvGrpSpPr>
                <p:grpSpPr>
                  <a:xfrm>
                    <a:off x="2604" y="780"/>
                    <a:ext cx="168" cy="2076"/>
                    <a:chOff x="2604" y="780"/>
                    <a:chExt cx="168" cy="2076"/>
                  </a:xfrm>
                </p:grpSpPr>
                <p:sp>
                  <p:nvSpPr>
                    <p:cNvPr id="94248" name="Line 40"/>
                    <p:cNvSpPr/>
                    <p:nvPr/>
                  </p:nvSpPr>
                  <p:spPr>
                    <a:xfrm>
                      <a:off x="2604" y="780"/>
                      <a:ext cx="168" cy="0"/>
                    </a:xfrm>
                    <a:prstGeom prst="line">
                      <a:avLst/>
                    </a:prstGeom>
                    <a:ln w="19050" cap="flat" cmpd="sng">
                      <a:solidFill>
                        <a:schemeClr val="tx1"/>
                      </a:solidFill>
                      <a:prstDash val="solid"/>
                      <a:round/>
                      <a:headEnd type="none" w="med" len="med"/>
                      <a:tailEnd type="none" w="sm" len="lg"/>
                    </a:ln>
                  </p:spPr>
                </p:sp>
                <p:sp>
                  <p:nvSpPr>
                    <p:cNvPr id="94249" name="Line 41"/>
                    <p:cNvSpPr/>
                    <p:nvPr/>
                  </p:nvSpPr>
                  <p:spPr>
                    <a:xfrm>
                      <a:off x="2604" y="1080"/>
                      <a:ext cx="168" cy="0"/>
                    </a:xfrm>
                    <a:prstGeom prst="line">
                      <a:avLst/>
                    </a:prstGeom>
                    <a:ln w="19050" cap="flat" cmpd="sng">
                      <a:solidFill>
                        <a:schemeClr val="tx1"/>
                      </a:solidFill>
                      <a:prstDash val="solid"/>
                      <a:round/>
                      <a:headEnd type="none" w="med" len="med"/>
                      <a:tailEnd type="none" w="sm" len="lg"/>
                    </a:ln>
                  </p:spPr>
                </p:sp>
                <p:sp>
                  <p:nvSpPr>
                    <p:cNvPr id="94250" name="Line 42"/>
                    <p:cNvSpPr/>
                    <p:nvPr/>
                  </p:nvSpPr>
                  <p:spPr>
                    <a:xfrm>
                      <a:off x="2604" y="1380"/>
                      <a:ext cx="168" cy="0"/>
                    </a:xfrm>
                    <a:prstGeom prst="line">
                      <a:avLst/>
                    </a:prstGeom>
                    <a:ln w="19050" cap="flat" cmpd="sng">
                      <a:solidFill>
                        <a:schemeClr val="tx1"/>
                      </a:solidFill>
                      <a:prstDash val="solid"/>
                      <a:round/>
                      <a:headEnd type="none" w="med" len="med"/>
                      <a:tailEnd type="none" w="sm" len="lg"/>
                    </a:ln>
                  </p:spPr>
                </p:sp>
                <p:sp>
                  <p:nvSpPr>
                    <p:cNvPr id="94251" name="Line 43"/>
                    <p:cNvSpPr/>
                    <p:nvPr/>
                  </p:nvSpPr>
                  <p:spPr>
                    <a:xfrm>
                      <a:off x="2604" y="1680"/>
                      <a:ext cx="168" cy="0"/>
                    </a:xfrm>
                    <a:prstGeom prst="line">
                      <a:avLst/>
                    </a:prstGeom>
                    <a:ln w="19050" cap="flat" cmpd="sng">
                      <a:solidFill>
                        <a:schemeClr val="tx1"/>
                      </a:solidFill>
                      <a:prstDash val="solid"/>
                      <a:round/>
                      <a:headEnd type="none" w="med" len="med"/>
                      <a:tailEnd type="none" w="sm" len="lg"/>
                    </a:ln>
                  </p:spPr>
                </p:sp>
                <p:sp>
                  <p:nvSpPr>
                    <p:cNvPr id="94252" name="Line 44"/>
                    <p:cNvSpPr/>
                    <p:nvPr/>
                  </p:nvSpPr>
                  <p:spPr>
                    <a:xfrm>
                      <a:off x="2604" y="1980"/>
                      <a:ext cx="168" cy="0"/>
                    </a:xfrm>
                    <a:prstGeom prst="line">
                      <a:avLst/>
                    </a:prstGeom>
                    <a:ln w="19050" cap="flat" cmpd="sng">
                      <a:solidFill>
                        <a:schemeClr val="tx1"/>
                      </a:solidFill>
                      <a:prstDash val="solid"/>
                      <a:round/>
                      <a:headEnd type="none" w="med" len="med"/>
                      <a:tailEnd type="none" w="sm" len="lg"/>
                    </a:ln>
                  </p:spPr>
                </p:sp>
                <p:sp>
                  <p:nvSpPr>
                    <p:cNvPr id="94253" name="Line 45"/>
                    <p:cNvSpPr/>
                    <p:nvPr/>
                  </p:nvSpPr>
                  <p:spPr>
                    <a:xfrm>
                      <a:off x="2604" y="2268"/>
                      <a:ext cx="168" cy="0"/>
                    </a:xfrm>
                    <a:prstGeom prst="line">
                      <a:avLst/>
                    </a:prstGeom>
                    <a:ln w="19050" cap="flat" cmpd="sng">
                      <a:solidFill>
                        <a:schemeClr val="tx1"/>
                      </a:solidFill>
                      <a:prstDash val="solid"/>
                      <a:round/>
                      <a:headEnd type="none" w="med" len="med"/>
                      <a:tailEnd type="none" w="sm" len="lg"/>
                    </a:ln>
                  </p:spPr>
                </p:sp>
                <p:sp>
                  <p:nvSpPr>
                    <p:cNvPr id="94254" name="Line 46"/>
                    <p:cNvSpPr/>
                    <p:nvPr/>
                  </p:nvSpPr>
                  <p:spPr>
                    <a:xfrm>
                      <a:off x="2604" y="2556"/>
                      <a:ext cx="168" cy="0"/>
                    </a:xfrm>
                    <a:prstGeom prst="line">
                      <a:avLst/>
                    </a:prstGeom>
                    <a:ln w="19050" cap="flat" cmpd="sng">
                      <a:solidFill>
                        <a:schemeClr val="tx1"/>
                      </a:solidFill>
                      <a:prstDash val="solid"/>
                      <a:round/>
                      <a:headEnd type="none" w="med" len="med"/>
                      <a:tailEnd type="none" w="sm" len="lg"/>
                    </a:ln>
                  </p:spPr>
                </p:sp>
                <p:sp>
                  <p:nvSpPr>
                    <p:cNvPr id="94255" name="Line 47"/>
                    <p:cNvSpPr/>
                    <p:nvPr/>
                  </p:nvSpPr>
                  <p:spPr>
                    <a:xfrm>
                      <a:off x="2604" y="2856"/>
                      <a:ext cx="168" cy="0"/>
                    </a:xfrm>
                    <a:prstGeom prst="line">
                      <a:avLst/>
                    </a:prstGeom>
                    <a:ln w="19050" cap="flat" cmpd="sng">
                      <a:solidFill>
                        <a:schemeClr val="tx1"/>
                      </a:solidFill>
                      <a:prstDash val="solid"/>
                      <a:round/>
                      <a:headEnd type="none" w="med" len="med"/>
                      <a:tailEnd type="none" w="sm" len="lg"/>
                    </a:ln>
                  </p:spPr>
                </p:sp>
              </p:grpSp>
              <p:grpSp>
                <p:nvGrpSpPr>
                  <p:cNvPr id="94256" name="Group 48"/>
                  <p:cNvGrpSpPr/>
                  <p:nvPr/>
                </p:nvGrpSpPr>
                <p:grpSpPr>
                  <a:xfrm>
                    <a:off x="1608" y="2928"/>
                    <a:ext cx="432" cy="0"/>
                    <a:chOff x="1608" y="2928"/>
                    <a:chExt cx="432" cy="0"/>
                  </a:xfrm>
                </p:grpSpPr>
                <p:sp>
                  <p:nvSpPr>
                    <p:cNvPr id="94257" name="Line 49"/>
                    <p:cNvSpPr/>
                    <p:nvPr/>
                  </p:nvSpPr>
                  <p:spPr>
                    <a:xfrm>
                      <a:off x="1608" y="2928"/>
                      <a:ext cx="144" cy="0"/>
                    </a:xfrm>
                    <a:prstGeom prst="line">
                      <a:avLst/>
                    </a:prstGeom>
                    <a:ln w="19050" cap="flat" cmpd="sng">
                      <a:solidFill>
                        <a:schemeClr val="tx1"/>
                      </a:solidFill>
                      <a:prstDash val="solid"/>
                      <a:round/>
                      <a:headEnd type="none" w="med" len="med"/>
                      <a:tailEnd type="none" w="sm" len="lg"/>
                    </a:ln>
                  </p:spPr>
                </p:sp>
                <p:sp>
                  <p:nvSpPr>
                    <p:cNvPr id="94258" name="Line 50"/>
                    <p:cNvSpPr/>
                    <p:nvPr/>
                  </p:nvSpPr>
                  <p:spPr>
                    <a:xfrm>
                      <a:off x="1896" y="2928"/>
                      <a:ext cx="144" cy="0"/>
                    </a:xfrm>
                    <a:prstGeom prst="line">
                      <a:avLst/>
                    </a:prstGeom>
                    <a:ln w="19050" cap="flat" cmpd="sng">
                      <a:solidFill>
                        <a:schemeClr val="tx1"/>
                      </a:solidFill>
                      <a:prstDash val="solid"/>
                      <a:round/>
                      <a:headEnd type="none" w="med" len="med"/>
                      <a:tailEnd type="none" w="sm" len="lg"/>
                    </a:ln>
                  </p:spPr>
                </p:sp>
              </p:grpSp>
            </p:grpSp>
            <p:sp>
              <p:nvSpPr>
                <p:cNvPr id="94259" name="Oval 51"/>
                <p:cNvSpPr/>
                <p:nvPr/>
              </p:nvSpPr>
              <p:spPr>
                <a:xfrm>
                  <a:off x="2887" y="1178"/>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0" name="Oval 52"/>
                <p:cNvSpPr/>
                <p:nvPr/>
              </p:nvSpPr>
              <p:spPr>
                <a:xfrm>
                  <a:off x="2887" y="950"/>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1" name="Oval 53"/>
                <p:cNvSpPr/>
                <p:nvPr/>
              </p:nvSpPr>
              <p:spPr>
                <a:xfrm>
                  <a:off x="2879" y="1796"/>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2" name="Oval 54"/>
                <p:cNvSpPr/>
                <p:nvPr/>
              </p:nvSpPr>
              <p:spPr>
                <a:xfrm>
                  <a:off x="2879" y="1534"/>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3" name="Oval 55"/>
                <p:cNvSpPr/>
                <p:nvPr/>
              </p:nvSpPr>
              <p:spPr>
                <a:xfrm>
                  <a:off x="2888" y="2342"/>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4" name="Oval 56"/>
                <p:cNvSpPr/>
                <p:nvPr/>
              </p:nvSpPr>
              <p:spPr>
                <a:xfrm>
                  <a:off x="2888" y="2074"/>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5" name="Oval 57"/>
                <p:cNvSpPr/>
                <p:nvPr/>
              </p:nvSpPr>
              <p:spPr>
                <a:xfrm>
                  <a:off x="2879" y="2973"/>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6" name="Oval 58"/>
                <p:cNvSpPr/>
                <p:nvPr/>
              </p:nvSpPr>
              <p:spPr>
                <a:xfrm>
                  <a:off x="2870" y="2678"/>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7" name="Oval 59"/>
                <p:cNvSpPr/>
                <p:nvPr/>
              </p:nvSpPr>
              <p:spPr>
                <a:xfrm>
                  <a:off x="1921" y="3202"/>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8" name="Oval 60"/>
                <p:cNvSpPr/>
                <p:nvPr/>
              </p:nvSpPr>
              <p:spPr>
                <a:xfrm>
                  <a:off x="1659" y="3186"/>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
            <p:nvSpPr>
              <p:cNvPr id="2" name="Freeform 21"/>
              <p:cNvSpPr/>
              <p:nvPr/>
            </p:nvSpPr>
            <p:spPr>
              <a:xfrm flipV="1">
                <a:off x="7613" y="5673"/>
                <a:ext cx="2357" cy="1110"/>
              </a:xfrm>
              <a:custGeom>
                <a:avLst/>
                <a:gdLst/>
                <a:ahLst/>
                <a:cxnLst>
                  <a:cxn ang="0">
                    <a:pos x="0" y="444"/>
                  </a:cxn>
                  <a:cxn ang="0">
                    <a:pos x="240" y="444"/>
                  </a:cxn>
                  <a:cxn ang="0">
                    <a:pos x="240" y="0"/>
                  </a:cxn>
                  <a:cxn ang="0">
                    <a:pos x="1308" y="0"/>
                  </a:cxn>
                </a:cxnLst>
                <a:pathLst>
                  <a:path w="1308" h="444">
                    <a:moveTo>
                      <a:pt x="0" y="444"/>
                    </a:moveTo>
                    <a:lnTo>
                      <a:pt x="240" y="444"/>
                    </a:lnTo>
                    <a:lnTo>
                      <a:pt x="240" y="0"/>
                    </a:lnTo>
                    <a:lnTo>
                      <a:pt x="1308"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3" name="Freeform 22"/>
              <p:cNvSpPr/>
              <p:nvPr/>
            </p:nvSpPr>
            <p:spPr>
              <a:xfrm>
                <a:off x="7568" y="5070"/>
                <a:ext cx="2109" cy="1435"/>
              </a:xfrm>
              <a:custGeom>
                <a:avLst/>
                <a:gdLst/>
                <a:ahLst/>
                <a:cxnLst>
                  <a:cxn ang="0">
                    <a:pos x="0" y="0"/>
                  </a:cxn>
                  <a:cxn ang="0">
                    <a:pos x="768" y="0"/>
                  </a:cxn>
                  <a:cxn ang="0">
                    <a:pos x="768" y="636"/>
                  </a:cxn>
                  <a:cxn ang="0">
                    <a:pos x="1320" y="636"/>
                  </a:cxn>
                </a:cxnLst>
                <a:pathLst>
                  <a:path w="1320" h="576">
                    <a:moveTo>
                      <a:pt x="0" y="0"/>
                    </a:moveTo>
                    <a:lnTo>
                      <a:pt x="768" y="0"/>
                    </a:lnTo>
                    <a:lnTo>
                      <a:pt x="768" y="576"/>
                    </a:lnTo>
                    <a:lnTo>
                      <a:pt x="1320" y="576"/>
                    </a:lnTo>
                  </a:path>
                </a:pathLst>
              </a:custGeom>
              <a:noFill/>
              <a:ln w="19050" cap="flat" cmpd="sng">
                <a:solidFill>
                  <a:srgbClr val="3333FF"/>
                </a:solidFill>
                <a:prstDash val="solid"/>
                <a:round/>
                <a:headEnd type="none" w="med" len="med"/>
                <a:tailEnd type="none" w="sm" len="lg"/>
              </a:ln>
            </p:spPr>
            <p:txBody>
              <a:bodyPr/>
              <a:p>
                <a:endParaRPr lang="zh-CN" altLang="en-US"/>
              </a:p>
            </p:txBody>
          </p:sp>
        </p:grpSp>
        <p:sp>
          <p:nvSpPr>
            <p:cNvPr id="5" name="Text Box 31"/>
            <p:cNvSpPr txBox="1"/>
            <p:nvPr/>
          </p:nvSpPr>
          <p:spPr>
            <a:xfrm>
              <a:off x="1437" y="860"/>
              <a:ext cx="692" cy="822"/>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cxnSp>
          <p:nvCxnSpPr>
            <p:cNvPr id="7" name="直接连接符 6"/>
            <p:cNvCxnSpPr/>
            <p:nvPr/>
          </p:nvCxnSpPr>
          <p:spPr>
            <a:xfrm>
              <a:off x="11063" y="1126"/>
              <a:ext cx="0" cy="4656"/>
            </a:xfrm>
            <a:prstGeom prst="line">
              <a:avLst/>
            </a:prstGeom>
            <a:ln w="19050" cap="flat" cmpd="sng">
              <a:solidFill>
                <a:srgbClr val="3333FF"/>
              </a:solidFill>
              <a:prstDash val="solid"/>
              <a:round/>
              <a:headEnd type="none" w="med" len="med"/>
              <a:tailEnd type="none" w="sm" len="lg"/>
            </a:ln>
          </p:spPr>
        </p:cxnSp>
        <p:cxnSp>
          <p:nvCxnSpPr>
            <p:cNvPr id="8" name="直接连接符 7"/>
            <p:cNvCxnSpPr/>
            <p:nvPr/>
          </p:nvCxnSpPr>
          <p:spPr>
            <a:xfrm>
              <a:off x="11077" y="5781"/>
              <a:ext cx="848" cy="0"/>
            </a:xfrm>
            <a:prstGeom prst="line">
              <a:avLst/>
            </a:prstGeom>
            <a:ln w="19050" cap="flat" cmpd="sng">
              <a:solidFill>
                <a:srgbClr val="3333FF"/>
              </a:solidFill>
              <a:prstDash val="solid"/>
              <a:round/>
              <a:headEnd type="none" w="med" len="med"/>
              <a:tailEnd type="none" w="sm" len="lg"/>
            </a:ln>
          </p:spPr>
        </p:cxnSp>
        <p:cxnSp>
          <p:nvCxnSpPr>
            <p:cNvPr id="9" name="直接连接符 8"/>
            <p:cNvCxnSpPr/>
            <p:nvPr/>
          </p:nvCxnSpPr>
          <p:spPr>
            <a:xfrm>
              <a:off x="2129" y="1141"/>
              <a:ext cx="8920" cy="7"/>
            </a:xfrm>
            <a:prstGeom prst="line">
              <a:avLst/>
            </a:prstGeom>
            <a:ln w="19050" cap="flat" cmpd="sng">
              <a:solidFill>
                <a:srgbClr val="3333FF"/>
              </a:solidFill>
              <a:prstDash val="solid"/>
              <a:round/>
              <a:headEnd type="none" w="med" len="med"/>
              <a:tailEnd type="none" w="sm" len="lg"/>
            </a:ln>
          </p:spPr>
        </p:cxnSp>
        <p:cxnSp>
          <p:nvCxnSpPr>
            <p:cNvPr id="11" name="直接连接符 10"/>
            <p:cNvCxnSpPr>
              <a:stCxn id="94222" idx="3"/>
            </p:cNvCxnSpPr>
            <p:nvPr/>
          </p:nvCxnSpPr>
          <p:spPr>
            <a:xfrm>
              <a:off x="12781" y="6301"/>
              <a:ext cx="596" cy="9"/>
            </a:xfrm>
            <a:prstGeom prst="line">
              <a:avLst/>
            </a:prstGeom>
            <a:ln w="19050" cap="flat" cmpd="sng">
              <a:solidFill>
                <a:srgbClr val="3333FF"/>
              </a:solidFill>
              <a:prstDash val="solid"/>
              <a:round/>
              <a:headEnd type="none" w="med" len="med"/>
              <a:tailEnd type="none" w="sm" len="lg"/>
            </a:ln>
          </p:spPr>
        </p:cxn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93725" y="709295"/>
            <a:ext cx="7780020" cy="3705225"/>
          </a:xfrm>
          <a:prstGeom prst="rect">
            <a:avLst/>
          </a:prstGeom>
        </p:spPr>
        <p:txBody>
          <a:bodyPr>
            <a:noAutofit/>
          </a:bodyPr>
          <a:p>
            <a:pPr marL="0" indent="0"/>
            <a:r>
              <a:rPr lang="en-US" altLang="zh-CN" sz="2800" b="0" i="0" dirty="0"/>
              <a:t>作业：设计一个表决电路：</a:t>
            </a:r>
            <a:endParaRPr lang="en-US" altLang="zh-CN" sz="2800" b="0" i="0" dirty="0"/>
          </a:p>
          <a:p>
            <a:pPr marL="252095" indent="711200">
              <a:extLst>
                <a:ext uri="{35155182-B16C-46BC-9424-99874614C6A1}">
                  <wpsdc:indentchars xmlns:wpsdc="http://www.wps.cn/officeDocument/2017/drawingmlCustomData" val="200" checksum="3773799597"/>
                </a:ext>
              </a:extLst>
            </a:pPr>
            <a:r>
              <a:rPr lang="en-US" altLang="zh-CN" sz="2800" b="0" i="0" dirty="0"/>
              <a:t>设A为主裁判，B、C、D为副裁判。只有在主裁判同意的前提下，三名副裁判中多数同意，比赛成绩才被承认，否则，成绩不予承认（1为同意，0为不同意）。试用3线-8线译码器74LS138和与非门实现。</a:t>
            </a:r>
            <a:endParaRPr lang="en-US" altLang="zh-CN" sz="2800" b="0" i="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Text Box 2"/>
          <p:cNvSpPr txBox="1">
            <a:spLocks noChangeArrowheads="1"/>
          </p:cNvSpPr>
          <p:nvPr/>
        </p:nvSpPr>
        <p:spPr bwMode="auto">
          <a:xfrm>
            <a:off x="2365375" y="514350"/>
            <a:ext cx="3037205" cy="583565"/>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en-US" altLang="zh-CN" sz="3200" b="1" i="0" kern="1200" cap="none" spc="0" normalizeH="0" baseline="0" noProof="0" dirty="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5.5   </a:t>
            </a:r>
            <a:r>
              <a:rPr kumimoji="1" lang="zh-CN" altLang="en-US" sz="3200" b="1" i="0"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多路选择器</a:t>
            </a:r>
            <a:endParaRPr kumimoji="1" lang="zh-CN" altLang="en-US" sz="3200" b="1" i="0"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01731" name="Text Box 3"/>
          <p:cNvSpPr txBox="1"/>
          <p:nvPr/>
        </p:nvSpPr>
        <p:spPr>
          <a:xfrm>
            <a:off x="781050" y="952500"/>
            <a:ext cx="7334250" cy="1073150"/>
          </a:xfrm>
          <a:prstGeom prst="rect">
            <a:avLst/>
          </a:prstGeom>
          <a:noFill/>
          <a:ln w="19050">
            <a:noFill/>
          </a:ln>
        </p:spPr>
        <p:txBody>
          <a:bodyPr anchor="t" anchorCtr="0">
            <a:spAutoFit/>
          </a:bodyPr>
          <a:p>
            <a:pPr>
              <a:lnSpc>
                <a:spcPct val="115000"/>
              </a:lnSpc>
              <a:spcBef>
                <a:spcPct val="50000"/>
              </a:spcBef>
            </a:pPr>
            <a:r>
              <a:rPr lang="en-US" altLang="zh-CN" sz="2800" b="1"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完成对多路数据的选择，在公共传输线上实现多路数据的分时传送。</a:t>
            </a:r>
            <a:endParaRPr lang="zh-CN" altLang="en-US" sz="2800" b="1" i="0" dirty="0">
              <a:latin typeface="Times New Roman" panose="02020603050405020304" pitchFamily="18" charset="0"/>
              <a:ea typeface="宋体" panose="02010600030101010101" pitchFamily="2" charset="-122"/>
            </a:endParaRPr>
          </a:p>
        </p:txBody>
      </p:sp>
      <p:grpSp>
        <p:nvGrpSpPr>
          <p:cNvPr id="2" name="Group 4"/>
          <p:cNvGrpSpPr/>
          <p:nvPr/>
        </p:nvGrpSpPr>
        <p:grpSpPr>
          <a:xfrm>
            <a:off x="796925" y="2706688"/>
            <a:ext cx="3660775" cy="3732212"/>
            <a:chOff x="3264" y="1344"/>
            <a:chExt cx="2306" cy="2351"/>
          </a:xfrm>
        </p:grpSpPr>
        <p:sp>
          <p:nvSpPr>
            <p:cNvPr id="97284" name="Rectangle 5"/>
            <p:cNvSpPr/>
            <p:nvPr/>
          </p:nvSpPr>
          <p:spPr>
            <a:xfrm>
              <a:off x="4032" y="1344"/>
              <a:ext cx="960" cy="1872"/>
            </a:xfrm>
            <a:prstGeom prst="rect">
              <a:avLst/>
            </a:prstGeom>
            <a:solidFill>
              <a:srgbClr val="E1FDFF"/>
            </a:solid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7285" name="Line 6"/>
            <p:cNvSpPr/>
            <p:nvPr/>
          </p:nvSpPr>
          <p:spPr>
            <a:xfrm>
              <a:off x="4272" y="3216"/>
              <a:ext cx="1" cy="192"/>
            </a:xfrm>
            <a:prstGeom prst="line">
              <a:avLst/>
            </a:prstGeom>
            <a:ln w="28575" cap="flat" cmpd="sng">
              <a:solidFill>
                <a:schemeClr val="tx1"/>
              </a:solidFill>
              <a:prstDash val="solid"/>
              <a:round/>
              <a:headEnd type="none" w="med" len="med"/>
              <a:tailEnd type="none" w="med" len="med"/>
            </a:ln>
          </p:spPr>
        </p:sp>
        <p:sp>
          <p:nvSpPr>
            <p:cNvPr id="97286" name="Line 7"/>
            <p:cNvSpPr/>
            <p:nvPr/>
          </p:nvSpPr>
          <p:spPr>
            <a:xfrm>
              <a:off x="4752" y="3216"/>
              <a:ext cx="1" cy="192"/>
            </a:xfrm>
            <a:prstGeom prst="line">
              <a:avLst/>
            </a:prstGeom>
            <a:ln w="28575" cap="flat" cmpd="sng">
              <a:solidFill>
                <a:schemeClr val="tx1"/>
              </a:solidFill>
              <a:prstDash val="solid"/>
              <a:round/>
              <a:headEnd type="none" w="med" len="med"/>
              <a:tailEnd type="none" w="med" len="med"/>
            </a:ln>
          </p:spPr>
        </p:sp>
        <p:sp>
          <p:nvSpPr>
            <p:cNvPr id="97287" name="Line 8"/>
            <p:cNvSpPr/>
            <p:nvPr/>
          </p:nvSpPr>
          <p:spPr>
            <a:xfrm>
              <a:off x="3696" y="1584"/>
              <a:ext cx="528" cy="1"/>
            </a:xfrm>
            <a:prstGeom prst="line">
              <a:avLst/>
            </a:prstGeom>
            <a:ln w="28575" cap="flat" cmpd="sng">
              <a:solidFill>
                <a:schemeClr val="tx1"/>
              </a:solidFill>
              <a:prstDash val="solid"/>
              <a:round/>
              <a:headEnd type="none" w="med" len="med"/>
              <a:tailEnd type="none" w="med" len="med"/>
            </a:ln>
          </p:spPr>
        </p:sp>
        <p:sp>
          <p:nvSpPr>
            <p:cNvPr id="97288" name="Line 9"/>
            <p:cNvSpPr/>
            <p:nvPr/>
          </p:nvSpPr>
          <p:spPr>
            <a:xfrm>
              <a:off x="3696" y="2112"/>
              <a:ext cx="528" cy="1"/>
            </a:xfrm>
            <a:prstGeom prst="line">
              <a:avLst/>
            </a:prstGeom>
            <a:ln w="28575" cap="flat" cmpd="sng">
              <a:solidFill>
                <a:schemeClr val="tx1"/>
              </a:solidFill>
              <a:prstDash val="solid"/>
              <a:round/>
              <a:headEnd type="none" w="med" len="med"/>
              <a:tailEnd type="none" w="med" len="med"/>
            </a:ln>
          </p:spPr>
        </p:sp>
        <p:sp>
          <p:nvSpPr>
            <p:cNvPr id="97289" name="Line 10"/>
            <p:cNvSpPr/>
            <p:nvPr/>
          </p:nvSpPr>
          <p:spPr>
            <a:xfrm>
              <a:off x="3744" y="2592"/>
              <a:ext cx="480" cy="1"/>
            </a:xfrm>
            <a:prstGeom prst="line">
              <a:avLst/>
            </a:prstGeom>
            <a:ln w="28575" cap="flat" cmpd="sng">
              <a:solidFill>
                <a:schemeClr val="tx1"/>
              </a:solidFill>
              <a:prstDash val="solid"/>
              <a:round/>
              <a:headEnd type="none" w="med" len="med"/>
              <a:tailEnd type="none" w="med" len="med"/>
            </a:ln>
          </p:spPr>
        </p:sp>
        <p:sp>
          <p:nvSpPr>
            <p:cNvPr id="97290" name="Line 11"/>
            <p:cNvSpPr/>
            <p:nvPr/>
          </p:nvSpPr>
          <p:spPr>
            <a:xfrm>
              <a:off x="3744" y="3024"/>
              <a:ext cx="480" cy="1"/>
            </a:xfrm>
            <a:prstGeom prst="line">
              <a:avLst/>
            </a:prstGeom>
            <a:ln w="28575" cap="flat" cmpd="sng">
              <a:solidFill>
                <a:schemeClr val="tx1"/>
              </a:solidFill>
              <a:prstDash val="solid"/>
              <a:round/>
              <a:headEnd type="none" w="med" len="med"/>
              <a:tailEnd type="none" w="med" len="med"/>
            </a:ln>
          </p:spPr>
        </p:sp>
        <p:sp>
          <p:nvSpPr>
            <p:cNvPr id="97291" name="Line 12"/>
            <p:cNvSpPr/>
            <p:nvPr/>
          </p:nvSpPr>
          <p:spPr>
            <a:xfrm>
              <a:off x="4656" y="2304"/>
              <a:ext cx="768" cy="1"/>
            </a:xfrm>
            <a:prstGeom prst="line">
              <a:avLst/>
            </a:prstGeom>
            <a:ln w="28575" cap="flat" cmpd="sng">
              <a:solidFill>
                <a:schemeClr val="tx1"/>
              </a:solidFill>
              <a:prstDash val="solid"/>
              <a:round/>
              <a:headEnd type="none" w="med" len="med"/>
              <a:tailEnd type="none" w="med" len="med"/>
            </a:ln>
          </p:spPr>
        </p:sp>
        <p:sp>
          <p:nvSpPr>
            <p:cNvPr id="97292" name="Line 13"/>
            <p:cNvSpPr/>
            <p:nvPr/>
          </p:nvSpPr>
          <p:spPr>
            <a:xfrm flipH="1" flipV="1">
              <a:off x="4224" y="1392"/>
              <a:ext cx="432" cy="912"/>
            </a:xfrm>
            <a:prstGeom prst="line">
              <a:avLst/>
            </a:prstGeom>
            <a:ln w="28575" cap="flat" cmpd="sng">
              <a:solidFill>
                <a:schemeClr val="tx1"/>
              </a:solidFill>
              <a:prstDash val="solid"/>
              <a:round/>
              <a:headEnd type="none" w="med" len="med"/>
              <a:tailEnd type="triangle" w="med" len="med"/>
            </a:ln>
          </p:spPr>
        </p:sp>
        <p:sp>
          <p:nvSpPr>
            <p:cNvPr id="97293" name="Oval 14"/>
            <p:cNvSpPr/>
            <p:nvPr/>
          </p:nvSpPr>
          <p:spPr>
            <a:xfrm>
              <a:off x="4176" y="2976"/>
              <a:ext cx="96" cy="9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7294" name="Oval 15"/>
            <p:cNvSpPr/>
            <p:nvPr/>
          </p:nvSpPr>
          <p:spPr>
            <a:xfrm>
              <a:off x="4176" y="2544"/>
              <a:ext cx="96" cy="9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7295" name="Oval 16"/>
            <p:cNvSpPr/>
            <p:nvPr/>
          </p:nvSpPr>
          <p:spPr>
            <a:xfrm>
              <a:off x="4176" y="2064"/>
              <a:ext cx="96" cy="9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7296" name="Oval 17"/>
            <p:cNvSpPr/>
            <p:nvPr/>
          </p:nvSpPr>
          <p:spPr>
            <a:xfrm>
              <a:off x="4176" y="1536"/>
              <a:ext cx="96" cy="9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01746" name="Rectangle 18"/>
            <p:cNvSpPr>
              <a:spLocks noChangeArrowheads="1"/>
            </p:cNvSpPr>
            <p:nvPr/>
          </p:nvSpPr>
          <p:spPr bwMode="auto">
            <a:xfrm>
              <a:off x="3264" y="1362"/>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47" name="Rectangle 19"/>
            <p:cNvSpPr>
              <a:spLocks noChangeArrowheads="1"/>
            </p:cNvSpPr>
            <p:nvPr/>
          </p:nvSpPr>
          <p:spPr bwMode="auto">
            <a:xfrm>
              <a:off x="3264" y="1890"/>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48" name="Rectangle 20"/>
            <p:cNvSpPr>
              <a:spLocks noChangeArrowheads="1"/>
            </p:cNvSpPr>
            <p:nvPr/>
          </p:nvSpPr>
          <p:spPr bwMode="auto">
            <a:xfrm>
              <a:off x="3312" y="2370"/>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49" name="Rectangle 21"/>
            <p:cNvSpPr>
              <a:spLocks noChangeArrowheads="1"/>
            </p:cNvSpPr>
            <p:nvPr/>
          </p:nvSpPr>
          <p:spPr bwMode="auto">
            <a:xfrm>
              <a:off x="3312" y="2802"/>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50" name="Rectangle 22"/>
            <p:cNvSpPr>
              <a:spLocks noChangeArrowheads="1"/>
            </p:cNvSpPr>
            <p:nvPr/>
          </p:nvSpPr>
          <p:spPr bwMode="auto">
            <a:xfrm>
              <a:off x="4080" y="3323"/>
              <a:ext cx="449"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t>
              </a:r>
              <a:endPar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51" name="Rectangle 23"/>
            <p:cNvSpPr>
              <a:spLocks noChangeArrowheads="1"/>
            </p:cNvSpPr>
            <p:nvPr/>
          </p:nvSpPr>
          <p:spPr bwMode="auto">
            <a:xfrm>
              <a:off x="4560" y="3330"/>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52" name="Rectangle 24"/>
            <p:cNvSpPr>
              <a:spLocks noChangeArrowheads="1"/>
            </p:cNvSpPr>
            <p:nvPr/>
          </p:nvSpPr>
          <p:spPr bwMode="auto">
            <a:xfrm>
              <a:off x="5184" y="1986"/>
              <a:ext cx="386"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Y</a:t>
              </a:r>
              <a:endPar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grpSp>
      <p:grpSp>
        <p:nvGrpSpPr>
          <p:cNvPr id="3" name="Group 25"/>
          <p:cNvGrpSpPr/>
          <p:nvPr/>
        </p:nvGrpSpPr>
        <p:grpSpPr>
          <a:xfrm>
            <a:off x="4873625" y="2000250"/>
            <a:ext cx="4270375" cy="4857750"/>
            <a:chOff x="288" y="758"/>
            <a:chExt cx="2690" cy="3060"/>
          </a:xfrm>
        </p:grpSpPr>
        <p:sp>
          <p:nvSpPr>
            <p:cNvPr id="97305" name="Rectangle 26"/>
            <p:cNvSpPr/>
            <p:nvPr/>
          </p:nvSpPr>
          <p:spPr>
            <a:xfrm>
              <a:off x="1104" y="1344"/>
              <a:ext cx="1344" cy="1905"/>
            </a:xfrm>
            <a:prstGeom prst="rect">
              <a:avLst/>
            </a:prstGeom>
            <a:solidFill>
              <a:srgbClr val="E1FDFF"/>
            </a:solid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7306" name="Line 27"/>
            <p:cNvSpPr/>
            <p:nvPr/>
          </p:nvSpPr>
          <p:spPr>
            <a:xfrm>
              <a:off x="1488" y="3245"/>
              <a:ext cx="1" cy="244"/>
            </a:xfrm>
            <a:prstGeom prst="line">
              <a:avLst/>
            </a:prstGeom>
            <a:ln w="28575" cap="flat" cmpd="sng">
              <a:solidFill>
                <a:schemeClr val="tx1"/>
              </a:solidFill>
              <a:prstDash val="solid"/>
              <a:round/>
              <a:headEnd type="none" w="med" len="med"/>
              <a:tailEnd type="none" w="med" len="med"/>
            </a:ln>
          </p:spPr>
        </p:sp>
        <p:sp>
          <p:nvSpPr>
            <p:cNvPr id="97307" name="Line 28"/>
            <p:cNvSpPr/>
            <p:nvPr/>
          </p:nvSpPr>
          <p:spPr>
            <a:xfrm>
              <a:off x="1920" y="3245"/>
              <a:ext cx="1" cy="244"/>
            </a:xfrm>
            <a:prstGeom prst="line">
              <a:avLst/>
            </a:prstGeom>
            <a:ln w="28575" cap="flat" cmpd="sng">
              <a:solidFill>
                <a:schemeClr val="tx1"/>
              </a:solidFill>
              <a:prstDash val="solid"/>
              <a:round/>
              <a:headEnd type="none" w="med" len="med"/>
              <a:tailEnd type="none" w="med" len="med"/>
            </a:ln>
          </p:spPr>
        </p:sp>
        <p:sp>
          <p:nvSpPr>
            <p:cNvPr id="97308" name="Line 29"/>
            <p:cNvSpPr/>
            <p:nvPr/>
          </p:nvSpPr>
          <p:spPr>
            <a:xfrm flipH="1">
              <a:off x="768" y="1617"/>
              <a:ext cx="336" cy="1"/>
            </a:xfrm>
            <a:prstGeom prst="line">
              <a:avLst/>
            </a:prstGeom>
            <a:ln w="28575" cap="flat" cmpd="sng">
              <a:solidFill>
                <a:schemeClr val="tx1"/>
              </a:solidFill>
              <a:prstDash val="solid"/>
              <a:round/>
              <a:headEnd type="none" w="med" len="med"/>
              <a:tailEnd type="none" w="med" len="med"/>
            </a:ln>
          </p:spPr>
        </p:sp>
        <p:sp>
          <p:nvSpPr>
            <p:cNvPr id="97309" name="Line 30"/>
            <p:cNvSpPr/>
            <p:nvPr/>
          </p:nvSpPr>
          <p:spPr>
            <a:xfrm flipH="1">
              <a:off x="816" y="2001"/>
              <a:ext cx="288" cy="1"/>
            </a:xfrm>
            <a:prstGeom prst="line">
              <a:avLst/>
            </a:prstGeom>
            <a:ln w="28575" cap="flat" cmpd="sng">
              <a:solidFill>
                <a:schemeClr val="tx1"/>
              </a:solidFill>
              <a:prstDash val="solid"/>
              <a:round/>
              <a:headEnd type="none" w="med" len="med"/>
              <a:tailEnd type="none" w="med" len="med"/>
            </a:ln>
          </p:spPr>
        </p:sp>
        <p:sp>
          <p:nvSpPr>
            <p:cNvPr id="97310" name="Line 31"/>
            <p:cNvSpPr/>
            <p:nvPr/>
          </p:nvSpPr>
          <p:spPr>
            <a:xfrm flipH="1">
              <a:off x="816" y="2577"/>
              <a:ext cx="288" cy="1"/>
            </a:xfrm>
            <a:prstGeom prst="line">
              <a:avLst/>
            </a:prstGeom>
            <a:ln w="28575" cap="flat" cmpd="sng">
              <a:solidFill>
                <a:schemeClr val="tx1"/>
              </a:solidFill>
              <a:prstDash val="solid"/>
              <a:round/>
              <a:headEnd type="none" w="med" len="med"/>
              <a:tailEnd type="none" w="med" len="med"/>
            </a:ln>
          </p:spPr>
        </p:sp>
        <p:sp>
          <p:nvSpPr>
            <p:cNvPr id="97311" name="Line 32"/>
            <p:cNvSpPr/>
            <p:nvPr/>
          </p:nvSpPr>
          <p:spPr>
            <a:xfrm flipH="1">
              <a:off x="816" y="2961"/>
              <a:ext cx="288" cy="1"/>
            </a:xfrm>
            <a:prstGeom prst="line">
              <a:avLst/>
            </a:prstGeom>
            <a:ln w="28575" cap="flat" cmpd="sng">
              <a:solidFill>
                <a:schemeClr val="tx1"/>
              </a:solidFill>
              <a:prstDash val="solid"/>
              <a:round/>
              <a:headEnd type="none" w="med" len="med"/>
              <a:tailEnd type="none" w="med" len="med"/>
            </a:ln>
          </p:spPr>
        </p:sp>
        <p:sp>
          <p:nvSpPr>
            <p:cNvPr id="97312" name="Line 33"/>
            <p:cNvSpPr/>
            <p:nvPr/>
          </p:nvSpPr>
          <p:spPr>
            <a:xfrm>
              <a:off x="2448" y="2289"/>
              <a:ext cx="432" cy="1"/>
            </a:xfrm>
            <a:prstGeom prst="line">
              <a:avLst/>
            </a:prstGeom>
            <a:ln w="28575" cap="flat" cmpd="sng">
              <a:solidFill>
                <a:schemeClr val="tx1"/>
              </a:solidFill>
              <a:prstDash val="solid"/>
              <a:round/>
              <a:headEnd type="none" w="med" len="med"/>
              <a:tailEnd type="none" w="med" len="med"/>
            </a:ln>
          </p:spPr>
        </p:sp>
        <p:sp>
          <p:nvSpPr>
            <p:cNvPr id="97313" name="Oval 34"/>
            <p:cNvSpPr/>
            <p:nvPr/>
          </p:nvSpPr>
          <p:spPr>
            <a:xfrm>
              <a:off x="1632" y="1279"/>
              <a:ext cx="96" cy="98"/>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7314" name="Line 35"/>
            <p:cNvSpPr/>
            <p:nvPr/>
          </p:nvSpPr>
          <p:spPr>
            <a:xfrm flipV="1">
              <a:off x="1680" y="1037"/>
              <a:ext cx="1" cy="244"/>
            </a:xfrm>
            <a:prstGeom prst="line">
              <a:avLst/>
            </a:prstGeom>
            <a:ln w="28575" cap="flat" cmpd="sng">
              <a:solidFill>
                <a:schemeClr val="tx1"/>
              </a:solidFill>
              <a:prstDash val="solid"/>
              <a:round/>
              <a:headEnd type="none" w="med" len="med"/>
              <a:tailEnd type="none" w="med" len="med"/>
            </a:ln>
          </p:spPr>
        </p:sp>
        <p:sp>
          <p:nvSpPr>
            <p:cNvPr id="201764" name="Rectangle 36"/>
            <p:cNvSpPr>
              <a:spLocks noChangeArrowheads="1"/>
            </p:cNvSpPr>
            <p:nvPr/>
          </p:nvSpPr>
          <p:spPr bwMode="auto">
            <a:xfrm>
              <a:off x="1392" y="1766"/>
              <a:ext cx="628"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4</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选</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65" name="Rectangle 37"/>
            <p:cNvSpPr>
              <a:spLocks noChangeArrowheads="1"/>
            </p:cNvSpPr>
            <p:nvPr/>
          </p:nvSpPr>
          <p:spPr bwMode="auto">
            <a:xfrm>
              <a:off x="1056" y="2202"/>
              <a:ext cx="1396"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数据选择器</a:t>
              </a:r>
              <a:endPar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endParaRPr>
            </a:p>
          </p:txBody>
        </p:sp>
        <p:sp>
          <p:nvSpPr>
            <p:cNvPr id="201766" name="Rectangle 38"/>
            <p:cNvSpPr>
              <a:spLocks noChangeArrowheads="1"/>
            </p:cNvSpPr>
            <p:nvPr/>
          </p:nvSpPr>
          <p:spPr bwMode="auto">
            <a:xfrm>
              <a:off x="384" y="1077"/>
              <a:ext cx="473" cy="365"/>
            </a:xfrm>
            <a:prstGeom prst="rect">
              <a:avLst/>
            </a:prstGeom>
            <a:noFill/>
            <a:ln w="2857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67" name="Rectangle 39"/>
            <p:cNvSpPr>
              <a:spLocks noChangeArrowheads="1"/>
            </p:cNvSpPr>
            <p:nvPr/>
          </p:nvSpPr>
          <p:spPr bwMode="auto">
            <a:xfrm>
              <a:off x="336" y="1803"/>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68" name="Rectangle 40"/>
            <p:cNvSpPr>
              <a:spLocks noChangeArrowheads="1"/>
            </p:cNvSpPr>
            <p:nvPr/>
          </p:nvSpPr>
          <p:spPr bwMode="auto">
            <a:xfrm>
              <a:off x="288" y="2298"/>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69" name="Rectangle 41"/>
            <p:cNvSpPr>
              <a:spLocks noChangeArrowheads="1"/>
            </p:cNvSpPr>
            <p:nvPr/>
          </p:nvSpPr>
          <p:spPr bwMode="auto">
            <a:xfrm>
              <a:off x="288" y="2730"/>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70" name="Rectangle 42"/>
            <p:cNvSpPr>
              <a:spLocks noChangeArrowheads="1"/>
            </p:cNvSpPr>
            <p:nvPr/>
          </p:nvSpPr>
          <p:spPr bwMode="auto">
            <a:xfrm>
              <a:off x="1248" y="3453"/>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71" name="Rectangle 43"/>
            <p:cNvSpPr>
              <a:spLocks noChangeArrowheads="1"/>
            </p:cNvSpPr>
            <p:nvPr/>
          </p:nvSpPr>
          <p:spPr bwMode="auto">
            <a:xfrm>
              <a:off x="1728" y="3453"/>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72" name="Rectangle 44"/>
            <p:cNvSpPr>
              <a:spLocks noChangeArrowheads="1"/>
            </p:cNvSpPr>
            <p:nvPr/>
          </p:nvSpPr>
          <p:spPr bwMode="auto">
            <a:xfrm>
              <a:off x="1536" y="758"/>
              <a:ext cx="258"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S</a:t>
              </a:r>
              <a:endParaRPr kumimoji="1" lang="en-US" altLang="zh-CN" sz="32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01773" name="Rectangle 45"/>
            <p:cNvSpPr>
              <a:spLocks noChangeArrowheads="1"/>
            </p:cNvSpPr>
            <p:nvPr/>
          </p:nvSpPr>
          <p:spPr bwMode="auto">
            <a:xfrm>
              <a:off x="2592" y="1866"/>
              <a:ext cx="386"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Y</a:t>
              </a:r>
              <a:endPar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97325" name="Line 46"/>
            <p:cNvSpPr/>
            <p:nvPr/>
          </p:nvSpPr>
          <p:spPr>
            <a:xfrm>
              <a:off x="1536" y="801"/>
              <a:ext cx="288" cy="1"/>
            </a:xfrm>
            <a:prstGeom prst="line">
              <a:avLst/>
            </a:prstGeom>
            <a:ln w="28575" cap="flat" cmpd="sng">
              <a:solidFill>
                <a:schemeClr val="tx1"/>
              </a:solidFill>
              <a:prstDash val="solid"/>
              <a:roun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01730"/>
                                        </p:tgtEl>
                                        <p:attrNameLst>
                                          <p:attrName>style.visibility</p:attrName>
                                        </p:attrNameLst>
                                      </p:cBhvr>
                                      <p:to>
                                        <p:strVal val="visible"/>
                                      </p:to>
                                    </p:set>
                                    <p:anim calcmode="lin" valueType="num">
                                      <p:cBhvr>
                                        <p:cTn id="7" dur="500" fill="hold"/>
                                        <p:tgtEl>
                                          <p:spTgt spid="201730"/>
                                        </p:tgtEl>
                                        <p:attrNameLst>
                                          <p:attrName>ppt_w</p:attrName>
                                        </p:attrNameLst>
                                      </p:cBhvr>
                                      <p:tavLst>
                                        <p:tav tm="0">
                                          <p:val>
                                            <p:fltVal val="0.000000"/>
                                          </p:val>
                                        </p:tav>
                                        <p:tav tm="100000">
                                          <p:val>
                                            <p:strVal val="#ppt_w"/>
                                          </p:val>
                                        </p:tav>
                                      </p:tavLst>
                                    </p:anim>
                                    <p:anim calcmode="lin" valueType="num">
                                      <p:cBhvr>
                                        <p:cTn id="8" dur="500" fill="hold"/>
                                        <p:tgtEl>
                                          <p:spTgt spid="201730"/>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01731"/>
                                        </p:tgtEl>
                                        <p:attrNameLst>
                                          <p:attrName>style.visibility</p:attrName>
                                        </p:attrNameLst>
                                      </p:cBhvr>
                                      <p:to>
                                        <p:strVal val="visible"/>
                                      </p:to>
                                    </p:set>
                                    <p:animEffect transition="in" filter="wipe(left)">
                                      <p:cBhvr>
                                        <p:cTn id="13" dur="500"/>
                                        <p:tgtEl>
                                          <p:spTgt spid="20173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0-#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0-#ppt_w/2"/>
                                          </p:val>
                                        </p:tav>
                                        <p:tav tm="100000">
                                          <p:val>
                                            <p:strVal val="#ppt_x"/>
                                          </p:val>
                                        </p:tav>
                                      </p:tavLst>
                                    </p:anim>
                                    <p:anim calcmode="lin" valueType="num">
                                      <p:cBhvr additive="base">
                                        <p:cTn id="25"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bldLvl="0" animBg="1"/>
      <p:bldP spid="201731"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2754" name="Object 2"/>
          <p:cNvGraphicFramePr>
            <a:graphicFrameLocks noChangeAspect="1"/>
          </p:cNvGraphicFramePr>
          <p:nvPr/>
        </p:nvGraphicFramePr>
        <p:xfrm>
          <a:off x="704850" y="4791075"/>
          <a:ext cx="7416800" cy="504825"/>
        </p:xfrm>
        <a:graphic>
          <a:graphicData uri="http://schemas.openxmlformats.org/presentationml/2006/ole">
            <mc:AlternateContent xmlns:mc="http://schemas.openxmlformats.org/markup-compatibility/2006">
              <mc:Choice xmlns:v="urn:schemas-microsoft-com:vml" Requires="v">
                <p:oleObj spid="_x0000_s3277" name="" r:id="rId1" imgW="4552315" imgH="311150" progId="Equation.3">
                  <p:embed/>
                </p:oleObj>
              </mc:Choice>
              <mc:Fallback>
                <p:oleObj name="" r:id="rId1" imgW="4552315" imgH="311150" progId="Equation.3">
                  <p:embed/>
                  <p:pic>
                    <p:nvPicPr>
                      <p:cNvPr id="0" name="图片 3276"/>
                      <p:cNvPicPr/>
                      <p:nvPr/>
                    </p:nvPicPr>
                    <p:blipFill>
                      <a:blip r:embed="rId2">
                        <a:clrChange>
                          <a:clrFrom>
                            <a:srgbClr val="000000"/>
                          </a:clrFrom>
                          <a:clrTo>
                            <a:srgbClr val="000000"/>
                          </a:clrTo>
                        </a:clrChange>
                      </a:blip>
                      <a:stretch>
                        <a:fillRect/>
                      </a:stretch>
                    </p:blipFill>
                    <p:spPr>
                      <a:xfrm>
                        <a:off x="704850" y="4791075"/>
                        <a:ext cx="7416800" cy="504825"/>
                      </a:xfrm>
                      <a:prstGeom prst="rect">
                        <a:avLst/>
                      </a:prstGeom>
                      <a:noFill/>
                      <a:ln w="38100">
                        <a:noFill/>
                        <a:miter/>
                      </a:ln>
                    </p:spPr>
                  </p:pic>
                </p:oleObj>
              </mc:Fallback>
            </mc:AlternateContent>
          </a:graphicData>
        </a:graphic>
      </p:graphicFrame>
      <p:graphicFrame>
        <p:nvGraphicFramePr>
          <p:cNvPr id="202755" name="Object 3"/>
          <p:cNvGraphicFramePr>
            <a:graphicFrameLocks noChangeAspect="1"/>
          </p:cNvGraphicFramePr>
          <p:nvPr/>
        </p:nvGraphicFramePr>
        <p:xfrm>
          <a:off x="695325" y="1370013"/>
          <a:ext cx="7224713" cy="2755900"/>
        </p:xfrm>
        <a:graphic>
          <a:graphicData uri="http://schemas.openxmlformats.org/presentationml/2006/ole">
            <mc:AlternateContent xmlns:mc="http://schemas.openxmlformats.org/markup-compatibility/2006">
              <mc:Choice xmlns:v="urn:schemas-microsoft-com:vml" Requires="v">
                <p:oleObj spid="_x0000_s3275" name="" r:id="rId3" imgW="6993890" imgH="2675255" progId="Word.Document.8">
                  <p:embed/>
                </p:oleObj>
              </mc:Choice>
              <mc:Fallback>
                <p:oleObj name="" r:id="rId3" imgW="6993890" imgH="2675255" progId="Word.Document.8">
                  <p:embed/>
                  <p:pic>
                    <p:nvPicPr>
                      <p:cNvPr id="0" name="图片 3274"/>
                      <p:cNvPicPr/>
                      <p:nvPr/>
                    </p:nvPicPr>
                    <p:blipFill>
                      <a:blip r:embed="rId4">
                        <a:clrChange>
                          <a:clrFrom>
                            <a:srgbClr val="000000"/>
                          </a:clrFrom>
                          <a:clrTo>
                            <a:srgbClr val="FF0000"/>
                          </a:clrTo>
                        </a:clrChange>
                        <a:clrChange>
                          <a:clrFrom>
                            <a:srgbClr val="FFFF00"/>
                          </a:clrFrom>
                          <a:clrTo>
                            <a:srgbClr val="000000"/>
                          </a:clrTo>
                        </a:clrChange>
                      </a:blip>
                      <a:stretch>
                        <a:fillRect/>
                      </a:stretch>
                    </p:blipFill>
                    <p:spPr>
                      <a:xfrm>
                        <a:off x="695325" y="1370013"/>
                        <a:ext cx="7224713" cy="2755900"/>
                      </a:xfrm>
                      <a:prstGeom prst="rect">
                        <a:avLst/>
                      </a:prstGeom>
                      <a:noFill/>
                      <a:ln w="38100">
                        <a:noFill/>
                        <a:miter/>
                      </a:ln>
                    </p:spPr>
                  </p:pic>
                </p:oleObj>
              </mc:Fallback>
            </mc:AlternateContent>
          </a:graphicData>
        </a:graphic>
      </p:graphicFrame>
      <p:graphicFrame>
        <p:nvGraphicFramePr>
          <p:cNvPr id="202756" name="Object 4"/>
          <p:cNvGraphicFramePr>
            <a:graphicFrameLocks noChangeAspect="1"/>
          </p:cNvGraphicFramePr>
          <p:nvPr/>
        </p:nvGraphicFramePr>
        <p:xfrm>
          <a:off x="647700" y="5735638"/>
          <a:ext cx="7496175" cy="503237"/>
        </p:xfrm>
        <a:graphic>
          <a:graphicData uri="http://schemas.openxmlformats.org/presentationml/2006/ole">
            <mc:AlternateContent xmlns:mc="http://schemas.openxmlformats.org/markup-compatibility/2006">
              <mc:Choice xmlns:v="urn:schemas-microsoft-com:vml" Requires="v">
                <p:oleObj spid="_x0000_s3276" name="" r:id="rId5" imgW="4785995" imgH="311150" progId="Equation.3">
                  <p:embed/>
                </p:oleObj>
              </mc:Choice>
              <mc:Fallback>
                <p:oleObj name="" r:id="rId5" imgW="4785995" imgH="311150" progId="Equation.3">
                  <p:embed/>
                  <p:pic>
                    <p:nvPicPr>
                      <p:cNvPr id="0" name="图片 3275"/>
                      <p:cNvPicPr/>
                      <p:nvPr/>
                    </p:nvPicPr>
                    <p:blipFill>
                      <a:blip r:embed="rId6">
                        <a:clrChange>
                          <a:clrFrom>
                            <a:srgbClr val="000000"/>
                          </a:clrFrom>
                          <a:clrTo>
                            <a:srgbClr val="000000"/>
                          </a:clrTo>
                        </a:clrChange>
                      </a:blip>
                      <a:stretch>
                        <a:fillRect/>
                      </a:stretch>
                    </p:blipFill>
                    <p:spPr>
                      <a:xfrm>
                        <a:off x="647700" y="5735638"/>
                        <a:ext cx="7496175" cy="503237"/>
                      </a:xfrm>
                      <a:prstGeom prst="rect">
                        <a:avLst/>
                      </a:prstGeom>
                      <a:noFill/>
                      <a:ln w="38100">
                        <a:noFill/>
                        <a:miter/>
                      </a:ln>
                    </p:spPr>
                  </p:pic>
                </p:oleObj>
              </mc:Fallback>
            </mc:AlternateContent>
          </a:graphicData>
        </a:graphic>
      </p:graphicFrame>
      <p:sp>
        <p:nvSpPr>
          <p:cNvPr id="98308" name="Line 5"/>
          <p:cNvSpPr/>
          <p:nvPr/>
        </p:nvSpPr>
        <p:spPr>
          <a:xfrm>
            <a:off x="1263650" y="1785938"/>
            <a:ext cx="231775" cy="0"/>
          </a:xfrm>
          <a:prstGeom prst="line">
            <a:avLst/>
          </a:prstGeom>
          <a:ln w="12700" cap="flat" cmpd="sng">
            <a:solidFill>
              <a:schemeClr val="tx1"/>
            </a:solidFill>
            <a:prstDash val="solid"/>
            <a:round/>
            <a:headEnd type="none" w="med" len="med"/>
            <a:tailEnd type="none" w="med" len="med"/>
          </a:ln>
        </p:spPr>
      </p:sp>
      <p:sp>
        <p:nvSpPr>
          <p:cNvPr id="98309" name="Line 6"/>
          <p:cNvSpPr/>
          <p:nvPr/>
        </p:nvSpPr>
        <p:spPr>
          <a:xfrm>
            <a:off x="4891088" y="1771650"/>
            <a:ext cx="247650" cy="0"/>
          </a:xfrm>
          <a:prstGeom prst="line">
            <a:avLst/>
          </a:prstGeom>
          <a:ln w="12700" cap="flat" cmpd="sng">
            <a:solidFill>
              <a:schemeClr val="tx1"/>
            </a:solidFill>
            <a:prstDash val="solid"/>
            <a:roun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2755"/>
                                        </p:tgtEl>
                                        <p:attrNameLst>
                                          <p:attrName>style.visibility</p:attrName>
                                        </p:attrNameLst>
                                      </p:cBhvr>
                                      <p:to>
                                        <p:strVal val="visible"/>
                                      </p:to>
                                    </p:set>
                                    <p:anim calcmode="lin" valueType="num">
                                      <p:cBhvr additive="base">
                                        <p:cTn id="7" dur="500" fill="hold"/>
                                        <p:tgtEl>
                                          <p:spTgt spid="202755"/>
                                        </p:tgtEl>
                                        <p:attrNameLst>
                                          <p:attrName>ppt_x</p:attrName>
                                        </p:attrNameLst>
                                      </p:cBhvr>
                                      <p:tavLst>
                                        <p:tav tm="0">
                                          <p:val>
                                            <p:strVal val="0-#ppt_w/2"/>
                                          </p:val>
                                        </p:tav>
                                        <p:tav tm="100000">
                                          <p:val>
                                            <p:strVal val="#ppt_x"/>
                                          </p:val>
                                        </p:tav>
                                      </p:tavLst>
                                    </p:anim>
                                    <p:anim calcmode="lin" valueType="num">
                                      <p:cBhvr additive="base">
                                        <p:cTn id="8" dur="500" fill="hold"/>
                                        <p:tgtEl>
                                          <p:spTgt spid="2027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2754"/>
                                        </p:tgtEl>
                                        <p:attrNameLst>
                                          <p:attrName>style.visibility</p:attrName>
                                        </p:attrNameLst>
                                      </p:cBhvr>
                                      <p:to>
                                        <p:strVal val="visible"/>
                                      </p:to>
                                    </p:set>
                                    <p:anim calcmode="lin" valueType="num">
                                      <p:cBhvr additive="base">
                                        <p:cTn id="13" dur="500" fill="hold"/>
                                        <p:tgtEl>
                                          <p:spTgt spid="202754"/>
                                        </p:tgtEl>
                                        <p:attrNameLst>
                                          <p:attrName>ppt_x</p:attrName>
                                        </p:attrNameLst>
                                      </p:cBhvr>
                                      <p:tavLst>
                                        <p:tav tm="0">
                                          <p:val>
                                            <p:strVal val="0-#ppt_w/2"/>
                                          </p:val>
                                        </p:tav>
                                        <p:tav tm="100000">
                                          <p:val>
                                            <p:strVal val="#ppt_x"/>
                                          </p:val>
                                        </p:tav>
                                      </p:tavLst>
                                    </p:anim>
                                    <p:anim calcmode="lin" valueType="num">
                                      <p:cBhvr additive="base">
                                        <p:cTn id="14" dur="500" fill="hold"/>
                                        <p:tgtEl>
                                          <p:spTgt spid="20275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02756"/>
                                        </p:tgtEl>
                                        <p:attrNameLst>
                                          <p:attrName>style.visibility</p:attrName>
                                        </p:attrNameLst>
                                      </p:cBhvr>
                                      <p:to>
                                        <p:strVal val="visible"/>
                                      </p:to>
                                    </p:set>
                                    <p:anim calcmode="lin" valueType="num">
                                      <p:cBhvr additive="base">
                                        <p:cTn id="19" dur="500" fill="hold"/>
                                        <p:tgtEl>
                                          <p:spTgt spid="202756"/>
                                        </p:tgtEl>
                                        <p:attrNameLst>
                                          <p:attrName>ppt_x</p:attrName>
                                        </p:attrNameLst>
                                      </p:cBhvr>
                                      <p:tavLst>
                                        <p:tav tm="0">
                                          <p:val>
                                            <p:strVal val="0-#ppt_w/2"/>
                                          </p:val>
                                        </p:tav>
                                        <p:tav tm="100000">
                                          <p:val>
                                            <p:strVal val="#ppt_x"/>
                                          </p:val>
                                        </p:tav>
                                      </p:tavLst>
                                    </p:anim>
                                    <p:anim calcmode="lin" valueType="num">
                                      <p:cBhvr additive="base">
                                        <p:cTn id="20" dur="500" fill="hold"/>
                                        <p:tgtEl>
                                          <p:spTgt spid="2027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2"/>
          <p:cNvSpPr/>
          <p:nvPr/>
        </p:nvSpPr>
        <p:spPr>
          <a:xfrm>
            <a:off x="5086350" y="495300"/>
            <a:ext cx="3486150" cy="2857500"/>
          </a:xfrm>
          <a:prstGeom prst="rect">
            <a:avLst/>
          </a:prstGeom>
          <a:solidFill>
            <a:srgbClr val="CCFFFF"/>
          </a:solid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03779" name="Text Box 3"/>
          <p:cNvSpPr txBox="1">
            <a:spLocks noChangeArrowheads="1"/>
          </p:cNvSpPr>
          <p:nvPr/>
        </p:nvSpPr>
        <p:spPr bwMode="auto">
          <a:xfrm>
            <a:off x="3421063" y="6400800"/>
            <a:ext cx="5722938" cy="457200"/>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en-US" altLang="zh-CN" sz="2400" b="1" i="0" kern="1200" cap="none" spc="0" normalizeH="0" baseline="0" noProof="0">
                <a:latin typeface="Times New Roman" panose="02020603050405020304" pitchFamily="18" charset="0"/>
                <a:ea typeface="宋体" panose="02010600030101010101" pitchFamily="2" charset="-122"/>
                <a:cs typeface="+mn-cs"/>
              </a:rPr>
              <a:t>	</a:t>
            </a:r>
            <a:r>
              <a:rPr kumimoji="1" lang="en-US" altLang="zh-CN" sz="24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74LS153</a:t>
            </a:r>
            <a:r>
              <a:rPr kumimoji="1" lang="zh-CN" altLang="en-US" sz="24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型双四选一多路选择器</a:t>
            </a:r>
            <a:endParaRPr kumimoji="1" lang="zh-CN" altLang="en-US" sz="24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99331" name="Group 4"/>
          <p:cNvGrpSpPr/>
          <p:nvPr/>
        </p:nvGrpSpPr>
        <p:grpSpPr>
          <a:xfrm>
            <a:off x="0" y="400050"/>
            <a:ext cx="4495800" cy="6172200"/>
            <a:chOff x="0" y="252"/>
            <a:chExt cx="2832" cy="3888"/>
          </a:xfrm>
        </p:grpSpPr>
        <p:sp>
          <p:nvSpPr>
            <p:cNvPr id="99332" name="Text Box 5"/>
            <p:cNvSpPr txBox="1"/>
            <p:nvPr/>
          </p:nvSpPr>
          <p:spPr>
            <a:xfrm>
              <a:off x="2352" y="876"/>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1Q</a:t>
              </a:r>
              <a:endParaRPr lang="en-US" altLang="zh-CN" sz="2400" i="0" dirty="0">
                <a:latin typeface="Times New Roman" panose="02020603050405020304" pitchFamily="18" charset="0"/>
                <a:ea typeface="宋体" panose="02010600030101010101" pitchFamily="2" charset="-122"/>
              </a:endParaRPr>
            </a:p>
          </p:txBody>
        </p:sp>
        <p:sp>
          <p:nvSpPr>
            <p:cNvPr id="99333" name="Text Box 6"/>
            <p:cNvSpPr txBox="1"/>
            <p:nvPr/>
          </p:nvSpPr>
          <p:spPr>
            <a:xfrm>
              <a:off x="2352" y="3036"/>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2Q</a:t>
              </a:r>
              <a:endParaRPr lang="en-US" altLang="zh-CN" sz="2400" i="0" dirty="0">
                <a:latin typeface="Times New Roman" panose="02020603050405020304" pitchFamily="18" charset="0"/>
                <a:ea typeface="宋体" panose="02010600030101010101" pitchFamily="2" charset="-122"/>
              </a:endParaRPr>
            </a:p>
          </p:txBody>
        </p:sp>
        <p:grpSp>
          <p:nvGrpSpPr>
            <p:cNvPr id="99334" name="Group 7"/>
            <p:cNvGrpSpPr/>
            <p:nvPr/>
          </p:nvGrpSpPr>
          <p:grpSpPr>
            <a:xfrm>
              <a:off x="1584" y="338"/>
              <a:ext cx="624" cy="1541"/>
              <a:chOff x="1536" y="336"/>
              <a:chExt cx="576" cy="1680"/>
            </a:xfrm>
          </p:grpSpPr>
          <p:sp>
            <p:nvSpPr>
              <p:cNvPr id="99335" name="Rectangle 8"/>
              <p:cNvSpPr/>
              <p:nvPr/>
            </p:nvSpPr>
            <p:spPr>
              <a:xfrm>
                <a:off x="1536" y="336"/>
                <a:ext cx="576" cy="1680"/>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36" name="Line 9"/>
              <p:cNvSpPr/>
              <p:nvPr/>
            </p:nvSpPr>
            <p:spPr>
              <a:xfrm>
                <a:off x="1824" y="336"/>
                <a:ext cx="0" cy="1680"/>
              </a:xfrm>
              <a:prstGeom prst="line">
                <a:avLst/>
              </a:prstGeom>
              <a:ln w="9525" cap="flat" cmpd="sng">
                <a:solidFill>
                  <a:srgbClr val="3333FF"/>
                </a:solidFill>
                <a:prstDash val="solid"/>
                <a:round/>
                <a:headEnd type="none" w="med" len="med"/>
                <a:tailEnd type="none" w="med" len="med"/>
              </a:ln>
            </p:spPr>
          </p:sp>
          <p:sp>
            <p:nvSpPr>
              <p:cNvPr id="99337" name="Line 10"/>
              <p:cNvSpPr/>
              <p:nvPr/>
            </p:nvSpPr>
            <p:spPr>
              <a:xfrm>
                <a:off x="1536" y="1176"/>
                <a:ext cx="288" cy="0"/>
              </a:xfrm>
              <a:prstGeom prst="line">
                <a:avLst/>
              </a:prstGeom>
              <a:ln w="9525" cap="flat" cmpd="sng">
                <a:solidFill>
                  <a:srgbClr val="3333FF"/>
                </a:solidFill>
                <a:prstDash val="solid"/>
                <a:round/>
                <a:headEnd type="none" w="med" len="med"/>
                <a:tailEnd type="none" w="med" len="med"/>
              </a:ln>
            </p:spPr>
          </p:sp>
          <p:sp>
            <p:nvSpPr>
              <p:cNvPr id="99338" name="Line 11"/>
              <p:cNvSpPr/>
              <p:nvPr/>
            </p:nvSpPr>
            <p:spPr>
              <a:xfrm>
                <a:off x="1536" y="720"/>
                <a:ext cx="288" cy="0"/>
              </a:xfrm>
              <a:prstGeom prst="line">
                <a:avLst/>
              </a:prstGeom>
              <a:ln w="9525" cap="flat" cmpd="sng">
                <a:solidFill>
                  <a:srgbClr val="3333FF"/>
                </a:solidFill>
                <a:prstDash val="solid"/>
                <a:round/>
                <a:headEnd type="none" w="med" len="med"/>
                <a:tailEnd type="none" w="med" len="med"/>
              </a:ln>
            </p:spPr>
          </p:sp>
          <p:sp>
            <p:nvSpPr>
              <p:cNvPr id="99339" name="Line 12"/>
              <p:cNvSpPr/>
              <p:nvPr/>
            </p:nvSpPr>
            <p:spPr>
              <a:xfrm>
                <a:off x="1536" y="1584"/>
                <a:ext cx="288" cy="0"/>
              </a:xfrm>
              <a:prstGeom prst="line">
                <a:avLst/>
              </a:prstGeom>
              <a:ln w="9525" cap="flat" cmpd="sng">
                <a:solidFill>
                  <a:srgbClr val="3333FF"/>
                </a:solidFill>
                <a:prstDash val="solid"/>
                <a:round/>
                <a:headEnd type="none" w="med" len="med"/>
                <a:tailEnd type="none" w="med" len="med"/>
              </a:ln>
            </p:spPr>
          </p:sp>
        </p:grpSp>
        <p:sp>
          <p:nvSpPr>
            <p:cNvPr id="99340" name="Line 13"/>
            <p:cNvSpPr/>
            <p:nvPr/>
          </p:nvSpPr>
          <p:spPr>
            <a:xfrm>
              <a:off x="680" y="382"/>
              <a:ext cx="901" cy="0"/>
            </a:xfrm>
            <a:prstGeom prst="line">
              <a:avLst/>
            </a:prstGeom>
            <a:ln w="9525" cap="flat" cmpd="sng">
              <a:solidFill>
                <a:schemeClr val="tx1"/>
              </a:solidFill>
              <a:prstDash val="solid"/>
              <a:round/>
              <a:headEnd type="none" w="med" len="med"/>
              <a:tailEnd type="none" w="med" len="med"/>
            </a:ln>
          </p:spPr>
        </p:sp>
        <p:sp>
          <p:nvSpPr>
            <p:cNvPr id="99341" name="Line 14"/>
            <p:cNvSpPr/>
            <p:nvPr/>
          </p:nvSpPr>
          <p:spPr>
            <a:xfrm>
              <a:off x="1177" y="470"/>
              <a:ext cx="407" cy="0"/>
            </a:xfrm>
            <a:prstGeom prst="line">
              <a:avLst/>
            </a:prstGeom>
            <a:ln w="9525" cap="flat" cmpd="sng">
              <a:solidFill>
                <a:schemeClr val="tx1"/>
              </a:solidFill>
              <a:prstDash val="solid"/>
              <a:round/>
              <a:headEnd type="none" w="med" len="med"/>
              <a:tailEnd type="none" w="med" len="med"/>
            </a:ln>
          </p:spPr>
        </p:sp>
        <p:sp>
          <p:nvSpPr>
            <p:cNvPr id="99342" name="Line 15"/>
            <p:cNvSpPr/>
            <p:nvPr/>
          </p:nvSpPr>
          <p:spPr>
            <a:xfrm>
              <a:off x="1312" y="558"/>
              <a:ext cx="272" cy="0"/>
            </a:xfrm>
            <a:prstGeom prst="line">
              <a:avLst/>
            </a:prstGeom>
            <a:ln w="9525" cap="flat" cmpd="sng">
              <a:solidFill>
                <a:schemeClr val="tx1"/>
              </a:solidFill>
              <a:prstDash val="solid"/>
              <a:round/>
              <a:headEnd type="none" w="med" len="med"/>
              <a:tailEnd type="none" w="med" len="med"/>
            </a:ln>
          </p:spPr>
        </p:sp>
        <p:sp>
          <p:nvSpPr>
            <p:cNvPr id="99343" name="Line 16"/>
            <p:cNvSpPr/>
            <p:nvPr/>
          </p:nvSpPr>
          <p:spPr>
            <a:xfrm>
              <a:off x="2222" y="1108"/>
              <a:ext cx="226" cy="0"/>
            </a:xfrm>
            <a:prstGeom prst="line">
              <a:avLst/>
            </a:prstGeom>
            <a:ln w="9525" cap="flat" cmpd="sng">
              <a:solidFill>
                <a:schemeClr val="tx1"/>
              </a:solidFill>
              <a:prstDash val="solid"/>
              <a:round/>
              <a:headEnd type="none" w="med" len="med"/>
              <a:tailEnd type="none" w="med" len="med"/>
            </a:ln>
          </p:spPr>
        </p:sp>
        <p:sp>
          <p:nvSpPr>
            <p:cNvPr id="99344" name="Text Box 17"/>
            <p:cNvSpPr txBox="1"/>
            <p:nvPr/>
          </p:nvSpPr>
          <p:spPr>
            <a:xfrm>
              <a:off x="1855" y="381"/>
              <a:ext cx="305"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99345" name="Text Box 18"/>
            <p:cNvSpPr txBox="1"/>
            <p:nvPr/>
          </p:nvSpPr>
          <p:spPr>
            <a:xfrm>
              <a:off x="1629" y="381"/>
              <a:ext cx="271"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&amp;</a:t>
              </a:r>
              <a:endParaRPr lang="en-US" altLang="zh-CN" sz="2400" i="0" dirty="0">
                <a:latin typeface="Times New Roman" panose="02020603050405020304" pitchFamily="18" charset="0"/>
                <a:ea typeface="宋体" panose="02010600030101010101" pitchFamily="2" charset="-122"/>
              </a:endParaRPr>
            </a:p>
          </p:txBody>
        </p:sp>
        <p:grpSp>
          <p:nvGrpSpPr>
            <p:cNvPr id="99346" name="Group 19"/>
            <p:cNvGrpSpPr/>
            <p:nvPr/>
          </p:nvGrpSpPr>
          <p:grpSpPr>
            <a:xfrm>
              <a:off x="1584" y="2495"/>
              <a:ext cx="624" cy="1540"/>
              <a:chOff x="1536" y="336"/>
              <a:chExt cx="576" cy="1680"/>
            </a:xfrm>
          </p:grpSpPr>
          <p:sp>
            <p:nvSpPr>
              <p:cNvPr id="99347" name="Rectangle 20"/>
              <p:cNvSpPr/>
              <p:nvPr/>
            </p:nvSpPr>
            <p:spPr>
              <a:xfrm>
                <a:off x="1536" y="336"/>
                <a:ext cx="576" cy="1680"/>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48" name="Line 21"/>
              <p:cNvSpPr/>
              <p:nvPr/>
            </p:nvSpPr>
            <p:spPr>
              <a:xfrm>
                <a:off x="1824" y="336"/>
                <a:ext cx="0" cy="1680"/>
              </a:xfrm>
              <a:prstGeom prst="line">
                <a:avLst/>
              </a:prstGeom>
              <a:ln w="9525" cap="flat" cmpd="sng">
                <a:solidFill>
                  <a:srgbClr val="3333FF"/>
                </a:solidFill>
                <a:prstDash val="solid"/>
                <a:round/>
                <a:headEnd type="none" w="med" len="med"/>
                <a:tailEnd type="none" w="med" len="med"/>
              </a:ln>
            </p:spPr>
          </p:sp>
          <p:sp>
            <p:nvSpPr>
              <p:cNvPr id="99349" name="Line 22"/>
              <p:cNvSpPr/>
              <p:nvPr/>
            </p:nvSpPr>
            <p:spPr>
              <a:xfrm>
                <a:off x="1536" y="1176"/>
                <a:ext cx="288" cy="0"/>
              </a:xfrm>
              <a:prstGeom prst="line">
                <a:avLst/>
              </a:prstGeom>
              <a:ln w="9525" cap="flat" cmpd="sng">
                <a:solidFill>
                  <a:srgbClr val="3333FF"/>
                </a:solidFill>
                <a:prstDash val="solid"/>
                <a:round/>
                <a:headEnd type="none" w="med" len="med"/>
                <a:tailEnd type="none" w="med" len="med"/>
              </a:ln>
            </p:spPr>
          </p:sp>
          <p:sp>
            <p:nvSpPr>
              <p:cNvPr id="99350" name="Line 23"/>
              <p:cNvSpPr/>
              <p:nvPr/>
            </p:nvSpPr>
            <p:spPr>
              <a:xfrm>
                <a:off x="1536" y="720"/>
                <a:ext cx="288" cy="0"/>
              </a:xfrm>
              <a:prstGeom prst="line">
                <a:avLst/>
              </a:prstGeom>
              <a:ln w="9525" cap="flat" cmpd="sng">
                <a:solidFill>
                  <a:srgbClr val="3333FF"/>
                </a:solidFill>
                <a:prstDash val="solid"/>
                <a:round/>
                <a:headEnd type="none" w="med" len="med"/>
                <a:tailEnd type="none" w="med" len="med"/>
              </a:ln>
            </p:spPr>
          </p:sp>
          <p:sp>
            <p:nvSpPr>
              <p:cNvPr id="99351" name="Line 24"/>
              <p:cNvSpPr/>
              <p:nvPr/>
            </p:nvSpPr>
            <p:spPr>
              <a:xfrm>
                <a:off x="1536" y="1584"/>
                <a:ext cx="288" cy="0"/>
              </a:xfrm>
              <a:prstGeom prst="line">
                <a:avLst/>
              </a:prstGeom>
              <a:ln w="9525" cap="flat" cmpd="sng">
                <a:solidFill>
                  <a:srgbClr val="3333FF"/>
                </a:solidFill>
                <a:prstDash val="solid"/>
                <a:round/>
                <a:headEnd type="none" w="med" len="med"/>
                <a:tailEnd type="none" w="med" len="med"/>
              </a:ln>
            </p:spPr>
          </p:sp>
        </p:grpSp>
        <p:sp>
          <p:nvSpPr>
            <p:cNvPr id="99352" name="Line 25"/>
            <p:cNvSpPr/>
            <p:nvPr/>
          </p:nvSpPr>
          <p:spPr>
            <a:xfrm>
              <a:off x="307" y="2539"/>
              <a:ext cx="1277" cy="0"/>
            </a:xfrm>
            <a:prstGeom prst="line">
              <a:avLst/>
            </a:prstGeom>
            <a:ln w="9525" cap="flat" cmpd="sng">
              <a:solidFill>
                <a:schemeClr val="tx1"/>
              </a:solidFill>
              <a:prstDash val="solid"/>
              <a:round/>
              <a:headEnd type="none" w="med" len="med"/>
              <a:tailEnd type="none" w="med" len="med"/>
            </a:ln>
          </p:spPr>
        </p:sp>
        <p:sp>
          <p:nvSpPr>
            <p:cNvPr id="99353" name="Line 26"/>
            <p:cNvSpPr/>
            <p:nvPr/>
          </p:nvSpPr>
          <p:spPr>
            <a:xfrm>
              <a:off x="1177" y="2627"/>
              <a:ext cx="407" cy="0"/>
            </a:xfrm>
            <a:prstGeom prst="line">
              <a:avLst/>
            </a:prstGeom>
            <a:ln w="9525" cap="flat" cmpd="sng">
              <a:solidFill>
                <a:schemeClr val="tx1"/>
              </a:solidFill>
              <a:prstDash val="solid"/>
              <a:round/>
              <a:headEnd type="none" w="med" len="med"/>
              <a:tailEnd type="none" w="med" len="med"/>
            </a:ln>
          </p:spPr>
        </p:sp>
        <p:sp>
          <p:nvSpPr>
            <p:cNvPr id="99354" name="Line 27"/>
            <p:cNvSpPr/>
            <p:nvPr/>
          </p:nvSpPr>
          <p:spPr>
            <a:xfrm>
              <a:off x="1312" y="2715"/>
              <a:ext cx="272" cy="0"/>
            </a:xfrm>
            <a:prstGeom prst="line">
              <a:avLst/>
            </a:prstGeom>
            <a:ln w="9525" cap="flat" cmpd="sng">
              <a:solidFill>
                <a:schemeClr val="tx1"/>
              </a:solidFill>
              <a:prstDash val="solid"/>
              <a:round/>
              <a:headEnd type="none" w="med" len="med"/>
              <a:tailEnd type="none" w="med" len="med"/>
            </a:ln>
          </p:spPr>
        </p:sp>
        <p:sp>
          <p:nvSpPr>
            <p:cNvPr id="99355" name="Line 28"/>
            <p:cNvSpPr/>
            <p:nvPr/>
          </p:nvSpPr>
          <p:spPr>
            <a:xfrm>
              <a:off x="2222" y="3265"/>
              <a:ext cx="226" cy="0"/>
            </a:xfrm>
            <a:prstGeom prst="line">
              <a:avLst/>
            </a:prstGeom>
            <a:ln w="9525" cap="flat" cmpd="sng">
              <a:solidFill>
                <a:schemeClr val="tx1"/>
              </a:solidFill>
              <a:prstDash val="solid"/>
              <a:round/>
              <a:headEnd type="none" w="med" len="med"/>
              <a:tailEnd type="none" w="med" len="med"/>
            </a:ln>
          </p:spPr>
        </p:sp>
        <p:sp>
          <p:nvSpPr>
            <p:cNvPr id="99356" name="Text Box 29"/>
            <p:cNvSpPr txBox="1"/>
            <p:nvPr/>
          </p:nvSpPr>
          <p:spPr>
            <a:xfrm>
              <a:off x="1855" y="2539"/>
              <a:ext cx="353"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99357" name="Text Box 30"/>
            <p:cNvSpPr txBox="1"/>
            <p:nvPr/>
          </p:nvSpPr>
          <p:spPr>
            <a:xfrm>
              <a:off x="1629" y="2539"/>
              <a:ext cx="271"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&amp;</a:t>
              </a:r>
              <a:endParaRPr lang="en-US" altLang="zh-CN" sz="2400" i="0" dirty="0">
                <a:latin typeface="Times New Roman" panose="02020603050405020304" pitchFamily="18" charset="0"/>
                <a:ea typeface="宋体" panose="02010600030101010101" pitchFamily="2" charset="-122"/>
              </a:endParaRPr>
            </a:p>
          </p:txBody>
        </p:sp>
        <p:sp>
          <p:nvSpPr>
            <p:cNvPr id="99358" name="Oval 31"/>
            <p:cNvSpPr/>
            <p:nvPr/>
          </p:nvSpPr>
          <p:spPr>
            <a:xfrm>
              <a:off x="1425" y="359"/>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99359" name="Group 32"/>
            <p:cNvGrpSpPr/>
            <p:nvPr/>
          </p:nvGrpSpPr>
          <p:grpSpPr>
            <a:xfrm>
              <a:off x="672" y="1879"/>
              <a:ext cx="188" cy="231"/>
              <a:chOff x="232" y="384"/>
              <a:chExt cx="200" cy="302"/>
            </a:xfrm>
          </p:grpSpPr>
          <p:sp>
            <p:nvSpPr>
              <p:cNvPr id="99360" name="Rectangle 33"/>
              <p:cNvSpPr/>
              <p:nvPr/>
            </p:nvSpPr>
            <p:spPr>
              <a:xfrm>
                <a:off x="240" y="432"/>
                <a:ext cx="144" cy="24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61" name="Oval 34"/>
              <p:cNvSpPr/>
              <p:nvPr/>
            </p:nvSpPr>
            <p:spPr>
              <a:xfrm>
                <a:off x="384" y="528"/>
                <a:ext cx="48"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62" name="Text Box 35"/>
              <p:cNvSpPr txBox="1"/>
              <p:nvPr/>
            </p:nvSpPr>
            <p:spPr>
              <a:xfrm>
                <a:off x="232" y="384"/>
                <a:ext cx="130" cy="302"/>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1800" i="0" dirty="0">
                  <a:latin typeface="Times New Roman" panose="02020603050405020304" pitchFamily="18" charset="0"/>
                  <a:ea typeface="宋体" panose="02010600030101010101" pitchFamily="2" charset="-122"/>
                </a:endParaRPr>
              </a:p>
            </p:txBody>
          </p:sp>
        </p:grpSp>
        <p:sp>
          <p:nvSpPr>
            <p:cNvPr id="99363" name="Line 36"/>
            <p:cNvSpPr/>
            <p:nvPr/>
          </p:nvSpPr>
          <p:spPr>
            <a:xfrm flipH="1">
              <a:off x="680" y="3991"/>
              <a:ext cx="904" cy="0"/>
            </a:xfrm>
            <a:prstGeom prst="line">
              <a:avLst/>
            </a:prstGeom>
            <a:ln w="9525" cap="flat" cmpd="sng">
              <a:solidFill>
                <a:schemeClr val="tx1"/>
              </a:solidFill>
              <a:prstDash val="solid"/>
              <a:round/>
              <a:headEnd type="none" w="med" len="med"/>
              <a:tailEnd type="none" w="med" len="med"/>
            </a:ln>
          </p:spPr>
        </p:sp>
        <p:sp>
          <p:nvSpPr>
            <p:cNvPr id="99364" name="Rectangle 37"/>
            <p:cNvSpPr/>
            <p:nvPr/>
          </p:nvSpPr>
          <p:spPr>
            <a:xfrm flipH="1">
              <a:off x="544" y="3903"/>
              <a:ext cx="136" cy="22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65" name="Oval 38"/>
            <p:cNvSpPr/>
            <p:nvPr/>
          </p:nvSpPr>
          <p:spPr>
            <a:xfrm flipH="1">
              <a:off x="499" y="3991"/>
              <a:ext cx="45" cy="44"/>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66" name="Text Box 39"/>
            <p:cNvSpPr txBox="1"/>
            <p:nvPr/>
          </p:nvSpPr>
          <p:spPr>
            <a:xfrm flipH="1">
              <a:off x="539" y="3909"/>
              <a:ext cx="12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1800" i="0" dirty="0">
                <a:latin typeface="Times New Roman" panose="02020603050405020304" pitchFamily="18" charset="0"/>
                <a:ea typeface="宋体" panose="02010600030101010101" pitchFamily="2" charset="-122"/>
              </a:endParaRPr>
            </a:p>
          </p:txBody>
        </p:sp>
        <p:sp>
          <p:nvSpPr>
            <p:cNvPr id="99367" name="Line 40"/>
            <p:cNvSpPr/>
            <p:nvPr/>
          </p:nvSpPr>
          <p:spPr>
            <a:xfrm flipH="1">
              <a:off x="288" y="4013"/>
              <a:ext cx="211" cy="0"/>
            </a:xfrm>
            <a:prstGeom prst="line">
              <a:avLst/>
            </a:prstGeom>
            <a:ln w="9525" cap="flat" cmpd="sng">
              <a:solidFill>
                <a:schemeClr val="tx1"/>
              </a:solidFill>
              <a:prstDash val="solid"/>
              <a:round/>
              <a:headEnd type="none" w="med" len="med"/>
              <a:tailEnd type="none" w="med" len="med"/>
            </a:ln>
          </p:spPr>
        </p:sp>
        <p:sp>
          <p:nvSpPr>
            <p:cNvPr id="99368" name="Rectangle 41"/>
            <p:cNvSpPr/>
            <p:nvPr/>
          </p:nvSpPr>
          <p:spPr>
            <a:xfrm flipH="1">
              <a:off x="544" y="294"/>
              <a:ext cx="136" cy="22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69" name="Oval 42"/>
            <p:cNvSpPr/>
            <p:nvPr/>
          </p:nvSpPr>
          <p:spPr>
            <a:xfrm flipH="1">
              <a:off x="499" y="382"/>
              <a:ext cx="45" cy="44"/>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70" name="Text Box 43"/>
            <p:cNvSpPr txBox="1"/>
            <p:nvPr/>
          </p:nvSpPr>
          <p:spPr>
            <a:xfrm flipH="1">
              <a:off x="539" y="299"/>
              <a:ext cx="12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1800" i="0" dirty="0">
                <a:latin typeface="Times New Roman" panose="02020603050405020304" pitchFamily="18" charset="0"/>
                <a:ea typeface="宋体" panose="02010600030101010101" pitchFamily="2" charset="-122"/>
              </a:endParaRPr>
            </a:p>
          </p:txBody>
        </p:sp>
        <p:sp>
          <p:nvSpPr>
            <p:cNvPr id="99371" name="Line 44"/>
            <p:cNvSpPr/>
            <p:nvPr/>
          </p:nvSpPr>
          <p:spPr>
            <a:xfrm flipH="1">
              <a:off x="288" y="404"/>
              <a:ext cx="211" cy="0"/>
            </a:xfrm>
            <a:prstGeom prst="line">
              <a:avLst/>
            </a:prstGeom>
            <a:ln w="9525" cap="flat" cmpd="sng">
              <a:solidFill>
                <a:schemeClr val="tx1"/>
              </a:solidFill>
              <a:prstDash val="solid"/>
              <a:round/>
              <a:headEnd type="none" w="med" len="med"/>
              <a:tailEnd type="none" w="med" len="med"/>
            </a:ln>
          </p:spPr>
        </p:sp>
        <p:sp>
          <p:nvSpPr>
            <p:cNvPr id="99372" name="Line 45"/>
            <p:cNvSpPr/>
            <p:nvPr/>
          </p:nvSpPr>
          <p:spPr>
            <a:xfrm>
              <a:off x="1448" y="382"/>
              <a:ext cx="0" cy="1144"/>
            </a:xfrm>
            <a:prstGeom prst="line">
              <a:avLst/>
            </a:prstGeom>
            <a:ln w="9525" cap="flat" cmpd="sng">
              <a:solidFill>
                <a:schemeClr val="tx1"/>
              </a:solidFill>
              <a:prstDash val="solid"/>
              <a:round/>
              <a:headEnd type="none" w="med" len="med"/>
              <a:tailEnd type="none" w="med" len="med"/>
            </a:ln>
          </p:spPr>
        </p:sp>
        <p:sp>
          <p:nvSpPr>
            <p:cNvPr id="99373" name="Line 46"/>
            <p:cNvSpPr/>
            <p:nvPr/>
          </p:nvSpPr>
          <p:spPr>
            <a:xfrm>
              <a:off x="1448" y="1526"/>
              <a:ext cx="136" cy="0"/>
            </a:xfrm>
            <a:prstGeom prst="line">
              <a:avLst/>
            </a:prstGeom>
            <a:ln w="9525" cap="flat" cmpd="sng">
              <a:solidFill>
                <a:schemeClr val="tx1"/>
              </a:solidFill>
              <a:prstDash val="solid"/>
              <a:round/>
              <a:headEnd type="none" w="med" len="med"/>
              <a:tailEnd type="none" w="med" len="med"/>
            </a:ln>
          </p:spPr>
        </p:sp>
        <p:sp>
          <p:nvSpPr>
            <p:cNvPr id="99374" name="Line 47"/>
            <p:cNvSpPr/>
            <p:nvPr/>
          </p:nvSpPr>
          <p:spPr>
            <a:xfrm>
              <a:off x="1448" y="1174"/>
              <a:ext cx="136" cy="0"/>
            </a:xfrm>
            <a:prstGeom prst="line">
              <a:avLst/>
            </a:prstGeom>
            <a:ln w="9525" cap="flat" cmpd="sng">
              <a:solidFill>
                <a:schemeClr val="tx1"/>
              </a:solidFill>
              <a:prstDash val="solid"/>
              <a:round/>
              <a:headEnd type="none" w="med" len="med"/>
              <a:tailEnd type="none" w="med" len="med"/>
            </a:ln>
          </p:spPr>
        </p:sp>
        <p:sp>
          <p:nvSpPr>
            <p:cNvPr id="99375" name="Line 48"/>
            <p:cNvSpPr/>
            <p:nvPr/>
          </p:nvSpPr>
          <p:spPr>
            <a:xfrm>
              <a:off x="1448" y="734"/>
              <a:ext cx="136" cy="0"/>
            </a:xfrm>
            <a:prstGeom prst="line">
              <a:avLst/>
            </a:prstGeom>
            <a:ln w="9525" cap="flat" cmpd="sng">
              <a:solidFill>
                <a:schemeClr val="tx1"/>
              </a:solidFill>
              <a:prstDash val="solid"/>
              <a:round/>
              <a:headEnd type="none" w="med" len="med"/>
              <a:tailEnd type="none" w="med" len="med"/>
            </a:ln>
          </p:spPr>
        </p:sp>
        <p:sp>
          <p:nvSpPr>
            <p:cNvPr id="99376" name="Oval 49"/>
            <p:cNvSpPr/>
            <p:nvPr/>
          </p:nvSpPr>
          <p:spPr>
            <a:xfrm>
              <a:off x="1426" y="711"/>
              <a:ext cx="46"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77" name="Oval 50"/>
            <p:cNvSpPr/>
            <p:nvPr/>
          </p:nvSpPr>
          <p:spPr>
            <a:xfrm>
              <a:off x="1426" y="1151"/>
              <a:ext cx="46"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78" name="Oval 51"/>
            <p:cNvSpPr/>
            <p:nvPr/>
          </p:nvSpPr>
          <p:spPr>
            <a:xfrm>
              <a:off x="1153" y="2603"/>
              <a:ext cx="46"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79" name="Line 52"/>
            <p:cNvSpPr/>
            <p:nvPr/>
          </p:nvSpPr>
          <p:spPr>
            <a:xfrm>
              <a:off x="1312" y="558"/>
              <a:ext cx="0" cy="2949"/>
            </a:xfrm>
            <a:prstGeom prst="line">
              <a:avLst/>
            </a:prstGeom>
            <a:ln w="9525" cap="flat" cmpd="sng">
              <a:solidFill>
                <a:schemeClr val="tx1"/>
              </a:solidFill>
              <a:prstDash val="solid"/>
              <a:round/>
              <a:headEnd type="none" w="med" len="med"/>
              <a:tailEnd type="none" w="med" len="med"/>
            </a:ln>
          </p:spPr>
        </p:sp>
        <p:sp>
          <p:nvSpPr>
            <p:cNvPr id="99380" name="Line 53"/>
            <p:cNvSpPr/>
            <p:nvPr/>
          </p:nvSpPr>
          <p:spPr>
            <a:xfrm>
              <a:off x="906" y="1262"/>
              <a:ext cx="0" cy="2553"/>
            </a:xfrm>
            <a:prstGeom prst="line">
              <a:avLst/>
            </a:prstGeom>
            <a:ln w="9525" cap="flat" cmpd="sng">
              <a:solidFill>
                <a:schemeClr val="tx1"/>
              </a:solidFill>
              <a:prstDash val="solid"/>
              <a:round/>
              <a:headEnd type="none" w="med" len="med"/>
              <a:tailEnd type="none" w="med" len="med"/>
            </a:ln>
          </p:spPr>
        </p:sp>
        <p:sp>
          <p:nvSpPr>
            <p:cNvPr id="99381" name="Line 54"/>
            <p:cNvSpPr/>
            <p:nvPr/>
          </p:nvSpPr>
          <p:spPr>
            <a:xfrm>
              <a:off x="1041" y="910"/>
              <a:ext cx="0" cy="2993"/>
            </a:xfrm>
            <a:prstGeom prst="line">
              <a:avLst/>
            </a:prstGeom>
            <a:ln w="9525" cap="flat" cmpd="sng">
              <a:solidFill>
                <a:schemeClr val="tx1"/>
              </a:solidFill>
              <a:prstDash val="solid"/>
              <a:round/>
              <a:headEnd type="none" w="med" len="med"/>
              <a:tailEnd type="none" w="med" len="med"/>
            </a:ln>
          </p:spPr>
        </p:sp>
        <p:sp>
          <p:nvSpPr>
            <p:cNvPr id="99382" name="Line 55"/>
            <p:cNvSpPr/>
            <p:nvPr/>
          </p:nvSpPr>
          <p:spPr>
            <a:xfrm>
              <a:off x="1177" y="470"/>
              <a:ext cx="0" cy="2553"/>
            </a:xfrm>
            <a:prstGeom prst="line">
              <a:avLst/>
            </a:prstGeom>
            <a:ln w="9525" cap="flat" cmpd="sng">
              <a:solidFill>
                <a:schemeClr val="tx1"/>
              </a:solidFill>
              <a:prstDash val="solid"/>
              <a:round/>
              <a:headEnd type="none" w="med" len="med"/>
              <a:tailEnd type="none" w="med" len="med"/>
            </a:ln>
          </p:spPr>
        </p:sp>
        <p:sp>
          <p:nvSpPr>
            <p:cNvPr id="99383" name="Line 56"/>
            <p:cNvSpPr/>
            <p:nvPr/>
          </p:nvSpPr>
          <p:spPr>
            <a:xfrm>
              <a:off x="1448" y="2803"/>
              <a:ext cx="136" cy="0"/>
            </a:xfrm>
            <a:prstGeom prst="line">
              <a:avLst/>
            </a:prstGeom>
            <a:ln w="9525" cap="flat" cmpd="sng">
              <a:solidFill>
                <a:schemeClr val="tx1"/>
              </a:solidFill>
              <a:prstDash val="solid"/>
              <a:round/>
              <a:headEnd type="none" w="med" len="med"/>
              <a:tailEnd type="none" w="med" len="med"/>
            </a:ln>
          </p:spPr>
        </p:sp>
        <p:sp>
          <p:nvSpPr>
            <p:cNvPr id="99384" name="Line 57"/>
            <p:cNvSpPr/>
            <p:nvPr/>
          </p:nvSpPr>
          <p:spPr>
            <a:xfrm>
              <a:off x="1448" y="3199"/>
              <a:ext cx="136" cy="0"/>
            </a:xfrm>
            <a:prstGeom prst="line">
              <a:avLst/>
            </a:prstGeom>
            <a:ln w="9525" cap="flat" cmpd="sng">
              <a:solidFill>
                <a:schemeClr val="tx1"/>
              </a:solidFill>
              <a:prstDash val="solid"/>
              <a:round/>
              <a:headEnd type="none" w="med" len="med"/>
              <a:tailEnd type="none" w="med" len="med"/>
            </a:ln>
          </p:spPr>
        </p:sp>
        <p:sp>
          <p:nvSpPr>
            <p:cNvPr id="99385" name="Line 58"/>
            <p:cNvSpPr/>
            <p:nvPr/>
          </p:nvSpPr>
          <p:spPr>
            <a:xfrm>
              <a:off x="1448" y="3595"/>
              <a:ext cx="136" cy="0"/>
            </a:xfrm>
            <a:prstGeom prst="line">
              <a:avLst/>
            </a:prstGeom>
            <a:ln w="9525" cap="flat" cmpd="sng">
              <a:solidFill>
                <a:schemeClr val="tx1"/>
              </a:solidFill>
              <a:prstDash val="solid"/>
              <a:round/>
              <a:headEnd type="none" w="med" len="med"/>
              <a:tailEnd type="none" w="med" len="med"/>
            </a:ln>
          </p:spPr>
        </p:sp>
        <p:sp>
          <p:nvSpPr>
            <p:cNvPr id="99386" name="Line 59"/>
            <p:cNvSpPr/>
            <p:nvPr/>
          </p:nvSpPr>
          <p:spPr>
            <a:xfrm>
              <a:off x="1448" y="2803"/>
              <a:ext cx="0" cy="1188"/>
            </a:xfrm>
            <a:prstGeom prst="line">
              <a:avLst/>
            </a:prstGeom>
            <a:ln w="9525" cap="flat" cmpd="sng">
              <a:solidFill>
                <a:schemeClr val="tx1"/>
              </a:solidFill>
              <a:prstDash val="solid"/>
              <a:round/>
              <a:headEnd type="none" w="med" len="med"/>
              <a:tailEnd type="none" w="med" len="med"/>
            </a:ln>
          </p:spPr>
        </p:sp>
        <p:sp>
          <p:nvSpPr>
            <p:cNvPr id="99387" name="Oval 60"/>
            <p:cNvSpPr/>
            <p:nvPr/>
          </p:nvSpPr>
          <p:spPr>
            <a:xfrm>
              <a:off x="1292" y="2690"/>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88" name="Oval 61"/>
            <p:cNvSpPr/>
            <p:nvPr/>
          </p:nvSpPr>
          <p:spPr>
            <a:xfrm>
              <a:off x="1426" y="3175"/>
              <a:ext cx="46"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89" name="Oval 62"/>
            <p:cNvSpPr/>
            <p:nvPr/>
          </p:nvSpPr>
          <p:spPr>
            <a:xfrm>
              <a:off x="1426" y="3572"/>
              <a:ext cx="46"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90" name="Oval 63"/>
            <p:cNvSpPr/>
            <p:nvPr/>
          </p:nvSpPr>
          <p:spPr>
            <a:xfrm>
              <a:off x="1426" y="3967"/>
              <a:ext cx="46"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91" name="Line 64"/>
            <p:cNvSpPr/>
            <p:nvPr/>
          </p:nvSpPr>
          <p:spPr>
            <a:xfrm>
              <a:off x="318" y="2935"/>
              <a:ext cx="1270" cy="0"/>
            </a:xfrm>
            <a:prstGeom prst="line">
              <a:avLst/>
            </a:prstGeom>
            <a:ln w="9525" cap="flat" cmpd="sng">
              <a:solidFill>
                <a:schemeClr val="tx1"/>
              </a:solidFill>
              <a:prstDash val="solid"/>
              <a:round/>
              <a:headEnd type="none" w="med" len="med"/>
              <a:tailEnd type="none" w="med" len="med"/>
            </a:ln>
          </p:spPr>
        </p:sp>
        <p:sp>
          <p:nvSpPr>
            <p:cNvPr id="99392" name="Line 65"/>
            <p:cNvSpPr/>
            <p:nvPr/>
          </p:nvSpPr>
          <p:spPr>
            <a:xfrm>
              <a:off x="318" y="3331"/>
              <a:ext cx="1270" cy="0"/>
            </a:xfrm>
            <a:prstGeom prst="line">
              <a:avLst/>
            </a:prstGeom>
            <a:ln w="9525" cap="flat" cmpd="sng">
              <a:solidFill>
                <a:schemeClr val="tx1"/>
              </a:solidFill>
              <a:prstDash val="solid"/>
              <a:round/>
              <a:headEnd type="none" w="med" len="med"/>
              <a:tailEnd type="none" w="med" len="med"/>
            </a:ln>
          </p:spPr>
        </p:sp>
        <p:sp>
          <p:nvSpPr>
            <p:cNvPr id="99393" name="Line 66"/>
            <p:cNvSpPr/>
            <p:nvPr/>
          </p:nvSpPr>
          <p:spPr>
            <a:xfrm>
              <a:off x="307" y="3727"/>
              <a:ext cx="1270" cy="0"/>
            </a:xfrm>
            <a:prstGeom prst="line">
              <a:avLst/>
            </a:prstGeom>
            <a:ln w="9525" cap="flat" cmpd="sng">
              <a:solidFill>
                <a:schemeClr val="tx1"/>
              </a:solidFill>
              <a:prstDash val="solid"/>
              <a:round/>
              <a:headEnd type="none" w="med" len="med"/>
              <a:tailEnd type="none" w="med" len="med"/>
            </a:ln>
          </p:spPr>
        </p:sp>
        <p:sp>
          <p:nvSpPr>
            <p:cNvPr id="99394" name="Line 67"/>
            <p:cNvSpPr/>
            <p:nvPr/>
          </p:nvSpPr>
          <p:spPr>
            <a:xfrm>
              <a:off x="1041" y="3903"/>
              <a:ext cx="543" cy="0"/>
            </a:xfrm>
            <a:prstGeom prst="line">
              <a:avLst/>
            </a:prstGeom>
            <a:ln w="9525" cap="flat" cmpd="sng">
              <a:solidFill>
                <a:schemeClr val="tx1"/>
              </a:solidFill>
              <a:prstDash val="solid"/>
              <a:round/>
              <a:headEnd type="none" w="med" len="med"/>
              <a:tailEnd type="none" w="med" len="med"/>
            </a:ln>
          </p:spPr>
        </p:sp>
        <p:sp>
          <p:nvSpPr>
            <p:cNvPr id="99395" name="Line 68"/>
            <p:cNvSpPr/>
            <p:nvPr/>
          </p:nvSpPr>
          <p:spPr>
            <a:xfrm>
              <a:off x="906" y="3815"/>
              <a:ext cx="678" cy="0"/>
            </a:xfrm>
            <a:prstGeom prst="line">
              <a:avLst/>
            </a:prstGeom>
            <a:ln w="9525" cap="flat" cmpd="sng">
              <a:solidFill>
                <a:schemeClr val="tx1"/>
              </a:solidFill>
              <a:prstDash val="solid"/>
              <a:round/>
              <a:headEnd type="none" w="med" len="med"/>
              <a:tailEnd type="none" w="med" len="med"/>
            </a:ln>
          </p:spPr>
        </p:sp>
        <p:sp>
          <p:nvSpPr>
            <p:cNvPr id="99396" name="Line 69"/>
            <p:cNvSpPr/>
            <p:nvPr/>
          </p:nvSpPr>
          <p:spPr>
            <a:xfrm>
              <a:off x="906" y="3419"/>
              <a:ext cx="678" cy="0"/>
            </a:xfrm>
            <a:prstGeom prst="line">
              <a:avLst/>
            </a:prstGeom>
            <a:ln w="9525" cap="flat" cmpd="sng">
              <a:solidFill>
                <a:schemeClr val="tx1"/>
              </a:solidFill>
              <a:prstDash val="solid"/>
              <a:round/>
              <a:headEnd type="none" w="med" len="med"/>
              <a:tailEnd type="none" w="med" len="med"/>
            </a:ln>
          </p:spPr>
        </p:sp>
        <p:sp>
          <p:nvSpPr>
            <p:cNvPr id="99397" name="Line 70"/>
            <p:cNvSpPr/>
            <p:nvPr/>
          </p:nvSpPr>
          <p:spPr>
            <a:xfrm>
              <a:off x="1312" y="3507"/>
              <a:ext cx="272" cy="0"/>
            </a:xfrm>
            <a:prstGeom prst="line">
              <a:avLst/>
            </a:prstGeom>
            <a:ln w="9525" cap="flat" cmpd="sng">
              <a:solidFill>
                <a:schemeClr val="tx1"/>
              </a:solidFill>
              <a:prstDash val="solid"/>
              <a:round/>
              <a:headEnd type="none" w="med" len="med"/>
              <a:tailEnd type="none" w="med" len="med"/>
            </a:ln>
          </p:spPr>
        </p:sp>
        <p:sp>
          <p:nvSpPr>
            <p:cNvPr id="99398" name="Line 71"/>
            <p:cNvSpPr/>
            <p:nvPr/>
          </p:nvSpPr>
          <p:spPr>
            <a:xfrm>
              <a:off x="1177" y="3023"/>
              <a:ext cx="407" cy="0"/>
            </a:xfrm>
            <a:prstGeom prst="line">
              <a:avLst/>
            </a:prstGeom>
            <a:ln w="9525" cap="flat" cmpd="sng">
              <a:solidFill>
                <a:schemeClr val="tx1"/>
              </a:solidFill>
              <a:prstDash val="solid"/>
              <a:round/>
              <a:headEnd type="none" w="med" len="med"/>
              <a:tailEnd type="none" w="med" len="med"/>
            </a:ln>
          </p:spPr>
        </p:sp>
        <p:sp>
          <p:nvSpPr>
            <p:cNvPr id="99399" name="Line 72"/>
            <p:cNvSpPr/>
            <p:nvPr/>
          </p:nvSpPr>
          <p:spPr>
            <a:xfrm>
              <a:off x="1041" y="3111"/>
              <a:ext cx="543" cy="0"/>
            </a:xfrm>
            <a:prstGeom prst="line">
              <a:avLst/>
            </a:prstGeom>
            <a:ln w="9525" cap="flat" cmpd="sng">
              <a:solidFill>
                <a:schemeClr val="tx1"/>
              </a:solidFill>
              <a:prstDash val="solid"/>
              <a:round/>
              <a:headEnd type="none" w="med" len="med"/>
              <a:tailEnd type="none" w="med" len="med"/>
            </a:ln>
          </p:spPr>
        </p:sp>
        <p:sp>
          <p:nvSpPr>
            <p:cNvPr id="99400" name="Oval 73"/>
            <p:cNvSpPr/>
            <p:nvPr/>
          </p:nvSpPr>
          <p:spPr>
            <a:xfrm>
              <a:off x="1019" y="3090"/>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01" name="Oval 74"/>
            <p:cNvSpPr/>
            <p:nvPr/>
          </p:nvSpPr>
          <p:spPr>
            <a:xfrm>
              <a:off x="884" y="3397"/>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02" name="Oval 75"/>
            <p:cNvSpPr/>
            <p:nvPr/>
          </p:nvSpPr>
          <p:spPr>
            <a:xfrm>
              <a:off x="1292" y="1328"/>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03" name="Line 76"/>
            <p:cNvSpPr/>
            <p:nvPr/>
          </p:nvSpPr>
          <p:spPr>
            <a:xfrm>
              <a:off x="1312" y="1350"/>
              <a:ext cx="272" cy="0"/>
            </a:xfrm>
            <a:prstGeom prst="line">
              <a:avLst/>
            </a:prstGeom>
            <a:ln w="9525" cap="flat" cmpd="sng">
              <a:solidFill>
                <a:schemeClr val="tx1"/>
              </a:solidFill>
              <a:prstDash val="solid"/>
              <a:round/>
              <a:headEnd type="none" w="med" len="med"/>
              <a:tailEnd type="none" w="med" len="med"/>
            </a:ln>
          </p:spPr>
        </p:sp>
        <p:sp>
          <p:nvSpPr>
            <p:cNvPr id="99404" name="Line 77"/>
            <p:cNvSpPr/>
            <p:nvPr/>
          </p:nvSpPr>
          <p:spPr>
            <a:xfrm>
              <a:off x="318" y="646"/>
              <a:ext cx="1270" cy="0"/>
            </a:xfrm>
            <a:prstGeom prst="line">
              <a:avLst/>
            </a:prstGeom>
            <a:ln w="9525" cap="flat" cmpd="sng">
              <a:solidFill>
                <a:schemeClr val="tx1"/>
              </a:solidFill>
              <a:prstDash val="solid"/>
              <a:round/>
              <a:headEnd type="none" w="med" len="med"/>
              <a:tailEnd type="none" w="med" len="med"/>
            </a:ln>
          </p:spPr>
        </p:sp>
        <p:sp>
          <p:nvSpPr>
            <p:cNvPr id="99405" name="Line 78"/>
            <p:cNvSpPr/>
            <p:nvPr/>
          </p:nvSpPr>
          <p:spPr>
            <a:xfrm>
              <a:off x="318" y="998"/>
              <a:ext cx="1270" cy="0"/>
            </a:xfrm>
            <a:prstGeom prst="line">
              <a:avLst/>
            </a:prstGeom>
            <a:ln w="9525" cap="flat" cmpd="sng">
              <a:solidFill>
                <a:schemeClr val="tx1"/>
              </a:solidFill>
              <a:prstDash val="solid"/>
              <a:round/>
              <a:headEnd type="none" w="med" len="med"/>
              <a:tailEnd type="none" w="med" len="med"/>
            </a:ln>
          </p:spPr>
        </p:sp>
        <p:sp>
          <p:nvSpPr>
            <p:cNvPr id="99406" name="Line 79"/>
            <p:cNvSpPr/>
            <p:nvPr/>
          </p:nvSpPr>
          <p:spPr>
            <a:xfrm>
              <a:off x="318" y="1438"/>
              <a:ext cx="1270" cy="0"/>
            </a:xfrm>
            <a:prstGeom prst="line">
              <a:avLst/>
            </a:prstGeom>
            <a:ln w="9525" cap="flat" cmpd="sng">
              <a:solidFill>
                <a:schemeClr val="tx1"/>
              </a:solidFill>
              <a:prstDash val="solid"/>
              <a:round/>
              <a:headEnd type="none" w="med" len="med"/>
              <a:tailEnd type="none" w="med" len="med"/>
            </a:ln>
          </p:spPr>
        </p:sp>
        <p:sp>
          <p:nvSpPr>
            <p:cNvPr id="99407" name="Line 80"/>
            <p:cNvSpPr/>
            <p:nvPr/>
          </p:nvSpPr>
          <p:spPr>
            <a:xfrm>
              <a:off x="318" y="1791"/>
              <a:ext cx="1270" cy="0"/>
            </a:xfrm>
            <a:prstGeom prst="line">
              <a:avLst/>
            </a:prstGeom>
            <a:ln w="9525" cap="flat" cmpd="sng">
              <a:solidFill>
                <a:schemeClr val="tx1"/>
              </a:solidFill>
              <a:prstDash val="solid"/>
              <a:round/>
              <a:headEnd type="none" w="med" len="med"/>
              <a:tailEnd type="none" w="med" len="med"/>
            </a:ln>
          </p:spPr>
        </p:sp>
        <p:sp>
          <p:nvSpPr>
            <p:cNvPr id="99408" name="Line 81"/>
            <p:cNvSpPr/>
            <p:nvPr/>
          </p:nvSpPr>
          <p:spPr>
            <a:xfrm>
              <a:off x="1177" y="822"/>
              <a:ext cx="407" cy="0"/>
            </a:xfrm>
            <a:prstGeom prst="line">
              <a:avLst/>
            </a:prstGeom>
            <a:ln w="9525" cap="flat" cmpd="sng">
              <a:solidFill>
                <a:schemeClr val="tx1"/>
              </a:solidFill>
              <a:prstDash val="solid"/>
              <a:round/>
              <a:headEnd type="none" w="med" len="med"/>
              <a:tailEnd type="none" w="med" len="med"/>
            </a:ln>
          </p:spPr>
        </p:sp>
        <p:sp>
          <p:nvSpPr>
            <p:cNvPr id="99409" name="Line 82"/>
            <p:cNvSpPr/>
            <p:nvPr/>
          </p:nvSpPr>
          <p:spPr>
            <a:xfrm>
              <a:off x="1041" y="910"/>
              <a:ext cx="543" cy="0"/>
            </a:xfrm>
            <a:prstGeom prst="line">
              <a:avLst/>
            </a:prstGeom>
            <a:ln w="9525" cap="flat" cmpd="sng">
              <a:solidFill>
                <a:schemeClr val="tx1"/>
              </a:solidFill>
              <a:prstDash val="solid"/>
              <a:round/>
              <a:headEnd type="none" w="med" len="med"/>
              <a:tailEnd type="none" w="med" len="med"/>
            </a:ln>
          </p:spPr>
        </p:sp>
        <p:sp>
          <p:nvSpPr>
            <p:cNvPr id="99410" name="Line 83"/>
            <p:cNvSpPr/>
            <p:nvPr/>
          </p:nvSpPr>
          <p:spPr>
            <a:xfrm>
              <a:off x="906" y="1262"/>
              <a:ext cx="678" cy="0"/>
            </a:xfrm>
            <a:prstGeom prst="line">
              <a:avLst/>
            </a:prstGeom>
            <a:ln w="9525" cap="flat" cmpd="sng">
              <a:solidFill>
                <a:schemeClr val="tx1"/>
              </a:solidFill>
              <a:prstDash val="solid"/>
              <a:round/>
              <a:headEnd type="none" w="med" len="med"/>
              <a:tailEnd type="none" w="med" len="med"/>
            </a:ln>
          </p:spPr>
        </p:sp>
        <p:sp>
          <p:nvSpPr>
            <p:cNvPr id="99411" name="Line 84"/>
            <p:cNvSpPr/>
            <p:nvPr/>
          </p:nvSpPr>
          <p:spPr>
            <a:xfrm>
              <a:off x="906" y="1615"/>
              <a:ext cx="678" cy="0"/>
            </a:xfrm>
            <a:prstGeom prst="line">
              <a:avLst/>
            </a:prstGeom>
            <a:ln w="9525" cap="flat" cmpd="sng">
              <a:solidFill>
                <a:schemeClr val="tx1"/>
              </a:solidFill>
              <a:prstDash val="solid"/>
              <a:round/>
              <a:headEnd type="none" w="med" len="med"/>
              <a:tailEnd type="none" w="med" len="med"/>
            </a:ln>
          </p:spPr>
        </p:sp>
        <p:sp>
          <p:nvSpPr>
            <p:cNvPr id="99412" name="Line 85"/>
            <p:cNvSpPr/>
            <p:nvPr/>
          </p:nvSpPr>
          <p:spPr>
            <a:xfrm>
              <a:off x="1041" y="1703"/>
              <a:ext cx="543" cy="0"/>
            </a:xfrm>
            <a:prstGeom prst="line">
              <a:avLst/>
            </a:prstGeom>
            <a:ln w="9525" cap="flat" cmpd="sng">
              <a:solidFill>
                <a:schemeClr val="tx1"/>
              </a:solidFill>
              <a:prstDash val="solid"/>
              <a:round/>
              <a:headEnd type="none" w="med" len="med"/>
              <a:tailEnd type="none" w="med" len="med"/>
            </a:ln>
          </p:spPr>
        </p:sp>
        <p:sp>
          <p:nvSpPr>
            <p:cNvPr id="99413" name="Oval 86"/>
            <p:cNvSpPr/>
            <p:nvPr/>
          </p:nvSpPr>
          <p:spPr>
            <a:xfrm>
              <a:off x="1019" y="1678"/>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14" name="Oval 87"/>
            <p:cNvSpPr/>
            <p:nvPr/>
          </p:nvSpPr>
          <p:spPr>
            <a:xfrm>
              <a:off x="884" y="1591"/>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15" name="Oval 88"/>
            <p:cNvSpPr/>
            <p:nvPr/>
          </p:nvSpPr>
          <p:spPr>
            <a:xfrm>
              <a:off x="1155" y="801"/>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16" name="Oval 89"/>
            <p:cNvSpPr/>
            <p:nvPr/>
          </p:nvSpPr>
          <p:spPr>
            <a:xfrm>
              <a:off x="1017" y="2296"/>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17" name="Rectangle 90"/>
            <p:cNvSpPr/>
            <p:nvPr/>
          </p:nvSpPr>
          <p:spPr>
            <a:xfrm>
              <a:off x="680" y="2224"/>
              <a:ext cx="135" cy="183"/>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18" name="Oval 91"/>
            <p:cNvSpPr/>
            <p:nvPr/>
          </p:nvSpPr>
          <p:spPr>
            <a:xfrm>
              <a:off x="815" y="2297"/>
              <a:ext cx="45" cy="37"/>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99419" name="Group 92"/>
            <p:cNvGrpSpPr/>
            <p:nvPr/>
          </p:nvGrpSpPr>
          <p:grpSpPr>
            <a:xfrm>
              <a:off x="401" y="1879"/>
              <a:ext cx="188" cy="231"/>
              <a:chOff x="232" y="384"/>
              <a:chExt cx="200" cy="302"/>
            </a:xfrm>
          </p:grpSpPr>
          <p:sp>
            <p:nvSpPr>
              <p:cNvPr id="99420" name="Rectangle 93"/>
              <p:cNvSpPr/>
              <p:nvPr/>
            </p:nvSpPr>
            <p:spPr>
              <a:xfrm>
                <a:off x="240" y="432"/>
                <a:ext cx="144" cy="24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21" name="Oval 94"/>
              <p:cNvSpPr/>
              <p:nvPr/>
            </p:nvSpPr>
            <p:spPr>
              <a:xfrm>
                <a:off x="384" y="528"/>
                <a:ext cx="48"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22" name="Text Box 95"/>
              <p:cNvSpPr txBox="1"/>
              <p:nvPr/>
            </p:nvSpPr>
            <p:spPr>
              <a:xfrm>
                <a:off x="232" y="384"/>
                <a:ext cx="130" cy="302"/>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1800" i="0" dirty="0">
                  <a:latin typeface="Times New Roman" panose="02020603050405020304" pitchFamily="18" charset="0"/>
                  <a:ea typeface="宋体" panose="02010600030101010101" pitchFamily="2" charset="-122"/>
                </a:endParaRPr>
              </a:p>
            </p:txBody>
          </p:sp>
        </p:grpSp>
        <p:sp>
          <p:nvSpPr>
            <p:cNvPr id="99423" name="Text Box 96"/>
            <p:cNvSpPr txBox="1"/>
            <p:nvPr/>
          </p:nvSpPr>
          <p:spPr>
            <a:xfrm>
              <a:off x="672" y="2187"/>
              <a:ext cx="12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1800" i="0" dirty="0">
                <a:latin typeface="Times New Roman" panose="02020603050405020304" pitchFamily="18" charset="0"/>
                <a:ea typeface="宋体" panose="02010600030101010101" pitchFamily="2" charset="-122"/>
              </a:endParaRPr>
            </a:p>
          </p:txBody>
        </p:sp>
        <p:grpSp>
          <p:nvGrpSpPr>
            <p:cNvPr id="99424" name="Group 97"/>
            <p:cNvGrpSpPr/>
            <p:nvPr/>
          </p:nvGrpSpPr>
          <p:grpSpPr>
            <a:xfrm>
              <a:off x="401" y="2187"/>
              <a:ext cx="188" cy="231"/>
              <a:chOff x="232" y="384"/>
              <a:chExt cx="200" cy="302"/>
            </a:xfrm>
          </p:grpSpPr>
          <p:sp>
            <p:nvSpPr>
              <p:cNvPr id="99425" name="Rectangle 98"/>
              <p:cNvSpPr/>
              <p:nvPr/>
            </p:nvSpPr>
            <p:spPr>
              <a:xfrm>
                <a:off x="240" y="432"/>
                <a:ext cx="144" cy="24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26" name="Oval 99"/>
              <p:cNvSpPr/>
              <p:nvPr/>
            </p:nvSpPr>
            <p:spPr>
              <a:xfrm>
                <a:off x="384" y="528"/>
                <a:ext cx="48"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27" name="Text Box 100"/>
              <p:cNvSpPr txBox="1"/>
              <p:nvPr/>
            </p:nvSpPr>
            <p:spPr>
              <a:xfrm>
                <a:off x="232" y="384"/>
                <a:ext cx="130" cy="302"/>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1800" i="0" dirty="0">
                  <a:latin typeface="Times New Roman" panose="02020603050405020304" pitchFamily="18" charset="0"/>
                  <a:ea typeface="宋体" panose="02010600030101010101" pitchFamily="2" charset="-122"/>
                </a:endParaRPr>
              </a:p>
            </p:txBody>
          </p:sp>
        </p:grpSp>
        <p:sp>
          <p:nvSpPr>
            <p:cNvPr id="99428" name="Line 101"/>
            <p:cNvSpPr/>
            <p:nvPr/>
          </p:nvSpPr>
          <p:spPr>
            <a:xfrm>
              <a:off x="860" y="2011"/>
              <a:ext cx="46" cy="0"/>
            </a:xfrm>
            <a:prstGeom prst="line">
              <a:avLst/>
            </a:prstGeom>
            <a:ln w="9525" cap="flat" cmpd="sng">
              <a:solidFill>
                <a:schemeClr val="tx1"/>
              </a:solidFill>
              <a:prstDash val="solid"/>
              <a:round/>
              <a:headEnd type="none" w="med" len="med"/>
              <a:tailEnd type="none" w="med" len="med"/>
            </a:ln>
          </p:spPr>
        </p:sp>
        <p:sp>
          <p:nvSpPr>
            <p:cNvPr id="99429" name="Line 102"/>
            <p:cNvSpPr/>
            <p:nvPr/>
          </p:nvSpPr>
          <p:spPr>
            <a:xfrm>
              <a:off x="860" y="2319"/>
              <a:ext cx="179" cy="0"/>
            </a:xfrm>
            <a:prstGeom prst="line">
              <a:avLst/>
            </a:prstGeom>
            <a:ln w="9525" cap="flat" cmpd="sng">
              <a:solidFill>
                <a:schemeClr val="tx1"/>
              </a:solidFill>
              <a:prstDash val="solid"/>
              <a:round/>
              <a:headEnd type="none" w="med" len="med"/>
              <a:tailEnd type="none" w="med" len="med"/>
            </a:ln>
          </p:spPr>
        </p:sp>
        <p:sp>
          <p:nvSpPr>
            <p:cNvPr id="99430" name="Oval 103"/>
            <p:cNvSpPr/>
            <p:nvPr/>
          </p:nvSpPr>
          <p:spPr>
            <a:xfrm>
              <a:off x="884" y="1988"/>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31" name="Line 104"/>
            <p:cNvSpPr/>
            <p:nvPr/>
          </p:nvSpPr>
          <p:spPr>
            <a:xfrm>
              <a:off x="589" y="2011"/>
              <a:ext cx="91" cy="0"/>
            </a:xfrm>
            <a:prstGeom prst="line">
              <a:avLst/>
            </a:prstGeom>
            <a:ln w="9525" cap="flat" cmpd="sng">
              <a:solidFill>
                <a:schemeClr val="tx1"/>
              </a:solidFill>
              <a:prstDash val="solid"/>
              <a:round/>
              <a:headEnd type="none" w="med" len="med"/>
              <a:tailEnd type="none" w="med" len="med"/>
            </a:ln>
          </p:spPr>
        </p:sp>
        <p:sp>
          <p:nvSpPr>
            <p:cNvPr id="99432" name="Line 105"/>
            <p:cNvSpPr/>
            <p:nvPr/>
          </p:nvSpPr>
          <p:spPr>
            <a:xfrm>
              <a:off x="589" y="2319"/>
              <a:ext cx="91" cy="0"/>
            </a:xfrm>
            <a:prstGeom prst="line">
              <a:avLst/>
            </a:prstGeom>
            <a:ln w="9525" cap="flat" cmpd="sng">
              <a:solidFill>
                <a:schemeClr val="tx1"/>
              </a:solidFill>
              <a:prstDash val="solid"/>
              <a:round/>
              <a:headEnd type="none" w="med" len="med"/>
              <a:tailEnd type="none" w="med" len="med"/>
            </a:ln>
          </p:spPr>
        </p:sp>
        <p:sp>
          <p:nvSpPr>
            <p:cNvPr id="99433" name="Line 106"/>
            <p:cNvSpPr/>
            <p:nvPr/>
          </p:nvSpPr>
          <p:spPr>
            <a:xfrm>
              <a:off x="318" y="2011"/>
              <a:ext cx="91" cy="0"/>
            </a:xfrm>
            <a:prstGeom prst="line">
              <a:avLst/>
            </a:prstGeom>
            <a:ln w="9525" cap="flat" cmpd="sng">
              <a:solidFill>
                <a:schemeClr val="tx1"/>
              </a:solidFill>
              <a:prstDash val="solid"/>
              <a:round/>
              <a:headEnd type="none" w="med" len="med"/>
              <a:tailEnd type="none" w="med" len="med"/>
            </a:ln>
          </p:spPr>
        </p:sp>
        <p:sp>
          <p:nvSpPr>
            <p:cNvPr id="99434" name="Line 107"/>
            <p:cNvSpPr/>
            <p:nvPr/>
          </p:nvSpPr>
          <p:spPr>
            <a:xfrm>
              <a:off x="318" y="2319"/>
              <a:ext cx="91" cy="0"/>
            </a:xfrm>
            <a:prstGeom prst="line">
              <a:avLst/>
            </a:prstGeom>
            <a:ln w="9525" cap="flat" cmpd="sng">
              <a:solidFill>
                <a:schemeClr val="tx1"/>
              </a:solidFill>
              <a:prstDash val="solid"/>
              <a:round/>
              <a:headEnd type="none" w="med" len="med"/>
              <a:tailEnd type="none" w="med" len="med"/>
            </a:ln>
          </p:spPr>
        </p:sp>
        <p:sp>
          <p:nvSpPr>
            <p:cNvPr id="99435" name="Line 108"/>
            <p:cNvSpPr/>
            <p:nvPr/>
          </p:nvSpPr>
          <p:spPr>
            <a:xfrm flipV="1">
              <a:off x="635" y="1876"/>
              <a:ext cx="0" cy="135"/>
            </a:xfrm>
            <a:prstGeom prst="line">
              <a:avLst/>
            </a:prstGeom>
            <a:ln w="9525" cap="flat" cmpd="sng">
              <a:solidFill>
                <a:schemeClr val="tx1"/>
              </a:solidFill>
              <a:prstDash val="solid"/>
              <a:round/>
              <a:headEnd type="none" w="med" len="med"/>
              <a:tailEnd type="none" w="med" len="med"/>
            </a:ln>
          </p:spPr>
        </p:sp>
        <p:sp>
          <p:nvSpPr>
            <p:cNvPr id="99436" name="Line 109"/>
            <p:cNvSpPr/>
            <p:nvPr/>
          </p:nvSpPr>
          <p:spPr>
            <a:xfrm>
              <a:off x="635" y="1879"/>
              <a:ext cx="542" cy="0"/>
            </a:xfrm>
            <a:prstGeom prst="line">
              <a:avLst/>
            </a:prstGeom>
            <a:ln w="9525" cap="flat" cmpd="sng">
              <a:solidFill>
                <a:schemeClr val="tx1"/>
              </a:solidFill>
              <a:prstDash val="solid"/>
              <a:round/>
              <a:headEnd type="none" w="med" len="med"/>
              <a:tailEnd type="none" w="med" len="med"/>
            </a:ln>
          </p:spPr>
        </p:sp>
        <p:sp>
          <p:nvSpPr>
            <p:cNvPr id="99437" name="Line 110"/>
            <p:cNvSpPr/>
            <p:nvPr/>
          </p:nvSpPr>
          <p:spPr>
            <a:xfrm flipV="1">
              <a:off x="635" y="2316"/>
              <a:ext cx="0" cy="135"/>
            </a:xfrm>
            <a:prstGeom prst="line">
              <a:avLst/>
            </a:prstGeom>
            <a:ln w="9525" cap="flat" cmpd="sng">
              <a:solidFill>
                <a:schemeClr val="tx1"/>
              </a:solidFill>
              <a:prstDash val="solid"/>
              <a:round/>
              <a:headEnd type="none" w="med" len="med"/>
              <a:tailEnd type="none" w="med" len="med"/>
            </a:ln>
          </p:spPr>
        </p:sp>
        <p:sp>
          <p:nvSpPr>
            <p:cNvPr id="99438" name="Line 111"/>
            <p:cNvSpPr/>
            <p:nvPr/>
          </p:nvSpPr>
          <p:spPr>
            <a:xfrm>
              <a:off x="635" y="2451"/>
              <a:ext cx="692" cy="0"/>
            </a:xfrm>
            <a:prstGeom prst="line">
              <a:avLst/>
            </a:prstGeom>
            <a:ln w="9525" cap="flat" cmpd="sng">
              <a:solidFill>
                <a:schemeClr val="tx1"/>
              </a:solidFill>
              <a:prstDash val="solid"/>
              <a:round/>
              <a:headEnd type="none" w="med" len="med"/>
              <a:tailEnd type="none" w="med" len="med"/>
            </a:ln>
          </p:spPr>
        </p:sp>
        <p:sp>
          <p:nvSpPr>
            <p:cNvPr id="99439" name="Oval 112"/>
            <p:cNvSpPr/>
            <p:nvPr/>
          </p:nvSpPr>
          <p:spPr>
            <a:xfrm>
              <a:off x="1153" y="1855"/>
              <a:ext cx="46"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40" name="Oval 113"/>
            <p:cNvSpPr/>
            <p:nvPr/>
          </p:nvSpPr>
          <p:spPr>
            <a:xfrm>
              <a:off x="1287" y="2426"/>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41" name="Oval 114"/>
            <p:cNvSpPr/>
            <p:nvPr/>
          </p:nvSpPr>
          <p:spPr>
            <a:xfrm>
              <a:off x="613" y="2298"/>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42" name="Oval 115"/>
            <p:cNvSpPr/>
            <p:nvPr/>
          </p:nvSpPr>
          <p:spPr>
            <a:xfrm>
              <a:off x="611" y="1990"/>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43" name="Text Box 116"/>
            <p:cNvSpPr txBox="1"/>
            <p:nvPr/>
          </p:nvSpPr>
          <p:spPr>
            <a:xfrm>
              <a:off x="0" y="252"/>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1S</a:t>
              </a:r>
              <a:endParaRPr lang="en-US" altLang="zh-CN" sz="2400" i="0" dirty="0">
                <a:latin typeface="Times New Roman" panose="02020603050405020304" pitchFamily="18" charset="0"/>
                <a:ea typeface="宋体" panose="02010600030101010101" pitchFamily="2" charset="-122"/>
              </a:endParaRPr>
            </a:p>
          </p:txBody>
        </p:sp>
        <p:sp>
          <p:nvSpPr>
            <p:cNvPr id="99444" name="Text Box 117"/>
            <p:cNvSpPr txBox="1"/>
            <p:nvPr/>
          </p:nvSpPr>
          <p:spPr>
            <a:xfrm>
              <a:off x="0" y="492"/>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1D</a:t>
              </a:r>
              <a:r>
                <a:rPr lang="en-US" altLang="zh-CN"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445" name="Text Box 118"/>
            <p:cNvSpPr txBox="1"/>
            <p:nvPr/>
          </p:nvSpPr>
          <p:spPr>
            <a:xfrm>
              <a:off x="0" y="818"/>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1D</a:t>
              </a:r>
              <a:r>
                <a:rPr lang="en-US" altLang="zh-CN"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99446" name="Text Box 119"/>
            <p:cNvSpPr txBox="1"/>
            <p:nvPr/>
          </p:nvSpPr>
          <p:spPr>
            <a:xfrm>
              <a:off x="0" y="1250"/>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1D</a:t>
              </a:r>
              <a:r>
                <a:rPr lang="en-US" altLang="zh-CN"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99447" name="Text Box 120"/>
            <p:cNvSpPr txBox="1"/>
            <p:nvPr/>
          </p:nvSpPr>
          <p:spPr>
            <a:xfrm>
              <a:off x="0" y="1634"/>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1D</a:t>
              </a:r>
              <a:r>
                <a:rPr lang="en-US" altLang="zh-CN"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99448" name="Text Box 121"/>
            <p:cNvSpPr txBox="1"/>
            <p:nvPr/>
          </p:nvSpPr>
          <p:spPr>
            <a:xfrm>
              <a:off x="48" y="1874"/>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99449" name="Text Box 122"/>
            <p:cNvSpPr txBox="1"/>
            <p:nvPr/>
          </p:nvSpPr>
          <p:spPr>
            <a:xfrm>
              <a:off x="48" y="2162"/>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450" name="Text Box 123"/>
            <p:cNvSpPr txBox="1"/>
            <p:nvPr/>
          </p:nvSpPr>
          <p:spPr>
            <a:xfrm>
              <a:off x="0" y="3852"/>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2S</a:t>
              </a:r>
              <a:endParaRPr lang="en-US" altLang="zh-CN" sz="2400" i="0" dirty="0">
                <a:latin typeface="Times New Roman" panose="02020603050405020304" pitchFamily="18" charset="0"/>
                <a:ea typeface="宋体" panose="02010600030101010101" pitchFamily="2" charset="-122"/>
              </a:endParaRPr>
            </a:p>
          </p:txBody>
        </p:sp>
        <p:sp>
          <p:nvSpPr>
            <p:cNvPr id="99451" name="Text Box 124"/>
            <p:cNvSpPr txBox="1"/>
            <p:nvPr/>
          </p:nvSpPr>
          <p:spPr>
            <a:xfrm>
              <a:off x="0" y="2422"/>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2D</a:t>
              </a:r>
              <a:r>
                <a:rPr lang="en-US" altLang="zh-CN"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452" name="Text Box 125"/>
            <p:cNvSpPr txBox="1"/>
            <p:nvPr/>
          </p:nvSpPr>
          <p:spPr>
            <a:xfrm>
              <a:off x="0" y="2748"/>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2D</a:t>
              </a:r>
              <a:r>
                <a:rPr lang="en-US" altLang="zh-CN"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99453" name="Text Box 126"/>
            <p:cNvSpPr txBox="1"/>
            <p:nvPr/>
          </p:nvSpPr>
          <p:spPr>
            <a:xfrm>
              <a:off x="0" y="3180"/>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2D</a:t>
              </a:r>
              <a:r>
                <a:rPr lang="en-US" altLang="zh-CN"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99454" name="Text Box 127"/>
            <p:cNvSpPr txBox="1"/>
            <p:nvPr/>
          </p:nvSpPr>
          <p:spPr>
            <a:xfrm>
              <a:off x="0" y="3564"/>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2D</a:t>
              </a:r>
              <a:r>
                <a:rPr lang="en-US" altLang="zh-CN"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grpSp>
      <p:sp>
        <p:nvSpPr>
          <p:cNvPr id="203904" name="Text Box 128"/>
          <p:cNvSpPr txBox="1">
            <a:spLocks noChangeArrowheads="1"/>
          </p:cNvSpPr>
          <p:nvPr/>
        </p:nvSpPr>
        <p:spPr bwMode="auto">
          <a:xfrm>
            <a:off x="1314450" y="6400800"/>
            <a:ext cx="205740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t>
            </a:r>
            <a:r>
              <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zh-CN"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逻辑图</a:t>
            </a:r>
            <a:endPar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03905" name="Text Box 129"/>
          <p:cNvSpPr txBox="1">
            <a:spLocks noChangeArrowheads="1"/>
          </p:cNvSpPr>
          <p:nvPr/>
        </p:nvSpPr>
        <p:spPr bwMode="auto">
          <a:xfrm>
            <a:off x="5715000" y="3352800"/>
            <a:ext cx="236220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t>
            </a:r>
            <a:r>
              <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zh-CN"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等效电路</a:t>
            </a:r>
            <a:endPar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03906" name="Text Box 130"/>
          <p:cNvSpPr txBox="1">
            <a:spLocks noChangeArrowheads="1"/>
          </p:cNvSpPr>
          <p:nvPr/>
        </p:nvSpPr>
        <p:spPr bwMode="auto">
          <a:xfrm>
            <a:off x="5772150" y="5962650"/>
            <a:ext cx="205740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t>
            </a:r>
            <a:r>
              <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）方框图</a:t>
            </a:r>
            <a:endPar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8" name="Group 131"/>
          <p:cNvGrpSpPr/>
          <p:nvPr/>
        </p:nvGrpSpPr>
        <p:grpSpPr>
          <a:xfrm>
            <a:off x="5105400" y="495300"/>
            <a:ext cx="3581400" cy="2819400"/>
            <a:chOff x="3312" y="0"/>
            <a:chExt cx="2256" cy="1776"/>
          </a:xfrm>
        </p:grpSpPr>
        <p:grpSp>
          <p:nvGrpSpPr>
            <p:cNvPr id="99459" name="Group 132"/>
            <p:cNvGrpSpPr/>
            <p:nvPr/>
          </p:nvGrpSpPr>
          <p:grpSpPr>
            <a:xfrm>
              <a:off x="3312" y="0"/>
              <a:ext cx="1152" cy="1776"/>
              <a:chOff x="3312" y="0"/>
              <a:chExt cx="1152" cy="1776"/>
            </a:xfrm>
          </p:grpSpPr>
          <p:sp>
            <p:nvSpPr>
              <p:cNvPr id="99460" name="Line 133"/>
              <p:cNvSpPr/>
              <p:nvPr/>
            </p:nvSpPr>
            <p:spPr>
              <a:xfrm>
                <a:off x="3456" y="240"/>
                <a:ext cx="0" cy="624"/>
              </a:xfrm>
              <a:prstGeom prst="line">
                <a:avLst/>
              </a:prstGeom>
              <a:ln w="9525" cap="flat" cmpd="sng">
                <a:solidFill>
                  <a:schemeClr val="tx1"/>
                </a:solidFill>
                <a:prstDash val="solid"/>
                <a:round/>
                <a:headEnd type="none" w="med" len="med"/>
                <a:tailEnd type="triangle" w="med" len="med"/>
              </a:ln>
            </p:spPr>
          </p:sp>
          <p:sp>
            <p:nvSpPr>
              <p:cNvPr id="99461" name="Line 134"/>
              <p:cNvSpPr/>
              <p:nvPr/>
            </p:nvSpPr>
            <p:spPr>
              <a:xfrm>
                <a:off x="3696" y="240"/>
                <a:ext cx="0" cy="480"/>
              </a:xfrm>
              <a:prstGeom prst="line">
                <a:avLst/>
              </a:prstGeom>
              <a:ln w="9525" cap="flat" cmpd="sng">
                <a:solidFill>
                  <a:schemeClr val="tx1"/>
                </a:solidFill>
                <a:prstDash val="solid"/>
                <a:round/>
                <a:headEnd type="none" w="med" len="med"/>
                <a:tailEnd type="triangle" w="med" len="med"/>
              </a:ln>
            </p:spPr>
          </p:sp>
          <p:sp>
            <p:nvSpPr>
              <p:cNvPr id="99462" name="Line 135"/>
              <p:cNvSpPr/>
              <p:nvPr/>
            </p:nvSpPr>
            <p:spPr>
              <a:xfrm>
                <a:off x="3936" y="240"/>
                <a:ext cx="0" cy="480"/>
              </a:xfrm>
              <a:prstGeom prst="line">
                <a:avLst/>
              </a:prstGeom>
              <a:ln w="9525" cap="flat" cmpd="sng">
                <a:solidFill>
                  <a:schemeClr val="tx1"/>
                </a:solidFill>
                <a:prstDash val="solid"/>
                <a:round/>
                <a:headEnd type="none" w="med" len="med"/>
                <a:tailEnd type="triangle" w="med" len="med"/>
              </a:ln>
            </p:spPr>
          </p:sp>
          <p:sp>
            <p:nvSpPr>
              <p:cNvPr id="99463" name="Line 136"/>
              <p:cNvSpPr/>
              <p:nvPr/>
            </p:nvSpPr>
            <p:spPr>
              <a:xfrm>
                <a:off x="4176" y="240"/>
                <a:ext cx="0" cy="624"/>
              </a:xfrm>
              <a:prstGeom prst="line">
                <a:avLst/>
              </a:prstGeom>
              <a:ln w="9525" cap="flat" cmpd="sng">
                <a:solidFill>
                  <a:schemeClr val="tx1"/>
                </a:solidFill>
                <a:prstDash val="solid"/>
                <a:round/>
                <a:headEnd type="none" w="med" len="med"/>
                <a:tailEnd type="triangle" w="med" len="med"/>
              </a:ln>
            </p:spPr>
          </p:sp>
          <p:grpSp>
            <p:nvGrpSpPr>
              <p:cNvPr id="99464" name="Group 137"/>
              <p:cNvGrpSpPr/>
              <p:nvPr/>
            </p:nvGrpSpPr>
            <p:grpSpPr>
              <a:xfrm>
                <a:off x="3456" y="912"/>
                <a:ext cx="288" cy="672"/>
                <a:chOff x="3456" y="912"/>
                <a:chExt cx="288" cy="672"/>
              </a:xfrm>
            </p:grpSpPr>
            <p:sp>
              <p:nvSpPr>
                <p:cNvPr id="99465" name="Line 138"/>
                <p:cNvSpPr/>
                <p:nvPr/>
              </p:nvSpPr>
              <p:spPr>
                <a:xfrm>
                  <a:off x="3456" y="912"/>
                  <a:ext cx="288" cy="288"/>
                </a:xfrm>
                <a:prstGeom prst="line">
                  <a:avLst/>
                </a:prstGeom>
                <a:ln w="9525" cap="flat" cmpd="sng">
                  <a:solidFill>
                    <a:schemeClr val="tx1"/>
                  </a:solidFill>
                  <a:prstDash val="solid"/>
                  <a:round/>
                  <a:headEnd type="none" w="med" len="med"/>
                  <a:tailEnd type="none" w="med" len="med"/>
                </a:ln>
              </p:spPr>
            </p:sp>
            <p:sp>
              <p:nvSpPr>
                <p:cNvPr id="99466" name="Line 139"/>
                <p:cNvSpPr/>
                <p:nvPr/>
              </p:nvSpPr>
              <p:spPr>
                <a:xfrm>
                  <a:off x="3744" y="1200"/>
                  <a:ext cx="0" cy="384"/>
                </a:xfrm>
                <a:prstGeom prst="line">
                  <a:avLst/>
                </a:prstGeom>
                <a:ln w="9525" cap="flat" cmpd="sng">
                  <a:solidFill>
                    <a:schemeClr val="tx1"/>
                  </a:solidFill>
                  <a:prstDash val="solid"/>
                  <a:round/>
                  <a:headEnd type="none" w="med" len="med"/>
                  <a:tailEnd type="none" w="med" len="med"/>
                </a:ln>
              </p:spPr>
            </p:sp>
          </p:grpSp>
          <p:sp>
            <p:nvSpPr>
              <p:cNvPr id="99467" name="Text Box 140"/>
              <p:cNvSpPr txBox="1"/>
              <p:nvPr/>
            </p:nvSpPr>
            <p:spPr>
              <a:xfrm>
                <a:off x="3600" y="1545"/>
                <a:ext cx="48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1Q</a:t>
                </a:r>
                <a:endParaRPr lang="en-US" altLang="zh-CN" sz="2400" i="0" dirty="0">
                  <a:latin typeface="Times New Roman" panose="02020603050405020304" pitchFamily="18" charset="0"/>
                  <a:ea typeface="宋体" panose="02010600030101010101" pitchFamily="2" charset="-122"/>
                </a:endParaRPr>
              </a:p>
            </p:txBody>
          </p:sp>
          <p:sp>
            <p:nvSpPr>
              <p:cNvPr id="99468" name="Text Box 141"/>
              <p:cNvSpPr txBox="1"/>
              <p:nvPr/>
            </p:nvSpPr>
            <p:spPr>
              <a:xfrm>
                <a:off x="331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469" name="Text Box 142"/>
              <p:cNvSpPr txBox="1"/>
              <p:nvPr/>
            </p:nvSpPr>
            <p:spPr>
              <a:xfrm>
                <a:off x="355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99470" name="Text Box 143"/>
              <p:cNvSpPr txBox="1"/>
              <p:nvPr/>
            </p:nvSpPr>
            <p:spPr>
              <a:xfrm>
                <a:off x="379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99471" name="Text Box 144"/>
              <p:cNvSpPr txBox="1"/>
              <p:nvPr/>
            </p:nvSpPr>
            <p:spPr>
              <a:xfrm>
                <a:off x="403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grpSp>
        <p:grpSp>
          <p:nvGrpSpPr>
            <p:cNvPr id="99472" name="Group 145"/>
            <p:cNvGrpSpPr/>
            <p:nvPr/>
          </p:nvGrpSpPr>
          <p:grpSpPr>
            <a:xfrm>
              <a:off x="4416" y="0"/>
              <a:ext cx="1152" cy="1776"/>
              <a:chOff x="3312" y="0"/>
              <a:chExt cx="1152" cy="1776"/>
            </a:xfrm>
          </p:grpSpPr>
          <p:sp>
            <p:nvSpPr>
              <p:cNvPr id="99473" name="Line 146"/>
              <p:cNvSpPr/>
              <p:nvPr/>
            </p:nvSpPr>
            <p:spPr>
              <a:xfrm>
                <a:off x="3456" y="240"/>
                <a:ext cx="0" cy="624"/>
              </a:xfrm>
              <a:prstGeom prst="line">
                <a:avLst/>
              </a:prstGeom>
              <a:ln w="9525" cap="flat" cmpd="sng">
                <a:solidFill>
                  <a:schemeClr val="tx1"/>
                </a:solidFill>
                <a:prstDash val="solid"/>
                <a:round/>
                <a:headEnd type="none" w="med" len="med"/>
                <a:tailEnd type="triangle" w="med" len="med"/>
              </a:ln>
            </p:spPr>
          </p:sp>
          <p:sp>
            <p:nvSpPr>
              <p:cNvPr id="99474" name="Line 147"/>
              <p:cNvSpPr/>
              <p:nvPr/>
            </p:nvSpPr>
            <p:spPr>
              <a:xfrm>
                <a:off x="3696" y="240"/>
                <a:ext cx="0" cy="480"/>
              </a:xfrm>
              <a:prstGeom prst="line">
                <a:avLst/>
              </a:prstGeom>
              <a:ln w="9525" cap="flat" cmpd="sng">
                <a:solidFill>
                  <a:schemeClr val="tx1"/>
                </a:solidFill>
                <a:prstDash val="solid"/>
                <a:round/>
                <a:headEnd type="none" w="med" len="med"/>
                <a:tailEnd type="triangle" w="med" len="med"/>
              </a:ln>
            </p:spPr>
          </p:sp>
          <p:sp>
            <p:nvSpPr>
              <p:cNvPr id="99475" name="Line 148"/>
              <p:cNvSpPr/>
              <p:nvPr/>
            </p:nvSpPr>
            <p:spPr>
              <a:xfrm>
                <a:off x="3936" y="240"/>
                <a:ext cx="0" cy="480"/>
              </a:xfrm>
              <a:prstGeom prst="line">
                <a:avLst/>
              </a:prstGeom>
              <a:ln w="9525" cap="flat" cmpd="sng">
                <a:solidFill>
                  <a:schemeClr val="tx1"/>
                </a:solidFill>
                <a:prstDash val="solid"/>
                <a:round/>
                <a:headEnd type="none" w="med" len="med"/>
                <a:tailEnd type="triangle" w="med" len="med"/>
              </a:ln>
            </p:spPr>
          </p:sp>
          <p:sp>
            <p:nvSpPr>
              <p:cNvPr id="99476" name="Line 149"/>
              <p:cNvSpPr/>
              <p:nvPr/>
            </p:nvSpPr>
            <p:spPr>
              <a:xfrm>
                <a:off x="4176" y="240"/>
                <a:ext cx="0" cy="624"/>
              </a:xfrm>
              <a:prstGeom prst="line">
                <a:avLst/>
              </a:prstGeom>
              <a:ln w="9525" cap="flat" cmpd="sng">
                <a:solidFill>
                  <a:schemeClr val="tx1"/>
                </a:solidFill>
                <a:prstDash val="solid"/>
                <a:round/>
                <a:headEnd type="none" w="med" len="med"/>
                <a:tailEnd type="triangle" w="med" len="med"/>
              </a:ln>
            </p:spPr>
          </p:sp>
          <p:grpSp>
            <p:nvGrpSpPr>
              <p:cNvPr id="99477" name="Group 150"/>
              <p:cNvGrpSpPr/>
              <p:nvPr/>
            </p:nvGrpSpPr>
            <p:grpSpPr>
              <a:xfrm>
                <a:off x="3456" y="912"/>
                <a:ext cx="288" cy="672"/>
                <a:chOff x="3456" y="912"/>
                <a:chExt cx="288" cy="672"/>
              </a:xfrm>
            </p:grpSpPr>
            <p:sp>
              <p:nvSpPr>
                <p:cNvPr id="99478" name="Line 151"/>
                <p:cNvSpPr/>
                <p:nvPr/>
              </p:nvSpPr>
              <p:spPr>
                <a:xfrm>
                  <a:off x="3456" y="912"/>
                  <a:ext cx="288" cy="288"/>
                </a:xfrm>
                <a:prstGeom prst="line">
                  <a:avLst/>
                </a:prstGeom>
                <a:ln w="9525" cap="flat" cmpd="sng">
                  <a:solidFill>
                    <a:schemeClr val="tx1"/>
                  </a:solidFill>
                  <a:prstDash val="solid"/>
                  <a:round/>
                  <a:headEnd type="none" w="med" len="med"/>
                  <a:tailEnd type="none" w="med" len="med"/>
                </a:ln>
              </p:spPr>
            </p:sp>
            <p:sp>
              <p:nvSpPr>
                <p:cNvPr id="99479" name="Line 152"/>
                <p:cNvSpPr/>
                <p:nvPr/>
              </p:nvSpPr>
              <p:spPr>
                <a:xfrm>
                  <a:off x="3744" y="1200"/>
                  <a:ext cx="0" cy="384"/>
                </a:xfrm>
                <a:prstGeom prst="line">
                  <a:avLst/>
                </a:prstGeom>
                <a:ln w="9525" cap="flat" cmpd="sng">
                  <a:solidFill>
                    <a:schemeClr val="tx1"/>
                  </a:solidFill>
                  <a:prstDash val="solid"/>
                  <a:round/>
                  <a:headEnd type="none" w="med" len="med"/>
                  <a:tailEnd type="none" w="med" len="med"/>
                </a:ln>
              </p:spPr>
            </p:sp>
          </p:grpSp>
          <p:sp>
            <p:nvSpPr>
              <p:cNvPr id="99480" name="Text Box 153"/>
              <p:cNvSpPr txBox="1"/>
              <p:nvPr/>
            </p:nvSpPr>
            <p:spPr>
              <a:xfrm>
                <a:off x="3600" y="1545"/>
                <a:ext cx="48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2Q</a:t>
                </a:r>
                <a:endParaRPr lang="en-US" altLang="zh-CN" sz="2400" i="0" dirty="0">
                  <a:latin typeface="Times New Roman" panose="02020603050405020304" pitchFamily="18" charset="0"/>
                  <a:ea typeface="宋体" panose="02010600030101010101" pitchFamily="2" charset="-122"/>
                </a:endParaRPr>
              </a:p>
            </p:txBody>
          </p:sp>
          <p:sp>
            <p:nvSpPr>
              <p:cNvPr id="99481" name="Text Box 154"/>
              <p:cNvSpPr txBox="1"/>
              <p:nvPr/>
            </p:nvSpPr>
            <p:spPr>
              <a:xfrm>
                <a:off x="331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482" name="Text Box 155"/>
              <p:cNvSpPr txBox="1"/>
              <p:nvPr/>
            </p:nvSpPr>
            <p:spPr>
              <a:xfrm>
                <a:off x="355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99483" name="Text Box 156"/>
              <p:cNvSpPr txBox="1"/>
              <p:nvPr/>
            </p:nvSpPr>
            <p:spPr>
              <a:xfrm>
                <a:off x="379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99484" name="Text Box 157"/>
              <p:cNvSpPr txBox="1"/>
              <p:nvPr/>
            </p:nvSpPr>
            <p:spPr>
              <a:xfrm>
                <a:off x="403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grpSp>
        <p:sp>
          <p:nvSpPr>
            <p:cNvPr id="99485" name="Line 158"/>
            <p:cNvSpPr/>
            <p:nvPr/>
          </p:nvSpPr>
          <p:spPr>
            <a:xfrm>
              <a:off x="3600" y="1056"/>
              <a:ext cx="1104" cy="0"/>
            </a:xfrm>
            <a:prstGeom prst="line">
              <a:avLst/>
            </a:prstGeom>
            <a:ln w="9525" cap="flat" cmpd="sng">
              <a:solidFill>
                <a:schemeClr val="tx1"/>
              </a:solidFill>
              <a:prstDash val="dash"/>
              <a:round/>
              <a:headEnd type="none" w="med" len="med"/>
              <a:tailEnd type="none" w="med" len="med"/>
            </a:ln>
          </p:spPr>
        </p:sp>
      </p:grpSp>
      <p:grpSp>
        <p:nvGrpSpPr>
          <p:cNvPr id="13" name="Group 159"/>
          <p:cNvGrpSpPr/>
          <p:nvPr/>
        </p:nvGrpSpPr>
        <p:grpSpPr>
          <a:xfrm>
            <a:off x="4400550" y="3816350"/>
            <a:ext cx="4364038" cy="2165350"/>
            <a:chOff x="2772" y="2404"/>
            <a:chExt cx="2749" cy="1364"/>
          </a:xfrm>
        </p:grpSpPr>
        <p:sp>
          <p:nvSpPr>
            <p:cNvPr id="99487" name="Line 160"/>
            <p:cNvSpPr/>
            <p:nvPr/>
          </p:nvSpPr>
          <p:spPr>
            <a:xfrm>
              <a:off x="3896" y="3451"/>
              <a:ext cx="0" cy="317"/>
            </a:xfrm>
            <a:prstGeom prst="line">
              <a:avLst/>
            </a:prstGeom>
            <a:ln w="9525" cap="flat" cmpd="sng">
              <a:solidFill>
                <a:schemeClr val="tx1"/>
              </a:solidFill>
              <a:prstDash val="solid"/>
              <a:round/>
              <a:headEnd type="none" w="med" len="med"/>
              <a:tailEnd type="none" w="med" len="med"/>
            </a:ln>
          </p:spPr>
        </p:sp>
        <p:sp>
          <p:nvSpPr>
            <p:cNvPr id="99488" name="Rectangle 161"/>
            <p:cNvSpPr/>
            <p:nvPr/>
          </p:nvSpPr>
          <p:spPr>
            <a:xfrm>
              <a:off x="3083" y="2737"/>
              <a:ext cx="2438" cy="703"/>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89" name="Line 162"/>
            <p:cNvSpPr/>
            <p:nvPr/>
          </p:nvSpPr>
          <p:spPr>
            <a:xfrm>
              <a:off x="2772" y="3221"/>
              <a:ext cx="311" cy="0"/>
            </a:xfrm>
            <a:prstGeom prst="line">
              <a:avLst/>
            </a:prstGeom>
            <a:ln w="9525" cap="flat" cmpd="sng">
              <a:solidFill>
                <a:schemeClr val="tx1"/>
              </a:solidFill>
              <a:prstDash val="solid"/>
              <a:round/>
              <a:headEnd type="none" w="med" len="med"/>
              <a:tailEnd type="none" w="med" len="med"/>
            </a:ln>
          </p:spPr>
        </p:sp>
        <p:sp>
          <p:nvSpPr>
            <p:cNvPr id="99490" name="Line 163"/>
            <p:cNvSpPr/>
            <p:nvPr/>
          </p:nvSpPr>
          <p:spPr>
            <a:xfrm>
              <a:off x="3340" y="2404"/>
              <a:ext cx="0" cy="285"/>
            </a:xfrm>
            <a:prstGeom prst="line">
              <a:avLst/>
            </a:prstGeom>
            <a:ln w="9525" cap="flat" cmpd="sng">
              <a:solidFill>
                <a:schemeClr val="tx1"/>
              </a:solidFill>
              <a:prstDash val="solid"/>
              <a:round/>
              <a:headEnd type="none" w="med" len="med"/>
              <a:tailEnd type="none" w="med" len="med"/>
            </a:ln>
          </p:spPr>
        </p:sp>
        <p:sp>
          <p:nvSpPr>
            <p:cNvPr id="99491" name="Line 164"/>
            <p:cNvSpPr/>
            <p:nvPr/>
          </p:nvSpPr>
          <p:spPr>
            <a:xfrm>
              <a:off x="3553" y="2404"/>
              <a:ext cx="0" cy="333"/>
            </a:xfrm>
            <a:prstGeom prst="line">
              <a:avLst/>
            </a:prstGeom>
            <a:ln w="9525" cap="flat" cmpd="sng">
              <a:solidFill>
                <a:schemeClr val="tx1"/>
              </a:solidFill>
              <a:prstDash val="solid"/>
              <a:round/>
              <a:headEnd type="none" w="med" len="med"/>
              <a:tailEnd type="none" w="med" len="med"/>
            </a:ln>
          </p:spPr>
        </p:sp>
        <p:sp>
          <p:nvSpPr>
            <p:cNvPr id="99492" name="Line 165"/>
            <p:cNvSpPr/>
            <p:nvPr/>
          </p:nvSpPr>
          <p:spPr>
            <a:xfrm>
              <a:off x="3767" y="2404"/>
              <a:ext cx="0" cy="333"/>
            </a:xfrm>
            <a:prstGeom prst="line">
              <a:avLst/>
            </a:prstGeom>
            <a:ln w="9525" cap="flat" cmpd="sng">
              <a:solidFill>
                <a:schemeClr val="tx1"/>
              </a:solidFill>
              <a:prstDash val="solid"/>
              <a:round/>
              <a:headEnd type="none" w="med" len="med"/>
              <a:tailEnd type="none" w="med" len="med"/>
            </a:ln>
          </p:spPr>
        </p:sp>
        <p:sp>
          <p:nvSpPr>
            <p:cNvPr id="99493" name="Line 166"/>
            <p:cNvSpPr/>
            <p:nvPr/>
          </p:nvSpPr>
          <p:spPr>
            <a:xfrm>
              <a:off x="3981" y="2404"/>
              <a:ext cx="0" cy="333"/>
            </a:xfrm>
            <a:prstGeom prst="line">
              <a:avLst/>
            </a:prstGeom>
            <a:ln w="9525" cap="flat" cmpd="sng">
              <a:solidFill>
                <a:schemeClr val="tx1"/>
              </a:solidFill>
              <a:prstDash val="solid"/>
              <a:round/>
              <a:headEnd type="none" w="med" len="med"/>
              <a:tailEnd type="none" w="med" len="med"/>
            </a:ln>
          </p:spPr>
        </p:sp>
        <p:sp>
          <p:nvSpPr>
            <p:cNvPr id="99494" name="Text Box 167"/>
            <p:cNvSpPr txBox="1"/>
            <p:nvPr/>
          </p:nvSpPr>
          <p:spPr>
            <a:xfrm>
              <a:off x="3810" y="3171"/>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1Q</a:t>
              </a:r>
              <a:endParaRPr lang="en-US" altLang="zh-CN" sz="2400" i="0" dirty="0">
                <a:latin typeface="Times New Roman" panose="02020603050405020304" pitchFamily="18" charset="0"/>
                <a:ea typeface="宋体" panose="02010600030101010101" pitchFamily="2" charset="-122"/>
              </a:endParaRPr>
            </a:p>
          </p:txBody>
        </p:sp>
        <p:sp>
          <p:nvSpPr>
            <p:cNvPr id="99495" name="Text Box 168"/>
            <p:cNvSpPr txBox="1"/>
            <p:nvPr/>
          </p:nvSpPr>
          <p:spPr>
            <a:xfrm>
              <a:off x="3126" y="3071"/>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496" name="Text Box 169"/>
            <p:cNvSpPr txBox="1"/>
            <p:nvPr/>
          </p:nvSpPr>
          <p:spPr>
            <a:xfrm>
              <a:off x="3126" y="2872"/>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99497" name="Text Box 170"/>
            <p:cNvSpPr txBox="1"/>
            <p:nvPr/>
          </p:nvSpPr>
          <p:spPr>
            <a:xfrm>
              <a:off x="3425" y="2723"/>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498" name="Text Box 171"/>
            <p:cNvSpPr txBox="1"/>
            <p:nvPr/>
          </p:nvSpPr>
          <p:spPr>
            <a:xfrm>
              <a:off x="4024" y="2723"/>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99499" name="Line 172"/>
            <p:cNvSpPr/>
            <p:nvPr/>
          </p:nvSpPr>
          <p:spPr>
            <a:xfrm>
              <a:off x="2772" y="3022"/>
              <a:ext cx="311" cy="0"/>
            </a:xfrm>
            <a:prstGeom prst="line">
              <a:avLst/>
            </a:prstGeom>
            <a:ln w="9525" cap="flat" cmpd="sng">
              <a:solidFill>
                <a:schemeClr val="tx1"/>
              </a:solidFill>
              <a:prstDash val="solid"/>
              <a:round/>
              <a:headEnd type="none" w="med" len="med"/>
              <a:tailEnd type="none" w="med" len="med"/>
            </a:ln>
          </p:spPr>
        </p:sp>
        <p:sp>
          <p:nvSpPr>
            <p:cNvPr id="99500" name="Line 173"/>
            <p:cNvSpPr/>
            <p:nvPr/>
          </p:nvSpPr>
          <p:spPr>
            <a:xfrm>
              <a:off x="4195" y="2404"/>
              <a:ext cx="0" cy="333"/>
            </a:xfrm>
            <a:prstGeom prst="line">
              <a:avLst/>
            </a:prstGeom>
            <a:ln w="9525" cap="flat" cmpd="sng">
              <a:solidFill>
                <a:schemeClr val="tx1"/>
              </a:solidFill>
              <a:prstDash val="solid"/>
              <a:round/>
              <a:headEnd type="none" w="med" len="med"/>
              <a:tailEnd type="none" w="med" len="med"/>
            </a:ln>
          </p:spPr>
        </p:sp>
        <p:sp>
          <p:nvSpPr>
            <p:cNvPr id="99501" name="Line 174"/>
            <p:cNvSpPr/>
            <p:nvPr/>
          </p:nvSpPr>
          <p:spPr>
            <a:xfrm flipH="1">
              <a:off x="4421" y="2404"/>
              <a:ext cx="0" cy="285"/>
            </a:xfrm>
            <a:prstGeom prst="line">
              <a:avLst/>
            </a:prstGeom>
            <a:ln w="9525" cap="flat" cmpd="sng">
              <a:solidFill>
                <a:schemeClr val="tx1"/>
              </a:solidFill>
              <a:prstDash val="solid"/>
              <a:round/>
              <a:headEnd type="none" w="med" len="med"/>
              <a:tailEnd type="none" w="med" len="med"/>
            </a:ln>
          </p:spPr>
        </p:sp>
        <p:sp>
          <p:nvSpPr>
            <p:cNvPr id="99502" name="Line 175"/>
            <p:cNvSpPr/>
            <p:nvPr/>
          </p:nvSpPr>
          <p:spPr>
            <a:xfrm>
              <a:off x="4623" y="2404"/>
              <a:ext cx="0" cy="333"/>
            </a:xfrm>
            <a:prstGeom prst="line">
              <a:avLst/>
            </a:prstGeom>
            <a:ln w="9525" cap="flat" cmpd="sng">
              <a:solidFill>
                <a:schemeClr val="tx1"/>
              </a:solidFill>
              <a:prstDash val="solid"/>
              <a:round/>
              <a:headEnd type="none" w="med" len="med"/>
              <a:tailEnd type="none" w="med" len="med"/>
            </a:ln>
          </p:spPr>
        </p:sp>
        <p:sp>
          <p:nvSpPr>
            <p:cNvPr id="99503" name="Line 176"/>
            <p:cNvSpPr/>
            <p:nvPr/>
          </p:nvSpPr>
          <p:spPr>
            <a:xfrm>
              <a:off x="4837" y="2404"/>
              <a:ext cx="0" cy="333"/>
            </a:xfrm>
            <a:prstGeom prst="line">
              <a:avLst/>
            </a:prstGeom>
            <a:ln w="9525" cap="flat" cmpd="sng">
              <a:solidFill>
                <a:schemeClr val="tx1"/>
              </a:solidFill>
              <a:prstDash val="solid"/>
              <a:round/>
              <a:headEnd type="none" w="med" len="med"/>
              <a:tailEnd type="none" w="med" len="med"/>
            </a:ln>
          </p:spPr>
        </p:sp>
        <p:sp>
          <p:nvSpPr>
            <p:cNvPr id="99504" name="Text Box 177"/>
            <p:cNvSpPr txBox="1"/>
            <p:nvPr/>
          </p:nvSpPr>
          <p:spPr>
            <a:xfrm>
              <a:off x="4452" y="3171"/>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2Q</a:t>
              </a:r>
              <a:endParaRPr lang="en-US" altLang="zh-CN" sz="2400" i="0" dirty="0">
                <a:latin typeface="Times New Roman" panose="02020603050405020304" pitchFamily="18" charset="0"/>
                <a:ea typeface="宋体" panose="02010600030101010101" pitchFamily="2" charset="-122"/>
              </a:endParaRPr>
            </a:p>
          </p:txBody>
        </p:sp>
        <p:sp>
          <p:nvSpPr>
            <p:cNvPr id="99505" name="Text Box 178"/>
            <p:cNvSpPr txBox="1"/>
            <p:nvPr/>
          </p:nvSpPr>
          <p:spPr>
            <a:xfrm>
              <a:off x="3211" y="2723"/>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1S</a:t>
              </a:r>
              <a:endParaRPr lang="en-US" altLang="zh-CN" sz="2400" i="0" dirty="0">
                <a:latin typeface="Times New Roman" panose="02020603050405020304" pitchFamily="18" charset="0"/>
                <a:ea typeface="宋体" panose="02010600030101010101" pitchFamily="2" charset="-122"/>
              </a:endParaRPr>
            </a:p>
          </p:txBody>
        </p:sp>
        <p:sp>
          <p:nvSpPr>
            <p:cNvPr id="99506" name="Line 179"/>
            <p:cNvSpPr/>
            <p:nvPr/>
          </p:nvSpPr>
          <p:spPr>
            <a:xfrm>
              <a:off x="5051" y="2404"/>
              <a:ext cx="0" cy="333"/>
            </a:xfrm>
            <a:prstGeom prst="line">
              <a:avLst/>
            </a:prstGeom>
            <a:ln w="9525" cap="flat" cmpd="sng">
              <a:solidFill>
                <a:schemeClr val="tx1"/>
              </a:solidFill>
              <a:prstDash val="solid"/>
              <a:round/>
              <a:headEnd type="none" w="med" len="med"/>
              <a:tailEnd type="none" w="med" len="med"/>
            </a:ln>
          </p:spPr>
        </p:sp>
        <p:sp>
          <p:nvSpPr>
            <p:cNvPr id="99507" name="Line 180"/>
            <p:cNvSpPr/>
            <p:nvPr/>
          </p:nvSpPr>
          <p:spPr>
            <a:xfrm>
              <a:off x="5264" y="2404"/>
              <a:ext cx="0" cy="333"/>
            </a:xfrm>
            <a:prstGeom prst="line">
              <a:avLst/>
            </a:prstGeom>
            <a:ln w="9525" cap="flat" cmpd="sng">
              <a:solidFill>
                <a:schemeClr val="tx1"/>
              </a:solidFill>
              <a:prstDash val="solid"/>
              <a:round/>
              <a:headEnd type="none" w="med" len="med"/>
              <a:tailEnd type="none" w="med" len="med"/>
            </a:ln>
          </p:spPr>
        </p:sp>
        <p:sp>
          <p:nvSpPr>
            <p:cNvPr id="99508" name="Line 181"/>
            <p:cNvSpPr/>
            <p:nvPr/>
          </p:nvSpPr>
          <p:spPr>
            <a:xfrm>
              <a:off x="4537" y="3451"/>
              <a:ext cx="0" cy="317"/>
            </a:xfrm>
            <a:prstGeom prst="line">
              <a:avLst/>
            </a:prstGeom>
            <a:ln w="9525" cap="flat" cmpd="sng">
              <a:solidFill>
                <a:schemeClr val="tx1"/>
              </a:solidFill>
              <a:prstDash val="solid"/>
              <a:round/>
              <a:headEnd type="none" w="med" len="med"/>
              <a:tailEnd type="none" w="med" len="med"/>
            </a:ln>
          </p:spPr>
        </p:sp>
        <p:sp>
          <p:nvSpPr>
            <p:cNvPr id="99509" name="Text Box 182"/>
            <p:cNvSpPr txBox="1"/>
            <p:nvPr/>
          </p:nvSpPr>
          <p:spPr>
            <a:xfrm>
              <a:off x="3725" y="2673"/>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99510" name="Text Box 183"/>
            <p:cNvSpPr txBox="1"/>
            <p:nvPr/>
          </p:nvSpPr>
          <p:spPr>
            <a:xfrm>
              <a:off x="4537" y="2723"/>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511" name="Text Box 184"/>
            <p:cNvSpPr txBox="1"/>
            <p:nvPr/>
          </p:nvSpPr>
          <p:spPr>
            <a:xfrm>
              <a:off x="5136" y="2723"/>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99512" name="Text Box 185"/>
            <p:cNvSpPr txBox="1"/>
            <p:nvPr/>
          </p:nvSpPr>
          <p:spPr>
            <a:xfrm>
              <a:off x="4323" y="2723"/>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2S</a:t>
              </a:r>
              <a:endParaRPr lang="en-US" altLang="zh-CN" sz="2400" i="0" dirty="0">
                <a:latin typeface="Times New Roman" panose="02020603050405020304" pitchFamily="18" charset="0"/>
                <a:ea typeface="宋体" panose="02010600030101010101" pitchFamily="2" charset="-122"/>
              </a:endParaRPr>
            </a:p>
          </p:txBody>
        </p:sp>
        <p:sp>
          <p:nvSpPr>
            <p:cNvPr id="99513" name="Text Box 186"/>
            <p:cNvSpPr txBox="1"/>
            <p:nvPr/>
          </p:nvSpPr>
          <p:spPr>
            <a:xfrm>
              <a:off x="4837" y="2673"/>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99514" name="Line 187"/>
            <p:cNvSpPr/>
            <p:nvPr/>
          </p:nvSpPr>
          <p:spPr>
            <a:xfrm>
              <a:off x="4323" y="2755"/>
              <a:ext cx="0" cy="703"/>
            </a:xfrm>
            <a:prstGeom prst="line">
              <a:avLst/>
            </a:prstGeom>
            <a:ln w="9525" cap="flat" cmpd="sng">
              <a:solidFill>
                <a:schemeClr val="tx1"/>
              </a:solidFill>
              <a:prstDash val="dash"/>
              <a:round/>
              <a:headEnd type="none" w="med" len="med"/>
              <a:tailEnd type="none" w="med" len="med"/>
            </a:ln>
          </p:spPr>
        </p:sp>
        <p:sp>
          <p:nvSpPr>
            <p:cNvPr id="99515" name="Line 188"/>
            <p:cNvSpPr/>
            <p:nvPr/>
          </p:nvSpPr>
          <p:spPr>
            <a:xfrm>
              <a:off x="3252" y="2760"/>
              <a:ext cx="156" cy="0"/>
            </a:xfrm>
            <a:prstGeom prst="line">
              <a:avLst/>
            </a:prstGeom>
            <a:ln w="9525" cap="flat" cmpd="sng">
              <a:solidFill>
                <a:schemeClr val="tx1"/>
              </a:solidFill>
              <a:prstDash val="solid"/>
              <a:round/>
              <a:headEnd type="none" w="med" len="med"/>
              <a:tailEnd type="none" w="sm" len="lg"/>
            </a:ln>
          </p:spPr>
        </p:sp>
        <p:sp>
          <p:nvSpPr>
            <p:cNvPr id="99516" name="Line 189"/>
            <p:cNvSpPr/>
            <p:nvPr/>
          </p:nvSpPr>
          <p:spPr>
            <a:xfrm>
              <a:off x="4380" y="2760"/>
              <a:ext cx="108" cy="0"/>
            </a:xfrm>
            <a:prstGeom prst="line">
              <a:avLst/>
            </a:prstGeom>
            <a:ln w="9525" cap="flat" cmpd="sng">
              <a:solidFill>
                <a:schemeClr val="tx1"/>
              </a:solidFill>
              <a:prstDash val="solid"/>
              <a:round/>
              <a:headEnd type="none" w="med" len="med"/>
              <a:tailEnd type="none" w="sm" len="lg"/>
            </a:ln>
          </p:spPr>
        </p:sp>
        <p:sp>
          <p:nvSpPr>
            <p:cNvPr id="99517" name="Oval 190"/>
            <p:cNvSpPr/>
            <p:nvPr/>
          </p:nvSpPr>
          <p:spPr>
            <a:xfrm>
              <a:off x="4392" y="2688"/>
              <a:ext cx="48" cy="48"/>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518" name="Oval 191"/>
            <p:cNvSpPr/>
            <p:nvPr/>
          </p:nvSpPr>
          <p:spPr>
            <a:xfrm>
              <a:off x="3316" y="2692"/>
              <a:ext cx="48" cy="48"/>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99519" name="Line 193"/>
          <p:cNvSpPr/>
          <p:nvPr/>
        </p:nvSpPr>
        <p:spPr>
          <a:xfrm>
            <a:off x="128588" y="6181725"/>
            <a:ext cx="179387" cy="0"/>
          </a:xfrm>
          <a:prstGeom prst="line">
            <a:avLst/>
          </a:prstGeom>
          <a:ln w="19050" cap="flat" cmpd="sng">
            <a:solidFill>
              <a:schemeClr val="tx1"/>
            </a:solidFill>
            <a:prstDash val="solid"/>
            <a:round/>
            <a:headEnd type="none" w="med" len="med"/>
            <a:tailEnd type="none" w="med" len="med"/>
          </a:ln>
        </p:spPr>
      </p:sp>
      <p:sp>
        <p:nvSpPr>
          <p:cNvPr id="99520" name="Line 194"/>
          <p:cNvSpPr/>
          <p:nvPr/>
        </p:nvSpPr>
        <p:spPr>
          <a:xfrm>
            <a:off x="114300" y="479425"/>
            <a:ext cx="215900" cy="0"/>
          </a:xfrm>
          <a:prstGeom prst="line">
            <a:avLst/>
          </a:prstGeom>
          <a:ln w="25400" cap="flat" cmpd="sng">
            <a:solidFill>
              <a:schemeClr val="tx1"/>
            </a:solidFill>
            <a:prstDash val="solid"/>
            <a:roun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3904"/>
                                        </p:tgtEl>
                                        <p:attrNameLst>
                                          <p:attrName>style.visibility</p:attrName>
                                        </p:attrNameLst>
                                      </p:cBhvr>
                                      <p:to>
                                        <p:strVal val="visible"/>
                                      </p:to>
                                    </p:set>
                                    <p:animEffect transition="in" filter="wipe(left)">
                                      <p:cBhvr>
                                        <p:cTn id="7" dur="500"/>
                                        <p:tgtEl>
                                          <p:spTgt spid="20390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203778"/>
                                        </p:tgtEl>
                                        <p:attrNameLst>
                                          <p:attrName>style.visibility</p:attrName>
                                        </p:attrNameLst>
                                      </p:cBhvr>
                                      <p:to>
                                        <p:strVal val="visible"/>
                                      </p:to>
                                    </p:set>
                                    <p:animEffect transition="in" filter="slide(fromRight)">
                                      <p:cBhvr>
                                        <p:cTn id="12" dur="500"/>
                                        <p:tgtEl>
                                          <p:spTgt spid="203778"/>
                                        </p:tgtEl>
                                      </p:cBhvr>
                                    </p:animEffect>
                                  </p:childTnLst>
                                </p:cTn>
                              </p:par>
                              <p:par>
                                <p:cTn id="13" presetID="1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slide(fromBottom)">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03905"/>
                                        </p:tgtEl>
                                        <p:attrNameLst>
                                          <p:attrName>style.visibility</p:attrName>
                                        </p:attrNameLst>
                                      </p:cBhvr>
                                      <p:to>
                                        <p:strVal val="visible"/>
                                      </p:to>
                                    </p:set>
                                    <p:animEffect transition="in" filter="wipe(left)">
                                      <p:cBhvr>
                                        <p:cTn id="20" dur="500"/>
                                        <p:tgtEl>
                                          <p:spTgt spid="203905"/>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2"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slide(fromRight)">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grpId="0" nodeType="clickEffect">
                                  <p:stCondLst>
                                    <p:cond delay="0"/>
                                  </p:stCondLst>
                                  <p:childTnLst>
                                    <p:set>
                                      <p:cBhvr>
                                        <p:cTn id="29" dur="1" fill="hold">
                                          <p:stCondLst>
                                            <p:cond delay="0"/>
                                          </p:stCondLst>
                                        </p:cTn>
                                        <p:tgtEl>
                                          <p:spTgt spid="203906"/>
                                        </p:tgtEl>
                                        <p:attrNameLst>
                                          <p:attrName>style.visibility</p:attrName>
                                        </p:attrNameLst>
                                      </p:cBhvr>
                                      <p:to>
                                        <p:strVal val="visible"/>
                                      </p:to>
                                    </p:set>
                                    <p:animEffect transition="in" filter="wipe(right)">
                                      <p:cBhvr>
                                        <p:cTn id="30" dur="500"/>
                                        <p:tgtEl>
                                          <p:spTgt spid="20390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03779"/>
                                        </p:tgtEl>
                                        <p:attrNameLst>
                                          <p:attrName>style.visibility</p:attrName>
                                        </p:attrNameLst>
                                      </p:cBhvr>
                                      <p:to>
                                        <p:strVal val="visible"/>
                                      </p:to>
                                    </p:set>
                                    <p:animEffect transition="in" filter="wipe(down)">
                                      <p:cBhvr>
                                        <p:cTn id="35" dur="500"/>
                                        <p:tgtEl>
                                          <p:spTgt spid="203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8" grpId="0" animBg="1"/>
      <p:bldP spid="203779" grpId="0"/>
      <p:bldP spid="203904" grpId="0"/>
      <p:bldP spid="203905" grpId="0"/>
      <p:bldP spid="203906"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2"/>
          <p:cNvSpPr>
            <a:spLocks noGrp="1"/>
          </p:cNvSpPr>
          <p:nvPr>
            <p:ph type="title"/>
          </p:nvPr>
        </p:nvSpPr>
        <p:spPr/>
        <p:txBody>
          <a:bodyPr vert="horz" wrap="square" lIns="91440" tIns="45720" rIns="91440" bIns="45720" anchor="ctr" anchorCtr="0"/>
          <a:p>
            <a:pPr eaLnBrk="1" hangingPunct="1"/>
            <a:r>
              <a:rPr lang="en-US" altLang="zh-CN" dirty="0"/>
              <a:t>8</a:t>
            </a:r>
            <a:r>
              <a:rPr lang="zh-CN" altLang="en-US" dirty="0"/>
              <a:t>选</a:t>
            </a:r>
            <a:r>
              <a:rPr lang="en-US" altLang="zh-CN" dirty="0"/>
              <a:t>1</a:t>
            </a:r>
            <a:r>
              <a:rPr lang="zh-CN" altLang="en-US" dirty="0"/>
              <a:t>数据选择器</a:t>
            </a:r>
            <a:r>
              <a:rPr lang="en-US" altLang="zh-CN" dirty="0"/>
              <a:t>74LS151</a:t>
            </a:r>
            <a:endParaRPr lang="en-US" altLang="zh-CN" dirty="0"/>
          </a:p>
        </p:txBody>
      </p:sp>
      <p:grpSp>
        <p:nvGrpSpPr>
          <p:cNvPr id="100354" name="Group 82"/>
          <p:cNvGrpSpPr/>
          <p:nvPr/>
        </p:nvGrpSpPr>
        <p:grpSpPr>
          <a:xfrm>
            <a:off x="1366838" y="2573338"/>
            <a:ext cx="5946775" cy="2957512"/>
            <a:chOff x="861" y="1621"/>
            <a:chExt cx="3746" cy="1863"/>
          </a:xfrm>
        </p:grpSpPr>
        <p:sp>
          <p:nvSpPr>
            <p:cNvPr id="100355" name="Rectangle 5"/>
            <p:cNvSpPr/>
            <p:nvPr/>
          </p:nvSpPr>
          <p:spPr>
            <a:xfrm>
              <a:off x="1317" y="1838"/>
              <a:ext cx="3092" cy="867"/>
            </a:xfrm>
            <a:prstGeom prst="rect">
              <a:avLst/>
            </a:prstGeom>
            <a:noFill/>
            <a:ln w="31750" cap="rnd"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00356" name="Line 7"/>
            <p:cNvSpPr/>
            <p:nvPr/>
          </p:nvSpPr>
          <p:spPr>
            <a:xfrm>
              <a:off x="2110" y="2705"/>
              <a:ext cx="0" cy="217"/>
            </a:xfrm>
            <a:prstGeom prst="line">
              <a:avLst/>
            </a:prstGeom>
            <a:ln w="31750" cap="rnd" cmpd="sng">
              <a:solidFill>
                <a:srgbClr val="000000"/>
              </a:solidFill>
              <a:prstDash val="solid"/>
              <a:round/>
              <a:headEnd type="none" w="med" len="med"/>
              <a:tailEnd type="none" w="med" len="med"/>
            </a:ln>
          </p:spPr>
        </p:sp>
        <p:sp>
          <p:nvSpPr>
            <p:cNvPr id="100357" name="Line 8"/>
            <p:cNvSpPr/>
            <p:nvPr/>
          </p:nvSpPr>
          <p:spPr>
            <a:xfrm>
              <a:off x="2427" y="2705"/>
              <a:ext cx="0" cy="217"/>
            </a:xfrm>
            <a:prstGeom prst="line">
              <a:avLst/>
            </a:prstGeom>
            <a:ln w="31750" cap="rnd" cmpd="sng">
              <a:solidFill>
                <a:srgbClr val="000000"/>
              </a:solidFill>
              <a:prstDash val="solid"/>
              <a:round/>
              <a:headEnd type="none" w="med" len="med"/>
              <a:tailEnd type="none" w="med" len="med"/>
            </a:ln>
          </p:spPr>
        </p:sp>
        <p:sp>
          <p:nvSpPr>
            <p:cNvPr id="100358" name="Line 9"/>
            <p:cNvSpPr/>
            <p:nvPr/>
          </p:nvSpPr>
          <p:spPr>
            <a:xfrm>
              <a:off x="2744" y="2705"/>
              <a:ext cx="0" cy="217"/>
            </a:xfrm>
            <a:prstGeom prst="line">
              <a:avLst/>
            </a:prstGeom>
            <a:ln w="31750" cap="rnd" cmpd="sng">
              <a:solidFill>
                <a:srgbClr val="000000"/>
              </a:solidFill>
              <a:prstDash val="solid"/>
              <a:round/>
              <a:headEnd type="none" w="med" len="med"/>
              <a:tailEnd type="none" w="med" len="med"/>
            </a:ln>
          </p:spPr>
        </p:sp>
        <p:sp>
          <p:nvSpPr>
            <p:cNvPr id="100359" name="Line 14"/>
            <p:cNvSpPr/>
            <p:nvPr/>
          </p:nvSpPr>
          <p:spPr>
            <a:xfrm flipV="1">
              <a:off x="2308" y="1621"/>
              <a:ext cx="0" cy="217"/>
            </a:xfrm>
            <a:prstGeom prst="line">
              <a:avLst/>
            </a:prstGeom>
            <a:ln w="31750" cap="rnd" cmpd="sng">
              <a:solidFill>
                <a:srgbClr val="000000"/>
              </a:solidFill>
              <a:prstDash val="solid"/>
              <a:round/>
              <a:headEnd type="none" w="med" len="med"/>
              <a:tailEnd type="none" w="med" len="med"/>
            </a:ln>
          </p:spPr>
        </p:sp>
        <p:sp>
          <p:nvSpPr>
            <p:cNvPr id="100360" name="Line 15"/>
            <p:cNvSpPr/>
            <p:nvPr/>
          </p:nvSpPr>
          <p:spPr>
            <a:xfrm flipH="1">
              <a:off x="999" y="2561"/>
              <a:ext cx="318" cy="0"/>
            </a:xfrm>
            <a:prstGeom prst="line">
              <a:avLst/>
            </a:prstGeom>
            <a:ln w="31750" cap="rnd" cmpd="sng">
              <a:solidFill>
                <a:srgbClr val="000000"/>
              </a:solidFill>
              <a:prstDash val="solid"/>
              <a:round/>
              <a:headEnd type="none" w="med" len="med"/>
              <a:tailEnd type="none" w="med" len="med"/>
            </a:ln>
          </p:spPr>
        </p:sp>
        <p:sp>
          <p:nvSpPr>
            <p:cNvPr id="100361" name="Line 16"/>
            <p:cNvSpPr/>
            <p:nvPr/>
          </p:nvSpPr>
          <p:spPr>
            <a:xfrm flipH="1">
              <a:off x="999" y="2271"/>
              <a:ext cx="318" cy="0"/>
            </a:xfrm>
            <a:prstGeom prst="line">
              <a:avLst/>
            </a:prstGeom>
            <a:ln w="31750" cap="rnd" cmpd="sng">
              <a:solidFill>
                <a:srgbClr val="000000"/>
              </a:solidFill>
              <a:prstDash val="solid"/>
              <a:round/>
              <a:headEnd type="none" w="med" len="med"/>
              <a:tailEnd type="none" w="med" len="med"/>
            </a:ln>
          </p:spPr>
        </p:sp>
        <p:sp>
          <p:nvSpPr>
            <p:cNvPr id="100362" name="Line 17"/>
            <p:cNvSpPr/>
            <p:nvPr/>
          </p:nvSpPr>
          <p:spPr>
            <a:xfrm flipH="1">
              <a:off x="999" y="1982"/>
              <a:ext cx="318" cy="0"/>
            </a:xfrm>
            <a:prstGeom prst="line">
              <a:avLst/>
            </a:prstGeom>
            <a:ln w="31750" cap="rnd" cmpd="sng">
              <a:solidFill>
                <a:srgbClr val="000000"/>
              </a:solidFill>
              <a:prstDash val="solid"/>
              <a:round/>
              <a:headEnd type="none" w="med" len="med"/>
              <a:tailEnd type="none" w="med" len="med"/>
            </a:ln>
          </p:spPr>
        </p:sp>
        <p:sp>
          <p:nvSpPr>
            <p:cNvPr id="100363" name="Line 18"/>
            <p:cNvSpPr/>
            <p:nvPr/>
          </p:nvSpPr>
          <p:spPr>
            <a:xfrm>
              <a:off x="4409" y="2416"/>
              <a:ext cx="198" cy="0"/>
            </a:xfrm>
            <a:prstGeom prst="line">
              <a:avLst/>
            </a:prstGeom>
            <a:ln w="31750" cap="rnd" cmpd="sng">
              <a:solidFill>
                <a:srgbClr val="000000"/>
              </a:solidFill>
              <a:prstDash val="solid"/>
              <a:round/>
              <a:headEnd type="none" w="med" len="med"/>
              <a:tailEnd type="none" w="med" len="med"/>
            </a:ln>
          </p:spPr>
        </p:sp>
        <p:sp>
          <p:nvSpPr>
            <p:cNvPr id="100364" name="Rectangle 19"/>
            <p:cNvSpPr/>
            <p:nvPr/>
          </p:nvSpPr>
          <p:spPr>
            <a:xfrm>
              <a:off x="2248" y="1865"/>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Y</a:t>
              </a:r>
              <a:endParaRPr lang="en-US" altLang="zh-CN" sz="1800" i="0" dirty="0">
                <a:latin typeface="Arial" panose="020B0604020202020204" pitchFamily="34" charset="0"/>
                <a:ea typeface="宋体" panose="02010600030101010101" pitchFamily="2" charset="-122"/>
              </a:endParaRPr>
            </a:p>
          </p:txBody>
        </p:sp>
        <p:sp>
          <p:nvSpPr>
            <p:cNvPr id="100365" name="Rectangle 20"/>
            <p:cNvSpPr/>
            <p:nvPr/>
          </p:nvSpPr>
          <p:spPr>
            <a:xfrm>
              <a:off x="1389" y="1865"/>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A</a:t>
              </a:r>
              <a:endParaRPr lang="en-US" altLang="zh-CN" sz="1800" i="0" dirty="0">
                <a:latin typeface="Arial" panose="020B0604020202020204" pitchFamily="34" charset="0"/>
                <a:ea typeface="宋体" panose="02010600030101010101" pitchFamily="2" charset="-122"/>
              </a:endParaRPr>
            </a:p>
          </p:txBody>
        </p:sp>
        <p:sp>
          <p:nvSpPr>
            <p:cNvPr id="100366" name="Rectangle 21"/>
            <p:cNvSpPr/>
            <p:nvPr/>
          </p:nvSpPr>
          <p:spPr>
            <a:xfrm>
              <a:off x="1508" y="1889"/>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2</a:t>
              </a:r>
              <a:endParaRPr lang="en-US" altLang="zh-CN" sz="1800" i="0" dirty="0">
                <a:latin typeface="Arial" panose="020B0604020202020204" pitchFamily="34" charset="0"/>
                <a:ea typeface="宋体" panose="02010600030101010101" pitchFamily="2" charset="-122"/>
              </a:endParaRPr>
            </a:p>
          </p:txBody>
        </p:sp>
        <p:sp>
          <p:nvSpPr>
            <p:cNvPr id="100367" name="Rectangle 22"/>
            <p:cNvSpPr/>
            <p:nvPr/>
          </p:nvSpPr>
          <p:spPr>
            <a:xfrm>
              <a:off x="1363" y="2178"/>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A</a:t>
              </a:r>
              <a:endParaRPr lang="en-US" altLang="zh-CN" sz="1800" i="0" dirty="0">
                <a:latin typeface="Arial" panose="020B0604020202020204" pitchFamily="34" charset="0"/>
                <a:ea typeface="宋体" panose="02010600030101010101" pitchFamily="2" charset="-122"/>
              </a:endParaRPr>
            </a:p>
          </p:txBody>
        </p:sp>
        <p:sp>
          <p:nvSpPr>
            <p:cNvPr id="100368" name="Rectangle 23"/>
            <p:cNvSpPr/>
            <p:nvPr/>
          </p:nvSpPr>
          <p:spPr>
            <a:xfrm>
              <a:off x="1495" y="2202"/>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1</a:t>
              </a:r>
              <a:endParaRPr lang="en-US" altLang="zh-CN" sz="1800" i="0" dirty="0">
                <a:latin typeface="Arial" panose="020B0604020202020204" pitchFamily="34" charset="0"/>
                <a:ea typeface="宋体" panose="02010600030101010101" pitchFamily="2" charset="-122"/>
              </a:endParaRPr>
            </a:p>
          </p:txBody>
        </p:sp>
        <p:sp>
          <p:nvSpPr>
            <p:cNvPr id="100369" name="Rectangle 24"/>
            <p:cNvSpPr/>
            <p:nvPr/>
          </p:nvSpPr>
          <p:spPr>
            <a:xfrm>
              <a:off x="1376" y="2480"/>
              <a:ext cx="117"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A</a:t>
              </a:r>
              <a:endParaRPr lang="en-US" altLang="zh-CN" sz="1800" i="0" dirty="0">
                <a:latin typeface="Arial" panose="020B0604020202020204" pitchFamily="34" charset="0"/>
                <a:ea typeface="宋体" panose="02010600030101010101" pitchFamily="2" charset="-122"/>
              </a:endParaRPr>
            </a:p>
          </p:txBody>
        </p:sp>
        <p:sp>
          <p:nvSpPr>
            <p:cNvPr id="100370" name="Rectangle 25"/>
            <p:cNvSpPr/>
            <p:nvPr/>
          </p:nvSpPr>
          <p:spPr>
            <a:xfrm>
              <a:off x="1508" y="250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0</a:t>
              </a:r>
              <a:endParaRPr lang="en-US" altLang="zh-CN" sz="1800" i="0" dirty="0">
                <a:latin typeface="Arial" panose="020B0604020202020204" pitchFamily="34" charset="0"/>
                <a:ea typeface="宋体" panose="02010600030101010101" pitchFamily="2" charset="-122"/>
              </a:endParaRPr>
            </a:p>
          </p:txBody>
        </p:sp>
        <p:sp>
          <p:nvSpPr>
            <p:cNvPr id="100371" name="Rectangle 26"/>
            <p:cNvSpPr/>
            <p:nvPr/>
          </p:nvSpPr>
          <p:spPr>
            <a:xfrm>
              <a:off x="1719" y="2540"/>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72" name="Rectangle 27"/>
            <p:cNvSpPr/>
            <p:nvPr/>
          </p:nvSpPr>
          <p:spPr>
            <a:xfrm>
              <a:off x="1839"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0</a:t>
              </a:r>
              <a:endParaRPr lang="en-US" altLang="zh-CN" sz="1800" i="0" dirty="0">
                <a:latin typeface="Arial" panose="020B0604020202020204" pitchFamily="34" charset="0"/>
                <a:ea typeface="宋体" panose="02010600030101010101" pitchFamily="2" charset="-122"/>
              </a:endParaRPr>
            </a:p>
          </p:txBody>
        </p:sp>
        <p:sp>
          <p:nvSpPr>
            <p:cNvPr id="100373" name="Rectangle 28"/>
            <p:cNvSpPr/>
            <p:nvPr/>
          </p:nvSpPr>
          <p:spPr>
            <a:xfrm>
              <a:off x="2037" y="2540"/>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74" name="Rectangle 29"/>
            <p:cNvSpPr/>
            <p:nvPr/>
          </p:nvSpPr>
          <p:spPr>
            <a:xfrm>
              <a:off x="2156"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1</a:t>
              </a:r>
              <a:endParaRPr lang="en-US" altLang="zh-CN" sz="1800" i="0" dirty="0">
                <a:latin typeface="Arial" panose="020B0604020202020204" pitchFamily="34" charset="0"/>
                <a:ea typeface="宋体" panose="02010600030101010101" pitchFamily="2" charset="-122"/>
              </a:endParaRPr>
            </a:p>
          </p:txBody>
        </p:sp>
        <p:sp>
          <p:nvSpPr>
            <p:cNvPr id="100375" name="Rectangle 30"/>
            <p:cNvSpPr/>
            <p:nvPr/>
          </p:nvSpPr>
          <p:spPr>
            <a:xfrm>
              <a:off x="2354" y="2540"/>
              <a:ext cx="117"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76" name="Rectangle 31"/>
            <p:cNvSpPr/>
            <p:nvPr/>
          </p:nvSpPr>
          <p:spPr>
            <a:xfrm>
              <a:off x="2473"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2</a:t>
              </a:r>
              <a:endParaRPr lang="en-US" altLang="zh-CN" sz="1800" i="0" dirty="0">
                <a:latin typeface="Arial" panose="020B0604020202020204" pitchFamily="34" charset="0"/>
                <a:ea typeface="宋体" panose="02010600030101010101" pitchFamily="2" charset="-122"/>
              </a:endParaRPr>
            </a:p>
          </p:txBody>
        </p:sp>
        <p:sp>
          <p:nvSpPr>
            <p:cNvPr id="100377" name="Rectangle 32"/>
            <p:cNvSpPr/>
            <p:nvPr/>
          </p:nvSpPr>
          <p:spPr>
            <a:xfrm>
              <a:off x="2671" y="2540"/>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78" name="Rectangle 33"/>
            <p:cNvSpPr/>
            <p:nvPr/>
          </p:nvSpPr>
          <p:spPr>
            <a:xfrm>
              <a:off x="2791"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3</a:t>
              </a:r>
              <a:endParaRPr lang="en-US" altLang="zh-CN" sz="1800" i="0" dirty="0">
                <a:latin typeface="Arial" panose="020B0604020202020204" pitchFamily="34" charset="0"/>
                <a:ea typeface="宋体" panose="02010600030101010101" pitchFamily="2" charset="-122"/>
              </a:endParaRPr>
            </a:p>
          </p:txBody>
        </p:sp>
        <p:sp>
          <p:nvSpPr>
            <p:cNvPr id="100379" name="Rectangle 34"/>
            <p:cNvSpPr/>
            <p:nvPr/>
          </p:nvSpPr>
          <p:spPr>
            <a:xfrm>
              <a:off x="2989" y="2540"/>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80" name="Rectangle 35"/>
            <p:cNvSpPr/>
            <p:nvPr/>
          </p:nvSpPr>
          <p:spPr>
            <a:xfrm>
              <a:off x="3108"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4</a:t>
              </a:r>
              <a:endParaRPr lang="en-US" altLang="zh-CN" sz="1800" i="0" dirty="0">
                <a:latin typeface="Arial" panose="020B0604020202020204" pitchFamily="34" charset="0"/>
                <a:ea typeface="宋体" panose="02010600030101010101" pitchFamily="2" charset="-122"/>
              </a:endParaRPr>
            </a:p>
          </p:txBody>
        </p:sp>
        <p:sp>
          <p:nvSpPr>
            <p:cNvPr id="100381" name="Rectangle 36"/>
            <p:cNvSpPr/>
            <p:nvPr/>
          </p:nvSpPr>
          <p:spPr>
            <a:xfrm>
              <a:off x="3306" y="2540"/>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82" name="Rectangle 37"/>
            <p:cNvSpPr/>
            <p:nvPr/>
          </p:nvSpPr>
          <p:spPr>
            <a:xfrm>
              <a:off x="3424"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5</a:t>
              </a:r>
              <a:endParaRPr lang="en-US" altLang="zh-CN" sz="1800" i="0" dirty="0">
                <a:latin typeface="Arial" panose="020B0604020202020204" pitchFamily="34" charset="0"/>
                <a:ea typeface="宋体" panose="02010600030101010101" pitchFamily="2" charset="-122"/>
              </a:endParaRPr>
            </a:p>
          </p:txBody>
        </p:sp>
        <p:sp>
          <p:nvSpPr>
            <p:cNvPr id="100383" name="Rectangle 38"/>
            <p:cNvSpPr/>
            <p:nvPr/>
          </p:nvSpPr>
          <p:spPr>
            <a:xfrm>
              <a:off x="3623" y="2540"/>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84" name="Rectangle 39"/>
            <p:cNvSpPr/>
            <p:nvPr/>
          </p:nvSpPr>
          <p:spPr>
            <a:xfrm>
              <a:off x="3742"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6</a:t>
              </a:r>
              <a:endParaRPr lang="en-US" altLang="zh-CN" sz="1800" i="0" dirty="0">
                <a:latin typeface="Arial" panose="020B0604020202020204" pitchFamily="34" charset="0"/>
                <a:ea typeface="宋体" panose="02010600030101010101" pitchFamily="2" charset="-122"/>
              </a:endParaRPr>
            </a:p>
          </p:txBody>
        </p:sp>
        <p:sp>
          <p:nvSpPr>
            <p:cNvPr id="100385" name="Rectangle 40"/>
            <p:cNvSpPr/>
            <p:nvPr/>
          </p:nvSpPr>
          <p:spPr>
            <a:xfrm>
              <a:off x="3940" y="2540"/>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86" name="Rectangle 41"/>
            <p:cNvSpPr/>
            <p:nvPr/>
          </p:nvSpPr>
          <p:spPr>
            <a:xfrm>
              <a:off x="4059"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7</a:t>
              </a:r>
              <a:endParaRPr lang="en-US" altLang="zh-CN" sz="1800" i="0" dirty="0">
                <a:latin typeface="Arial" panose="020B0604020202020204" pitchFamily="34" charset="0"/>
                <a:ea typeface="宋体" panose="02010600030101010101" pitchFamily="2" charset="-122"/>
              </a:endParaRPr>
            </a:p>
          </p:txBody>
        </p:sp>
        <p:sp>
          <p:nvSpPr>
            <p:cNvPr id="100387" name="Rectangle 42"/>
            <p:cNvSpPr/>
            <p:nvPr/>
          </p:nvSpPr>
          <p:spPr>
            <a:xfrm>
              <a:off x="4284" y="2323"/>
              <a:ext cx="89"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S</a:t>
              </a:r>
              <a:endParaRPr lang="en-US" altLang="zh-CN" sz="1800" i="0" dirty="0">
                <a:latin typeface="Arial" panose="020B0604020202020204" pitchFamily="34" charset="0"/>
                <a:ea typeface="宋体" panose="02010600030101010101" pitchFamily="2" charset="-122"/>
              </a:endParaRPr>
            </a:p>
          </p:txBody>
        </p:sp>
        <p:sp>
          <p:nvSpPr>
            <p:cNvPr id="100388" name="Rectangle 43"/>
            <p:cNvSpPr/>
            <p:nvPr/>
          </p:nvSpPr>
          <p:spPr>
            <a:xfrm>
              <a:off x="2553" y="2178"/>
              <a:ext cx="160"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74</a:t>
              </a:r>
              <a:endParaRPr lang="en-US" altLang="zh-CN" sz="1800" i="0" dirty="0">
                <a:latin typeface="Arial" panose="020B0604020202020204" pitchFamily="34" charset="0"/>
                <a:ea typeface="宋体" panose="02010600030101010101" pitchFamily="2" charset="-122"/>
              </a:endParaRPr>
            </a:p>
          </p:txBody>
        </p:sp>
        <p:sp>
          <p:nvSpPr>
            <p:cNvPr id="100389" name="Rectangle 44"/>
            <p:cNvSpPr/>
            <p:nvPr/>
          </p:nvSpPr>
          <p:spPr>
            <a:xfrm>
              <a:off x="2724" y="2178"/>
              <a:ext cx="19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LS</a:t>
              </a:r>
              <a:endParaRPr lang="en-US" altLang="zh-CN" sz="1800" i="0" dirty="0">
                <a:latin typeface="Arial" panose="020B0604020202020204" pitchFamily="34" charset="0"/>
                <a:ea typeface="宋体" panose="02010600030101010101" pitchFamily="2" charset="-122"/>
              </a:endParaRPr>
            </a:p>
          </p:txBody>
        </p:sp>
        <p:sp>
          <p:nvSpPr>
            <p:cNvPr id="100390" name="Rectangle 45"/>
            <p:cNvSpPr/>
            <p:nvPr/>
          </p:nvSpPr>
          <p:spPr>
            <a:xfrm>
              <a:off x="2989" y="2178"/>
              <a:ext cx="240"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151</a:t>
              </a:r>
              <a:endParaRPr lang="en-US" altLang="zh-CN" sz="1800" i="0" dirty="0">
                <a:latin typeface="Arial" panose="020B0604020202020204" pitchFamily="34" charset="0"/>
                <a:ea typeface="宋体" panose="02010600030101010101" pitchFamily="2" charset="-122"/>
              </a:endParaRPr>
            </a:p>
          </p:txBody>
        </p:sp>
        <p:sp>
          <p:nvSpPr>
            <p:cNvPr id="100391" name="Rectangle 47"/>
            <p:cNvSpPr/>
            <p:nvPr/>
          </p:nvSpPr>
          <p:spPr>
            <a:xfrm>
              <a:off x="861" y="1889"/>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A</a:t>
              </a:r>
              <a:endParaRPr lang="en-US" altLang="zh-CN" sz="1800" i="0" dirty="0">
                <a:latin typeface="Arial" panose="020B0604020202020204" pitchFamily="34" charset="0"/>
                <a:ea typeface="宋体" panose="02010600030101010101" pitchFamily="2" charset="-122"/>
              </a:endParaRPr>
            </a:p>
          </p:txBody>
        </p:sp>
        <p:sp>
          <p:nvSpPr>
            <p:cNvPr id="100392" name="Rectangle 48"/>
            <p:cNvSpPr/>
            <p:nvPr/>
          </p:nvSpPr>
          <p:spPr>
            <a:xfrm>
              <a:off x="861" y="2178"/>
              <a:ext cx="107"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B</a:t>
              </a:r>
              <a:endParaRPr lang="en-US" altLang="zh-CN" sz="1800" i="0" dirty="0">
                <a:latin typeface="Arial" panose="020B0604020202020204" pitchFamily="34" charset="0"/>
                <a:ea typeface="宋体" panose="02010600030101010101" pitchFamily="2" charset="-122"/>
              </a:endParaRPr>
            </a:p>
          </p:txBody>
        </p:sp>
        <p:sp>
          <p:nvSpPr>
            <p:cNvPr id="100393" name="Rectangle 49"/>
            <p:cNvSpPr/>
            <p:nvPr/>
          </p:nvSpPr>
          <p:spPr>
            <a:xfrm>
              <a:off x="861" y="2468"/>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C</a:t>
              </a:r>
              <a:endParaRPr lang="en-US" altLang="zh-CN" sz="1800" i="0" dirty="0">
                <a:latin typeface="Arial" panose="020B0604020202020204" pitchFamily="34" charset="0"/>
                <a:ea typeface="宋体" panose="02010600030101010101" pitchFamily="2" charset="-122"/>
              </a:endParaRPr>
            </a:p>
          </p:txBody>
        </p:sp>
        <p:sp>
          <p:nvSpPr>
            <p:cNvPr id="100394" name="Rectangle 64"/>
            <p:cNvSpPr/>
            <p:nvPr/>
          </p:nvSpPr>
          <p:spPr>
            <a:xfrm>
              <a:off x="1389" y="3311"/>
              <a:ext cx="0" cy="173"/>
            </a:xfrm>
            <a:prstGeom prst="rect">
              <a:avLst/>
            </a:prstGeom>
            <a:noFill/>
            <a:ln w="9525">
              <a:noFill/>
            </a:ln>
          </p:spPr>
          <p:txBody>
            <a:bodyPr wrap="none" lIns="0" tIns="0" rIns="0" bIns="0" anchor="t" anchorCtr="0">
              <a:spAutoFit/>
            </a:bodyPr>
            <a:p>
              <a:endParaRPr lang="zh-CN" altLang="zh-CN" sz="1800" i="0" dirty="0">
                <a:latin typeface="Arial" panose="020B0604020202020204" pitchFamily="34" charset="0"/>
                <a:ea typeface="宋体" panose="02010600030101010101" pitchFamily="2" charset="-122"/>
              </a:endParaRPr>
            </a:p>
          </p:txBody>
        </p:sp>
        <p:sp>
          <p:nvSpPr>
            <p:cNvPr id="100395" name="Rectangle 65"/>
            <p:cNvSpPr/>
            <p:nvPr/>
          </p:nvSpPr>
          <p:spPr>
            <a:xfrm>
              <a:off x="1575" y="3299"/>
              <a:ext cx="1" cy="173"/>
            </a:xfrm>
            <a:prstGeom prst="rect">
              <a:avLst/>
            </a:prstGeom>
            <a:noFill/>
            <a:ln w="9525">
              <a:noFill/>
            </a:ln>
          </p:spPr>
          <p:txBody>
            <a:bodyPr wrap="none" lIns="0" tIns="0" rIns="0" bIns="0" anchor="t" anchorCtr="0">
              <a:spAutoFit/>
            </a:bodyPr>
            <a:p>
              <a:endParaRPr lang="zh-CN" altLang="zh-CN" sz="1800" i="0" dirty="0">
                <a:latin typeface="Arial" panose="020B0604020202020204" pitchFamily="34" charset="0"/>
                <a:ea typeface="宋体" panose="02010600030101010101" pitchFamily="2" charset="-122"/>
              </a:endParaRPr>
            </a:p>
          </p:txBody>
        </p:sp>
        <p:sp>
          <p:nvSpPr>
            <p:cNvPr id="100396" name="Rectangle 66"/>
            <p:cNvSpPr/>
            <p:nvPr/>
          </p:nvSpPr>
          <p:spPr>
            <a:xfrm>
              <a:off x="1839" y="3299"/>
              <a:ext cx="1" cy="173"/>
            </a:xfrm>
            <a:prstGeom prst="rect">
              <a:avLst/>
            </a:prstGeom>
            <a:noFill/>
            <a:ln w="9525">
              <a:noFill/>
            </a:ln>
          </p:spPr>
          <p:txBody>
            <a:bodyPr wrap="none" lIns="0" tIns="0" rIns="0" bIns="0" anchor="t" anchorCtr="0">
              <a:spAutoFit/>
            </a:bodyPr>
            <a:p>
              <a:endParaRPr lang="zh-CN" altLang="zh-CN" sz="1800" i="0" dirty="0">
                <a:latin typeface="Arial" panose="020B0604020202020204" pitchFamily="34" charset="0"/>
                <a:ea typeface="宋体" panose="02010600030101010101" pitchFamily="2" charset="-122"/>
              </a:endParaRPr>
            </a:p>
          </p:txBody>
        </p:sp>
        <p:sp>
          <p:nvSpPr>
            <p:cNvPr id="100397" name="Rectangle 67"/>
            <p:cNvSpPr/>
            <p:nvPr/>
          </p:nvSpPr>
          <p:spPr>
            <a:xfrm>
              <a:off x="2051" y="3311"/>
              <a:ext cx="1" cy="173"/>
            </a:xfrm>
            <a:prstGeom prst="rect">
              <a:avLst/>
            </a:prstGeom>
            <a:noFill/>
            <a:ln w="9525">
              <a:noFill/>
            </a:ln>
          </p:spPr>
          <p:txBody>
            <a:bodyPr wrap="none" lIns="0" tIns="0" rIns="0" bIns="0" anchor="t" anchorCtr="0">
              <a:spAutoFit/>
            </a:bodyPr>
            <a:p>
              <a:endParaRPr lang="zh-CN" altLang="zh-CN" sz="1800" i="0" dirty="0">
                <a:latin typeface="Arial" panose="020B0604020202020204" pitchFamily="34" charset="0"/>
                <a:ea typeface="宋体" panose="02010600030101010101" pitchFamily="2" charset="-122"/>
              </a:endParaRPr>
            </a:p>
          </p:txBody>
        </p:sp>
        <p:sp>
          <p:nvSpPr>
            <p:cNvPr id="100398" name="Rectangle 68"/>
            <p:cNvSpPr/>
            <p:nvPr/>
          </p:nvSpPr>
          <p:spPr>
            <a:xfrm>
              <a:off x="2235" y="3299"/>
              <a:ext cx="1" cy="173"/>
            </a:xfrm>
            <a:prstGeom prst="rect">
              <a:avLst/>
            </a:prstGeom>
            <a:noFill/>
            <a:ln w="9525">
              <a:noFill/>
            </a:ln>
          </p:spPr>
          <p:txBody>
            <a:bodyPr wrap="none" lIns="0" tIns="0" rIns="0" bIns="0" anchor="t" anchorCtr="0">
              <a:spAutoFit/>
            </a:bodyPr>
            <a:p>
              <a:endParaRPr lang="zh-CN" altLang="zh-CN" sz="1800" i="0" dirty="0">
                <a:latin typeface="Arial" panose="020B0604020202020204" pitchFamily="34" charset="0"/>
                <a:ea typeface="宋体" panose="02010600030101010101" pitchFamily="2" charset="-122"/>
              </a:endParaRPr>
            </a:p>
          </p:txBody>
        </p:sp>
        <p:sp>
          <p:nvSpPr>
            <p:cNvPr id="100399" name="Line 73"/>
            <p:cNvSpPr/>
            <p:nvPr/>
          </p:nvSpPr>
          <p:spPr>
            <a:xfrm flipV="1">
              <a:off x="3577" y="1621"/>
              <a:ext cx="0" cy="217"/>
            </a:xfrm>
            <a:prstGeom prst="line">
              <a:avLst/>
            </a:prstGeom>
            <a:ln w="31750" cap="rnd" cmpd="sng">
              <a:solidFill>
                <a:srgbClr val="000000"/>
              </a:solidFill>
              <a:prstDash val="solid"/>
              <a:round/>
              <a:headEnd type="none" w="med" len="med"/>
              <a:tailEnd type="none" w="med" len="med"/>
            </a:ln>
          </p:spPr>
        </p:sp>
        <p:sp>
          <p:nvSpPr>
            <p:cNvPr id="100400" name="Rectangle 74"/>
            <p:cNvSpPr/>
            <p:nvPr/>
          </p:nvSpPr>
          <p:spPr>
            <a:xfrm>
              <a:off x="3491" y="1865"/>
              <a:ext cx="169"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Y’</a:t>
              </a:r>
              <a:endParaRPr lang="en-US" altLang="zh-CN" sz="1800" i="0" dirty="0">
                <a:latin typeface="Arial" panose="020B0604020202020204" pitchFamily="34" charset="0"/>
                <a:ea typeface="宋体" panose="02010600030101010101" pitchFamily="2" charset="-122"/>
              </a:endParaRPr>
            </a:p>
          </p:txBody>
        </p:sp>
        <p:sp>
          <p:nvSpPr>
            <p:cNvPr id="100401" name="Line 75"/>
            <p:cNvSpPr/>
            <p:nvPr/>
          </p:nvSpPr>
          <p:spPr>
            <a:xfrm>
              <a:off x="1827" y="2706"/>
              <a:ext cx="0" cy="217"/>
            </a:xfrm>
            <a:prstGeom prst="line">
              <a:avLst/>
            </a:prstGeom>
            <a:ln w="31750" cap="rnd" cmpd="sng">
              <a:solidFill>
                <a:srgbClr val="000000"/>
              </a:solidFill>
              <a:prstDash val="solid"/>
              <a:round/>
              <a:headEnd type="none" w="med" len="med"/>
              <a:tailEnd type="none" w="med" len="med"/>
            </a:ln>
          </p:spPr>
        </p:sp>
        <p:sp>
          <p:nvSpPr>
            <p:cNvPr id="100402" name="Line 76"/>
            <p:cNvSpPr/>
            <p:nvPr/>
          </p:nvSpPr>
          <p:spPr>
            <a:xfrm>
              <a:off x="3344" y="2715"/>
              <a:ext cx="0" cy="217"/>
            </a:xfrm>
            <a:prstGeom prst="line">
              <a:avLst/>
            </a:prstGeom>
            <a:ln w="31750" cap="rnd" cmpd="sng">
              <a:solidFill>
                <a:srgbClr val="000000"/>
              </a:solidFill>
              <a:prstDash val="solid"/>
              <a:round/>
              <a:headEnd type="none" w="med" len="med"/>
              <a:tailEnd type="none" w="med" len="med"/>
            </a:ln>
          </p:spPr>
        </p:sp>
        <p:sp>
          <p:nvSpPr>
            <p:cNvPr id="100403" name="Line 77"/>
            <p:cNvSpPr/>
            <p:nvPr/>
          </p:nvSpPr>
          <p:spPr>
            <a:xfrm>
              <a:off x="3661" y="2715"/>
              <a:ext cx="0" cy="217"/>
            </a:xfrm>
            <a:prstGeom prst="line">
              <a:avLst/>
            </a:prstGeom>
            <a:ln w="31750" cap="rnd" cmpd="sng">
              <a:solidFill>
                <a:srgbClr val="000000"/>
              </a:solidFill>
              <a:prstDash val="solid"/>
              <a:round/>
              <a:headEnd type="none" w="med" len="med"/>
              <a:tailEnd type="none" w="med" len="med"/>
            </a:ln>
          </p:spPr>
        </p:sp>
        <p:sp>
          <p:nvSpPr>
            <p:cNvPr id="100404" name="Line 78"/>
            <p:cNvSpPr/>
            <p:nvPr/>
          </p:nvSpPr>
          <p:spPr>
            <a:xfrm>
              <a:off x="3978" y="2715"/>
              <a:ext cx="0" cy="217"/>
            </a:xfrm>
            <a:prstGeom prst="line">
              <a:avLst/>
            </a:prstGeom>
            <a:ln w="31750" cap="rnd" cmpd="sng">
              <a:solidFill>
                <a:srgbClr val="000000"/>
              </a:solidFill>
              <a:prstDash val="solid"/>
              <a:round/>
              <a:headEnd type="none" w="med" len="med"/>
              <a:tailEnd type="none" w="med" len="med"/>
            </a:ln>
          </p:spPr>
        </p:sp>
        <p:sp>
          <p:nvSpPr>
            <p:cNvPr id="100405" name="Line 79"/>
            <p:cNvSpPr/>
            <p:nvPr/>
          </p:nvSpPr>
          <p:spPr>
            <a:xfrm>
              <a:off x="3061" y="2716"/>
              <a:ext cx="0" cy="217"/>
            </a:xfrm>
            <a:prstGeom prst="line">
              <a:avLst/>
            </a:prstGeom>
            <a:ln w="31750" cap="rnd" cmpd="sng">
              <a:solidFill>
                <a:srgbClr val="000000"/>
              </a:solidFill>
              <a:prstDash val="solid"/>
              <a:round/>
              <a:headEnd type="none" w="med" len="med"/>
              <a:tailEnd type="none" w="med" len="med"/>
            </a:ln>
          </p:spPr>
        </p:sp>
        <p:sp>
          <p:nvSpPr>
            <p:cNvPr id="100406" name="Oval 80"/>
            <p:cNvSpPr/>
            <p:nvPr/>
          </p:nvSpPr>
          <p:spPr>
            <a:xfrm>
              <a:off x="3547" y="1782"/>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0407" name="Oval 81"/>
            <p:cNvSpPr/>
            <p:nvPr/>
          </p:nvSpPr>
          <p:spPr>
            <a:xfrm>
              <a:off x="4394" y="2386"/>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Text Box 2"/>
          <p:cNvSpPr txBox="1">
            <a:spLocks noChangeArrowheads="1"/>
          </p:cNvSpPr>
          <p:nvPr/>
        </p:nvSpPr>
        <p:spPr bwMode="auto">
          <a:xfrm>
            <a:off x="1524000" y="6338888"/>
            <a:ext cx="5943600" cy="519113"/>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zh-CN" altLang="en-US" sz="28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双十六选一多路选择器</a:t>
            </a:r>
            <a:endParaRPr kumimoji="1" lang="zh-CN" altLang="en-US" sz="28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2" name="Group 3"/>
          <p:cNvGrpSpPr/>
          <p:nvPr/>
        </p:nvGrpSpPr>
        <p:grpSpPr>
          <a:xfrm>
            <a:off x="-95250" y="609600"/>
            <a:ext cx="9525000" cy="5654675"/>
            <a:chOff x="-48" y="48"/>
            <a:chExt cx="6000" cy="3562"/>
          </a:xfrm>
        </p:grpSpPr>
        <p:sp>
          <p:nvSpPr>
            <p:cNvPr id="101379" name="Line 4"/>
            <p:cNvSpPr/>
            <p:nvPr/>
          </p:nvSpPr>
          <p:spPr>
            <a:xfrm>
              <a:off x="611" y="1732"/>
              <a:ext cx="0" cy="476"/>
            </a:xfrm>
            <a:prstGeom prst="line">
              <a:avLst/>
            </a:prstGeom>
            <a:ln w="9525" cap="flat" cmpd="sng">
              <a:solidFill>
                <a:schemeClr val="tx1"/>
              </a:solidFill>
              <a:prstDash val="solid"/>
              <a:round/>
              <a:headEnd type="none" w="med" len="med"/>
              <a:tailEnd type="none" w="med" len="med"/>
            </a:ln>
          </p:spPr>
        </p:sp>
        <p:sp>
          <p:nvSpPr>
            <p:cNvPr id="101380" name="Rectangle 5"/>
            <p:cNvSpPr/>
            <p:nvPr/>
          </p:nvSpPr>
          <p:spPr>
            <a:xfrm>
              <a:off x="309" y="1078"/>
              <a:ext cx="1147" cy="65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381" name="Line 6"/>
            <p:cNvSpPr/>
            <p:nvPr/>
          </p:nvSpPr>
          <p:spPr>
            <a:xfrm>
              <a:off x="192" y="1528"/>
              <a:ext cx="113" cy="0"/>
            </a:xfrm>
            <a:prstGeom prst="line">
              <a:avLst/>
            </a:prstGeom>
            <a:ln w="9525" cap="flat" cmpd="sng">
              <a:solidFill>
                <a:schemeClr val="tx1"/>
              </a:solidFill>
              <a:prstDash val="solid"/>
              <a:round/>
              <a:headEnd type="none" w="med" len="med"/>
              <a:tailEnd type="none" w="med" len="med"/>
            </a:ln>
          </p:spPr>
        </p:sp>
        <p:sp>
          <p:nvSpPr>
            <p:cNvPr id="101382" name="Line 7"/>
            <p:cNvSpPr/>
            <p:nvPr/>
          </p:nvSpPr>
          <p:spPr>
            <a:xfrm>
              <a:off x="410" y="912"/>
              <a:ext cx="0" cy="159"/>
            </a:xfrm>
            <a:prstGeom prst="line">
              <a:avLst/>
            </a:prstGeom>
            <a:ln w="9525" cap="flat" cmpd="sng">
              <a:solidFill>
                <a:schemeClr val="tx1"/>
              </a:solidFill>
              <a:prstDash val="solid"/>
              <a:round/>
              <a:headEnd type="none" w="med" len="med"/>
              <a:tailEnd type="none" w="med" len="med"/>
            </a:ln>
          </p:spPr>
        </p:sp>
        <p:sp>
          <p:nvSpPr>
            <p:cNvPr id="101383" name="Line 8"/>
            <p:cNvSpPr/>
            <p:nvPr/>
          </p:nvSpPr>
          <p:spPr>
            <a:xfrm>
              <a:off x="490" y="768"/>
              <a:ext cx="0" cy="310"/>
            </a:xfrm>
            <a:prstGeom prst="line">
              <a:avLst/>
            </a:prstGeom>
            <a:ln w="9525" cap="flat" cmpd="sng">
              <a:solidFill>
                <a:schemeClr val="tx1"/>
              </a:solidFill>
              <a:prstDash val="solid"/>
              <a:round/>
              <a:headEnd type="none" w="med" len="med"/>
              <a:tailEnd type="none" w="med" len="med"/>
            </a:ln>
          </p:spPr>
        </p:sp>
        <p:sp>
          <p:nvSpPr>
            <p:cNvPr id="101384" name="Line 9"/>
            <p:cNvSpPr/>
            <p:nvPr/>
          </p:nvSpPr>
          <p:spPr>
            <a:xfrm>
              <a:off x="571" y="768"/>
              <a:ext cx="0" cy="310"/>
            </a:xfrm>
            <a:prstGeom prst="line">
              <a:avLst/>
            </a:prstGeom>
            <a:ln w="9525" cap="flat" cmpd="sng">
              <a:solidFill>
                <a:schemeClr val="tx1"/>
              </a:solidFill>
              <a:prstDash val="solid"/>
              <a:round/>
              <a:headEnd type="none" w="med" len="med"/>
              <a:tailEnd type="none" w="med" len="med"/>
            </a:ln>
          </p:spPr>
        </p:sp>
        <p:sp>
          <p:nvSpPr>
            <p:cNvPr id="101385" name="Line 10"/>
            <p:cNvSpPr/>
            <p:nvPr/>
          </p:nvSpPr>
          <p:spPr>
            <a:xfrm>
              <a:off x="651" y="768"/>
              <a:ext cx="0" cy="310"/>
            </a:xfrm>
            <a:prstGeom prst="line">
              <a:avLst/>
            </a:prstGeom>
            <a:ln w="9525" cap="flat" cmpd="sng">
              <a:solidFill>
                <a:schemeClr val="tx1"/>
              </a:solidFill>
              <a:prstDash val="solid"/>
              <a:round/>
              <a:headEnd type="none" w="med" len="med"/>
              <a:tailEnd type="none" w="med" len="med"/>
            </a:ln>
          </p:spPr>
        </p:sp>
        <p:sp>
          <p:nvSpPr>
            <p:cNvPr id="101386" name="Text Box 11"/>
            <p:cNvSpPr txBox="1"/>
            <p:nvPr/>
          </p:nvSpPr>
          <p:spPr>
            <a:xfrm>
              <a:off x="530" y="1482"/>
              <a:ext cx="253"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1Q</a:t>
              </a:r>
              <a:endParaRPr lang="en-US" altLang="zh-CN" sz="1200" i="0" dirty="0">
                <a:latin typeface="Times New Roman" panose="02020603050405020304" pitchFamily="18" charset="0"/>
                <a:ea typeface="宋体" panose="02010600030101010101" pitchFamily="2" charset="-122"/>
              </a:endParaRPr>
            </a:p>
          </p:txBody>
        </p:sp>
        <p:sp>
          <p:nvSpPr>
            <p:cNvPr id="101387" name="Text Box 12"/>
            <p:cNvSpPr txBox="1"/>
            <p:nvPr/>
          </p:nvSpPr>
          <p:spPr>
            <a:xfrm>
              <a:off x="281" y="1389"/>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a:t>
              </a:r>
              <a:endParaRPr lang="en-US" altLang="zh-CN" sz="1200" i="0" dirty="0">
                <a:latin typeface="Times New Roman" panose="02020603050405020304" pitchFamily="18" charset="0"/>
                <a:ea typeface="宋体" panose="02010600030101010101" pitchFamily="2" charset="-122"/>
              </a:endParaRPr>
            </a:p>
          </p:txBody>
        </p:sp>
        <p:sp>
          <p:nvSpPr>
            <p:cNvPr id="101388" name="Text Box 13"/>
            <p:cNvSpPr txBox="1"/>
            <p:nvPr/>
          </p:nvSpPr>
          <p:spPr>
            <a:xfrm>
              <a:off x="289" y="1204"/>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389" name="Text Box 14"/>
            <p:cNvSpPr txBox="1"/>
            <p:nvPr/>
          </p:nvSpPr>
          <p:spPr>
            <a:xfrm>
              <a:off x="384"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390" name="Text Box 15"/>
            <p:cNvSpPr txBox="1"/>
            <p:nvPr/>
          </p:nvSpPr>
          <p:spPr>
            <a:xfrm>
              <a:off x="624"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391" name="Line 16"/>
            <p:cNvSpPr/>
            <p:nvPr/>
          </p:nvSpPr>
          <p:spPr>
            <a:xfrm>
              <a:off x="96" y="1304"/>
              <a:ext cx="215" cy="0"/>
            </a:xfrm>
            <a:prstGeom prst="line">
              <a:avLst/>
            </a:prstGeom>
            <a:ln w="9525" cap="flat" cmpd="sng">
              <a:solidFill>
                <a:schemeClr val="tx1"/>
              </a:solidFill>
              <a:prstDash val="solid"/>
              <a:round/>
              <a:headEnd type="none" w="med" len="med"/>
              <a:tailEnd type="none" w="med" len="med"/>
            </a:ln>
          </p:spPr>
        </p:sp>
        <p:sp>
          <p:nvSpPr>
            <p:cNvPr id="101392" name="Line 17"/>
            <p:cNvSpPr/>
            <p:nvPr/>
          </p:nvSpPr>
          <p:spPr>
            <a:xfrm>
              <a:off x="732" y="768"/>
              <a:ext cx="0" cy="310"/>
            </a:xfrm>
            <a:prstGeom prst="line">
              <a:avLst/>
            </a:prstGeom>
            <a:ln w="9525" cap="flat" cmpd="sng">
              <a:solidFill>
                <a:schemeClr val="tx1"/>
              </a:solidFill>
              <a:prstDash val="solid"/>
              <a:round/>
              <a:headEnd type="none" w="med" len="med"/>
              <a:tailEnd type="none" w="med" len="med"/>
            </a:ln>
          </p:spPr>
        </p:sp>
        <p:sp>
          <p:nvSpPr>
            <p:cNvPr id="101393" name="Line 18"/>
            <p:cNvSpPr/>
            <p:nvPr/>
          </p:nvSpPr>
          <p:spPr>
            <a:xfrm>
              <a:off x="973" y="912"/>
              <a:ext cx="0" cy="159"/>
            </a:xfrm>
            <a:prstGeom prst="line">
              <a:avLst/>
            </a:prstGeom>
            <a:ln w="9525" cap="flat" cmpd="sng">
              <a:solidFill>
                <a:schemeClr val="tx1"/>
              </a:solidFill>
              <a:prstDash val="solid"/>
              <a:round/>
              <a:headEnd type="none" w="med" len="med"/>
              <a:tailEnd type="none" w="med" len="med"/>
            </a:ln>
          </p:spPr>
        </p:sp>
        <p:sp>
          <p:nvSpPr>
            <p:cNvPr id="101394" name="Line 19"/>
            <p:cNvSpPr/>
            <p:nvPr/>
          </p:nvSpPr>
          <p:spPr>
            <a:xfrm>
              <a:off x="1053" y="768"/>
              <a:ext cx="0" cy="310"/>
            </a:xfrm>
            <a:prstGeom prst="line">
              <a:avLst/>
            </a:prstGeom>
            <a:ln w="9525" cap="flat" cmpd="sng">
              <a:solidFill>
                <a:schemeClr val="tx1"/>
              </a:solidFill>
              <a:prstDash val="solid"/>
              <a:round/>
              <a:headEnd type="none" w="med" len="med"/>
              <a:tailEnd type="none" w="med" len="med"/>
            </a:ln>
          </p:spPr>
        </p:sp>
        <p:sp>
          <p:nvSpPr>
            <p:cNvPr id="101395" name="Line 20"/>
            <p:cNvSpPr/>
            <p:nvPr/>
          </p:nvSpPr>
          <p:spPr>
            <a:xfrm>
              <a:off x="1134" y="768"/>
              <a:ext cx="0" cy="310"/>
            </a:xfrm>
            <a:prstGeom prst="line">
              <a:avLst/>
            </a:prstGeom>
            <a:ln w="9525" cap="flat" cmpd="sng">
              <a:solidFill>
                <a:schemeClr val="tx1"/>
              </a:solidFill>
              <a:prstDash val="solid"/>
              <a:round/>
              <a:headEnd type="none" w="med" len="med"/>
              <a:tailEnd type="none" w="med" len="med"/>
            </a:ln>
          </p:spPr>
        </p:sp>
        <p:sp>
          <p:nvSpPr>
            <p:cNvPr id="101396" name="Text Box 21"/>
            <p:cNvSpPr txBox="1"/>
            <p:nvPr/>
          </p:nvSpPr>
          <p:spPr>
            <a:xfrm>
              <a:off x="1004" y="1482"/>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2Q</a:t>
              </a:r>
              <a:endParaRPr lang="en-US" altLang="zh-CN" sz="1200" i="0" dirty="0">
                <a:latin typeface="Times New Roman" panose="02020603050405020304" pitchFamily="18" charset="0"/>
                <a:ea typeface="宋体" panose="02010600030101010101" pitchFamily="2" charset="-122"/>
              </a:endParaRPr>
            </a:p>
          </p:txBody>
        </p:sp>
        <p:sp>
          <p:nvSpPr>
            <p:cNvPr id="101397" name="Text Box 22"/>
            <p:cNvSpPr txBox="1"/>
            <p:nvPr/>
          </p:nvSpPr>
          <p:spPr>
            <a:xfrm>
              <a:off x="288" y="1081"/>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1S</a:t>
              </a:r>
              <a:endParaRPr lang="en-US" altLang="zh-CN" sz="1200" i="0" dirty="0">
                <a:latin typeface="Times New Roman" panose="02020603050405020304" pitchFamily="18" charset="0"/>
                <a:ea typeface="宋体" panose="02010600030101010101" pitchFamily="2" charset="-122"/>
              </a:endParaRPr>
            </a:p>
          </p:txBody>
        </p:sp>
        <p:sp>
          <p:nvSpPr>
            <p:cNvPr id="101398" name="Line 23"/>
            <p:cNvSpPr/>
            <p:nvPr/>
          </p:nvSpPr>
          <p:spPr>
            <a:xfrm>
              <a:off x="1214" y="768"/>
              <a:ext cx="0" cy="310"/>
            </a:xfrm>
            <a:prstGeom prst="line">
              <a:avLst/>
            </a:prstGeom>
            <a:ln w="9525" cap="flat" cmpd="sng">
              <a:solidFill>
                <a:schemeClr val="tx1"/>
              </a:solidFill>
              <a:prstDash val="solid"/>
              <a:round/>
              <a:headEnd type="none" w="med" len="med"/>
              <a:tailEnd type="none" w="med" len="med"/>
            </a:ln>
          </p:spPr>
        </p:sp>
        <p:sp>
          <p:nvSpPr>
            <p:cNvPr id="101399" name="Line 24"/>
            <p:cNvSpPr/>
            <p:nvPr/>
          </p:nvSpPr>
          <p:spPr>
            <a:xfrm>
              <a:off x="1295" y="768"/>
              <a:ext cx="0" cy="310"/>
            </a:xfrm>
            <a:prstGeom prst="line">
              <a:avLst/>
            </a:prstGeom>
            <a:ln w="9525" cap="flat" cmpd="sng">
              <a:solidFill>
                <a:schemeClr val="tx1"/>
              </a:solidFill>
              <a:prstDash val="solid"/>
              <a:round/>
              <a:headEnd type="none" w="med" len="med"/>
              <a:tailEnd type="none" w="med" len="med"/>
            </a:ln>
          </p:spPr>
        </p:sp>
        <p:sp>
          <p:nvSpPr>
            <p:cNvPr id="101400" name="Line 25"/>
            <p:cNvSpPr/>
            <p:nvPr/>
          </p:nvSpPr>
          <p:spPr>
            <a:xfrm>
              <a:off x="1104" y="1741"/>
              <a:ext cx="0" cy="419"/>
            </a:xfrm>
            <a:prstGeom prst="line">
              <a:avLst/>
            </a:prstGeom>
            <a:ln w="9525" cap="flat" cmpd="sng">
              <a:solidFill>
                <a:schemeClr val="tx1"/>
              </a:solidFill>
              <a:prstDash val="solid"/>
              <a:round/>
              <a:headEnd type="none" w="med" len="med"/>
              <a:tailEnd type="none" w="med" len="med"/>
            </a:ln>
          </p:spPr>
        </p:sp>
        <p:sp>
          <p:nvSpPr>
            <p:cNvPr id="101401" name="Text Box 26"/>
            <p:cNvSpPr txBox="1"/>
            <p:nvPr/>
          </p:nvSpPr>
          <p:spPr>
            <a:xfrm>
              <a:off x="528"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1200" i="0" dirty="0">
                <a:latin typeface="Times New Roman" panose="02020603050405020304" pitchFamily="18" charset="0"/>
                <a:ea typeface="宋体" panose="02010600030101010101" pitchFamily="2" charset="-122"/>
              </a:endParaRPr>
            </a:p>
          </p:txBody>
        </p:sp>
        <p:sp>
          <p:nvSpPr>
            <p:cNvPr id="101402" name="Text Box 27"/>
            <p:cNvSpPr txBox="1"/>
            <p:nvPr/>
          </p:nvSpPr>
          <p:spPr>
            <a:xfrm>
              <a:off x="960"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03" name="Text Box 28"/>
            <p:cNvSpPr txBox="1"/>
            <p:nvPr/>
          </p:nvSpPr>
          <p:spPr>
            <a:xfrm>
              <a:off x="1200"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04" name="Text Box 29"/>
            <p:cNvSpPr txBox="1"/>
            <p:nvPr/>
          </p:nvSpPr>
          <p:spPr>
            <a:xfrm>
              <a:off x="852" y="1065"/>
              <a:ext cx="252"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2S</a:t>
              </a:r>
              <a:endParaRPr lang="en-US" altLang="zh-CN" sz="1200" i="0" dirty="0">
                <a:latin typeface="Times New Roman" panose="02020603050405020304" pitchFamily="18" charset="0"/>
                <a:ea typeface="宋体" panose="02010600030101010101" pitchFamily="2" charset="-122"/>
              </a:endParaRPr>
            </a:p>
          </p:txBody>
        </p:sp>
        <p:sp>
          <p:nvSpPr>
            <p:cNvPr id="101405" name="Text Box 30"/>
            <p:cNvSpPr txBox="1"/>
            <p:nvPr/>
          </p:nvSpPr>
          <p:spPr>
            <a:xfrm>
              <a:off x="1094"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01406" name="Line 31"/>
            <p:cNvSpPr/>
            <p:nvPr/>
          </p:nvSpPr>
          <p:spPr>
            <a:xfrm>
              <a:off x="893" y="1075"/>
              <a:ext cx="0" cy="653"/>
            </a:xfrm>
            <a:prstGeom prst="line">
              <a:avLst/>
            </a:prstGeom>
            <a:ln w="9525" cap="flat" cmpd="sng">
              <a:solidFill>
                <a:schemeClr val="tx1"/>
              </a:solidFill>
              <a:prstDash val="dash"/>
              <a:round/>
              <a:headEnd type="none" w="med" len="med"/>
              <a:tailEnd type="none" w="med" len="med"/>
            </a:ln>
          </p:spPr>
        </p:sp>
        <p:sp>
          <p:nvSpPr>
            <p:cNvPr id="101407" name="Line 32"/>
            <p:cNvSpPr/>
            <p:nvPr/>
          </p:nvSpPr>
          <p:spPr>
            <a:xfrm>
              <a:off x="2003" y="1728"/>
              <a:ext cx="0" cy="385"/>
            </a:xfrm>
            <a:prstGeom prst="line">
              <a:avLst/>
            </a:prstGeom>
            <a:ln w="9525" cap="flat" cmpd="sng">
              <a:solidFill>
                <a:schemeClr val="tx1"/>
              </a:solidFill>
              <a:prstDash val="solid"/>
              <a:round/>
              <a:headEnd type="none" w="med" len="med"/>
              <a:tailEnd type="none" w="med" len="med"/>
            </a:ln>
          </p:spPr>
        </p:sp>
        <p:sp>
          <p:nvSpPr>
            <p:cNvPr id="101408" name="Rectangle 33"/>
            <p:cNvSpPr/>
            <p:nvPr/>
          </p:nvSpPr>
          <p:spPr>
            <a:xfrm>
              <a:off x="1701" y="1078"/>
              <a:ext cx="1147" cy="65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409" name="Line 34"/>
            <p:cNvSpPr/>
            <p:nvPr/>
          </p:nvSpPr>
          <p:spPr>
            <a:xfrm>
              <a:off x="1584" y="1528"/>
              <a:ext cx="113" cy="0"/>
            </a:xfrm>
            <a:prstGeom prst="line">
              <a:avLst/>
            </a:prstGeom>
            <a:ln w="9525" cap="flat" cmpd="sng">
              <a:solidFill>
                <a:schemeClr val="tx1"/>
              </a:solidFill>
              <a:prstDash val="solid"/>
              <a:round/>
              <a:headEnd type="none" w="med" len="med"/>
              <a:tailEnd type="none" w="med" len="med"/>
            </a:ln>
          </p:spPr>
        </p:sp>
        <p:sp>
          <p:nvSpPr>
            <p:cNvPr id="101410" name="Line 35"/>
            <p:cNvSpPr/>
            <p:nvPr/>
          </p:nvSpPr>
          <p:spPr>
            <a:xfrm>
              <a:off x="1802" y="912"/>
              <a:ext cx="0" cy="159"/>
            </a:xfrm>
            <a:prstGeom prst="line">
              <a:avLst/>
            </a:prstGeom>
            <a:ln w="9525" cap="flat" cmpd="sng">
              <a:solidFill>
                <a:schemeClr val="tx1"/>
              </a:solidFill>
              <a:prstDash val="solid"/>
              <a:round/>
              <a:headEnd type="none" w="med" len="med"/>
              <a:tailEnd type="none" w="med" len="med"/>
            </a:ln>
          </p:spPr>
        </p:sp>
        <p:sp>
          <p:nvSpPr>
            <p:cNvPr id="101411" name="Line 36"/>
            <p:cNvSpPr/>
            <p:nvPr/>
          </p:nvSpPr>
          <p:spPr>
            <a:xfrm>
              <a:off x="1882" y="768"/>
              <a:ext cx="0" cy="310"/>
            </a:xfrm>
            <a:prstGeom prst="line">
              <a:avLst/>
            </a:prstGeom>
            <a:ln w="9525" cap="flat" cmpd="sng">
              <a:solidFill>
                <a:schemeClr val="tx1"/>
              </a:solidFill>
              <a:prstDash val="solid"/>
              <a:round/>
              <a:headEnd type="none" w="med" len="med"/>
              <a:tailEnd type="none" w="med" len="med"/>
            </a:ln>
          </p:spPr>
        </p:sp>
        <p:sp>
          <p:nvSpPr>
            <p:cNvPr id="101412" name="Line 37"/>
            <p:cNvSpPr/>
            <p:nvPr/>
          </p:nvSpPr>
          <p:spPr>
            <a:xfrm>
              <a:off x="1963" y="768"/>
              <a:ext cx="0" cy="310"/>
            </a:xfrm>
            <a:prstGeom prst="line">
              <a:avLst/>
            </a:prstGeom>
            <a:ln w="9525" cap="flat" cmpd="sng">
              <a:solidFill>
                <a:schemeClr val="tx1"/>
              </a:solidFill>
              <a:prstDash val="solid"/>
              <a:round/>
              <a:headEnd type="none" w="med" len="med"/>
              <a:tailEnd type="none" w="med" len="med"/>
            </a:ln>
          </p:spPr>
        </p:sp>
        <p:sp>
          <p:nvSpPr>
            <p:cNvPr id="101413" name="Line 38"/>
            <p:cNvSpPr/>
            <p:nvPr/>
          </p:nvSpPr>
          <p:spPr>
            <a:xfrm>
              <a:off x="2043" y="768"/>
              <a:ext cx="0" cy="310"/>
            </a:xfrm>
            <a:prstGeom prst="line">
              <a:avLst/>
            </a:prstGeom>
            <a:ln w="9525" cap="flat" cmpd="sng">
              <a:solidFill>
                <a:schemeClr val="tx1"/>
              </a:solidFill>
              <a:prstDash val="solid"/>
              <a:round/>
              <a:headEnd type="none" w="med" len="med"/>
              <a:tailEnd type="none" w="med" len="med"/>
            </a:ln>
          </p:spPr>
        </p:sp>
        <p:sp>
          <p:nvSpPr>
            <p:cNvPr id="101414" name="Text Box 39"/>
            <p:cNvSpPr txBox="1"/>
            <p:nvPr/>
          </p:nvSpPr>
          <p:spPr>
            <a:xfrm>
              <a:off x="1922" y="1482"/>
              <a:ext cx="253"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1Q</a:t>
              </a:r>
              <a:endParaRPr lang="en-US" altLang="zh-CN" sz="1200" i="0" dirty="0">
                <a:latin typeface="Times New Roman" panose="02020603050405020304" pitchFamily="18" charset="0"/>
                <a:ea typeface="宋体" panose="02010600030101010101" pitchFamily="2" charset="-122"/>
              </a:endParaRPr>
            </a:p>
          </p:txBody>
        </p:sp>
        <p:sp>
          <p:nvSpPr>
            <p:cNvPr id="101415" name="Text Box 40"/>
            <p:cNvSpPr txBox="1"/>
            <p:nvPr/>
          </p:nvSpPr>
          <p:spPr>
            <a:xfrm>
              <a:off x="1673" y="1389"/>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a:t>
              </a:r>
              <a:endParaRPr lang="en-US" altLang="zh-CN" sz="1200" i="0" dirty="0">
                <a:latin typeface="Times New Roman" panose="02020603050405020304" pitchFamily="18" charset="0"/>
                <a:ea typeface="宋体" panose="02010600030101010101" pitchFamily="2" charset="-122"/>
              </a:endParaRPr>
            </a:p>
          </p:txBody>
        </p:sp>
        <p:sp>
          <p:nvSpPr>
            <p:cNvPr id="101416" name="Text Box 41"/>
            <p:cNvSpPr txBox="1"/>
            <p:nvPr/>
          </p:nvSpPr>
          <p:spPr>
            <a:xfrm>
              <a:off x="1681" y="1204"/>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17" name="Text Box 42"/>
            <p:cNvSpPr txBox="1"/>
            <p:nvPr/>
          </p:nvSpPr>
          <p:spPr>
            <a:xfrm>
              <a:off x="1776"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18" name="Text Box 43"/>
            <p:cNvSpPr txBox="1"/>
            <p:nvPr/>
          </p:nvSpPr>
          <p:spPr>
            <a:xfrm>
              <a:off x="2016"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19" name="Line 44"/>
            <p:cNvSpPr/>
            <p:nvPr/>
          </p:nvSpPr>
          <p:spPr>
            <a:xfrm>
              <a:off x="1488" y="1304"/>
              <a:ext cx="215" cy="0"/>
            </a:xfrm>
            <a:prstGeom prst="line">
              <a:avLst/>
            </a:prstGeom>
            <a:ln w="9525" cap="flat" cmpd="sng">
              <a:solidFill>
                <a:schemeClr val="tx1"/>
              </a:solidFill>
              <a:prstDash val="solid"/>
              <a:round/>
              <a:headEnd type="none" w="med" len="med"/>
              <a:tailEnd type="none" w="med" len="med"/>
            </a:ln>
          </p:spPr>
        </p:sp>
        <p:sp>
          <p:nvSpPr>
            <p:cNvPr id="101420" name="Line 45"/>
            <p:cNvSpPr/>
            <p:nvPr/>
          </p:nvSpPr>
          <p:spPr>
            <a:xfrm>
              <a:off x="2124" y="768"/>
              <a:ext cx="0" cy="310"/>
            </a:xfrm>
            <a:prstGeom prst="line">
              <a:avLst/>
            </a:prstGeom>
            <a:ln w="9525" cap="flat" cmpd="sng">
              <a:solidFill>
                <a:schemeClr val="tx1"/>
              </a:solidFill>
              <a:prstDash val="solid"/>
              <a:round/>
              <a:headEnd type="none" w="med" len="med"/>
              <a:tailEnd type="none" w="med" len="med"/>
            </a:ln>
          </p:spPr>
        </p:sp>
        <p:sp>
          <p:nvSpPr>
            <p:cNvPr id="101421" name="Line 46"/>
            <p:cNvSpPr/>
            <p:nvPr/>
          </p:nvSpPr>
          <p:spPr>
            <a:xfrm>
              <a:off x="2365" y="912"/>
              <a:ext cx="0" cy="159"/>
            </a:xfrm>
            <a:prstGeom prst="line">
              <a:avLst/>
            </a:prstGeom>
            <a:ln w="9525" cap="flat" cmpd="sng">
              <a:solidFill>
                <a:schemeClr val="tx1"/>
              </a:solidFill>
              <a:prstDash val="solid"/>
              <a:round/>
              <a:headEnd type="none" w="med" len="med"/>
              <a:tailEnd type="none" w="med" len="med"/>
            </a:ln>
          </p:spPr>
        </p:sp>
        <p:sp>
          <p:nvSpPr>
            <p:cNvPr id="101422" name="Line 47"/>
            <p:cNvSpPr/>
            <p:nvPr/>
          </p:nvSpPr>
          <p:spPr>
            <a:xfrm>
              <a:off x="2445" y="768"/>
              <a:ext cx="0" cy="310"/>
            </a:xfrm>
            <a:prstGeom prst="line">
              <a:avLst/>
            </a:prstGeom>
            <a:ln w="9525" cap="flat" cmpd="sng">
              <a:solidFill>
                <a:schemeClr val="tx1"/>
              </a:solidFill>
              <a:prstDash val="solid"/>
              <a:round/>
              <a:headEnd type="none" w="med" len="med"/>
              <a:tailEnd type="none" w="med" len="med"/>
            </a:ln>
          </p:spPr>
        </p:sp>
        <p:sp>
          <p:nvSpPr>
            <p:cNvPr id="101423" name="Line 48"/>
            <p:cNvSpPr/>
            <p:nvPr/>
          </p:nvSpPr>
          <p:spPr>
            <a:xfrm>
              <a:off x="2526" y="768"/>
              <a:ext cx="0" cy="310"/>
            </a:xfrm>
            <a:prstGeom prst="line">
              <a:avLst/>
            </a:prstGeom>
            <a:ln w="9525" cap="flat" cmpd="sng">
              <a:solidFill>
                <a:schemeClr val="tx1"/>
              </a:solidFill>
              <a:prstDash val="solid"/>
              <a:round/>
              <a:headEnd type="none" w="med" len="med"/>
              <a:tailEnd type="none" w="med" len="med"/>
            </a:ln>
          </p:spPr>
        </p:sp>
        <p:sp>
          <p:nvSpPr>
            <p:cNvPr id="101424" name="Text Box 49"/>
            <p:cNvSpPr txBox="1"/>
            <p:nvPr/>
          </p:nvSpPr>
          <p:spPr>
            <a:xfrm>
              <a:off x="2396" y="1482"/>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2Q</a:t>
              </a:r>
              <a:endParaRPr lang="en-US" altLang="zh-CN" sz="1200" i="0" dirty="0">
                <a:latin typeface="Times New Roman" panose="02020603050405020304" pitchFamily="18" charset="0"/>
                <a:ea typeface="宋体" panose="02010600030101010101" pitchFamily="2" charset="-122"/>
              </a:endParaRPr>
            </a:p>
          </p:txBody>
        </p:sp>
        <p:sp>
          <p:nvSpPr>
            <p:cNvPr id="101425" name="Text Box 50"/>
            <p:cNvSpPr txBox="1"/>
            <p:nvPr/>
          </p:nvSpPr>
          <p:spPr>
            <a:xfrm>
              <a:off x="1680" y="1081"/>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1S</a:t>
              </a:r>
              <a:endParaRPr lang="en-US" altLang="zh-CN" sz="1200" i="0" dirty="0">
                <a:latin typeface="Times New Roman" panose="02020603050405020304" pitchFamily="18" charset="0"/>
                <a:ea typeface="宋体" panose="02010600030101010101" pitchFamily="2" charset="-122"/>
              </a:endParaRPr>
            </a:p>
          </p:txBody>
        </p:sp>
        <p:sp>
          <p:nvSpPr>
            <p:cNvPr id="101426" name="Line 51"/>
            <p:cNvSpPr/>
            <p:nvPr/>
          </p:nvSpPr>
          <p:spPr>
            <a:xfrm>
              <a:off x="2606" y="768"/>
              <a:ext cx="0" cy="310"/>
            </a:xfrm>
            <a:prstGeom prst="line">
              <a:avLst/>
            </a:prstGeom>
            <a:ln w="9525" cap="flat" cmpd="sng">
              <a:solidFill>
                <a:schemeClr val="tx1"/>
              </a:solidFill>
              <a:prstDash val="solid"/>
              <a:round/>
              <a:headEnd type="none" w="med" len="med"/>
              <a:tailEnd type="none" w="med" len="med"/>
            </a:ln>
          </p:spPr>
        </p:sp>
        <p:sp>
          <p:nvSpPr>
            <p:cNvPr id="101427" name="Line 52"/>
            <p:cNvSpPr/>
            <p:nvPr/>
          </p:nvSpPr>
          <p:spPr>
            <a:xfrm>
              <a:off x="2687" y="768"/>
              <a:ext cx="0" cy="310"/>
            </a:xfrm>
            <a:prstGeom prst="line">
              <a:avLst/>
            </a:prstGeom>
            <a:ln w="9525" cap="flat" cmpd="sng">
              <a:solidFill>
                <a:schemeClr val="tx1"/>
              </a:solidFill>
              <a:prstDash val="solid"/>
              <a:round/>
              <a:headEnd type="none" w="med" len="med"/>
              <a:tailEnd type="none" w="med" len="med"/>
            </a:ln>
          </p:spPr>
        </p:sp>
        <p:sp>
          <p:nvSpPr>
            <p:cNvPr id="101428" name="Line 53"/>
            <p:cNvSpPr/>
            <p:nvPr/>
          </p:nvSpPr>
          <p:spPr>
            <a:xfrm>
              <a:off x="2486" y="1728"/>
              <a:ext cx="0" cy="333"/>
            </a:xfrm>
            <a:prstGeom prst="line">
              <a:avLst/>
            </a:prstGeom>
            <a:ln w="9525" cap="flat" cmpd="sng">
              <a:solidFill>
                <a:schemeClr val="tx1"/>
              </a:solidFill>
              <a:prstDash val="solid"/>
              <a:round/>
              <a:headEnd type="none" w="med" len="med"/>
              <a:tailEnd type="none" w="med" len="med"/>
            </a:ln>
          </p:spPr>
        </p:sp>
        <p:sp>
          <p:nvSpPr>
            <p:cNvPr id="101429" name="Text Box 54"/>
            <p:cNvSpPr txBox="1"/>
            <p:nvPr/>
          </p:nvSpPr>
          <p:spPr>
            <a:xfrm>
              <a:off x="1920"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1200" i="0" dirty="0">
                <a:latin typeface="Times New Roman" panose="02020603050405020304" pitchFamily="18" charset="0"/>
                <a:ea typeface="宋体" panose="02010600030101010101" pitchFamily="2" charset="-122"/>
              </a:endParaRPr>
            </a:p>
          </p:txBody>
        </p:sp>
        <p:sp>
          <p:nvSpPr>
            <p:cNvPr id="101430" name="Text Box 55"/>
            <p:cNvSpPr txBox="1"/>
            <p:nvPr/>
          </p:nvSpPr>
          <p:spPr>
            <a:xfrm>
              <a:off x="2352"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31" name="Text Box 56"/>
            <p:cNvSpPr txBox="1"/>
            <p:nvPr/>
          </p:nvSpPr>
          <p:spPr>
            <a:xfrm>
              <a:off x="2592"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32" name="Text Box 57"/>
            <p:cNvSpPr txBox="1"/>
            <p:nvPr/>
          </p:nvSpPr>
          <p:spPr>
            <a:xfrm>
              <a:off x="2244" y="1065"/>
              <a:ext cx="252"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2S</a:t>
              </a:r>
              <a:endParaRPr lang="en-US" altLang="zh-CN" sz="1200" i="0" dirty="0">
                <a:latin typeface="Times New Roman" panose="02020603050405020304" pitchFamily="18" charset="0"/>
                <a:ea typeface="宋体" panose="02010600030101010101" pitchFamily="2" charset="-122"/>
              </a:endParaRPr>
            </a:p>
          </p:txBody>
        </p:sp>
        <p:sp>
          <p:nvSpPr>
            <p:cNvPr id="101433" name="Text Box 58"/>
            <p:cNvSpPr txBox="1"/>
            <p:nvPr/>
          </p:nvSpPr>
          <p:spPr>
            <a:xfrm>
              <a:off x="2486"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01434" name="Line 59"/>
            <p:cNvSpPr/>
            <p:nvPr/>
          </p:nvSpPr>
          <p:spPr>
            <a:xfrm>
              <a:off x="2285" y="1075"/>
              <a:ext cx="0" cy="653"/>
            </a:xfrm>
            <a:prstGeom prst="line">
              <a:avLst/>
            </a:prstGeom>
            <a:ln w="9525" cap="flat" cmpd="sng">
              <a:solidFill>
                <a:schemeClr val="tx1"/>
              </a:solidFill>
              <a:prstDash val="dash"/>
              <a:round/>
              <a:headEnd type="none" w="med" len="med"/>
              <a:tailEnd type="none" w="med" len="med"/>
            </a:ln>
          </p:spPr>
        </p:sp>
        <p:sp>
          <p:nvSpPr>
            <p:cNvPr id="101435" name="Rectangle 60"/>
            <p:cNvSpPr/>
            <p:nvPr/>
          </p:nvSpPr>
          <p:spPr>
            <a:xfrm>
              <a:off x="3141" y="1078"/>
              <a:ext cx="1147" cy="65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436" name="Line 61"/>
            <p:cNvSpPr/>
            <p:nvPr/>
          </p:nvSpPr>
          <p:spPr>
            <a:xfrm>
              <a:off x="3024" y="1528"/>
              <a:ext cx="113" cy="0"/>
            </a:xfrm>
            <a:prstGeom prst="line">
              <a:avLst/>
            </a:prstGeom>
            <a:ln w="9525" cap="flat" cmpd="sng">
              <a:solidFill>
                <a:schemeClr val="tx1"/>
              </a:solidFill>
              <a:prstDash val="solid"/>
              <a:round/>
              <a:headEnd type="none" w="med" len="med"/>
              <a:tailEnd type="none" w="med" len="med"/>
            </a:ln>
          </p:spPr>
        </p:sp>
        <p:sp>
          <p:nvSpPr>
            <p:cNvPr id="101437" name="Line 62"/>
            <p:cNvSpPr/>
            <p:nvPr/>
          </p:nvSpPr>
          <p:spPr>
            <a:xfrm>
              <a:off x="3242" y="912"/>
              <a:ext cx="0" cy="159"/>
            </a:xfrm>
            <a:prstGeom prst="line">
              <a:avLst/>
            </a:prstGeom>
            <a:ln w="9525" cap="flat" cmpd="sng">
              <a:solidFill>
                <a:schemeClr val="tx1"/>
              </a:solidFill>
              <a:prstDash val="solid"/>
              <a:round/>
              <a:headEnd type="none" w="med" len="med"/>
              <a:tailEnd type="none" w="med" len="med"/>
            </a:ln>
          </p:spPr>
        </p:sp>
        <p:sp>
          <p:nvSpPr>
            <p:cNvPr id="101438" name="Line 63"/>
            <p:cNvSpPr/>
            <p:nvPr/>
          </p:nvSpPr>
          <p:spPr>
            <a:xfrm>
              <a:off x="3322" y="768"/>
              <a:ext cx="0" cy="310"/>
            </a:xfrm>
            <a:prstGeom prst="line">
              <a:avLst/>
            </a:prstGeom>
            <a:ln w="9525" cap="flat" cmpd="sng">
              <a:solidFill>
                <a:schemeClr val="tx1"/>
              </a:solidFill>
              <a:prstDash val="solid"/>
              <a:round/>
              <a:headEnd type="none" w="med" len="med"/>
              <a:tailEnd type="none" w="med" len="med"/>
            </a:ln>
          </p:spPr>
        </p:sp>
        <p:sp>
          <p:nvSpPr>
            <p:cNvPr id="101439" name="Line 64"/>
            <p:cNvSpPr/>
            <p:nvPr/>
          </p:nvSpPr>
          <p:spPr>
            <a:xfrm>
              <a:off x="3403" y="768"/>
              <a:ext cx="0" cy="310"/>
            </a:xfrm>
            <a:prstGeom prst="line">
              <a:avLst/>
            </a:prstGeom>
            <a:ln w="9525" cap="flat" cmpd="sng">
              <a:solidFill>
                <a:schemeClr val="tx1"/>
              </a:solidFill>
              <a:prstDash val="solid"/>
              <a:round/>
              <a:headEnd type="none" w="med" len="med"/>
              <a:tailEnd type="none" w="med" len="med"/>
            </a:ln>
          </p:spPr>
        </p:sp>
        <p:sp>
          <p:nvSpPr>
            <p:cNvPr id="101440" name="Line 65"/>
            <p:cNvSpPr/>
            <p:nvPr/>
          </p:nvSpPr>
          <p:spPr>
            <a:xfrm>
              <a:off x="3483" y="768"/>
              <a:ext cx="0" cy="310"/>
            </a:xfrm>
            <a:prstGeom prst="line">
              <a:avLst/>
            </a:prstGeom>
            <a:ln w="9525" cap="flat" cmpd="sng">
              <a:solidFill>
                <a:schemeClr val="tx1"/>
              </a:solidFill>
              <a:prstDash val="solid"/>
              <a:round/>
              <a:headEnd type="none" w="med" len="med"/>
              <a:tailEnd type="none" w="med" len="med"/>
            </a:ln>
          </p:spPr>
        </p:sp>
        <p:sp>
          <p:nvSpPr>
            <p:cNvPr id="101441" name="Text Box 66"/>
            <p:cNvSpPr txBox="1"/>
            <p:nvPr/>
          </p:nvSpPr>
          <p:spPr>
            <a:xfrm>
              <a:off x="3362" y="1482"/>
              <a:ext cx="253"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1Q</a:t>
              </a:r>
              <a:endParaRPr lang="en-US" altLang="zh-CN" sz="1200" i="0" dirty="0">
                <a:latin typeface="Times New Roman" panose="02020603050405020304" pitchFamily="18" charset="0"/>
                <a:ea typeface="宋体" panose="02010600030101010101" pitchFamily="2" charset="-122"/>
              </a:endParaRPr>
            </a:p>
          </p:txBody>
        </p:sp>
        <p:sp>
          <p:nvSpPr>
            <p:cNvPr id="101442" name="Text Box 67"/>
            <p:cNvSpPr txBox="1"/>
            <p:nvPr/>
          </p:nvSpPr>
          <p:spPr>
            <a:xfrm>
              <a:off x="3113" y="1389"/>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a:t>
              </a:r>
              <a:endParaRPr lang="en-US" altLang="zh-CN" sz="1200" i="0" dirty="0">
                <a:latin typeface="Times New Roman" panose="02020603050405020304" pitchFamily="18" charset="0"/>
                <a:ea typeface="宋体" panose="02010600030101010101" pitchFamily="2" charset="-122"/>
              </a:endParaRPr>
            </a:p>
          </p:txBody>
        </p:sp>
        <p:sp>
          <p:nvSpPr>
            <p:cNvPr id="101443" name="Text Box 68"/>
            <p:cNvSpPr txBox="1"/>
            <p:nvPr/>
          </p:nvSpPr>
          <p:spPr>
            <a:xfrm>
              <a:off x="3121" y="1204"/>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44" name="Text Box 69"/>
            <p:cNvSpPr txBox="1"/>
            <p:nvPr/>
          </p:nvSpPr>
          <p:spPr>
            <a:xfrm>
              <a:off x="3216"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45" name="Text Box 70"/>
            <p:cNvSpPr txBox="1"/>
            <p:nvPr/>
          </p:nvSpPr>
          <p:spPr>
            <a:xfrm>
              <a:off x="3456"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46" name="Line 71"/>
            <p:cNvSpPr/>
            <p:nvPr/>
          </p:nvSpPr>
          <p:spPr>
            <a:xfrm>
              <a:off x="2928" y="1304"/>
              <a:ext cx="215" cy="0"/>
            </a:xfrm>
            <a:prstGeom prst="line">
              <a:avLst/>
            </a:prstGeom>
            <a:ln w="9525" cap="flat" cmpd="sng">
              <a:solidFill>
                <a:schemeClr val="tx1"/>
              </a:solidFill>
              <a:prstDash val="solid"/>
              <a:round/>
              <a:headEnd type="none" w="med" len="med"/>
              <a:tailEnd type="none" w="med" len="med"/>
            </a:ln>
          </p:spPr>
        </p:sp>
        <p:sp>
          <p:nvSpPr>
            <p:cNvPr id="101447" name="Line 72"/>
            <p:cNvSpPr/>
            <p:nvPr/>
          </p:nvSpPr>
          <p:spPr>
            <a:xfrm>
              <a:off x="3564" y="768"/>
              <a:ext cx="0" cy="310"/>
            </a:xfrm>
            <a:prstGeom prst="line">
              <a:avLst/>
            </a:prstGeom>
            <a:ln w="9525" cap="flat" cmpd="sng">
              <a:solidFill>
                <a:schemeClr val="tx1"/>
              </a:solidFill>
              <a:prstDash val="solid"/>
              <a:round/>
              <a:headEnd type="none" w="med" len="med"/>
              <a:tailEnd type="none" w="med" len="med"/>
            </a:ln>
          </p:spPr>
        </p:sp>
        <p:sp>
          <p:nvSpPr>
            <p:cNvPr id="101448" name="Line 73"/>
            <p:cNvSpPr/>
            <p:nvPr/>
          </p:nvSpPr>
          <p:spPr>
            <a:xfrm>
              <a:off x="3805" y="912"/>
              <a:ext cx="0" cy="159"/>
            </a:xfrm>
            <a:prstGeom prst="line">
              <a:avLst/>
            </a:prstGeom>
            <a:ln w="9525" cap="flat" cmpd="sng">
              <a:solidFill>
                <a:schemeClr val="tx1"/>
              </a:solidFill>
              <a:prstDash val="solid"/>
              <a:round/>
              <a:headEnd type="none" w="med" len="med"/>
              <a:tailEnd type="none" w="med" len="med"/>
            </a:ln>
          </p:spPr>
        </p:sp>
        <p:sp>
          <p:nvSpPr>
            <p:cNvPr id="101449" name="Line 74"/>
            <p:cNvSpPr/>
            <p:nvPr/>
          </p:nvSpPr>
          <p:spPr>
            <a:xfrm>
              <a:off x="3885" y="768"/>
              <a:ext cx="0" cy="310"/>
            </a:xfrm>
            <a:prstGeom prst="line">
              <a:avLst/>
            </a:prstGeom>
            <a:ln w="9525" cap="flat" cmpd="sng">
              <a:solidFill>
                <a:schemeClr val="tx1"/>
              </a:solidFill>
              <a:prstDash val="solid"/>
              <a:round/>
              <a:headEnd type="none" w="med" len="med"/>
              <a:tailEnd type="none" w="med" len="med"/>
            </a:ln>
          </p:spPr>
        </p:sp>
        <p:sp>
          <p:nvSpPr>
            <p:cNvPr id="101450" name="Line 75"/>
            <p:cNvSpPr/>
            <p:nvPr/>
          </p:nvSpPr>
          <p:spPr>
            <a:xfrm>
              <a:off x="3966" y="768"/>
              <a:ext cx="0" cy="310"/>
            </a:xfrm>
            <a:prstGeom prst="line">
              <a:avLst/>
            </a:prstGeom>
            <a:ln w="9525" cap="flat" cmpd="sng">
              <a:solidFill>
                <a:schemeClr val="tx1"/>
              </a:solidFill>
              <a:prstDash val="solid"/>
              <a:round/>
              <a:headEnd type="none" w="med" len="med"/>
              <a:tailEnd type="none" w="med" len="med"/>
            </a:ln>
          </p:spPr>
        </p:sp>
        <p:sp>
          <p:nvSpPr>
            <p:cNvPr id="101451" name="Text Box 76"/>
            <p:cNvSpPr txBox="1"/>
            <p:nvPr/>
          </p:nvSpPr>
          <p:spPr>
            <a:xfrm>
              <a:off x="3836" y="1482"/>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2Q</a:t>
              </a:r>
              <a:endParaRPr lang="en-US" altLang="zh-CN" sz="1200" i="0" dirty="0">
                <a:latin typeface="Times New Roman" panose="02020603050405020304" pitchFamily="18" charset="0"/>
                <a:ea typeface="宋体" panose="02010600030101010101" pitchFamily="2" charset="-122"/>
              </a:endParaRPr>
            </a:p>
          </p:txBody>
        </p:sp>
        <p:sp>
          <p:nvSpPr>
            <p:cNvPr id="101452" name="Text Box 77"/>
            <p:cNvSpPr txBox="1"/>
            <p:nvPr/>
          </p:nvSpPr>
          <p:spPr>
            <a:xfrm>
              <a:off x="3120" y="1081"/>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1S</a:t>
              </a:r>
              <a:endParaRPr lang="en-US" altLang="zh-CN" sz="1200" i="0" dirty="0">
                <a:latin typeface="Times New Roman" panose="02020603050405020304" pitchFamily="18" charset="0"/>
                <a:ea typeface="宋体" panose="02010600030101010101" pitchFamily="2" charset="-122"/>
              </a:endParaRPr>
            </a:p>
          </p:txBody>
        </p:sp>
        <p:sp>
          <p:nvSpPr>
            <p:cNvPr id="101453" name="Line 78"/>
            <p:cNvSpPr/>
            <p:nvPr/>
          </p:nvSpPr>
          <p:spPr>
            <a:xfrm>
              <a:off x="4046" y="768"/>
              <a:ext cx="0" cy="310"/>
            </a:xfrm>
            <a:prstGeom prst="line">
              <a:avLst/>
            </a:prstGeom>
            <a:ln w="9525" cap="flat" cmpd="sng">
              <a:solidFill>
                <a:schemeClr val="tx1"/>
              </a:solidFill>
              <a:prstDash val="solid"/>
              <a:round/>
              <a:headEnd type="none" w="med" len="med"/>
              <a:tailEnd type="none" w="med" len="med"/>
            </a:ln>
          </p:spPr>
        </p:sp>
        <p:sp>
          <p:nvSpPr>
            <p:cNvPr id="101454" name="Line 79"/>
            <p:cNvSpPr/>
            <p:nvPr/>
          </p:nvSpPr>
          <p:spPr>
            <a:xfrm>
              <a:off x="4127" y="768"/>
              <a:ext cx="0" cy="310"/>
            </a:xfrm>
            <a:prstGeom prst="line">
              <a:avLst/>
            </a:prstGeom>
            <a:ln w="9525" cap="flat" cmpd="sng">
              <a:solidFill>
                <a:schemeClr val="tx1"/>
              </a:solidFill>
              <a:prstDash val="solid"/>
              <a:round/>
              <a:headEnd type="none" w="med" len="med"/>
              <a:tailEnd type="none" w="med" len="med"/>
            </a:ln>
          </p:spPr>
        </p:sp>
        <p:sp>
          <p:nvSpPr>
            <p:cNvPr id="101455" name="Text Box 80"/>
            <p:cNvSpPr txBox="1"/>
            <p:nvPr/>
          </p:nvSpPr>
          <p:spPr>
            <a:xfrm>
              <a:off x="3360"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1200" i="0" dirty="0">
                <a:latin typeface="Times New Roman" panose="02020603050405020304" pitchFamily="18" charset="0"/>
                <a:ea typeface="宋体" panose="02010600030101010101" pitchFamily="2" charset="-122"/>
              </a:endParaRPr>
            </a:p>
          </p:txBody>
        </p:sp>
        <p:sp>
          <p:nvSpPr>
            <p:cNvPr id="101456" name="Text Box 81"/>
            <p:cNvSpPr txBox="1"/>
            <p:nvPr/>
          </p:nvSpPr>
          <p:spPr>
            <a:xfrm>
              <a:off x="3792"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57" name="Text Box 82"/>
            <p:cNvSpPr txBox="1"/>
            <p:nvPr/>
          </p:nvSpPr>
          <p:spPr>
            <a:xfrm>
              <a:off x="4032"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58" name="Text Box 83"/>
            <p:cNvSpPr txBox="1"/>
            <p:nvPr/>
          </p:nvSpPr>
          <p:spPr>
            <a:xfrm>
              <a:off x="3684" y="1065"/>
              <a:ext cx="252"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2S</a:t>
              </a:r>
              <a:endParaRPr lang="en-US" altLang="zh-CN" sz="1200" i="0" dirty="0">
                <a:latin typeface="Times New Roman" panose="02020603050405020304" pitchFamily="18" charset="0"/>
                <a:ea typeface="宋体" panose="02010600030101010101" pitchFamily="2" charset="-122"/>
              </a:endParaRPr>
            </a:p>
          </p:txBody>
        </p:sp>
        <p:sp>
          <p:nvSpPr>
            <p:cNvPr id="101459" name="Text Box 84"/>
            <p:cNvSpPr txBox="1"/>
            <p:nvPr/>
          </p:nvSpPr>
          <p:spPr>
            <a:xfrm>
              <a:off x="3936"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01460" name="Line 85"/>
            <p:cNvSpPr/>
            <p:nvPr/>
          </p:nvSpPr>
          <p:spPr>
            <a:xfrm>
              <a:off x="3725" y="1075"/>
              <a:ext cx="0" cy="653"/>
            </a:xfrm>
            <a:prstGeom prst="line">
              <a:avLst/>
            </a:prstGeom>
            <a:ln w="9525" cap="flat" cmpd="sng">
              <a:solidFill>
                <a:schemeClr val="tx1"/>
              </a:solidFill>
              <a:prstDash val="dash"/>
              <a:round/>
              <a:headEnd type="none" w="med" len="med"/>
              <a:tailEnd type="none" w="med" len="med"/>
            </a:ln>
          </p:spPr>
        </p:sp>
        <p:sp>
          <p:nvSpPr>
            <p:cNvPr id="101461" name="Rectangle 86"/>
            <p:cNvSpPr/>
            <p:nvPr/>
          </p:nvSpPr>
          <p:spPr>
            <a:xfrm>
              <a:off x="4533" y="1078"/>
              <a:ext cx="1147" cy="65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462" name="Line 87"/>
            <p:cNvSpPr/>
            <p:nvPr/>
          </p:nvSpPr>
          <p:spPr>
            <a:xfrm>
              <a:off x="4416" y="1528"/>
              <a:ext cx="113" cy="0"/>
            </a:xfrm>
            <a:prstGeom prst="line">
              <a:avLst/>
            </a:prstGeom>
            <a:ln w="9525" cap="flat" cmpd="sng">
              <a:solidFill>
                <a:schemeClr val="tx1"/>
              </a:solidFill>
              <a:prstDash val="solid"/>
              <a:round/>
              <a:headEnd type="none" w="med" len="med"/>
              <a:tailEnd type="none" w="med" len="med"/>
            </a:ln>
          </p:spPr>
        </p:sp>
        <p:sp>
          <p:nvSpPr>
            <p:cNvPr id="101463" name="Line 88"/>
            <p:cNvSpPr/>
            <p:nvPr/>
          </p:nvSpPr>
          <p:spPr>
            <a:xfrm>
              <a:off x="4634" y="912"/>
              <a:ext cx="0" cy="159"/>
            </a:xfrm>
            <a:prstGeom prst="line">
              <a:avLst/>
            </a:prstGeom>
            <a:ln w="9525" cap="flat" cmpd="sng">
              <a:solidFill>
                <a:schemeClr val="tx1"/>
              </a:solidFill>
              <a:prstDash val="solid"/>
              <a:round/>
              <a:headEnd type="none" w="med" len="med"/>
              <a:tailEnd type="none" w="med" len="med"/>
            </a:ln>
          </p:spPr>
        </p:sp>
        <p:sp>
          <p:nvSpPr>
            <p:cNvPr id="101464" name="Line 89"/>
            <p:cNvSpPr/>
            <p:nvPr/>
          </p:nvSpPr>
          <p:spPr>
            <a:xfrm>
              <a:off x="4714" y="768"/>
              <a:ext cx="0" cy="310"/>
            </a:xfrm>
            <a:prstGeom prst="line">
              <a:avLst/>
            </a:prstGeom>
            <a:ln w="9525" cap="flat" cmpd="sng">
              <a:solidFill>
                <a:schemeClr val="tx1"/>
              </a:solidFill>
              <a:prstDash val="solid"/>
              <a:round/>
              <a:headEnd type="none" w="med" len="med"/>
              <a:tailEnd type="none" w="med" len="med"/>
            </a:ln>
          </p:spPr>
        </p:sp>
        <p:sp>
          <p:nvSpPr>
            <p:cNvPr id="101465" name="Line 90"/>
            <p:cNvSpPr/>
            <p:nvPr/>
          </p:nvSpPr>
          <p:spPr>
            <a:xfrm>
              <a:off x="4795" y="768"/>
              <a:ext cx="0" cy="310"/>
            </a:xfrm>
            <a:prstGeom prst="line">
              <a:avLst/>
            </a:prstGeom>
            <a:ln w="9525" cap="flat" cmpd="sng">
              <a:solidFill>
                <a:schemeClr val="tx1"/>
              </a:solidFill>
              <a:prstDash val="solid"/>
              <a:round/>
              <a:headEnd type="none" w="med" len="med"/>
              <a:tailEnd type="none" w="med" len="med"/>
            </a:ln>
          </p:spPr>
        </p:sp>
        <p:sp>
          <p:nvSpPr>
            <p:cNvPr id="101466" name="Line 91"/>
            <p:cNvSpPr/>
            <p:nvPr/>
          </p:nvSpPr>
          <p:spPr>
            <a:xfrm>
              <a:off x="4875" y="768"/>
              <a:ext cx="0" cy="310"/>
            </a:xfrm>
            <a:prstGeom prst="line">
              <a:avLst/>
            </a:prstGeom>
            <a:ln w="9525" cap="flat" cmpd="sng">
              <a:solidFill>
                <a:schemeClr val="tx1"/>
              </a:solidFill>
              <a:prstDash val="solid"/>
              <a:round/>
              <a:headEnd type="none" w="med" len="med"/>
              <a:tailEnd type="none" w="med" len="med"/>
            </a:ln>
          </p:spPr>
        </p:sp>
        <p:sp>
          <p:nvSpPr>
            <p:cNvPr id="101467" name="Text Box 92"/>
            <p:cNvSpPr txBox="1"/>
            <p:nvPr/>
          </p:nvSpPr>
          <p:spPr>
            <a:xfrm>
              <a:off x="4754" y="1482"/>
              <a:ext cx="253"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1Q</a:t>
              </a:r>
              <a:endParaRPr lang="en-US" altLang="zh-CN" sz="1200" i="0" dirty="0">
                <a:latin typeface="Times New Roman" panose="02020603050405020304" pitchFamily="18" charset="0"/>
                <a:ea typeface="宋体" panose="02010600030101010101" pitchFamily="2" charset="-122"/>
              </a:endParaRPr>
            </a:p>
          </p:txBody>
        </p:sp>
        <p:sp>
          <p:nvSpPr>
            <p:cNvPr id="101468" name="Text Box 93"/>
            <p:cNvSpPr txBox="1"/>
            <p:nvPr/>
          </p:nvSpPr>
          <p:spPr>
            <a:xfrm>
              <a:off x="4505" y="1389"/>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a:t>
              </a:r>
              <a:endParaRPr lang="en-US" altLang="zh-CN" sz="1200" i="0" dirty="0">
                <a:latin typeface="Times New Roman" panose="02020603050405020304" pitchFamily="18" charset="0"/>
                <a:ea typeface="宋体" panose="02010600030101010101" pitchFamily="2" charset="-122"/>
              </a:endParaRPr>
            </a:p>
          </p:txBody>
        </p:sp>
        <p:sp>
          <p:nvSpPr>
            <p:cNvPr id="101469" name="Text Box 94"/>
            <p:cNvSpPr txBox="1"/>
            <p:nvPr/>
          </p:nvSpPr>
          <p:spPr>
            <a:xfrm>
              <a:off x="4513" y="1204"/>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70" name="Text Box 95"/>
            <p:cNvSpPr txBox="1"/>
            <p:nvPr/>
          </p:nvSpPr>
          <p:spPr>
            <a:xfrm>
              <a:off x="4608"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71" name="Text Box 96"/>
            <p:cNvSpPr txBox="1"/>
            <p:nvPr/>
          </p:nvSpPr>
          <p:spPr>
            <a:xfrm>
              <a:off x="4848"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72" name="Line 97"/>
            <p:cNvSpPr/>
            <p:nvPr/>
          </p:nvSpPr>
          <p:spPr>
            <a:xfrm>
              <a:off x="4320" y="1304"/>
              <a:ext cx="215" cy="0"/>
            </a:xfrm>
            <a:prstGeom prst="line">
              <a:avLst/>
            </a:prstGeom>
            <a:ln w="9525" cap="flat" cmpd="sng">
              <a:solidFill>
                <a:schemeClr val="tx1"/>
              </a:solidFill>
              <a:prstDash val="solid"/>
              <a:round/>
              <a:headEnd type="none" w="med" len="med"/>
              <a:tailEnd type="none" w="med" len="med"/>
            </a:ln>
          </p:spPr>
        </p:sp>
        <p:sp>
          <p:nvSpPr>
            <p:cNvPr id="101473" name="Line 98"/>
            <p:cNvSpPr/>
            <p:nvPr/>
          </p:nvSpPr>
          <p:spPr>
            <a:xfrm>
              <a:off x="4956" y="768"/>
              <a:ext cx="0" cy="310"/>
            </a:xfrm>
            <a:prstGeom prst="line">
              <a:avLst/>
            </a:prstGeom>
            <a:ln w="9525" cap="flat" cmpd="sng">
              <a:solidFill>
                <a:schemeClr val="tx1"/>
              </a:solidFill>
              <a:prstDash val="solid"/>
              <a:round/>
              <a:headEnd type="none" w="med" len="med"/>
              <a:tailEnd type="none" w="med" len="med"/>
            </a:ln>
          </p:spPr>
        </p:sp>
        <p:sp>
          <p:nvSpPr>
            <p:cNvPr id="101474" name="Line 99"/>
            <p:cNvSpPr/>
            <p:nvPr/>
          </p:nvSpPr>
          <p:spPr>
            <a:xfrm>
              <a:off x="5197" y="912"/>
              <a:ext cx="0" cy="159"/>
            </a:xfrm>
            <a:prstGeom prst="line">
              <a:avLst/>
            </a:prstGeom>
            <a:ln w="9525" cap="flat" cmpd="sng">
              <a:solidFill>
                <a:schemeClr val="tx1"/>
              </a:solidFill>
              <a:prstDash val="solid"/>
              <a:round/>
              <a:headEnd type="none" w="med" len="med"/>
              <a:tailEnd type="none" w="med" len="med"/>
            </a:ln>
          </p:spPr>
        </p:sp>
        <p:sp>
          <p:nvSpPr>
            <p:cNvPr id="101475" name="Line 100"/>
            <p:cNvSpPr/>
            <p:nvPr/>
          </p:nvSpPr>
          <p:spPr>
            <a:xfrm>
              <a:off x="5277" y="768"/>
              <a:ext cx="0" cy="310"/>
            </a:xfrm>
            <a:prstGeom prst="line">
              <a:avLst/>
            </a:prstGeom>
            <a:ln w="9525" cap="flat" cmpd="sng">
              <a:solidFill>
                <a:schemeClr val="tx1"/>
              </a:solidFill>
              <a:prstDash val="solid"/>
              <a:round/>
              <a:headEnd type="none" w="med" len="med"/>
              <a:tailEnd type="none" w="med" len="med"/>
            </a:ln>
          </p:spPr>
        </p:sp>
        <p:sp>
          <p:nvSpPr>
            <p:cNvPr id="101476" name="Line 101"/>
            <p:cNvSpPr/>
            <p:nvPr/>
          </p:nvSpPr>
          <p:spPr>
            <a:xfrm>
              <a:off x="5358" y="768"/>
              <a:ext cx="0" cy="310"/>
            </a:xfrm>
            <a:prstGeom prst="line">
              <a:avLst/>
            </a:prstGeom>
            <a:ln w="9525" cap="flat" cmpd="sng">
              <a:solidFill>
                <a:schemeClr val="tx1"/>
              </a:solidFill>
              <a:prstDash val="solid"/>
              <a:round/>
              <a:headEnd type="none" w="med" len="med"/>
              <a:tailEnd type="none" w="med" len="med"/>
            </a:ln>
          </p:spPr>
        </p:sp>
        <p:sp>
          <p:nvSpPr>
            <p:cNvPr id="101477" name="Text Box 102"/>
            <p:cNvSpPr txBox="1"/>
            <p:nvPr/>
          </p:nvSpPr>
          <p:spPr>
            <a:xfrm>
              <a:off x="5228" y="1482"/>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2Q</a:t>
              </a:r>
              <a:endParaRPr lang="en-US" altLang="zh-CN" sz="1200" i="0" dirty="0">
                <a:latin typeface="Times New Roman" panose="02020603050405020304" pitchFamily="18" charset="0"/>
                <a:ea typeface="宋体" panose="02010600030101010101" pitchFamily="2" charset="-122"/>
              </a:endParaRPr>
            </a:p>
          </p:txBody>
        </p:sp>
        <p:sp>
          <p:nvSpPr>
            <p:cNvPr id="101478" name="Text Box 103"/>
            <p:cNvSpPr txBox="1"/>
            <p:nvPr/>
          </p:nvSpPr>
          <p:spPr>
            <a:xfrm>
              <a:off x="4512" y="1081"/>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1S</a:t>
              </a:r>
              <a:endParaRPr lang="en-US" altLang="zh-CN" sz="1200" i="0" dirty="0">
                <a:latin typeface="Times New Roman" panose="02020603050405020304" pitchFamily="18" charset="0"/>
                <a:ea typeface="宋体" panose="02010600030101010101" pitchFamily="2" charset="-122"/>
              </a:endParaRPr>
            </a:p>
          </p:txBody>
        </p:sp>
        <p:sp>
          <p:nvSpPr>
            <p:cNvPr id="101479" name="Line 104"/>
            <p:cNvSpPr/>
            <p:nvPr/>
          </p:nvSpPr>
          <p:spPr>
            <a:xfrm>
              <a:off x="5438" y="768"/>
              <a:ext cx="0" cy="310"/>
            </a:xfrm>
            <a:prstGeom prst="line">
              <a:avLst/>
            </a:prstGeom>
            <a:ln w="9525" cap="flat" cmpd="sng">
              <a:solidFill>
                <a:schemeClr val="tx1"/>
              </a:solidFill>
              <a:prstDash val="solid"/>
              <a:round/>
              <a:headEnd type="none" w="med" len="med"/>
              <a:tailEnd type="none" w="med" len="med"/>
            </a:ln>
          </p:spPr>
        </p:sp>
        <p:sp>
          <p:nvSpPr>
            <p:cNvPr id="101480" name="Line 105"/>
            <p:cNvSpPr/>
            <p:nvPr/>
          </p:nvSpPr>
          <p:spPr>
            <a:xfrm>
              <a:off x="5519" y="768"/>
              <a:ext cx="0" cy="310"/>
            </a:xfrm>
            <a:prstGeom prst="line">
              <a:avLst/>
            </a:prstGeom>
            <a:ln w="9525" cap="flat" cmpd="sng">
              <a:solidFill>
                <a:schemeClr val="tx1"/>
              </a:solidFill>
              <a:prstDash val="solid"/>
              <a:round/>
              <a:headEnd type="none" w="med" len="med"/>
              <a:tailEnd type="none" w="med" len="med"/>
            </a:ln>
          </p:spPr>
        </p:sp>
        <p:sp>
          <p:nvSpPr>
            <p:cNvPr id="101481" name="Text Box 106"/>
            <p:cNvSpPr txBox="1"/>
            <p:nvPr/>
          </p:nvSpPr>
          <p:spPr>
            <a:xfrm>
              <a:off x="4752"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1200" i="0" dirty="0">
                <a:latin typeface="Times New Roman" panose="02020603050405020304" pitchFamily="18" charset="0"/>
                <a:ea typeface="宋体" panose="02010600030101010101" pitchFamily="2" charset="-122"/>
              </a:endParaRPr>
            </a:p>
          </p:txBody>
        </p:sp>
        <p:sp>
          <p:nvSpPr>
            <p:cNvPr id="101482" name="Text Box 107"/>
            <p:cNvSpPr txBox="1"/>
            <p:nvPr/>
          </p:nvSpPr>
          <p:spPr>
            <a:xfrm>
              <a:off x="5184"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83" name="Text Box 108"/>
            <p:cNvSpPr txBox="1"/>
            <p:nvPr/>
          </p:nvSpPr>
          <p:spPr>
            <a:xfrm>
              <a:off x="5424"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84" name="Text Box 109"/>
            <p:cNvSpPr txBox="1"/>
            <p:nvPr/>
          </p:nvSpPr>
          <p:spPr>
            <a:xfrm>
              <a:off x="5076" y="1065"/>
              <a:ext cx="252"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2S</a:t>
              </a:r>
              <a:endParaRPr lang="en-US" altLang="zh-CN" sz="1200" i="0" dirty="0">
                <a:latin typeface="Times New Roman" panose="02020603050405020304" pitchFamily="18" charset="0"/>
                <a:ea typeface="宋体" panose="02010600030101010101" pitchFamily="2" charset="-122"/>
              </a:endParaRPr>
            </a:p>
          </p:txBody>
        </p:sp>
        <p:sp>
          <p:nvSpPr>
            <p:cNvPr id="101485" name="Text Box 110"/>
            <p:cNvSpPr txBox="1"/>
            <p:nvPr/>
          </p:nvSpPr>
          <p:spPr>
            <a:xfrm>
              <a:off x="5328"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01486" name="Line 111"/>
            <p:cNvSpPr/>
            <p:nvPr/>
          </p:nvSpPr>
          <p:spPr>
            <a:xfrm>
              <a:off x="5117" y="1075"/>
              <a:ext cx="0" cy="653"/>
            </a:xfrm>
            <a:prstGeom prst="line">
              <a:avLst/>
            </a:prstGeom>
            <a:ln w="9525" cap="flat" cmpd="sng">
              <a:solidFill>
                <a:schemeClr val="tx1"/>
              </a:solidFill>
              <a:prstDash val="dash"/>
              <a:round/>
              <a:headEnd type="none" w="med" len="med"/>
              <a:tailEnd type="none" w="med" len="med"/>
            </a:ln>
          </p:spPr>
        </p:sp>
        <p:sp>
          <p:nvSpPr>
            <p:cNvPr id="101487" name="Line 112"/>
            <p:cNvSpPr/>
            <p:nvPr/>
          </p:nvSpPr>
          <p:spPr>
            <a:xfrm>
              <a:off x="2688" y="3091"/>
              <a:ext cx="0" cy="317"/>
            </a:xfrm>
            <a:prstGeom prst="line">
              <a:avLst/>
            </a:prstGeom>
            <a:ln w="9525" cap="flat" cmpd="sng">
              <a:solidFill>
                <a:schemeClr val="tx1"/>
              </a:solidFill>
              <a:prstDash val="solid"/>
              <a:round/>
              <a:headEnd type="none" w="med" len="med"/>
              <a:tailEnd type="none" w="med" len="med"/>
            </a:ln>
          </p:spPr>
        </p:sp>
        <p:sp>
          <p:nvSpPr>
            <p:cNvPr id="101488" name="Rectangle 113"/>
            <p:cNvSpPr/>
            <p:nvPr/>
          </p:nvSpPr>
          <p:spPr>
            <a:xfrm>
              <a:off x="2373" y="2422"/>
              <a:ext cx="1147" cy="65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489" name="Line 114"/>
            <p:cNvSpPr/>
            <p:nvPr/>
          </p:nvSpPr>
          <p:spPr>
            <a:xfrm>
              <a:off x="384" y="2872"/>
              <a:ext cx="1995" cy="0"/>
            </a:xfrm>
            <a:prstGeom prst="line">
              <a:avLst/>
            </a:prstGeom>
            <a:ln w="9525" cap="flat" cmpd="sng">
              <a:solidFill>
                <a:schemeClr val="tx1"/>
              </a:solidFill>
              <a:prstDash val="solid"/>
              <a:round/>
              <a:headEnd type="none" w="med" len="med"/>
              <a:tailEnd type="none" w="med" len="med"/>
            </a:ln>
          </p:spPr>
        </p:sp>
        <p:sp>
          <p:nvSpPr>
            <p:cNvPr id="101490" name="Line 115"/>
            <p:cNvSpPr/>
            <p:nvPr/>
          </p:nvSpPr>
          <p:spPr>
            <a:xfrm>
              <a:off x="2474" y="2304"/>
              <a:ext cx="0" cy="125"/>
            </a:xfrm>
            <a:prstGeom prst="line">
              <a:avLst/>
            </a:prstGeom>
            <a:ln w="9525" cap="flat" cmpd="sng">
              <a:solidFill>
                <a:schemeClr val="tx1"/>
              </a:solidFill>
              <a:prstDash val="solid"/>
              <a:round/>
              <a:headEnd type="none" w="med" len="med"/>
              <a:tailEnd type="none" w="med" len="med"/>
            </a:ln>
          </p:spPr>
        </p:sp>
        <p:sp>
          <p:nvSpPr>
            <p:cNvPr id="101491" name="Line 116"/>
            <p:cNvSpPr/>
            <p:nvPr/>
          </p:nvSpPr>
          <p:spPr>
            <a:xfrm>
              <a:off x="2554" y="2208"/>
              <a:ext cx="0" cy="220"/>
            </a:xfrm>
            <a:prstGeom prst="line">
              <a:avLst/>
            </a:prstGeom>
            <a:ln w="9525" cap="flat" cmpd="sng">
              <a:solidFill>
                <a:schemeClr val="tx1"/>
              </a:solidFill>
              <a:prstDash val="solid"/>
              <a:round/>
              <a:headEnd type="none" w="med" len="med"/>
              <a:tailEnd type="none" w="med" len="med"/>
            </a:ln>
          </p:spPr>
        </p:sp>
        <p:sp>
          <p:nvSpPr>
            <p:cNvPr id="101492" name="Line 117"/>
            <p:cNvSpPr/>
            <p:nvPr/>
          </p:nvSpPr>
          <p:spPr>
            <a:xfrm>
              <a:off x="2635" y="2160"/>
              <a:ext cx="0" cy="265"/>
            </a:xfrm>
            <a:prstGeom prst="line">
              <a:avLst/>
            </a:prstGeom>
            <a:ln w="9525" cap="flat" cmpd="sng">
              <a:solidFill>
                <a:schemeClr val="tx1"/>
              </a:solidFill>
              <a:prstDash val="solid"/>
              <a:round/>
              <a:headEnd type="none" w="med" len="med"/>
              <a:tailEnd type="none" w="med" len="med"/>
            </a:ln>
          </p:spPr>
        </p:sp>
        <p:sp>
          <p:nvSpPr>
            <p:cNvPr id="101493" name="Line 118"/>
            <p:cNvSpPr/>
            <p:nvPr/>
          </p:nvSpPr>
          <p:spPr>
            <a:xfrm>
              <a:off x="2715" y="2112"/>
              <a:ext cx="0" cy="310"/>
            </a:xfrm>
            <a:prstGeom prst="line">
              <a:avLst/>
            </a:prstGeom>
            <a:ln w="9525" cap="flat" cmpd="sng">
              <a:solidFill>
                <a:schemeClr val="tx1"/>
              </a:solidFill>
              <a:prstDash val="solid"/>
              <a:round/>
              <a:headEnd type="none" w="med" len="med"/>
              <a:tailEnd type="none" w="med" len="med"/>
            </a:ln>
          </p:spPr>
        </p:sp>
        <p:sp>
          <p:nvSpPr>
            <p:cNvPr id="101494" name="Text Box 119"/>
            <p:cNvSpPr txBox="1"/>
            <p:nvPr/>
          </p:nvSpPr>
          <p:spPr>
            <a:xfrm>
              <a:off x="2594" y="2826"/>
              <a:ext cx="253"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1Q</a:t>
              </a:r>
              <a:endParaRPr lang="en-US" altLang="zh-CN" sz="1200" i="0" dirty="0">
                <a:latin typeface="Times New Roman" panose="02020603050405020304" pitchFamily="18" charset="0"/>
                <a:ea typeface="宋体" panose="02010600030101010101" pitchFamily="2" charset="-122"/>
              </a:endParaRPr>
            </a:p>
          </p:txBody>
        </p:sp>
        <p:sp>
          <p:nvSpPr>
            <p:cNvPr id="101495" name="Text Box 120"/>
            <p:cNvSpPr txBox="1"/>
            <p:nvPr/>
          </p:nvSpPr>
          <p:spPr>
            <a:xfrm>
              <a:off x="2345" y="2733"/>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a:t>
              </a:r>
              <a:endParaRPr lang="en-US" altLang="zh-CN" sz="1200" i="0" dirty="0">
                <a:latin typeface="Times New Roman" panose="02020603050405020304" pitchFamily="18" charset="0"/>
                <a:ea typeface="宋体" panose="02010600030101010101" pitchFamily="2" charset="-122"/>
              </a:endParaRPr>
            </a:p>
          </p:txBody>
        </p:sp>
        <p:sp>
          <p:nvSpPr>
            <p:cNvPr id="101496" name="Text Box 121"/>
            <p:cNvSpPr txBox="1"/>
            <p:nvPr/>
          </p:nvSpPr>
          <p:spPr>
            <a:xfrm>
              <a:off x="2353" y="2548"/>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97" name="Text Box 122"/>
            <p:cNvSpPr txBox="1"/>
            <p:nvPr/>
          </p:nvSpPr>
          <p:spPr>
            <a:xfrm>
              <a:off x="2448" y="2409"/>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98" name="Text Box 123"/>
            <p:cNvSpPr txBox="1"/>
            <p:nvPr/>
          </p:nvSpPr>
          <p:spPr>
            <a:xfrm>
              <a:off x="2688" y="2409"/>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99" name="Line 124"/>
            <p:cNvSpPr/>
            <p:nvPr/>
          </p:nvSpPr>
          <p:spPr>
            <a:xfrm>
              <a:off x="288" y="2648"/>
              <a:ext cx="2086" cy="0"/>
            </a:xfrm>
            <a:prstGeom prst="line">
              <a:avLst/>
            </a:prstGeom>
            <a:ln w="9525" cap="flat" cmpd="sng">
              <a:solidFill>
                <a:schemeClr val="tx1"/>
              </a:solidFill>
              <a:prstDash val="solid"/>
              <a:round/>
              <a:headEnd type="none" w="med" len="med"/>
              <a:tailEnd type="none" w="med" len="med"/>
            </a:ln>
          </p:spPr>
        </p:sp>
        <p:sp>
          <p:nvSpPr>
            <p:cNvPr id="101500" name="Line 125"/>
            <p:cNvSpPr/>
            <p:nvPr/>
          </p:nvSpPr>
          <p:spPr>
            <a:xfrm>
              <a:off x="2796" y="2069"/>
              <a:ext cx="0" cy="356"/>
            </a:xfrm>
            <a:prstGeom prst="line">
              <a:avLst/>
            </a:prstGeom>
            <a:ln w="9525" cap="flat" cmpd="sng">
              <a:solidFill>
                <a:schemeClr val="tx1"/>
              </a:solidFill>
              <a:prstDash val="solid"/>
              <a:round/>
              <a:headEnd type="none" w="med" len="med"/>
              <a:tailEnd type="none" w="med" len="med"/>
            </a:ln>
          </p:spPr>
        </p:sp>
        <p:sp>
          <p:nvSpPr>
            <p:cNvPr id="101501" name="Line 126"/>
            <p:cNvSpPr/>
            <p:nvPr/>
          </p:nvSpPr>
          <p:spPr>
            <a:xfrm>
              <a:off x="3037" y="2304"/>
              <a:ext cx="0" cy="125"/>
            </a:xfrm>
            <a:prstGeom prst="line">
              <a:avLst/>
            </a:prstGeom>
            <a:ln w="9525" cap="flat" cmpd="sng">
              <a:solidFill>
                <a:schemeClr val="tx1"/>
              </a:solidFill>
              <a:prstDash val="solid"/>
              <a:round/>
              <a:headEnd type="none" w="med" len="med"/>
              <a:tailEnd type="none" w="med" len="med"/>
            </a:ln>
          </p:spPr>
        </p:sp>
        <p:sp>
          <p:nvSpPr>
            <p:cNvPr id="101502" name="Text Box 127"/>
            <p:cNvSpPr txBox="1"/>
            <p:nvPr/>
          </p:nvSpPr>
          <p:spPr>
            <a:xfrm>
              <a:off x="3068" y="2826"/>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2Q</a:t>
              </a:r>
              <a:endParaRPr lang="en-US" altLang="zh-CN" sz="1200" i="0" dirty="0">
                <a:latin typeface="Times New Roman" panose="02020603050405020304" pitchFamily="18" charset="0"/>
                <a:ea typeface="宋体" panose="02010600030101010101" pitchFamily="2" charset="-122"/>
              </a:endParaRPr>
            </a:p>
          </p:txBody>
        </p:sp>
        <p:sp>
          <p:nvSpPr>
            <p:cNvPr id="101503" name="Text Box 128"/>
            <p:cNvSpPr txBox="1"/>
            <p:nvPr/>
          </p:nvSpPr>
          <p:spPr>
            <a:xfrm>
              <a:off x="2352" y="2425"/>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1S</a:t>
              </a:r>
              <a:endParaRPr lang="en-US" altLang="zh-CN" sz="1200" i="0" dirty="0">
                <a:latin typeface="Times New Roman" panose="02020603050405020304" pitchFamily="18" charset="0"/>
                <a:ea typeface="宋体" panose="02010600030101010101" pitchFamily="2" charset="-122"/>
              </a:endParaRPr>
            </a:p>
          </p:txBody>
        </p:sp>
        <p:sp>
          <p:nvSpPr>
            <p:cNvPr id="101504" name="Line 129"/>
            <p:cNvSpPr/>
            <p:nvPr/>
          </p:nvSpPr>
          <p:spPr>
            <a:xfrm>
              <a:off x="3158" y="3091"/>
              <a:ext cx="0" cy="317"/>
            </a:xfrm>
            <a:prstGeom prst="line">
              <a:avLst/>
            </a:prstGeom>
            <a:ln w="9525" cap="flat" cmpd="sng">
              <a:solidFill>
                <a:schemeClr val="tx1"/>
              </a:solidFill>
              <a:prstDash val="solid"/>
              <a:round/>
              <a:headEnd type="none" w="med" len="med"/>
              <a:tailEnd type="none" w="med" len="med"/>
            </a:ln>
          </p:spPr>
        </p:sp>
        <p:sp>
          <p:nvSpPr>
            <p:cNvPr id="101505" name="Text Box 130"/>
            <p:cNvSpPr txBox="1"/>
            <p:nvPr/>
          </p:nvSpPr>
          <p:spPr>
            <a:xfrm>
              <a:off x="2592" y="2352"/>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1200" i="0" dirty="0">
                <a:latin typeface="Times New Roman" panose="02020603050405020304" pitchFamily="18" charset="0"/>
                <a:ea typeface="宋体" panose="02010600030101010101" pitchFamily="2" charset="-122"/>
              </a:endParaRPr>
            </a:p>
          </p:txBody>
        </p:sp>
        <p:sp>
          <p:nvSpPr>
            <p:cNvPr id="101506" name="Text Box 131"/>
            <p:cNvSpPr txBox="1"/>
            <p:nvPr/>
          </p:nvSpPr>
          <p:spPr>
            <a:xfrm>
              <a:off x="3024" y="2409"/>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507" name="Text Box 132"/>
            <p:cNvSpPr txBox="1"/>
            <p:nvPr/>
          </p:nvSpPr>
          <p:spPr>
            <a:xfrm>
              <a:off x="3313" y="2409"/>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508" name="Text Box 133"/>
            <p:cNvSpPr txBox="1"/>
            <p:nvPr/>
          </p:nvSpPr>
          <p:spPr>
            <a:xfrm>
              <a:off x="2916" y="2409"/>
              <a:ext cx="252"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2S</a:t>
              </a:r>
              <a:endParaRPr lang="en-US" altLang="zh-CN" sz="1200" i="0" dirty="0">
                <a:latin typeface="Times New Roman" panose="02020603050405020304" pitchFamily="18" charset="0"/>
                <a:ea typeface="宋体" panose="02010600030101010101" pitchFamily="2" charset="-122"/>
              </a:endParaRPr>
            </a:p>
          </p:txBody>
        </p:sp>
        <p:sp>
          <p:nvSpPr>
            <p:cNvPr id="101509" name="Text Box 134"/>
            <p:cNvSpPr txBox="1"/>
            <p:nvPr/>
          </p:nvSpPr>
          <p:spPr>
            <a:xfrm>
              <a:off x="3168" y="2352"/>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01510" name="Line 135"/>
            <p:cNvSpPr/>
            <p:nvPr/>
          </p:nvSpPr>
          <p:spPr>
            <a:xfrm>
              <a:off x="2957" y="2426"/>
              <a:ext cx="0" cy="646"/>
            </a:xfrm>
            <a:prstGeom prst="line">
              <a:avLst/>
            </a:prstGeom>
            <a:ln w="9525" cap="flat" cmpd="sng">
              <a:solidFill>
                <a:schemeClr val="tx1"/>
              </a:solidFill>
              <a:prstDash val="dash"/>
              <a:round/>
              <a:headEnd type="none" w="med" len="med"/>
              <a:tailEnd type="none" w="med" len="med"/>
            </a:ln>
          </p:spPr>
        </p:sp>
        <p:sp>
          <p:nvSpPr>
            <p:cNvPr id="101511" name="Line 136"/>
            <p:cNvSpPr/>
            <p:nvPr/>
          </p:nvSpPr>
          <p:spPr>
            <a:xfrm>
              <a:off x="96" y="1300"/>
              <a:ext cx="0" cy="2108"/>
            </a:xfrm>
            <a:prstGeom prst="line">
              <a:avLst/>
            </a:prstGeom>
            <a:ln w="9525" cap="flat" cmpd="sng">
              <a:solidFill>
                <a:schemeClr val="tx1"/>
              </a:solidFill>
              <a:prstDash val="solid"/>
              <a:round/>
              <a:headEnd type="none" w="med" len="med"/>
              <a:tailEnd type="none" w="med" len="med"/>
            </a:ln>
          </p:spPr>
        </p:sp>
        <p:sp>
          <p:nvSpPr>
            <p:cNvPr id="101512" name="Line 137"/>
            <p:cNvSpPr/>
            <p:nvPr/>
          </p:nvSpPr>
          <p:spPr>
            <a:xfrm>
              <a:off x="192" y="1536"/>
              <a:ext cx="0" cy="1872"/>
            </a:xfrm>
            <a:prstGeom prst="line">
              <a:avLst/>
            </a:prstGeom>
            <a:ln w="9525" cap="flat" cmpd="sng">
              <a:solidFill>
                <a:schemeClr val="tx1"/>
              </a:solidFill>
              <a:prstDash val="solid"/>
              <a:round/>
              <a:headEnd type="none" w="med" len="med"/>
              <a:tailEnd type="none" w="med" len="med"/>
            </a:ln>
          </p:spPr>
        </p:sp>
        <p:sp>
          <p:nvSpPr>
            <p:cNvPr id="101513" name="Line 138"/>
            <p:cNvSpPr/>
            <p:nvPr/>
          </p:nvSpPr>
          <p:spPr>
            <a:xfrm>
              <a:off x="288" y="2660"/>
              <a:ext cx="0" cy="748"/>
            </a:xfrm>
            <a:prstGeom prst="line">
              <a:avLst/>
            </a:prstGeom>
            <a:ln w="9525" cap="flat" cmpd="sng">
              <a:solidFill>
                <a:schemeClr val="tx1"/>
              </a:solidFill>
              <a:prstDash val="solid"/>
              <a:round/>
              <a:headEnd type="none" w="med" len="med"/>
              <a:tailEnd type="none" w="med" len="med"/>
            </a:ln>
          </p:spPr>
        </p:sp>
        <p:sp>
          <p:nvSpPr>
            <p:cNvPr id="101514" name="Line 139"/>
            <p:cNvSpPr/>
            <p:nvPr/>
          </p:nvSpPr>
          <p:spPr>
            <a:xfrm>
              <a:off x="384" y="2880"/>
              <a:ext cx="0" cy="528"/>
            </a:xfrm>
            <a:prstGeom prst="line">
              <a:avLst/>
            </a:prstGeom>
            <a:ln w="9525" cap="flat" cmpd="sng">
              <a:solidFill>
                <a:schemeClr val="tx1"/>
              </a:solidFill>
              <a:prstDash val="solid"/>
              <a:round/>
              <a:headEnd type="none" w="med" len="med"/>
              <a:tailEnd type="none" w="med" len="med"/>
            </a:ln>
          </p:spPr>
        </p:sp>
        <p:sp>
          <p:nvSpPr>
            <p:cNvPr id="101515" name="Line 140"/>
            <p:cNvSpPr/>
            <p:nvPr/>
          </p:nvSpPr>
          <p:spPr>
            <a:xfrm>
              <a:off x="96" y="1824"/>
              <a:ext cx="4226" cy="0"/>
            </a:xfrm>
            <a:prstGeom prst="line">
              <a:avLst/>
            </a:prstGeom>
            <a:ln w="9525" cap="flat" cmpd="sng">
              <a:solidFill>
                <a:schemeClr val="tx1"/>
              </a:solidFill>
              <a:prstDash val="solid"/>
              <a:round/>
              <a:headEnd type="none" w="med" len="med"/>
              <a:tailEnd type="none" w="med" len="med"/>
            </a:ln>
          </p:spPr>
        </p:sp>
        <p:sp>
          <p:nvSpPr>
            <p:cNvPr id="101516" name="Line 141"/>
            <p:cNvSpPr/>
            <p:nvPr/>
          </p:nvSpPr>
          <p:spPr>
            <a:xfrm>
              <a:off x="192" y="1920"/>
              <a:ext cx="4226" cy="0"/>
            </a:xfrm>
            <a:prstGeom prst="line">
              <a:avLst/>
            </a:prstGeom>
            <a:ln w="9525" cap="flat" cmpd="sng">
              <a:solidFill>
                <a:schemeClr val="tx1"/>
              </a:solidFill>
              <a:prstDash val="solid"/>
              <a:round/>
              <a:headEnd type="none" w="med" len="med"/>
              <a:tailEnd type="none" w="med" len="med"/>
            </a:ln>
          </p:spPr>
        </p:sp>
        <p:sp>
          <p:nvSpPr>
            <p:cNvPr id="101517" name="Line 142"/>
            <p:cNvSpPr/>
            <p:nvPr/>
          </p:nvSpPr>
          <p:spPr>
            <a:xfrm>
              <a:off x="1584" y="1536"/>
              <a:ext cx="0" cy="384"/>
            </a:xfrm>
            <a:prstGeom prst="line">
              <a:avLst/>
            </a:prstGeom>
            <a:ln w="9525" cap="flat" cmpd="sng">
              <a:solidFill>
                <a:schemeClr val="tx1"/>
              </a:solidFill>
              <a:prstDash val="solid"/>
              <a:round/>
              <a:headEnd type="none" w="med" len="med"/>
              <a:tailEnd type="none" w="med" len="med"/>
            </a:ln>
          </p:spPr>
        </p:sp>
        <p:sp>
          <p:nvSpPr>
            <p:cNvPr id="101518" name="Line 143"/>
            <p:cNvSpPr/>
            <p:nvPr/>
          </p:nvSpPr>
          <p:spPr>
            <a:xfrm>
              <a:off x="1488" y="1303"/>
              <a:ext cx="0" cy="521"/>
            </a:xfrm>
            <a:prstGeom prst="line">
              <a:avLst/>
            </a:prstGeom>
            <a:ln w="9525" cap="flat" cmpd="sng">
              <a:solidFill>
                <a:schemeClr val="tx1"/>
              </a:solidFill>
              <a:prstDash val="solid"/>
              <a:round/>
              <a:headEnd type="none" w="med" len="med"/>
              <a:tailEnd type="none" w="med" len="med"/>
            </a:ln>
          </p:spPr>
        </p:sp>
        <p:sp>
          <p:nvSpPr>
            <p:cNvPr id="101519" name="Line 144"/>
            <p:cNvSpPr/>
            <p:nvPr/>
          </p:nvSpPr>
          <p:spPr>
            <a:xfrm>
              <a:off x="2928" y="1303"/>
              <a:ext cx="0" cy="521"/>
            </a:xfrm>
            <a:prstGeom prst="line">
              <a:avLst/>
            </a:prstGeom>
            <a:ln w="9525" cap="flat" cmpd="sng">
              <a:solidFill>
                <a:schemeClr val="tx1"/>
              </a:solidFill>
              <a:prstDash val="solid"/>
              <a:round/>
              <a:headEnd type="none" w="med" len="med"/>
              <a:tailEnd type="none" w="med" len="med"/>
            </a:ln>
          </p:spPr>
        </p:sp>
        <p:sp>
          <p:nvSpPr>
            <p:cNvPr id="101520" name="Line 145"/>
            <p:cNvSpPr/>
            <p:nvPr/>
          </p:nvSpPr>
          <p:spPr>
            <a:xfrm>
              <a:off x="4320" y="1303"/>
              <a:ext cx="0" cy="521"/>
            </a:xfrm>
            <a:prstGeom prst="line">
              <a:avLst/>
            </a:prstGeom>
            <a:ln w="9525" cap="flat" cmpd="sng">
              <a:solidFill>
                <a:schemeClr val="tx1"/>
              </a:solidFill>
              <a:prstDash val="solid"/>
              <a:round/>
              <a:headEnd type="none" w="med" len="med"/>
              <a:tailEnd type="none" w="med" len="med"/>
            </a:ln>
          </p:spPr>
        </p:sp>
        <p:sp>
          <p:nvSpPr>
            <p:cNvPr id="101521" name="Line 146"/>
            <p:cNvSpPr/>
            <p:nvPr/>
          </p:nvSpPr>
          <p:spPr>
            <a:xfrm>
              <a:off x="4416" y="1536"/>
              <a:ext cx="0" cy="384"/>
            </a:xfrm>
            <a:prstGeom prst="line">
              <a:avLst/>
            </a:prstGeom>
            <a:ln w="9525" cap="flat" cmpd="sng">
              <a:solidFill>
                <a:schemeClr val="tx1"/>
              </a:solidFill>
              <a:prstDash val="solid"/>
              <a:round/>
              <a:headEnd type="none" w="med" len="med"/>
              <a:tailEnd type="none" w="med" len="med"/>
            </a:ln>
          </p:spPr>
        </p:sp>
        <p:sp>
          <p:nvSpPr>
            <p:cNvPr id="101522" name="Line 147"/>
            <p:cNvSpPr/>
            <p:nvPr/>
          </p:nvSpPr>
          <p:spPr>
            <a:xfrm>
              <a:off x="3024" y="1536"/>
              <a:ext cx="0" cy="384"/>
            </a:xfrm>
            <a:prstGeom prst="line">
              <a:avLst/>
            </a:prstGeom>
            <a:ln w="9525" cap="flat" cmpd="sng">
              <a:solidFill>
                <a:schemeClr val="tx1"/>
              </a:solidFill>
              <a:prstDash val="solid"/>
              <a:round/>
              <a:headEnd type="none" w="med" len="med"/>
              <a:tailEnd type="none" w="med" len="med"/>
            </a:ln>
          </p:spPr>
        </p:sp>
        <p:sp>
          <p:nvSpPr>
            <p:cNvPr id="101523" name="Line 148"/>
            <p:cNvSpPr/>
            <p:nvPr/>
          </p:nvSpPr>
          <p:spPr>
            <a:xfrm flipH="1">
              <a:off x="2016" y="2304"/>
              <a:ext cx="1020" cy="0"/>
            </a:xfrm>
            <a:prstGeom prst="line">
              <a:avLst/>
            </a:prstGeom>
            <a:ln w="9525" cap="flat" cmpd="sng">
              <a:solidFill>
                <a:schemeClr val="tx1"/>
              </a:solidFill>
              <a:prstDash val="solid"/>
              <a:round/>
              <a:headEnd type="none" w="med" len="med"/>
              <a:tailEnd type="none" w="med" len="med"/>
            </a:ln>
          </p:spPr>
        </p:sp>
        <p:sp>
          <p:nvSpPr>
            <p:cNvPr id="101524" name="Line 149"/>
            <p:cNvSpPr/>
            <p:nvPr/>
          </p:nvSpPr>
          <p:spPr>
            <a:xfrm>
              <a:off x="2016" y="2304"/>
              <a:ext cx="0" cy="240"/>
            </a:xfrm>
            <a:prstGeom prst="line">
              <a:avLst/>
            </a:prstGeom>
            <a:ln w="9525" cap="flat" cmpd="sng">
              <a:solidFill>
                <a:schemeClr val="tx1"/>
              </a:solidFill>
              <a:prstDash val="solid"/>
              <a:round/>
              <a:headEnd type="none" w="med" len="med"/>
              <a:tailEnd type="none" w="med" len="med"/>
            </a:ln>
          </p:spPr>
        </p:sp>
        <p:sp>
          <p:nvSpPr>
            <p:cNvPr id="101525" name="Line 150"/>
            <p:cNvSpPr/>
            <p:nvPr/>
          </p:nvSpPr>
          <p:spPr>
            <a:xfrm>
              <a:off x="1849" y="2544"/>
              <a:ext cx="336" cy="0"/>
            </a:xfrm>
            <a:prstGeom prst="line">
              <a:avLst/>
            </a:prstGeom>
            <a:ln w="57150" cap="flat" cmpd="sng">
              <a:solidFill>
                <a:schemeClr val="tx1"/>
              </a:solidFill>
              <a:prstDash val="solid"/>
              <a:round/>
              <a:headEnd type="none" w="med" len="med"/>
              <a:tailEnd type="none" w="med" len="med"/>
            </a:ln>
          </p:spPr>
        </p:sp>
        <p:sp>
          <p:nvSpPr>
            <p:cNvPr id="101526" name="Line 151"/>
            <p:cNvSpPr/>
            <p:nvPr/>
          </p:nvSpPr>
          <p:spPr>
            <a:xfrm>
              <a:off x="617" y="2208"/>
              <a:ext cx="1927" cy="0"/>
            </a:xfrm>
            <a:prstGeom prst="line">
              <a:avLst/>
            </a:prstGeom>
            <a:ln w="9525" cap="flat" cmpd="sng">
              <a:solidFill>
                <a:schemeClr val="tx1"/>
              </a:solidFill>
              <a:prstDash val="solid"/>
              <a:round/>
              <a:headEnd type="none" w="med" len="med"/>
              <a:tailEnd type="none" w="med" len="med"/>
            </a:ln>
          </p:spPr>
        </p:sp>
        <p:sp>
          <p:nvSpPr>
            <p:cNvPr id="101527" name="Line 152"/>
            <p:cNvSpPr/>
            <p:nvPr/>
          </p:nvSpPr>
          <p:spPr>
            <a:xfrm>
              <a:off x="1104" y="2160"/>
              <a:ext cx="1532" cy="0"/>
            </a:xfrm>
            <a:prstGeom prst="line">
              <a:avLst/>
            </a:prstGeom>
            <a:ln w="9525" cap="flat" cmpd="sng">
              <a:solidFill>
                <a:schemeClr val="tx1"/>
              </a:solidFill>
              <a:prstDash val="solid"/>
              <a:round/>
              <a:headEnd type="none" w="med" len="med"/>
              <a:tailEnd type="none" w="med" len="med"/>
            </a:ln>
          </p:spPr>
        </p:sp>
        <p:sp>
          <p:nvSpPr>
            <p:cNvPr id="101528" name="Line 153"/>
            <p:cNvSpPr/>
            <p:nvPr/>
          </p:nvSpPr>
          <p:spPr>
            <a:xfrm>
              <a:off x="2011" y="2112"/>
              <a:ext cx="703" cy="0"/>
            </a:xfrm>
            <a:prstGeom prst="line">
              <a:avLst/>
            </a:prstGeom>
            <a:ln w="9525" cap="flat" cmpd="sng">
              <a:solidFill>
                <a:schemeClr val="tx1"/>
              </a:solidFill>
              <a:prstDash val="solid"/>
              <a:round/>
              <a:headEnd type="none" w="med" len="med"/>
              <a:tailEnd type="none" w="med" len="med"/>
            </a:ln>
          </p:spPr>
        </p:sp>
        <p:sp>
          <p:nvSpPr>
            <p:cNvPr id="101529" name="Line 154"/>
            <p:cNvSpPr/>
            <p:nvPr/>
          </p:nvSpPr>
          <p:spPr>
            <a:xfrm>
              <a:off x="2496" y="2064"/>
              <a:ext cx="308" cy="0"/>
            </a:xfrm>
            <a:prstGeom prst="line">
              <a:avLst/>
            </a:prstGeom>
            <a:ln w="9525" cap="flat" cmpd="sng">
              <a:solidFill>
                <a:schemeClr val="tx1"/>
              </a:solidFill>
              <a:prstDash val="solid"/>
              <a:round/>
              <a:headEnd type="none" w="med" len="med"/>
              <a:tailEnd type="none" w="med" len="med"/>
            </a:ln>
          </p:spPr>
        </p:sp>
        <p:sp>
          <p:nvSpPr>
            <p:cNvPr id="101530" name="Line 155"/>
            <p:cNvSpPr/>
            <p:nvPr/>
          </p:nvSpPr>
          <p:spPr>
            <a:xfrm>
              <a:off x="3120" y="2064"/>
              <a:ext cx="0" cy="356"/>
            </a:xfrm>
            <a:prstGeom prst="line">
              <a:avLst/>
            </a:prstGeom>
            <a:ln w="9525" cap="flat" cmpd="sng">
              <a:solidFill>
                <a:schemeClr val="tx1"/>
              </a:solidFill>
              <a:prstDash val="solid"/>
              <a:round/>
              <a:headEnd type="none" w="med" len="med"/>
              <a:tailEnd type="none" w="med" len="med"/>
            </a:ln>
          </p:spPr>
        </p:sp>
        <p:sp>
          <p:nvSpPr>
            <p:cNvPr id="101531" name="Line 156"/>
            <p:cNvSpPr/>
            <p:nvPr/>
          </p:nvSpPr>
          <p:spPr>
            <a:xfrm>
              <a:off x="3216" y="2112"/>
              <a:ext cx="0" cy="310"/>
            </a:xfrm>
            <a:prstGeom prst="line">
              <a:avLst/>
            </a:prstGeom>
            <a:ln w="9525" cap="flat" cmpd="sng">
              <a:solidFill>
                <a:schemeClr val="tx1"/>
              </a:solidFill>
              <a:prstDash val="solid"/>
              <a:round/>
              <a:headEnd type="none" w="med" len="med"/>
              <a:tailEnd type="none" w="med" len="med"/>
            </a:ln>
          </p:spPr>
        </p:sp>
        <p:sp>
          <p:nvSpPr>
            <p:cNvPr id="101532" name="Line 157"/>
            <p:cNvSpPr/>
            <p:nvPr/>
          </p:nvSpPr>
          <p:spPr>
            <a:xfrm>
              <a:off x="3312" y="2160"/>
              <a:ext cx="0" cy="265"/>
            </a:xfrm>
            <a:prstGeom prst="line">
              <a:avLst/>
            </a:prstGeom>
            <a:ln w="9525" cap="flat" cmpd="sng">
              <a:solidFill>
                <a:schemeClr val="tx1"/>
              </a:solidFill>
              <a:prstDash val="solid"/>
              <a:round/>
              <a:headEnd type="none" w="med" len="med"/>
              <a:tailEnd type="none" w="med" len="med"/>
            </a:ln>
          </p:spPr>
        </p:sp>
        <p:sp>
          <p:nvSpPr>
            <p:cNvPr id="101533" name="Line 158"/>
            <p:cNvSpPr/>
            <p:nvPr/>
          </p:nvSpPr>
          <p:spPr>
            <a:xfrm>
              <a:off x="3408" y="2208"/>
              <a:ext cx="0" cy="220"/>
            </a:xfrm>
            <a:prstGeom prst="line">
              <a:avLst/>
            </a:prstGeom>
            <a:ln w="9525" cap="flat" cmpd="sng">
              <a:solidFill>
                <a:schemeClr val="tx1"/>
              </a:solidFill>
              <a:prstDash val="solid"/>
              <a:round/>
              <a:headEnd type="none" w="med" len="med"/>
              <a:tailEnd type="none" w="med" len="med"/>
            </a:ln>
          </p:spPr>
        </p:sp>
        <p:sp>
          <p:nvSpPr>
            <p:cNvPr id="101534" name="Line 159"/>
            <p:cNvSpPr/>
            <p:nvPr/>
          </p:nvSpPr>
          <p:spPr>
            <a:xfrm>
              <a:off x="5376" y="1728"/>
              <a:ext cx="0" cy="476"/>
            </a:xfrm>
            <a:prstGeom prst="line">
              <a:avLst/>
            </a:prstGeom>
            <a:ln w="9525" cap="flat" cmpd="sng">
              <a:solidFill>
                <a:schemeClr val="tx1"/>
              </a:solidFill>
              <a:prstDash val="solid"/>
              <a:round/>
              <a:headEnd type="none" w="med" len="med"/>
              <a:tailEnd type="none" w="med" len="med"/>
            </a:ln>
          </p:spPr>
        </p:sp>
        <p:sp>
          <p:nvSpPr>
            <p:cNvPr id="101535" name="Line 160"/>
            <p:cNvSpPr/>
            <p:nvPr/>
          </p:nvSpPr>
          <p:spPr>
            <a:xfrm>
              <a:off x="4896" y="1728"/>
              <a:ext cx="0" cy="431"/>
            </a:xfrm>
            <a:prstGeom prst="line">
              <a:avLst/>
            </a:prstGeom>
            <a:ln w="9525" cap="flat" cmpd="sng">
              <a:solidFill>
                <a:schemeClr val="tx1"/>
              </a:solidFill>
              <a:prstDash val="solid"/>
              <a:round/>
              <a:headEnd type="none" w="med" len="med"/>
              <a:tailEnd type="none" w="med" len="med"/>
            </a:ln>
          </p:spPr>
        </p:sp>
        <p:sp>
          <p:nvSpPr>
            <p:cNvPr id="101536" name="Line 161"/>
            <p:cNvSpPr/>
            <p:nvPr/>
          </p:nvSpPr>
          <p:spPr>
            <a:xfrm>
              <a:off x="3936" y="1728"/>
              <a:ext cx="0" cy="379"/>
            </a:xfrm>
            <a:prstGeom prst="line">
              <a:avLst/>
            </a:prstGeom>
            <a:ln w="9525" cap="flat" cmpd="sng">
              <a:solidFill>
                <a:schemeClr val="tx1"/>
              </a:solidFill>
              <a:prstDash val="solid"/>
              <a:round/>
              <a:headEnd type="none" w="med" len="med"/>
              <a:tailEnd type="none" w="med" len="med"/>
            </a:ln>
          </p:spPr>
        </p:sp>
        <p:sp>
          <p:nvSpPr>
            <p:cNvPr id="101537" name="Line 162"/>
            <p:cNvSpPr/>
            <p:nvPr/>
          </p:nvSpPr>
          <p:spPr>
            <a:xfrm>
              <a:off x="3504" y="1728"/>
              <a:ext cx="0" cy="333"/>
            </a:xfrm>
            <a:prstGeom prst="line">
              <a:avLst/>
            </a:prstGeom>
            <a:ln w="9525" cap="flat" cmpd="sng">
              <a:solidFill>
                <a:schemeClr val="tx1"/>
              </a:solidFill>
              <a:prstDash val="solid"/>
              <a:round/>
              <a:headEnd type="none" w="med" len="med"/>
              <a:tailEnd type="none" w="med" len="med"/>
            </a:ln>
          </p:spPr>
        </p:sp>
        <p:sp>
          <p:nvSpPr>
            <p:cNvPr id="101538" name="Line 163"/>
            <p:cNvSpPr/>
            <p:nvPr/>
          </p:nvSpPr>
          <p:spPr>
            <a:xfrm>
              <a:off x="3120" y="2064"/>
              <a:ext cx="384" cy="0"/>
            </a:xfrm>
            <a:prstGeom prst="line">
              <a:avLst/>
            </a:prstGeom>
            <a:ln w="9525" cap="flat" cmpd="sng">
              <a:solidFill>
                <a:schemeClr val="tx1"/>
              </a:solidFill>
              <a:prstDash val="solid"/>
              <a:round/>
              <a:headEnd type="none" w="med" len="med"/>
              <a:tailEnd type="none" w="med" len="med"/>
            </a:ln>
          </p:spPr>
        </p:sp>
        <p:sp>
          <p:nvSpPr>
            <p:cNvPr id="101539" name="Line 164"/>
            <p:cNvSpPr/>
            <p:nvPr/>
          </p:nvSpPr>
          <p:spPr>
            <a:xfrm>
              <a:off x="3216" y="2112"/>
              <a:ext cx="720" cy="0"/>
            </a:xfrm>
            <a:prstGeom prst="line">
              <a:avLst/>
            </a:prstGeom>
            <a:ln w="9525" cap="flat" cmpd="sng">
              <a:solidFill>
                <a:schemeClr val="tx1"/>
              </a:solidFill>
              <a:prstDash val="solid"/>
              <a:round/>
              <a:headEnd type="none" w="med" len="med"/>
              <a:tailEnd type="none" w="med" len="med"/>
            </a:ln>
          </p:spPr>
        </p:sp>
        <p:sp>
          <p:nvSpPr>
            <p:cNvPr id="101540" name="Line 165"/>
            <p:cNvSpPr/>
            <p:nvPr/>
          </p:nvSpPr>
          <p:spPr>
            <a:xfrm>
              <a:off x="3312" y="2160"/>
              <a:ext cx="1584" cy="0"/>
            </a:xfrm>
            <a:prstGeom prst="line">
              <a:avLst/>
            </a:prstGeom>
            <a:ln w="9525" cap="flat" cmpd="sng">
              <a:solidFill>
                <a:schemeClr val="tx1"/>
              </a:solidFill>
              <a:prstDash val="solid"/>
              <a:round/>
              <a:headEnd type="none" w="med" len="med"/>
              <a:tailEnd type="none" w="med" len="med"/>
            </a:ln>
          </p:spPr>
        </p:sp>
        <p:sp>
          <p:nvSpPr>
            <p:cNvPr id="101541" name="Line 166"/>
            <p:cNvSpPr/>
            <p:nvPr/>
          </p:nvSpPr>
          <p:spPr>
            <a:xfrm>
              <a:off x="3408" y="2208"/>
              <a:ext cx="1968" cy="0"/>
            </a:xfrm>
            <a:prstGeom prst="line">
              <a:avLst/>
            </a:prstGeom>
            <a:ln w="9525" cap="flat" cmpd="sng">
              <a:solidFill>
                <a:schemeClr val="tx1"/>
              </a:solidFill>
              <a:prstDash val="solid"/>
              <a:round/>
              <a:headEnd type="none" w="med" len="med"/>
              <a:tailEnd type="none" w="med" len="med"/>
            </a:ln>
          </p:spPr>
        </p:sp>
        <p:sp>
          <p:nvSpPr>
            <p:cNvPr id="101542" name="Line 167"/>
            <p:cNvSpPr/>
            <p:nvPr/>
          </p:nvSpPr>
          <p:spPr>
            <a:xfrm flipH="1">
              <a:off x="144" y="912"/>
              <a:ext cx="5040" cy="0"/>
            </a:xfrm>
            <a:prstGeom prst="line">
              <a:avLst/>
            </a:prstGeom>
            <a:ln w="9525" cap="flat" cmpd="sng">
              <a:solidFill>
                <a:schemeClr val="tx1"/>
              </a:solidFill>
              <a:prstDash val="solid"/>
              <a:round/>
              <a:headEnd type="none" w="med" len="med"/>
              <a:tailEnd type="none" w="med" len="med"/>
            </a:ln>
          </p:spPr>
        </p:sp>
        <p:sp>
          <p:nvSpPr>
            <p:cNvPr id="101543" name="Line 168"/>
            <p:cNvSpPr/>
            <p:nvPr/>
          </p:nvSpPr>
          <p:spPr>
            <a:xfrm>
              <a:off x="144" y="912"/>
              <a:ext cx="0" cy="144"/>
            </a:xfrm>
            <a:prstGeom prst="line">
              <a:avLst/>
            </a:prstGeom>
            <a:ln w="9525" cap="flat" cmpd="sng">
              <a:solidFill>
                <a:schemeClr val="tx1"/>
              </a:solidFill>
              <a:prstDash val="solid"/>
              <a:round/>
              <a:headEnd type="none" w="med" len="med"/>
              <a:tailEnd type="none" w="med" len="med"/>
            </a:ln>
          </p:spPr>
        </p:sp>
        <p:sp>
          <p:nvSpPr>
            <p:cNvPr id="101544" name="Line 169"/>
            <p:cNvSpPr/>
            <p:nvPr/>
          </p:nvSpPr>
          <p:spPr>
            <a:xfrm>
              <a:off x="45" y="1056"/>
              <a:ext cx="240" cy="0"/>
            </a:xfrm>
            <a:prstGeom prst="line">
              <a:avLst/>
            </a:prstGeom>
            <a:ln w="57150" cap="flat" cmpd="sng">
              <a:solidFill>
                <a:schemeClr val="tx1"/>
              </a:solidFill>
              <a:prstDash val="solid"/>
              <a:round/>
              <a:headEnd type="none" w="med" len="med"/>
              <a:tailEnd type="none" w="med" len="med"/>
            </a:ln>
          </p:spPr>
        </p:sp>
        <p:sp>
          <p:nvSpPr>
            <p:cNvPr id="204970" name="Text Box 170"/>
            <p:cNvSpPr txBox="1">
              <a:spLocks noChangeArrowheads="1"/>
            </p:cNvSpPr>
            <p:nvPr/>
          </p:nvSpPr>
          <p:spPr bwMode="auto">
            <a:xfrm>
              <a:off x="2400" y="3360"/>
              <a:ext cx="672" cy="25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t>
              </a:r>
              <a:r>
                <a:rPr kumimoji="1" lang="zh-CN"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输出</a:t>
              </a:r>
              <a:endParaRPr kumimoji="1" lang="zh-CN" altLang="en-US"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04971" name="Text Box 171"/>
            <p:cNvSpPr txBox="1">
              <a:spLocks noChangeArrowheads="1"/>
            </p:cNvSpPr>
            <p:nvPr/>
          </p:nvSpPr>
          <p:spPr bwMode="auto">
            <a:xfrm>
              <a:off x="2928" y="3360"/>
              <a:ext cx="672" cy="25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t>
              </a:r>
              <a:r>
                <a:rPr kumimoji="1" lang="zh-CN"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输出</a:t>
              </a:r>
              <a:endParaRPr kumimoji="1" lang="zh-CN" altLang="en-US"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01547" name="Text Box 172"/>
            <p:cNvSpPr txBox="1"/>
            <p:nvPr/>
          </p:nvSpPr>
          <p:spPr>
            <a:xfrm>
              <a:off x="-48" y="3408"/>
              <a:ext cx="912"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0</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2</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01548" name="Text Box 173"/>
            <p:cNvSpPr txBox="1"/>
            <p:nvPr/>
          </p:nvSpPr>
          <p:spPr>
            <a:xfrm>
              <a:off x="384" y="576"/>
              <a:ext cx="576"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0a1a2a3a</a:t>
              </a:r>
              <a:endParaRPr lang="en-US" altLang="zh-CN" sz="1400" i="0" dirty="0">
                <a:latin typeface="Times New Roman" panose="02020603050405020304" pitchFamily="18" charset="0"/>
                <a:ea typeface="宋体" panose="02010600030101010101" pitchFamily="2" charset="-122"/>
              </a:endParaRPr>
            </a:p>
          </p:txBody>
        </p:sp>
        <p:sp>
          <p:nvSpPr>
            <p:cNvPr id="101549" name="Text Box 174"/>
            <p:cNvSpPr txBox="1"/>
            <p:nvPr/>
          </p:nvSpPr>
          <p:spPr>
            <a:xfrm>
              <a:off x="960" y="576"/>
              <a:ext cx="576"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4a5a6a7a</a:t>
              </a:r>
              <a:endParaRPr lang="en-US" altLang="zh-CN" sz="1400" i="0" dirty="0">
                <a:latin typeface="Times New Roman" panose="02020603050405020304" pitchFamily="18" charset="0"/>
                <a:ea typeface="宋体" panose="02010600030101010101" pitchFamily="2" charset="-122"/>
              </a:endParaRPr>
            </a:p>
          </p:txBody>
        </p:sp>
        <p:sp>
          <p:nvSpPr>
            <p:cNvPr id="101550" name="Text Box 175"/>
            <p:cNvSpPr txBox="1"/>
            <p:nvPr/>
          </p:nvSpPr>
          <p:spPr>
            <a:xfrm>
              <a:off x="1728" y="576"/>
              <a:ext cx="720"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8a9a10a11a</a:t>
              </a:r>
              <a:endParaRPr lang="en-US" altLang="zh-CN" sz="1400" i="0" dirty="0">
                <a:latin typeface="Times New Roman" panose="02020603050405020304" pitchFamily="18" charset="0"/>
                <a:ea typeface="宋体" panose="02010600030101010101" pitchFamily="2" charset="-122"/>
              </a:endParaRPr>
            </a:p>
          </p:txBody>
        </p:sp>
        <p:sp>
          <p:nvSpPr>
            <p:cNvPr id="101551" name="Text Box 176"/>
            <p:cNvSpPr txBox="1"/>
            <p:nvPr/>
          </p:nvSpPr>
          <p:spPr>
            <a:xfrm>
              <a:off x="2304" y="576"/>
              <a:ext cx="816"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12a13a14a15a</a:t>
              </a:r>
              <a:endParaRPr lang="en-US" altLang="zh-CN" sz="1400" i="0" dirty="0">
                <a:latin typeface="Times New Roman" panose="02020603050405020304" pitchFamily="18" charset="0"/>
                <a:ea typeface="宋体" panose="02010600030101010101" pitchFamily="2" charset="-122"/>
              </a:endParaRPr>
            </a:p>
          </p:txBody>
        </p:sp>
        <p:sp>
          <p:nvSpPr>
            <p:cNvPr id="101552" name="Text Box 177"/>
            <p:cNvSpPr txBox="1"/>
            <p:nvPr/>
          </p:nvSpPr>
          <p:spPr>
            <a:xfrm>
              <a:off x="3168" y="576"/>
              <a:ext cx="576"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0b1b2b3b</a:t>
              </a:r>
              <a:endParaRPr lang="en-US" altLang="zh-CN" sz="1400" i="0" dirty="0">
                <a:latin typeface="Times New Roman" panose="02020603050405020304" pitchFamily="18" charset="0"/>
                <a:ea typeface="宋体" panose="02010600030101010101" pitchFamily="2" charset="-122"/>
              </a:endParaRPr>
            </a:p>
          </p:txBody>
        </p:sp>
        <p:sp>
          <p:nvSpPr>
            <p:cNvPr id="101553" name="Text Box 178"/>
            <p:cNvSpPr txBox="1"/>
            <p:nvPr/>
          </p:nvSpPr>
          <p:spPr>
            <a:xfrm>
              <a:off x="3792" y="576"/>
              <a:ext cx="576"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4b5b6b7b</a:t>
              </a:r>
              <a:endParaRPr lang="en-US" altLang="zh-CN" sz="1400" i="0" dirty="0">
                <a:latin typeface="Times New Roman" panose="02020603050405020304" pitchFamily="18" charset="0"/>
                <a:ea typeface="宋体" panose="02010600030101010101" pitchFamily="2" charset="-122"/>
              </a:endParaRPr>
            </a:p>
          </p:txBody>
        </p:sp>
        <p:sp>
          <p:nvSpPr>
            <p:cNvPr id="101554" name="Text Box 179"/>
            <p:cNvSpPr txBox="1"/>
            <p:nvPr/>
          </p:nvSpPr>
          <p:spPr>
            <a:xfrm>
              <a:off x="4464" y="576"/>
              <a:ext cx="720"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8b9b10b11b</a:t>
              </a:r>
              <a:endParaRPr lang="en-US" altLang="zh-CN" sz="1400" i="0" dirty="0">
                <a:latin typeface="Times New Roman" panose="02020603050405020304" pitchFamily="18" charset="0"/>
                <a:ea typeface="宋体" panose="02010600030101010101" pitchFamily="2" charset="-122"/>
              </a:endParaRPr>
            </a:p>
          </p:txBody>
        </p:sp>
        <p:sp>
          <p:nvSpPr>
            <p:cNvPr id="101555" name="Text Box 180"/>
            <p:cNvSpPr txBox="1"/>
            <p:nvPr/>
          </p:nvSpPr>
          <p:spPr>
            <a:xfrm>
              <a:off x="5040" y="576"/>
              <a:ext cx="912"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12b13b14b15b</a:t>
              </a:r>
              <a:endParaRPr lang="en-US" altLang="zh-CN" sz="1400" i="0" dirty="0">
                <a:latin typeface="Times New Roman" panose="02020603050405020304" pitchFamily="18" charset="0"/>
                <a:ea typeface="宋体" panose="02010600030101010101" pitchFamily="2" charset="-122"/>
              </a:endParaRPr>
            </a:p>
          </p:txBody>
        </p:sp>
        <p:sp>
          <p:nvSpPr>
            <p:cNvPr id="204981" name="Text Box 181"/>
            <p:cNvSpPr txBox="1">
              <a:spLocks noChangeArrowheads="1"/>
            </p:cNvSpPr>
            <p:nvPr/>
          </p:nvSpPr>
          <p:spPr bwMode="auto">
            <a:xfrm>
              <a:off x="1344" y="48"/>
              <a:ext cx="672" cy="25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t>
              </a:r>
              <a:r>
                <a:rPr kumimoji="1" lang="zh-CN"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输入</a:t>
              </a:r>
              <a:endParaRPr kumimoji="1" lang="zh-CN" altLang="en-US"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04982" name="Text Box 182"/>
            <p:cNvSpPr txBox="1">
              <a:spLocks noChangeArrowheads="1"/>
            </p:cNvSpPr>
            <p:nvPr/>
          </p:nvSpPr>
          <p:spPr bwMode="auto">
            <a:xfrm>
              <a:off x="4224" y="48"/>
              <a:ext cx="672" cy="25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t>
              </a:r>
              <a:r>
                <a:rPr kumimoji="1" lang="zh-CN"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输入</a:t>
              </a:r>
              <a:endParaRPr kumimoji="1" lang="zh-CN" altLang="en-US"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01558" name="AutoShape 183"/>
            <p:cNvSpPr/>
            <p:nvPr/>
          </p:nvSpPr>
          <p:spPr>
            <a:xfrm rot="5400000">
              <a:off x="1416" y="-648"/>
              <a:ext cx="408" cy="2184"/>
            </a:xfrm>
            <a:prstGeom prst="leftBrace">
              <a:avLst>
                <a:gd name="adj1" fmla="val 44533"/>
                <a:gd name="adj2" fmla="val 50000"/>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59" name="AutoShape 184"/>
            <p:cNvSpPr/>
            <p:nvPr/>
          </p:nvSpPr>
          <p:spPr>
            <a:xfrm rot="5400000">
              <a:off x="4248" y="-648"/>
              <a:ext cx="408" cy="2184"/>
            </a:xfrm>
            <a:prstGeom prst="leftBrace">
              <a:avLst>
                <a:gd name="adj1" fmla="val 44533"/>
                <a:gd name="adj2" fmla="val 50000"/>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0" name="Oval 185"/>
            <p:cNvSpPr/>
            <p:nvPr/>
          </p:nvSpPr>
          <p:spPr>
            <a:xfrm>
              <a:off x="2448" y="227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1" name="Oval 186"/>
            <p:cNvSpPr/>
            <p:nvPr/>
          </p:nvSpPr>
          <p:spPr>
            <a:xfrm>
              <a:off x="384" y="88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2" name="Oval 187"/>
            <p:cNvSpPr/>
            <p:nvPr/>
          </p:nvSpPr>
          <p:spPr>
            <a:xfrm>
              <a:off x="963" y="88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3" name="Oval 188"/>
            <p:cNvSpPr/>
            <p:nvPr/>
          </p:nvSpPr>
          <p:spPr>
            <a:xfrm>
              <a:off x="1779" y="88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4" name="Oval 189"/>
            <p:cNvSpPr/>
            <p:nvPr/>
          </p:nvSpPr>
          <p:spPr>
            <a:xfrm>
              <a:off x="2346" y="88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5" name="Oval 190"/>
            <p:cNvSpPr/>
            <p:nvPr/>
          </p:nvSpPr>
          <p:spPr>
            <a:xfrm>
              <a:off x="3216" y="88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6" name="Oval 191"/>
            <p:cNvSpPr/>
            <p:nvPr/>
          </p:nvSpPr>
          <p:spPr>
            <a:xfrm>
              <a:off x="3785" y="891"/>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7" name="Oval 192"/>
            <p:cNvSpPr/>
            <p:nvPr/>
          </p:nvSpPr>
          <p:spPr>
            <a:xfrm>
              <a:off x="4608" y="891"/>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01568" name="Group 193"/>
            <p:cNvGrpSpPr/>
            <p:nvPr/>
          </p:nvGrpSpPr>
          <p:grpSpPr>
            <a:xfrm>
              <a:off x="72" y="1800"/>
              <a:ext cx="143" cy="143"/>
              <a:chOff x="72" y="1992"/>
              <a:chExt cx="143" cy="143"/>
            </a:xfrm>
          </p:grpSpPr>
          <p:sp>
            <p:nvSpPr>
              <p:cNvPr id="101569" name="Oval 194"/>
              <p:cNvSpPr/>
              <p:nvPr/>
            </p:nvSpPr>
            <p:spPr>
              <a:xfrm>
                <a:off x="72" y="199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70" name="Oval 195"/>
              <p:cNvSpPr/>
              <p:nvPr/>
            </p:nvSpPr>
            <p:spPr>
              <a:xfrm>
                <a:off x="170" y="2090"/>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01571" name="Group 196"/>
            <p:cNvGrpSpPr/>
            <p:nvPr/>
          </p:nvGrpSpPr>
          <p:grpSpPr>
            <a:xfrm>
              <a:off x="1466" y="1798"/>
              <a:ext cx="143" cy="143"/>
              <a:chOff x="72" y="1992"/>
              <a:chExt cx="143" cy="143"/>
            </a:xfrm>
          </p:grpSpPr>
          <p:sp>
            <p:nvSpPr>
              <p:cNvPr id="101572" name="Oval 197"/>
              <p:cNvSpPr/>
              <p:nvPr/>
            </p:nvSpPr>
            <p:spPr>
              <a:xfrm>
                <a:off x="72" y="199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73" name="Oval 198"/>
              <p:cNvSpPr/>
              <p:nvPr/>
            </p:nvSpPr>
            <p:spPr>
              <a:xfrm>
                <a:off x="170" y="2090"/>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01574" name="Group 199"/>
            <p:cNvGrpSpPr/>
            <p:nvPr/>
          </p:nvGrpSpPr>
          <p:grpSpPr>
            <a:xfrm>
              <a:off x="2906" y="1798"/>
              <a:ext cx="143" cy="143"/>
              <a:chOff x="72" y="1992"/>
              <a:chExt cx="143" cy="143"/>
            </a:xfrm>
          </p:grpSpPr>
          <p:sp>
            <p:nvSpPr>
              <p:cNvPr id="101575" name="Oval 200"/>
              <p:cNvSpPr/>
              <p:nvPr/>
            </p:nvSpPr>
            <p:spPr>
              <a:xfrm>
                <a:off x="72" y="199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76" name="Oval 201"/>
              <p:cNvSpPr/>
              <p:nvPr/>
            </p:nvSpPr>
            <p:spPr>
              <a:xfrm>
                <a:off x="170" y="2090"/>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sp>
        <p:nvSpPr>
          <p:cNvPr id="101577" name="Oval 202"/>
          <p:cNvSpPr/>
          <p:nvPr/>
        </p:nvSpPr>
        <p:spPr>
          <a:xfrm>
            <a:off x="581025" y="2163763"/>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78" name="Oval 203"/>
          <p:cNvSpPr/>
          <p:nvPr/>
        </p:nvSpPr>
        <p:spPr>
          <a:xfrm>
            <a:off x="1493838" y="2162175"/>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79" name="Oval 205"/>
          <p:cNvSpPr/>
          <p:nvPr/>
        </p:nvSpPr>
        <p:spPr>
          <a:xfrm>
            <a:off x="2786063" y="2162175"/>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80" name="Oval 206"/>
          <p:cNvSpPr/>
          <p:nvPr/>
        </p:nvSpPr>
        <p:spPr>
          <a:xfrm>
            <a:off x="3698875" y="2160588"/>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81" name="Oval 207"/>
          <p:cNvSpPr/>
          <p:nvPr/>
        </p:nvSpPr>
        <p:spPr>
          <a:xfrm>
            <a:off x="5064125" y="2176463"/>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82" name="Oval 208"/>
          <p:cNvSpPr/>
          <p:nvPr/>
        </p:nvSpPr>
        <p:spPr>
          <a:xfrm>
            <a:off x="5976938" y="2174875"/>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83" name="Oval 209"/>
          <p:cNvSpPr/>
          <p:nvPr/>
        </p:nvSpPr>
        <p:spPr>
          <a:xfrm>
            <a:off x="7299325" y="2176463"/>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84" name="Oval 210"/>
          <p:cNvSpPr/>
          <p:nvPr/>
        </p:nvSpPr>
        <p:spPr>
          <a:xfrm>
            <a:off x="8212138" y="2174875"/>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85" name="Oval 211"/>
          <p:cNvSpPr/>
          <p:nvPr/>
        </p:nvSpPr>
        <p:spPr>
          <a:xfrm>
            <a:off x="3859213" y="4310063"/>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86" name="Oval 212"/>
          <p:cNvSpPr/>
          <p:nvPr/>
        </p:nvSpPr>
        <p:spPr>
          <a:xfrm>
            <a:off x="4772025" y="4308475"/>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5826" name="Object 2"/>
          <p:cNvGraphicFramePr>
            <a:graphicFrameLocks noChangeAspect="1"/>
          </p:cNvGraphicFramePr>
          <p:nvPr/>
        </p:nvGraphicFramePr>
        <p:xfrm>
          <a:off x="1581150" y="590550"/>
          <a:ext cx="6019800" cy="6038850"/>
        </p:xfrm>
        <a:graphic>
          <a:graphicData uri="http://schemas.openxmlformats.org/presentationml/2006/ole">
            <mc:AlternateContent xmlns:mc="http://schemas.openxmlformats.org/markup-compatibility/2006">
              <mc:Choice xmlns:v="urn:schemas-microsoft-com:vml" Requires="v">
                <p:oleObj spid="_x0000_s3278" name="" r:id="rId1" imgW="5690870" imgH="5720080" progId="Word.Document.8">
                  <p:embed/>
                </p:oleObj>
              </mc:Choice>
              <mc:Fallback>
                <p:oleObj name="" r:id="rId1" imgW="5690870" imgH="5720080" progId="Word.Document.8">
                  <p:embed/>
                  <p:pic>
                    <p:nvPicPr>
                      <p:cNvPr id="0" name="图片 3277"/>
                      <p:cNvPicPr/>
                      <p:nvPr/>
                    </p:nvPicPr>
                    <p:blipFill>
                      <a:blip r:embed="rId2">
                        <a:clrChange>
                          <a:clrFrom>
                            <a:srgbClr val="000000"/>
                          </a:clrFrom>
                          <a:clrTo>
                            <a:srgbClr val="FF0000"/>
                          </a:clrTo>
                        </a:clrChange>
                        <a:clrChange>
                          <a:clrFrom>
                            <a:srgbClr val="FFFF00"/>
                          </a:clrFrom>
                          <a:clrTo>
                            <a:srgbClr val="000000"/>
                          </a:clrTo>
                        </a:clrChange>
                      </a:blip>
                      <a:stretch>
                        <a:fillRect/>
                      </a:stretch>
                    </p:blipFill>
                    <p:spPr>
                      <a:xfrm>
                        <a:off x="1581150" y="590550"/>
                        <a:ext cx="6019800" cy="60388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5826"/>
                                        </p:tgtEl>
                                        <p:attrNameLst>
                                          <p:attrName>style.visibility</p:attrName>
                                        </p:attrNameLst>
                                      </p:cBhvr>
                                      <p:to>
                                        <p:strVal val="visible"/>
                                      </p:to>
                                    </p:set>
                                    <p:animEffect transition="in" filter="slide(fromBottom)">
                                      <p:cBhvr>
                                        <p:cTn id="7" dur="500"/>
                                        <p:tgtEl>
                                          <p:spTgt spid="205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Text Box 2"/>
          <p:cNvSpPr txBox="1"/>
          <p:nvPr/>
        </p:nvSpPr>
        <p:spPr>
          <a:xfrm>
            <a:off x="800100" y="1066800"/>
            <a:ext cx="7600950" cy="1160463"/>
          </a:xfrm>
          <a:prstGeom prst="rect">
            <a:avLst/>
          </a:prstGeom>
          <a:noFill/>
          <a:ln w="19050">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例</a:t>
            </a:r>
            <a:r>
              <a:rPr lang="en-US" altLang="zh-CN" sz="2800" b="1" i="0" dirty="0">
                <a:latin typeface="Times New Roman" panose="02020603050405020304" pitchFamily="18" charset="0"/>
                <a:ea typeface="宋体" panose="02010600030101010101" pitchFamily="2" charset="-122"/>
              </a:rPr>
              <a:t>1</a:t>
            </a:r>
            <a:r>
              <a:rPr lang="zh-CN" altLang="en-US" sz="2800" b="1"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  用多路选择器实现以下逻辑函数功能。</a:t>
            </a:r>
            <a:endParaRPr lang="zh-CN" altLang="en-US" sz="2800" i="0" dirty="0">
              <a:latin typeface="Times New Roman" panose="02020603050405020304" pitchFamily="18" charset="0"/>
              <a:ea typeface="宋体" panose="02010600030101010101" pitchFamily="2" charset="-122"/>
            </a:endParaRPr>
          </a:p>
          <a:p>
            <a:pPr>
              <a:spcBef>
                <a:spcPct val="50000"/>
              </a:spcBef>
            </a:pPr>
            <a:r>
              <a:rPr lang="zh-CN" altLang="en-US" sz="2800" i="0" dirty="0">
                <a:latin typeface="Times New Roman" panose="02020603050405020304" pitchFamily="18" charset="0"/>
                <a:ea typeface="宋体" panose="02010600030101010101" pitchFamily="2" charset="-122"/>
              </a:rPr>
              <a:t>	</a:t>
            </a:r>
            <a:r>
              <a:rPr lang="en-US" altLang="zh-CN" sz="2800" i="0" dirty="0">
                <a:latin typeface="Times New Roman" panose="02020603050405020304" pitchFamily="18" charset="0"/>
                <a:ea typeface="宋体" panose="02010600030101010101" pitchFamily="2" charset="-122"/>
              </a:rPr>
              <a:t>F(A, B, C)=</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m(2, 3, 5, 6)</a:t>
            </a:r>
            <a:endParaRPr lang="en-US" altLang="zh-CN" sz="2800" i="0" dirty="0">
              <a:latin typeface="Times New Roman" panose="02020603050405020304" pitchFamily="18" charset="0"/>
              <a:ea typeface="宋体" panose="02010600030101010101" pitchFamily="2" charset="-122"/>
            </a:endParaRPr>
          </a:p>
        </p:txBody>
      </p:sp>
      <p:sp>
        <p:nvSpPr>
          <p:cNvPr id="206851" name="Rectangle 3"/>
          <p:cNvSpPr/>
          <p:nvPr/>
        </p:nvSpPr>
        <p:spPr>
          <a:xfrm>
            <a:off x="822325" y="2540000"/>
            <a:ext cx="901700" cy="519113"/>
          </a:xfrm>
          <a:prstGeom prst="rect">
            <a:avLst/>
          </a:prstGeom>
          <a:noFill/>
          <a:ln w="19050">
            <a:noFill/>
          </a:ln>
        </p:spPr>
        <p:txBody>
          <a:bodyPr wrap="none" anchor="t" anchorCtr="0">
            <a:spAutoFit/>
          </a:bodyPr>
          <a:p>
            <a:r>
              <a:rPr lang="zh-CN" altLang="en-US" sz="2800" b="1" i="0" dirty="0">
                <a:latin typeface="Times New Roman" panose="02020603050405020304" pitchFamily="18" charset="0"/>
                <a:ea typeface="宋体" panose="02010600030101010101" pitchFamily="2" charset="-122"/>
              </a:rPr>
              <a:t>解：</a:t>
            </a:r>
            <a:endParaRPr lang="zh-CN" altLang="en-US" sz="2800" b="1" i="0" dirty="0">
              <a:latin typeface="Times New Roman" panose="02020603050405020304" pitchFamily="18" charset="0"/>
              <a:ea typeface="宋体" panose="02010600030101010101" pitchFamily="2" charset="-122"/>
            </a:endParaRPr>
          </a:p>
        </p:txBody>
      </p:sp>
      <p:sp>
        <p:nvSpPr>
          <p:cNvPr id="206852" name="Text Box 4"/>
          <p:cNvSpPr txBox="1"/>
          <p:nvPr/>
        </p:nvSpPr>
        <p:spPr>
          <a:xfrm>
            <a:off x="1600200" y="2590800"/>
            <a:ext cx="6191250" cy="519113"/>
          </a:xfrm>
          <a:prstGeom prst="rect">
            <a:avLst/>
          </a:prstGeom>
          <a:noFill/>
          <a:ln w="19050">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方案</a:t>
            </a:r>
            <a:r>
              <a:rPr lang="en-US" altLang="zh-CN" sz="2800" b="1" i="0" dirty="0">
                <a:latin typeface="Times New Roman" panose="02020603050405020304" pitchFamily="18" charset="0"/>
                <a:ea typeface="宋体" panose="02010600030101010101" pitchFamily="2" charset="-122"/>
              </a:rPr>
              <a:t>I</a:t>
            </a:r>
            <a:r>
              <a:rPr lang="zh-CN" altLang="en-US" sz="2800" b="1" i="0" dirty="0">
                <a:latin typeface="Times New Roman" panose="02020603050405020304" pitchFamily="18" charset="0"/>
                <a:ea typeface="宋体" panose="02010600030101010101" pitchFamily="2" charset="-122"/>
              </a:rPr>
              <a:t>：</a:t>
            </a:r>
            <a:r>
              <a:rPr lang="zh-CN" altLang="zh-CN" sz="2800" i="0" dirty="0">
                <a:latin typeface="Times New Roman" panose="02020603050405020304" pitchFamily="18" charset="0"/>
                <a:ea typeface="宋体" panose="02010600030101010101" pitchFamily="2" charset="-122"/>
              </a:rPr>
              <a:t>采用八路数据选择器</a:t>
            </a:r>
            <a:endParaRPr lang="zh-CN" altLang="en-US" sz="2800" b="1" i="0" dirty="0">
              <a:latin typeface="Times New Roman" panose="02020603050405020304" pitchFamily="18" charset="0"/>
              <a:ea typeface="宋体" panose="02010600030101010101" pitchFamily="2" charset="-122"/>
            </a:endParaRPr>
          </a:p>
        </p:txBody>
      </p:sp>
      <p:grpSp>
        <p:nvGrpSpPr>
          <p:cNvPr id="2" name="Group 5"/>
          <p:cNvGrpSpPr/>
          <p:nvPr/>
        </p:nvGrpSpPr>
        <p:grpSpPr>
          <a:xfrm>
            <a:off x="1203325" y="5457825"/>
            <a:ext cx="6494463" cy="519113"/>
            <a:chOff x="662" y="3246"/>
            <a:chExt cx="4091" cy="327"/>
          </a:xfrm>
        </p:grpSpPr>
        <p:sp>
          <p:nvSpPr>
            <p:cNvPr id="103429" name="Rectangle 6"/>
            <p:cNvSpPr/>
            <p:nvPr/>
          </p:nvSpPr>
          <p:spPr>
            <a:xfrm>
              <a:off x="662" y="3246"/>
              <a:ext cx="409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 B, C)=A B C +A B C +A B C +A B C </a:t>
              </a:r>
              <a:endParaRPr lang="en-US" altLang="zh-CN" sz="2800" i="0" dirty="0">
                <a:latin typeface="Times New Roman" panose="02020603050405020304" pitchFamily="18" charset="0"/>
                <a:ea typeface="宋体" panose="02010600030101010101" pitchFamily="2" charset="-122"/>
              </a:endParaRPr>
            </a:p>
          </p:txBody>
        </p:sp>
        <p:sp>
          <p:nvSpPr>
            <p:cNvPr id="103430" name="Line 7"/>
            <p:cNvSpPr/>
            <p:nvPr/>
          </p:nvSpPr>
          <p:spPr>
            <a:xfrm>
              <a:off x="1788" y="3288"/>
              <a:ext cx="180" cy="0"/>
            </a:xfrm>
            <a:prstGeom prst="line">
              <a:avLst/>
            </a:prstGeom>
            <a:ln w="19050" cap="flat" cmpd="sng">
              <a:solidFill>
                <a:schemeClr val="tx1"/>
              </a:solidFill>
              <a:prstDash val="solid"/>
              <a:round/>
              <a:headEnd type="none" w="med" len="med"/>
              <a:tailEnd type="none" w="sm" len="lg"/>
            </a:ln>
          </p:spPr>
        </p:sp>
        <p:sp>
          <p:nvSpPr>
            <p:cNvPr id="103431" name="Line 8"/>
            <p:cNvSpPr/>
            <p:nvPr/>
          </p:nvSpPr>
          <p:spPr>
            <a:xfrm>
              <a:off x="2244" y="3288"/>
              <a:ext cx="180" cy="0"/>
            </a:xfrm>
            <a:prstGeom prst="line">
              <a:avLst/>
            </a:prstGeom>
            <a:ln w="19050" cap="flat" cmpd="sng">
              <a:solidFill>
                <a:schemeClr val="tx1"/>
              </a:solidFill>
              <a:prstDash val="solid"/>
              <a:round/>
              <a:headEnd type="none" w="med" len="med"/>
              <a:tailEnd type="none" w="sm" len="lg"/>
            </a:ln>
          </p:spPr>
        </p:sp>
        <p:sp>
          <p:nvSpPr>
            <p:cNvPr id="103432" name="Line 9"/>
            <p:cNvSpPr/>
            <p:nvPr/>
          </p:nvSpPr>
          <p:spPr>
            <a:xfrm>
              <a:off x="2556" y="3288"/>
              <a:ext cx="180" cy="0"/>
            </a:xfrm>
            <a:prstGeom prst="line">
              <a:avLst/>
            </a:prstGeom>
            <a:ln w="19050" cap="flat" cmpd="sng">
              <a:solidFill>
                <a:schemeClr val="tx1"/>
              </a:solidFill>
              <a:prstDash val="solid"/>
              <a:round/>
              <a:headEnd type="none" w="med" len="med"/>
              <a:tailEnd type="none" w="sm" len="lg"/>
            </a:ln>
          </p:spPr>
        </p:sp>
        <p:sp>
          <p:nvSpPr>
            <p:cNvPr id="103433" name="Line 10"/>
            <p:cNvSpPr/>
            <p:nvPr/>
          </p:nvSpPr>
          <p:spPr>
            <a:xfrm>
              <a:off x="3528" y="3288"/>
              <a:ext cx="180" cy="0"/>
            </a:xfrm>
            <a:prstGeom prst="line">
              <a:avLst/>
            </a:prstGeom>
            <a:ln w="19050" cap="flat" cmpd="sng">
              <a:solidFill>
                <a:schemeClr val="tx1"/>
              </a:solidFill>
              <a:prstDash val="solid"/>
              <a:round/>
              <a:headEnd type="none" w="med" len="med"/>
              <a:tailEnd type="none" w="sm" len="lg"/>
            </a:ln>
          </p:spPr>
        </p:sp>
        <p:sp>
          <p:nvSpPr>
            <p:cNvPr id="103434" name="Line 11"/>
            <p:cNvSpPr/>
            <p:nvPr/>
          </p:nvSpPr>
          <p:spPr>
            <a:xfrm>
              <a:off x="4488" y="3288"/>
              <a:ext cx="180" cy="0"/>
            </a:xfrm>
            <a:prstGeom prst="line">
              <a:avLst/>
            </a:prstGeom>
            <a:ln w="19050" cap="flat" cmpd="sng">
              <a:solidFill>
                <a:schemeClr val="tx1"/>
              </a:solidFill>
              <a:prstDash val="solid"/>
              <a:round/>
              <a:headEnd type="none" w="med" len="med"/>
              <a:tailEnd type="none" w="sm" len="lg"/>
            </a:ln>
          </p:spPr>
        </p:sp>
      </p:grpSp>
      <p:grpSp>
        <p:nvGrpSpPr>
          <p:cNvPr id="3" name="Group 12"/>
          <p:cNvGrpSpPr/>
          <p:nvPr/>
        </p:nvGrpSpPr>
        <p:grpSpPr>
          <a:xfrm>
            <a:off x="1109663" y="2994025"/>
            <a:ext cx="8091487" cy="2139950"/>
            <a:chOff x="471" y="2090"/>
            <a:chExt cx="5097" cy="1348"/>
          </a:xfrm>
        </p:grpSpPr>
        <p:sp>
          <p:nvSpPr>
            <p:cNvPr id="103436" name="Text Box 13"/>
            <p:cNvSpPr txBox="1"/>
            <p:nvPr/>
          </p:nvSpPr>
          <p:spPr>
            <a:xfrm>
              <a:off x="471" y="2090"/>
              <a:ext cx="5097" cy="1348"/>
            </a:xfrm>
            <a:prstGeom prst="rect">
              <a:avLst/>
            </a:prstGeom>
            <a:noFill/>
            <a:ln w="19050">
              <a:noFill/>
            </a:ln>
          </p:spPr>
          <p:txBody>
            <a:bodyPr anchor="t" anchorCtr="0">
              <a:spAutoFit/>
            </a:bodyPr>
            <a:p>
              <a:pPr marL="666750" indent="-666750">
                <a:lnSpc>
                  <a:spcPct val="160000"/>
                </a:lnSpc>
              </a:pPr>
              <a:r>
                <a:rPr lang="en-US" altLang="zh-CN" sz="2800" i="0" dirty="0">
                  <a:latin typeface="Times New Roman" panose="02020603050405020304" pitchFamily="18" charset="0"/>
                  <a:ea typeface="宋体" panose="02010600030101010101" pitchFamily="2" charset="-122"/>
                </a:rPr>
                <a:t>W</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0</a:t>
              </a:r>
              <a:r>
                <a:rPr lang="en-US" altLang="zh-CN" sz="2800" i="0" dirty="0">
                  <a:latin typeface="Times New Roman" panose="02020603050405020304" pitchFamily="18" charset="0"/>
                  <a:ea typeface="宋体" panose="02010600030101010101" pitchFamily="2" charset="-122"/>
                </a:rPr>
                <a:t>+ 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1 </a:t>
              </a:r>
              <a:r>
                <a:rPr lang="en-US" altLang="zh-CN" sz="2800" i="0" dirty="0">
                  <a:latin typeface="Times New Roman" panose="02020603050405020304" pitchFamily="18" charset="0"/>
                  <a:ea typeface="宋体" panose="02010600030101010101" pitchFamily="2" charset="-122"/>
                </a:rPr>
                <a:t>+ 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2</a:t>
              </a:r>
              <a:endParaRPr lang="en-US" altLang="zh-CN" sz="2800" i="0" dirty="0">
                <a:latin typeface="Times New Roman" panose="02020603050405020304" pitchFamily="18" charset="0"/>
                <a:ea typeface="宋体" panose="02010600030101010101" pitchFamily="2" charset="-122"/>
              </a:endParaRPr>
            </a:p>
            <a:p>
              <a:pPr marL="666750" indent="-666750" algn="just">
                <a:lnSpc>
                  <a:spcPct val="160000"/>
                </a:lnSpc>
              </a:pPr>
              <a:r>
                <a:rPr lang="en-US" altLang="zh-CN" sz="2800" i="0" dirty="0">
                  <a:latin typeface="Times New Roman" panose="02020603050405020304" pitchFamily="18" charset="0"/>
                  <a:ea typeface="宋体" panose="02010600030101010101" pitchFamily="2" charset="-122"/>
                </a:rPr>
                <a:t>	 + 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3 </a:t>
              </a:r>
              <a:r>
                <a:rPr lang="en-US" altLang="zh-CN" sz="2800" i="0" dirty="0">
                  <a:latin typeface="Times New Roman" panose="02020603050405020304" pitchFamily="18" charset="0"/>
                  <a:ea typeface="宋体" panose="02010600030101010101" pitchFamily="2" charset="-122"/>
                </a:rPr>
                <a:t>+ 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4</a:t>
              </a:r>
              <a:r>
                <a:rPr lang="en-US" altLang="zh-CN" sz="2800" i="0" dirty="0">
                  <a:latin typeface="Times New Roman" panose="02020603050405020304" pitchFamily="18" charset="0"/>
                  <a:ea typeface="宋体" panose="02010600030101010101" pitchFamily="2" charset="-122"/>
                </a:rPr>
                <a:t>+ 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5</a:t>
              </a:r>
              <a:endParaRPr lang="en-US" altLang="zh-CN" sz="2800" i="0" dirty="0">
                <a:latin typeface="Times New Roman" panose="02020603050405020304" pitchFamily="18" charset="0"/>
                <a:ea typeface="宋体" panose="02010600030101010101" pitchFamily="2" charset="-122"/>
              </a:endParaRPr>
            </a:p>
            <a:p>
              <a:pPr marL="666750" indent="-666750">
                <a:lnSpc>
                  <a:spcPct val="160000"/>
                </a:lnSpc>
              </a:pPr>
              <a:r>
                <a:rPr lang="en-US" altLang="zh-CN" sz="2800" i="0" dirty="0">
                  <a:latin typeface="Times New Roman" panose="02020603050405020304" pitchFamily="18" charset="0"/>
                  <a:ea typeface="宋体" panose="02010600030101010101" pitchFamily="2" charset="-122"/>
                </a:rPr>
                <a:t>	 + 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6</a:t>
              </a:r>
              <a:r>
                <a:rPr lang="en-US" altLang="zh-CN" sz="2800" i="0" dirty="0">
                  <a:latin typeface="Times New Roman" panose="02020603050405020304" pitchFamily="18" charset="0"/>
                  <a:ea typeface="宋体" panose="02010600030101010101" pitchFamily="2" charset="-122"/>
                </a:rPr>
                <a:t>+ 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7</a:t>
              </a:r>
              <a:endParaRPr lang="en-US" altLang="zh-CN" sz="2800" i="0" baseline="-25000" dirty="0">
                <a:latin typeface="Times New Roman" panose="02020603050405020304" pitchFamily="18" charset="0"/>
                <a:ea typeface="宋体" panose="02010600030101010101" pitchFamily="2" charset="-122"/>
                <a:sym typeface="Symbol" panose="05050102010706020507" pitchFamily="18" charset="2"/>
              </a:endParaRPr>
            </a:p>
          </p:txBody>
        </p:sp>
        <p:sp>
          <p:nvSpPr>
            <p:cNvPr id="103437" name="Line 14"/>
            <p:cNvSpPr/>
            <p:nvPr/>
          </p:nvSpPr>
          <p:spPr>
            <a:xfrm>
              <a:off x="3569" y="2280"/>
              <a:ext cx="137" cy="0"/>
            </a:xfrm>
            <a:prstGeom prst="line">
              <a:avLst/>
            </a:prstGeom>
            <a:ln w="19050" cap="flat" cmpd="sng">
              <a:solidFill>
                <a:schemeClr val="tx1"/>
              </a:solidFill>
              <a:prstDash val="solid"/>
              <a:round/>
              <a:headEnd type="none" w="med" len="med"/>
              <a:tailEnd type="none" w="sm" len="lg"/>
            </a:ln>
          </p:spPr>
        </p:sp>
        <p:sp>
          <p:nvSpPr>
            <p:cNvPr id="103438" name="Line 15"/>
            <p:cNvSpPr/>
            <p:nvPr/>
          </p:nvSpPr>
          <p:spPr>
            <a:xfrm>
              <a:off x="984" y="2280"/>
              <a:ext cx="137" cy="0"/>
            </a:xfrm>
            <a:prstGeom prst="line">
              <a:avLst/>
            </a:prstGeom>
            <a:ln w="19050" cap="flat" cmpd="sng">
              <a:solidFill>
                <a:schemeClr val="tx1"/>
              </a:solidFill>
              <a:prstDash val="solid"/>
              <a:round/>
              <a:headEnd type="none" w="med" len="med"/>
              <a:tailEnd type="none" w="sm" len="lg"/>
            </a:ln>
          </p:spPr>
        </p:sp>
        <p:sp>
          <p:nvSpPr>
            <p:cNvPr id="103439" name="Line 16"/>
            <p:cNvSpPr/>
            <p:nvPr/>
          </p:nvSpPr>
          <p:spPr>
            <a:xfrm>
              <a:off x="1206" y="2280"/>
              <a:ext cx="137" cy="0"/>
            </a:xfrm>
            <a:prstGeom prst="line">
              <a:avLst/>
            </a:prstGeom>
            <a:ln w="19050" cap="flat" cmpd="sng">
              <a:solidFill>
                <a:schemeClr val="tx1"/>
              </a:solidFill>
              <a:prstDash val="solid"/>
              <a:round/>
              <a:headEnd type="none" w="med" len="med"/>
              <a:tailEnd type="none" w="sm" len="lg"/>
            </a:ln>
          </p:spPr>
        </p:sp>
        <p:sp>
          <p:nvSpPr>
            <p:cNvPr id="103440" name="Line 17"/>
            <p:cNvSpPr/>
            <p:nvPr/>
          </p:nvSpPr>
          <p:spPr>
            <a:xfrm>
              <a:off x="1427" y="2280"/>
              <a:ext cx="137" cy="0"/>
            </a:xfrm>
            <a:prstGeom prst="line">
              <a:avLst/>
            </a:prstGeom>
            <a:ln w="19050" cap="flat" cmpd="sng">
              <a:solidFill>
                <a:schemeClr val="tx1"/>
              </a:solidFill>
              <a:prstDash val="solid"/>
              <a:round/>
              <a:headEnd type="none" w="med" len="med"/>
              <a:tailEnd type="none" w="sm" len="lg"/>
            </a:ln>
          </p:spPr>
        </p:sp>
        <p:sp>
          <p:nvSpPr>
            <p:cNvPr id="103441" name="Line 18"/>
            <p:cNvSpPr/>
            <p:nvPr/>
          </p:nvSpPr>
          <p:spPr>
            <a:xfrm>
              <a:off x="2253" y="2280"/>
              <a:ext cx="137" cy="0"/>
            </a:xfrm>
            <a:prstGeom prst="line">
              <a:avLst/>
            </a:prstGeom>
            <a:ln w="19050" cap="flat" cmpd="sng">
              <a:solidFill>
                <a:schemeClr val="tx1"/>
              </a:solidFill>
              <a:prstDash val="solid"/>
              <a:round/>
              <a:headEnd type="none" w="med" len="med"/>
              <a:tailEnd type="none" w="sm" len="lg"/>
            </a:ln>
          </p:spPr>
        </p:sp>
        <p:sp>
          <p:nvSpPr>
            <p:cNvPr id="103442" name="Line 19"/>
            <p:cNvSpPr/>
            <p:nvPr/>
          </p:nvSpPr>
          <p:spPr>
            <a:xfrm>
              <a:off x="2474" y="2280"/>
              <a:ext cx="137" cy="0"/>
            </a:xfrm>
            <a:prstGeom prst="line">
              <a:avLst/>
            </a:prstGeom>
            <a:ln w="19050" cap="flat" cmpd="sng">
              <a:solidFill>
                <a:schemeClr val="tx1"/>
              </a:solidFill>
              <a:prstDash val="solid"/>
              <a:round/>
              <a:headEnd type="none" w="med" len="med"/>
              <a:tailEnd type="none" w="sm" len="lg"/>
            </a:ln>
          </p:spPr>
        </p:sp>
        <p:sp>
          <p:nvSpPr>
            <p:cNvPr id="103443" name="Line 20"/>
            <p:cNvSpPr/>
            <p:nvPr/>
          </p:nvSpPr>
          <p:spPr>
            <a:xfrm>
              <a:off x="4039" y="2280"/>
              <a:ext cx="137" cy="0"/>
            </a:xfrm>
            <a:prstGeom prst="line">
              <a:avLst/>
            </a:prstGeom>
            <a:ln w="19050" cap="flat" cmpd="sng">
              <a:solidFill>
                <a:schemeClr val="tx1"/>
              </a:solidFill>
              <a:prstDash val="solid"/>
              <a:round/>
              <a:headEnd type="none" w="med" len="med"/>
              <a:tailEnd type="none" w="sm" len="lg"/>
            </a:ln>
          </p:spPr>
        </p:sp>
        <p:sp>
          <p:nvSpPr>
            <p:cNvPr id="103444" name="Line 21"/>
            <p:cNvSpPr/>
            <p:nvPr/>
          </p:nvSpPr>
          <p:spPr>
            <a:xfrm>
              <a:off x="1195" y="2712"/>
              <a:ext cx="137" cy="0"/>
            </a:xfrm>
            <a:prstGeom prst="line">
              <a:avLst/>
            </a:prstGeom>
            <a:ln w="19050" cap="flat" cmpd="sng">
              <a:solidFill>
                <a:schemeClr val="tx1"/>
              </a:solidFill>
              <a:prstDash val="solid"/>
              <a:round/>
              <a:headEnd type="none" w="med" len="med"/>
              <a:tailEnd type="none" w="sm" len="lg"/>
            </a:ln>
          </p:spPr>
        </p:sp>
        <p:sp>
          <p:nvSpPr>
            <p:cNvPr id="103445" name="Line 22"/>
            <p:cNvSpPr/>
            <p:nvPr/>
          </p:nvSpPr>
          <p:spPr>
            <a:xfrm>
              <a:off x="2758" y="2712"/>
              <a:ext cx="137" cy="0"/>
            </a:xfrm>
            <a:prstGeom prst="line">
              <a:avLst/>
            </a:prstGeom>
            <a:ln w="19050" cap="flat" cmpd="sng">
              <a:solidFill>
                <a:schemeClr val="tx1"/>
              </a:solidFill>
              <a:prstDash val="solid"/>
              <a:round/>
              <a:headEnd type="none" w="med" len="med"/>
              <a:tailEnd type="none" w="sm" len="lg"/>
            </a:ln>
          </p:spPr>
        </p:sp>
        <p:sp>
          <p:nvSpPr>
            <p:cNvPr id="103446" name="Line 23"/>
            <p:cNvSpPr/>
            <p:nvPr/>
          </p:nvSpPr>
          <p:spPr>
            <a:xfrm>
              <a:off x="2980" y="2712"/>
              <a:ext cx="137" cy="0"/>
            </a:xfrm>
            <a:prstGeom prst="line">
              <a:avLst/>
            </a:prstGeom>
            <a:ln w="19050" cap="flat" cmpd="sng">
              <a:solidFill>
                <a:schemeClr val="tx1"/>
              </a:solidFill>
              <a:prstDash val="solid"/>
              <a:round/>
              <a:headEnd type="none" w="med" len="med"/>
              <a:tailEnd type="none" w="sm" len="lg"/>
            </a:ln>
          </p:spPr>
        </p:sp>
        <p:sp>
          <p:nvSpPr>
            <p:cNvPr id="103447" name="Line 24"/>
            <p:cNvSpPr/>
            <p:nvPr/>
          </p:nvSpPr>
          <p:spPr>
            <a:xfrm>
              <a:off x="4043" y="2712"/>
              <a:ext cx="137" cy="0"/>
            </a:xfrm>
            <a:prstGeom prst="line">
              <a:avLst/>
            </a:prstGeom>
            <a:ln w="19050" cap="flat" cmpd="sng">
              <a:solidFill>
                <a:schemeClr val="tx1"/>
              </a:solidFill>
              <a:prstDash val="solid"/>
              <a:round/>
              <a:headEnd type="none" w="med" len="med"/>
              <a:tailEnd type="none" w="sm" len="lg"/>
            </a:ln>
          </p:spPr>
        </p:sp>
        <p:sp>
          <p:nvSpPr>
            <p:cNvPr id="103448" name="Line 25"/>
            <p:cNvSpPr/>
            <p:nvPr/>
          </p:nvSpPr>
          <p:spPr>
            <a:xfrm>
              <a:off x="1689" y="3120"/>
              <a:ext cx="137" cy="0"/>
            </a:xfrm>
            <a:prstGeom prst="line">
              <a:avLst/>
            </a:prstGeom>
            <a:ln w="19050" cap="flat" cmpd="sng">
              <a:solidFill>
                <a:schemeClr val="tx1"/>
              </a:solidFill>
              <a:prstDash val="solid"/>
              <a:roun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851"/>
                                        </p:tgtEl>
                                        <p:attrNameLst>
                                          <p:attrName>style.visibility</p:attrName>
                                        </p:attrNameLst>
                                      </p:cBhvr>
                                      <p:to>
                                        <p:strVal val="visible"/>
                                      </p:to>
                                    </p:set>
                                    <p:animEffect transition="in" filter="wipe(left)">
                                      <p:cBhvr>
                                        <p:cTn id="7" dur="500"/>
                                        <p:tgtEl>
                                          <p:spTgt spid="20685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6852"/>
                                        </p:tgtEl>
                                        <p:attrNameLst>
                                          <p:attrName>style.visibility</p:attrName>
                                        </p:attrNameLst>
                                      </p:cBhvr>
                                      <p:to>
                                        <p:strVal val="visible"/>
                                      </p:to>
                                    </p:set>
                                    <p:animEffect transition="in" filter="wipe(left)">
                                      <p:cBhvr>
                                        <p:cTn id="10" dur="500"/>
                                        <p:tgtEl>
                                          <p:spTgt spid="20685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p:bldP spid="206852"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Text Box 2"/>
          <p:cNvSpPr txBox="1"/>
          <p:nvPr/>
        </p:nvSpPr>
        <p:spPr>
          <a:xfrm>
            <a:off x="514350" y="781050"/>
            <a:ext cx="8210550" cy="2143125"/>
          </a:xfrm>
          <a:prstGeom prst="rect">
            <a:avLst/>
          </a:prstGeom>
          <a:noFill/>
          <a:ln w="19050">
            <a:noFill/>
          </a:ln>
        </p:spPr>
        <p:txBody>
          <a:bodyPr anchor="t" anchorCtr="0">
            <a:spAutoFit/>
          </a:bodyPr>
          <a:p>
            <a:pPr algn="just">
              <a:lnSpc>
                <a:spcPct val="120000"/>
              </a:lnSpc>
              <a:spcBef>
                <a:spcPct val="50000"/>
              </a:spcBef>
            </a:pP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比较上述两个表达式可知：要使</a:t>
            </a:r>
            <a:r>
              <a:rPr lang="en-US" altLang="zh-CN" sz="2800" i="0" dirty="0">
                <a:latin typeface="Times New Roman" panose="02020603050405020304" pitchFamily="18" charset="0"/>
                <a:ea typeface="宋体" panose="02010600030101010101" pitchFamily="2" charset="-122"/>
              </a:rPr>
              <a:t>W</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F</a:t>
            </a:r>
            <a:r>
              <a:rPr lang="zh-CN" altLang="en-US" sz="2800" i="0" dirty="0">
                <a:latin typeface="Times New Roman" panose="02020603050405020304" pitchFamily="18" charset="0"/>
                <a:ea typeface="宋体" panose="02010600030101010101" pitchFamily="2" charset="-122"/>
              </a:rPr>
              <a:t>，</a:t>
            </a:r>
            <a:r>
              <a:rPr lang="zh-CN" altLang="zh-CN" sz="2800" i="0" dirty="0">
                <a:latin typeface="Times New Roman" panose="02020603050405020304" pitchFamily="18" charset="0"/>
                <a:ea typeface="宋体" panose="02010600030101010101" pitchFamily="2" charset="-122"/>
              </a:rPr>
              <a:t>只需令</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B</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C</a:t>
            </a:r>
            <a:r>
              <a:rPr lang="zh-CN" altLang="en-US" sz="2800" i="0" dirty="0">
                <a:latin typeface="Times New Roman" panose="02020603050405020304" pitchFamily="18" charset="0"/>
                <a:ea typeface="宋体" panose="02010600030101010101" pitchFamily="2" charset="-122"/>
              </a:rPr>
              <a:t>，</a:t>
            </a:r>
            <a:r>
              <a:rPr lang="zh-CN" altLang="zh-CN" sz="2800" i="0" dirty="0">
                <a:latin typeface="Times New Roman" panose="02020603050405020304" pitchFamily="18" charset="0"/>
                <a:ea typeface="宋体" panose="02010600030101010101" pitchFamily="2" charset="-122"/>
              </a:rPr>
              <a:t>且</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0</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4 </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7</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0 </a:t>
            </a:r>
            <a:r>
              <a:rPr lang="zh-CN" altLang="zh-CN" sz="2800" i="0" dirty="0">
                <a:latin typeface="Times New Roman" panose="02020603050405020304" pitchFamily="18" charset="0"/>
                <a:ea typeface="宋体" panose="02010600030101010101" pitchFamily="2" charset="-122"/>
              </a:rPr>
              <a:t>而</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5</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6</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1</a:t>
            </a:r>
            <a:r>
              <a:rPr lang="zh-CN" altLang="zh-CN" sz="2800" i="0" dirty="0">
                <a:latin typeface="Times New Roman" panose="02020603050405020304" pitchFamily="18" charset="0"/>
                <a:ea typeface="宋体" panose="02010600030101010101" pitchFamily="2" charset="-122"/>
              </a:rPr>
              <a:t>即可。所以，根据分析可作出用八路选择器实现给定函数的逻辑电路图。</a:t>
            </a:r>
            <a:endParaRPr lang="zh-CN" altLang="en-US" sz="2800" i="0" dirty="0">
              <a:latin typeface="Times New Roman" panose="02020603050405020304" pitchFamily="18" charset="0"/>
              <a:ea typeface="宋体" panose="02010600030101010101" pitchFamily="2" charset="-122"/>
            </a:endParaRPr>
          </a:p>
        </p:txBody>
      </p:sp>
      <p:grpSp>
        <p:nvGrpSpPr>
          <p:cNvPr id="2" name="Group 46"/>
          <p:cNvGrpSpPr/>
          <p:nvPr/>
        </p:nvGrpSpPr>
        <p:grpSpPr>
          <a:xfrm>
            <a:off x="1393825" y="2867025"/>
            <a:ext cx="5862638" cy="3643313"/>
            <a:chOff x="878" y="1806"/>
            <a:chExt cx="3693" cy="2295"/>
          </a:xfrm>
        </p:grpSpPr>
        <p:grpSp>
          <p:nvGrpSpPr>
            <p:cNvPr id="104451" name="Group 3"/>
            <p:cNvGrpSpPr/>
            <p:nvPr/>
          </p:nvGrpSpPr>
          <p:grpSpPr>
            <a:xfrm>
              <a:off x="878" y="1806"/>
              <a:ext cx="3466" cy="2295"/>
              <a:chOff x="662" y="1806"/>
              <a:chExt cx="3466" cy="2295"/>
            </a:xfrm>
          </p:grpSpPr>
          <p:sp>
            <p:nvSpPr>
              <p:cNvPr id="104452" name="Rectangle 4"/>
              <p:cNvSpPr/>
              <p:nvPr/>
            </p:nvSpPr>
            <p:spPr>
              <a:xfrm>
                <a:off x="1296" y="2314"/>
                <a:ext cx="2832" cy="1352"/>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zh-CN" sz="2800" b="1" i="0" dirty="0">
                  <a:latin typeface="Times New Roman" panose="02020603050405020304" pitchFamily="18" charset="0"/>
                  <a:ea typeface="宋体" panose="02010600030101010101" pitchFamily="2" charset="-122"/>
                </a:endParaRPr>
              </a:p>
            </p:txBody>
          </p:sp>
          <p:grpSp>
            <p:nvGrpSpPr>
              <p:cNvPr id="104453" name="Group 5"/>
              <p:cNvGrpSpPr/>
              <p:nvPr/>
            </p:nvGrpSpPr>
            <p:grpSpPr>
              <a:xfrm>
                <a:off x="1470" y="3346"/>
                <a:ext cx="2564" cy="339"/>
                <a:chOff x="1974" y="3250"/>
                <a:chExt cx="2564" cy="339"/>
              </a:xfrm>
            </p:grpSpPr>
            <p:grpSp>
              <p:nvGrpSpPr>
                <p:cNvPr id="104454" name="Group 6"/>
                <p:cNvGrpSpPr/>
                <p:nvPr/>
              </p:nvGrpSpPr>
              <p:grpSpPr>
                <a:xfrm>
                  <a:off x="1974" y="3250"/>
                  <a:ext cx="1280" cy="327"/>
                  <a:chOff x="1506" y="3115"/>
                  <a:chExt cx="1280" cy="459"/>
                </a:xfrm>
              </p:grpSpPr>
              <p:sp>
                <p:nvSpPr>
                  <p:cNvPr id="104455" name="Text Box 7"/>
                  <p:cNvSpPr txBox="1"/>
                  <p:nvPr/>
                </p:nvSpPr>
                <p:spPr>
                  <a:xfrm>
                    <a:off x="1506"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04456" name="Text Box 8"/>
                  <p:cNvSpPr txBox="1"/>
                  <p:nvPr/>
                </p:nvSpPr>
                <p:spPr>
                  <a:xfrm>
                    <a:off x="181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04457" name="Text Box 9"/>
                  <p:cNvSpPr txBox="1"/>
                  <p:nvPr/>
                </p:nvSpPr>
                <p:spPr>
                  <a:xfrm>
                    <a:off x="211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04458" name="Text Box 10"/>
                  <p:cNvSpPr txBox="1"/>
                  <p:nvPr/>
                </p:nvSpPr>
                <p:spPr>
                  <a:xfrm>
                    <a:off x="241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grpSp>
            <p:grpSp>
              <p:nvGrpSpPr>
                <p:cNvPr id="104459" name="Group 11"/>
                <p:cNvGrpSpPr/>
                <p:nvPr/>
              </p:nvGrpSpPr>
              <p:grpSpPr>
                <a:xfrm>
                  <a:off x="3258" y="3262"/>
                  <a:ext cx="1280" cy="327"/>
                  <a:chOff x="2850" y="3115"/>
                  <a:chExt cx="1280" cy="459"/>
                </a:xfrm>
              </p:grpSpPr>
              <p:sp>
                <p:nvSpPr>
                  <p:cNvPr id="104460" name="Text Box 12"/>
                  <p:cNvSpPr txBox="1"/>
                  <p:nvPr/>
                </p:nvSpPr>
                <p:spPr>
                  <a:xfrm>
                    <a:off x="285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04461" name="Text Box 13"/>
                  <p:cNvSpPr txBox="1"/>
                  <p:nvPr/>
                </p:nvSpPr>
                <p:spPr>
                  <a:xfrm>
                    <a:off x="315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5</a:t>
                    </a:r>
                    <a:endParaRPr lang="en-US" altLang="zh-CN" sz="2800" i="0" dirty="0">
                      <a:latin typeface="Times New Roman" panose="02020603050405020304" pitchFamily="18" charset="0"/>
                      <a:ea typeface="宋体" panose="02010600030101010101" pitchFamily="2" charset="-122"/>
                    </a:endParaRPr>
                  </a:p>
                </p:txBody>
              </p:sp>
              <p:sp>
                <p:nvSpPr>
                  <p:cNvPr id="104462" name="Text Box 14"/>
                  <p:cNvSpPr txBox="1"/>
                  <p:nvPr/>
                </p:nvSpPr>
                <p:spPr>
                  <a:xfrm>
                    <a:off x="345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6</a:t>
                    </a:r>
                    <a:endParaRPr lang="en-US" altLang="zh-CN" sz="2800" i="0" dirty="0">
                      <a:latin typeface="Times New Roman" panose="02020603050405020304" pitchFamily="18" charset="0"/>
                      <a:ea typeface="宋体" panose="02010600030101010101" pitchFamily="2" charset="-122"/>
                    </a:endParaRPr>
                  </a:p>
                </p:txBody>
              </p:sp>
              <p:sp>
                <p:nvSpPr>
                  <p:cNvPr id="104463" name="Text Box 15"/>
                  <p:cNvSpPr txBox="1"/>
                  <p:nvPr/>
                </p:nvSpPr>
                <p:spPr>
                  <a:xfrm>
                    <a:off x="3762"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7</a:t>
                    </a:r>
                    <a:endParaRPr lang="en-US" altLang="zh-CN" sz="2800" i="0" dirty="0">
                      <a:latin typeface="Times New Roman" panose="02020603050405020304" pitchFamily="18" charset="0"/>
                      <a:ea typeface="宋体" panose="02010600030101010101" pitchFamily="2" charset="-122"/>
                    </a:endParaRPr>
                  </a:p>
                </p:txBody>
              </p:sp>
            </p:grpSp>
          </p:grpSp>
          <p:grpSp>
            <p:nvGrpSpPr>
              <p:cNvPr id="104464" name="Group 16"/>
              <p:cNvGrpSpPr/>
              <p:nvPr/>
            </p:nvGrpSpPr>
            <p:grpSpPr>
              <a:xfrm>
                <a:off x="1584" y="3682"/>
                <a:ext cx="2243" cy="184"/>
                <a:chOff x="2124" y="3586"/>
                <a:chExt cx="2291" cy="184"/>
              </a:xfrm>
            </p:grpSpPr>
            <p:grpSp>
              <p:nvGrpSpPr>
                <p:cNvPr id="104465" name="Group 17"/>
                <p:cNvGrpSpPr/>
                <p:nvPr/>
              </p:nvGrpSpPr>
              <p:grpSpPr>
                <a:xfrm>
                  <a:off x="2124" y="3586"/>
                  <a:ext cx="936" cy="184"/>
                  <a:chOff x="1248" y="767"/>
                  <a:chExt cx="1740" cy="171"/>
                </a:xfrm>
              </p:grpSpPr>
              <p:sp>
                <p:nvSpPr>
                  <p:cNvPr id="104466" name="Line 18"/>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04467" name="Line 19"/>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04468" name="Line 20"/>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04469" name="Line 21"/>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grpSp>
              <p:nvGrpSpPr>
                <p:cNvPr id="104470" name="Group 22"/>
                <p:cNvGrpSpPr/>
                <p:nvPr/>
              </p:nvGrpSpPr>
              <p:grpSpPr>
                <a:xfrm>
                  <a:off x="3409" y="3586"/>
                  <a:ext cx="1006" cy="184"/>
                  <a:chOff x="1248" y="767"/>
                  <a:chExt cx="1740" cy="171"/>
                </a:xfrm>
              </p:grpSpPr>
              <p:sp>
                <p:nvSpPr>
                  <p:cNvPr id="104471" name="Line 23"/>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04472" name="Line 24"/>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04473" name="Line 25"/>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04474" name="Line 26"/>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grpSp>
          <p:sp>
            <p:nvSpPr>
              <p:cNvPr id="104475" name="Text Box 27"/>
              <p:cNvSpPr txBox="1"/>
              <p:nvPr/>
            </p:nvSpPr>
            <p:spPr>
              <a:xfrm>
                <a:off x="1262" y="2454"/>
                <a:ext cx="354" cy="865"/>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baseline="-2500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endParaRPr lang="en-US" altLang="zh-CN" sz="2800" b="1" i="0" dirty="0">
                  <a:latin typeface="Times New Roman" panose="02020603050405020304" pitchFamily="18" charset="0"/>
                  <a:ea typeface="宋体" panose="02010600030101010101" pitchFamily="2" charset="-122"/>
                </a:endParaRPr>
              </a:p>
            </p:txBody>
          </p:sp>
          <p:grpSp>
            <p:nvGrpSpPr>
              <p:cNvPr id="104476" name="Group 28"/>
              <p:cNvGrpSpPr/>
              <p:nvPr/>
            </p:nvGrpSpPr>
            <p:grpSpPr>
              <a:xfrm>
                <a:off x="972" y="2604"/>
                <a:ext cx="324" cy="564"/>
                <a:chOff x="972" y="2604"/>
                <a:chExt cx="324" cy="564"/>
              </a:xfrm>
            </p:grpSpPr>
            <p:sp>
              <p:nvSpPr>
                <p:cNvPr id="104477" name="Line 29"/>
                <p:cNvSpPr/>
                <p:nvPr/>
              </p:nvSpPr>
              <p:spPr>
                <a:xfrm>
                  <a:off x="972" y="2604"/>
                  <a:ext cx="324" cy="0"/>
                </a:xfrm>
                <a:prstGeom prst="line">
                  <a:avLst/>
                </a:prstGeom>
                <a:ln w="19050" cap="flat" cmpd="sng">
                  <a:solidFill>
                    <a:srgbClr val="3333FF"/>
                  </a:solidFill>
                  <a:prstDash val="solid"/>
                  <a:round/>
                  <a:headEnd type="none" w="med" len="med"/>
                  <a:tailEnd type="none" w="sm" len="lg"/>
                </a:ln>
              </p:spPr>
            </p:sp>
            <p:sp>
              <p:nvSpPr>
                <p:cNvPr id="104478" name="Line 30"/>
                <p:cNvSpPr/>
                <p:nvPr/>
              </p:nvSpPr>
              <p:spPr>
                <a:xfrm>
                  <a:off x="972" y="2892"/>
                  <a:ext cx="324" cy="0"/>
                </a:xfrm>
                <a:prstGeom prst="line">
                  <a:avLst/>
                </a:prstGeom>
                <a:ln w="19050" cap="flat" cmpd="sng">
                  <a:solidFill>
                    <a:srgbClr val="3333FF"/>
                  </a:solidFill>
                  <a:prstDash val="solid"/>
                  <a:round/>
                  <a:headEnd type="none" w="med" len="med"/>
                  <a:tailEnd type="none" w="sm" len="lg"/>
                </a:ln>
              </p:spPr>
            </p:sp>
            <p:sp>
              <p:nvSpPr>
                <p:cNvPr id="104479" name="Line 31"/>
                <p:cNvSpPr/>
                <p:nvPr/>
              </p:nvSpPr>
              <p:spPr>
                <a:xfrm>
                  <a:off x="972" y="3168"/>
                  <a:ext cx="324" cy="0"/>
                </a:xfrm>
                <a:prstGeom prst="line">
                  <a:avLst/>
                </a:prstGeom>
                <a:ln w="19050" cap="flat" cmpd="sng">
                  <a:solidFill>
                    <a:srgbClr val="3333FF"/>
                  </a:solidFill>
                  <a:prstDash val="solid"/>
                  <a:round/>
                  <a:headEnd type="none" w="med" len="med"/>
                  <a:tailEnd type="none" w="sm" len="lg"/>
                </a:ln>
              </p:spPr>
            </p:sp>
          </p:grpSp>
          <p:sp>
            <p:nvSpPr>
              <p:cNvPr id="104480" name="Text Box 32"/>
              <p:cNvSpPr txBox="1"/>
              <p:nvPr/>
            </p:nvSpPr>
            <p:spPr>
              <a:xfrm>
                <a:off x="662" y="2430"/>
                <a:ext cx="278" cy="865"/>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endParaRPr lang="en-US" altLang="zh-CN" sz="2800" i="0" baseline="-2500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C</a:t>
                </a:r>
                <a:endParaRPr lang="en-US" altLang="zh-CN" sz="2800" b="1" i="0" dirty="0">
                  <a:latin typeface="Times New Roman" panose="02020603050405020304" pitchFamily="18" charset="0"/>
                  <a:ea typeface="宋体" panose="02010600030101010101" pitchFamily="2" charset="-122"/>
                </a:endParaRPr>
              </a:p>
            </p:txBody>
          </p:sp>
          <p:sp>
            <p:nvSpPr>
              <p:cNvPr id="104481" name="Text Box 33"/>
              <p:cNvSpPr txBox="1"/>
              <p:nvPr/>
            </p:nvSpPr>
            <p:spPr>
              <a:xfrm>
                <a:off x="2534" y="2262"/>
                <a:ext cx="327"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W</a:t>
                </a:r>
                <a:endParaRPr lang="en-US" altLang="zh-CN" sz="2800" b="1" i="0" dirty="0">
                  <a:latin typeface="Times New Roman" panose="02020603050405020304" pitchFamily="18" charset="0"/>
                  <a:ea typeface="宋体" panose="02010600030101010101" pitchFamily="2" charset="-122"/>
                </a:endParaRPr>
              </a:p>
            </p:txBody>
          </p:sp>
          <p:sp>
            <p:nvSpPr>
              <p:cNvPr id="104482" name="Line 34"/>
              <p:cNvSpPr/>
              <p:nvPr/>
            </p:nvSpPr>
            <p:spPr>
              <a:xfrm>
                <a:off x="2688" y="1896"/>
                <a:ext cx="0" cy="408"/>
              </a:xfrm>
              <a:prstGeom prst="line">
                <a:avLst/>
              </a:prstGeom>
              <a:ln w="19050" cap="flat" cmpd="sng">
                <a:solidFill>
                  <a:srgbClr val="3333FF"/>
                </a:solidFill>
                <a:prstDash val="solid"/>
                <a:round/>
                <a:headEnd type="none" w="med" len="med"/>
                <a:tailEnd type="none" w="sm" len="lg"/>
              </a:ln>
            </p:spPr>
          </p:sp>
          <p:sp>
            <p:nvSpPr>
              <p:cNvPr id="104483" name="Text Box 35"/>
              <p:cNvSpPr txBox="1"/>
              <p:nvPr/>
            </p:nvSpPr>
            <p:spPr>
              <a:xfrm>
                <a:off x="2654" y="1806"/>
                <a:ext cx="2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b="1" i="0" dirty="0">
                  <a:latin typeface="Times New Roman" panose="02020603050405020304" pitchFamily="18" charset="0"/>
                  <a:ea typeface="宋体" panose="02010600030101010101" pitchFamily="2" charset="-122"/>
                </a:endParaRPr>
              </a:p>
            </p:txBody>
          </p:sp>
          <p:sp>
            <p:nvSpPr>
              <p:cNvPr id="104484" name="Text Box 36"/>
              <p:cNvSpPr txBox="1"/>
              <p:nvPr/>
            </p:nvSpPr>
            <p:spPr>
              <a:xfrm>
                <a:off x="2378" y="2598"/>
                <a:ext cx="639" cy="596"/>
              </a:xfrm>
              <a:prstGeom prst="rect">
                <a:avLst/>
              </a:prstGeom>
              <a:noFill/>
              <a:ln w="1905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8</a:t>
                </a:r>
                <a:r>
                  <a:rPr lang="zh-CN" altLang="en-US" sz="2800" i="0" dirty="0">
                    <a:latin typeface="Times New Roman" panose="02020603050405020304" pitchFamily="18" charset="0"/>
                    <a:ea typeface="宋体" panose="02010600030101010101" pitchFamily="2" charset="-122"/>
                  </a:rPr>
                  <a:t>选</a:t>
                </a: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pPr algn="ctr"/>
                <a:r>
                  <a:rPr lang="en-US" altLang="zh-CN" sz="2800" i="0" dirty="0">
                    <a:latin typeface="Times New Roman" panose="02020603050405020304" pitchFamily="18" charset="0"/>
                    <a:ea typeface="宋体" panose="02010600030101010101" pitchFamily="2" charset="-122"/>
                  </a:rPr>
                  <a:t>MUX</a:t>
                </a:r>
                <a:endParaRPr lang="en-US" altLang="zh-CN" sz="2800" b="1" i="0" dirty="0">
                  <a:latin typeface="Times New Roman" panose="02020603050405020304" pitchFamily="18" charset="0"/>
                  <a:ea typeface="宋体" panose="02010600030101010101" pitchFamily="2" charset="-122"/>
                </a:endParaRPr>
              </a:p>
            </p:txBody>
          </p:sp>
          <p:sp>
            <p:nvSpPr>
              <p:cNvPr id="104485" name="Text Box 37"/>
              <p:cNvSpPr txBox="1"/>
              <p:nvPr/>
            </p:nvSpPr>
            <p:spPr>
              <a:xfrm>
                <a:off x="1490" y="3774"/>
                <a:ext cx="2496" cy="327"/>
              </a:xfrm>
              <a:prstGeom prst="rect">
                <a:avLst/>
              </a:prstGeom>
              <a:noFill/>
              <a:ln w="19050">
                <a:noFill/>
              </a:ln>
            </p:spPr>
            <p:txBody>
              <a:bodyPr wrap="none" anchor="t" anchorCtr="0">
                <a:spAutoFit/>
              </a:bodyPr>
              <a:p>
                <a:pPr defTabSz="476250"/>
                <a:r>
                  <a:rPr lang="en-US" altLang="zh-CN" sz="2800" i="0" dirty="0">
                    <a:latin typeface="Times New Roman" panose="02020603050405020304" pitchFamily="18" charset="0"/>
                    <a:ea typeface="宋体" panose="02010600030101010101" pitchFamily="2" charset="-122"/>
                  </a:rPr>
                  <a:t>0	0	1	 1	 0	 1	  1	   0</a:t>
                </a:r>
                <a:endParaRPr lang="en-US" altLang="zh-CN" sz="2800" b="1" i="0" dirty="0">
                  <a:latin typeface="Times New Roman" panose="02020603050405020304" pitchFamily="18" charset="0"/>
                  <a:ea typeface="宋体" panose="02010600030101010101" pitchFamily="2" charset="-122"/>
                </a:endParaRPr>
              </a:p>
            </p:txBody>
          </p:sp>
        </p:grpSp>
        <p:grpSp>
          <p:nvGrpSpPr>
            <p:cNvPr id="104486" name="Group 45"/>
            <p:cNvGrpSpPr/>
            <p:nvPr/>
          </p:nvGrpSpPr>
          <p:grpSpPr>
            <a:xfrm>
              <a:off x="4104" y="2721"/>
              <a:ext cx="467" cy="314"/>
              <a:chOff x="4104" y="2721"/>
              <a:chExt cx="467" cy="314"/>
            </a:xfrm>
          </p:grpSpPr>
          <p:sp>
            <p:nvSpPr>
              <p:cNvPr id="104487" name="Rectangle 38"/>
              <p:cNvSpPr/>
              <p:nvPr/>
            </p:nvSpPr>
            <p:spPr>
              <a:xfrm>
                <a:off x="4104" y="2721"/>
                <a:ext cx="205" cy="250"/>
              </a:xfrm>
              <a:prstGeom prst="rect">
                <a:avLst/>
              </a:prstGeom>
              <a:noFill/>
              <a:ln w="12700">
                <a:noFill/>
              </a:ln>
            </p:spPr>
            <p:txBody>
              <a:bodyPr anchor="t" anchorCtr="0">
                <a:spAutoFit/>
              </a:bodyPr>
              <a:p>
                <a:pPr algn="ctr"/>
                <a:r>
                  <a:rPr lang="en-US" altLang="zh-CN" i="0" dirty="0">
                    <a:latin typeface="Times New Roman" panose="02020603050405020304" pitchFamily="18" charset="0"/>
                    <a:ea typeface="宋体" panose="02010600030101010101" pitchFamily="2" charset="-122"/>
                  </a:rPr>
                  <a:t>S</a:t>
                </a:r>
                <a:endParaRPr lang="en-US" altLang="zh-CN" i="0" dirty="0">
                  <a:latin typeface="Times New Roman" panose="02020603050405020304" pitchFamily="18" charset="0"/>
                  <a:ea typeface="宋体" panose="02010600030101010101" pitchFamily="2" charset="-122"/>
                </a:endParaRPr>
              </a:p>
            </p:txBody>
          </p:sp>
          <p:sp>
            <p:nvSpPr>
              <p:cNvPr id="104488" name="Line 39"/>
              <p:cNvSpPr/>
              <p:nvPr/>
            </p:nvSpPr>
            <p:spPr>
              <a:xfrm>
                <a:off x="4160" y="2752"/>
                <a:ext cx="83" cy="0"/>
              </a:xfrm>
              <a:prstGeom prst="line">
                <a:avLst/>
              </a:prstGeom>
              <a:ln w="12700" cap="flat" cmpd="sng">
                <a:solidFill>
                  <a:srgbClr val="0000FF"/>
                </a:solidFill>
                <a:prstDash val="solid"/>
                <a:round/>
                <a:headEnd type="none" w="med" len="med"/>
                <a:tailEnd type="none" w="med" len="med"/>
              </a:ln>
            </p:spPr>
          </p:sp>
          <p:sp>
            <p:nvSpPr>
              <p:cNvPr id="104489" name="Oval 40"/>
              <p:cNvSpPr/>
              <p:nvPr/>
            </p:nvSpPr>
            <p:spPr>
              <a:xfrm>
                <a:off x="4343" y="2806"/>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4490" name="Line 41"/>
              <p:cNvSpPr/>
              <p:nvPr/>
            </p:nvSpPr>
            <p:spPr>
              <a:xfrm flipV="1">
                <a:off x="4380" y="2825"/>
                <a:ext cx="128" cy="9"/>
              </a:xfrm>
              <a:prstGeom prst="line">
                <a:avLst/>
              </a:prstGeom>
              <a:ln w="12700" cap="flat" cmpd="sng">
                <a:solidFill>
                  <a:srgbClr val="0000FF"/>
                </a:solidFill>
                <a:prstDash val="solid"/>
                <a:round/>
                <a:headEnd type="none" w="med" len="med"/>
                <a:tailEnd type="none" w="med" len="med"/>
              </a:ln>
            </p:spPr>
          </p:sp>
          <p:sp>
            <p:nvSpPr>
              <p:cNvPr id="104491" name="Line 42"/>
              <p:cNvSpPr/>
              <p:nvPr/>
            </p:nvSpPr>
            <p:spPr>
              <a:xfrm flipH="1">
                <a:off x="4498" y="2825"/>
                <a:ext cx="9" cy="201"/>
              </a:xfrm>
              <a:prstGeom prst="line">
                <a:avLst/>
              </a:prstGeom>
              <a:ln w="12700" cap="flat" cmpd="sng">
                <a:solidFill>
                  <a:srgbClr val="0000FF"/>
                </a:solidFill>
                <a:prstDash val="solid"/>
                <a:round/>
                <a:headEnd type="none" w="med" len="med"/>
                <a:tailEnd type="none" w="med" len="med"/>
              </a:ln>
            </p:spPr>
          </p:sp>
          <p:sp>
            <p:nvSpPr>
              <p:cNvPr id="104492" name="Line 43"/>
              <p:cNvSpPr/>
              <p:nvPr/>
            </p:nvSpPr>
            <p:spPr>
              <a:xfrm flipV="1">
                <a:off x="4434" y="3026"/>
                <a:ext cx="137" cy="9"/>
              </a:xfrm>
              <a:prstGeom prst="line">
                <a:avLst/>
              </a:prstGeom>
              <a:ln w="28575" cap="flat" cmpd="sng">
                <a:solidFill>
                  <a:srgbClr val="0000FF"/>
                </a:solidFill>
                <a:prstDash val="solid"/>
                <a:round/>
                <a:headEnd type="none" w="med" len="med"/>
                <a:tailEnd type="none" w="med" len="med"/>
              </a:ln>
            </p:spPr>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Text Box 2"/>
          <p:cNvSpPr txBox="1"/>
          <p:nvPr/>
        </p:nvSpPr>
        <p:spPr>
          <a:xfrm>
            <a:off x="1028700" y="1104900"/>
            <a:ext cx="6038850" cy="519113"/>
          </a:xfrm>
          <a:prstGeom prst="rect">
            <a:avLst/>
          </a:prstGeom>
          <a:noFill/>
          <a:ln w="19050">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方案</a:t>
            </a:r>
            <a:r>
              <a:rPr lang="en-US" altLang="zh-CN" sz="2800" b="1" i="0" dirty="0">
                <a:latin typeface="Times New Roman" panose="02020603050405020304" pitchFamily="18" charset="0"/>
                <a:ea typeface="宋体" panose="02010600030101010101" pitchFamily="2" charset="-122"/>
              </a:rPr>
              <a:t>II</a:t>
            </a:r>
            <a:r>
              <a:rPr lang="zh-CN" altLang="en-US" sz="2800" i="0" dirty="0">
                <a:latin typeface="Times New Roman" panose="02020603050405020304" pitchFamily="18" charset="0"/>
                <a:ea typeface="宋体" panose="02010600030101010101" pitchFamily="2" charset="-122"/>
              </a:rPr>
              <a:t>：</a:t>
            </a:r>
            <a:r>
              <a:rPr lang="zh-CN" altLang="zh-CN" sz="2800" i="0" dirty="0">
                <a:latin typeface="Times New Roman" panose="02020603050405020304" pitchFamily="18" charset="0"/>
                <a:ea typeface="宋体" panose="02010600030101010101" pitchFamily="2" charset="-122"/>
              </a:rPr>
              <a:t>采用四路数据选择器</a:t>
            </a:r>
            <a:endParaRPr lang="zh-CN" altLang="en-US" sz="2800" b="1" i="0" dirty="0">
              <a:latin typeface="Times New Roman" panose="02020603050405020304" pitchFamily="18" charset="0"/>
              <a:ea typeface="宋体" panose="02010600030101010101" pitchFamily="2" charset="-122"/>
            </a:endParaRPr>
          </a:p>
        </p:txBody>
      </p:sp>
      <p:sp>
        <p:nvSpPr>
          <p:cNvPr id="208899" name="Text Box 3"/>
          <p:cNvSpPr txBox="1"/>
          <p:nvPr/>
        </p:nvSpPr>
        <p:spPr>
          <a:xfrm>
            <a:off x="990600" y="1866900"/>
            <a:ext cx="7239000" cy="3940175"/>
          </a:xfrm>
          <a:prstGeom prst="rect">
            <a:avLst/>
          </a:prstGeom>
          <a:noFill/>
          <a:ln w="19050">
            <a:noFill/>
          </a:ln>
        </p:spPr>
        <p:txBody>
          <a:bodyPr anchor="t" anchorCtr="0">
            <a:spAutoFit/>
          </a:bodyPr>
          <a:p>
            <a:pPr algn="just">
              <a:lnSpc>
                <a:spcPct val="150000"/>
              </a:lnSpc>
              <a:spcBef>
                <a:spcPct val="50000"/>
              </a:spcBef>
            </a:pPr>
            <a:r>
              <a:rPr lang="en-US" altLang="zh-CN" sz="2800" b="1"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四路选择器具有两个选择控制变量，当用来实现三变量函数功能时，应该首先从函数的三个变量中任选两个作为选择控制变量，然后再确定选择器的数据输入。假定选</a:t>
            </a:r>
            <a:r>
              <a:rPr lang="en-US" altLang="zh-CN" sz="2800" i="0" dirty="0">
                <a:latin typeface="Times New Roman" panose="02020603050405020304" pitchFamily="18" charset="0"/>
                <a:ea typeface="宋体" panose="02010600030101010101" pitchFamily="2" charset="-122"/>
              </a:rPr>
              <a:t>A</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B</a:t>
            </a:r>
            <a:r>
              <a:rPr lang="zh-CN" altLang="zh-CN" sz="2800" i="0" dirty="0">
                <a:latin typeface="Times New Roman" panose="02020603050405020304" pitchFamily="18" charset="0"/>
                <a:ea typeface="宋体" panose="02010600030101010101" pitchFamily="2" charset="-122"/>
              </a:rPr>
              <a:t>与选择控制</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r>
              <a:rPr lang="zh-CN" altLang="zh-CN" sz="2800" i="0" dirty="0">
                <a:latin typeface="Times New Roman" panose="02020603050405020304" pitchFamily="18" charset="0"/>
                <a:ea typeface="宋体" panose="02010600030101010101" pitchFamily="2" charset="-122"/>
              </a:rPr>
              <a:t>相连，则可将函数</a:t>
            </a:r>
            <a:r>
              <a:rPr lang="en-US" altLang="zh-CN" sz="2800" i="0" dirty="0">
                <a:latin typeface="Times New Roman" panose="02020603050405020304" pitchFamily="18" charset="0"/>
                <a:ea typeface="宋体" panose="02010600030101010101" pitchFamily="2" charset="-122"/>
              </a:rPr>
              <a:t>F</a:t>
            </a:r>
            <a:r>
              <a:rPr lang="zh-CN" altLang="zh-CN" sz="2800" i="0" dirty="0">
                <a:latin typeface="Times New Roman" panose="02020603050405020304" pitchFamily="18" charset="0"/>
                <a:ea typeface="宋体" panose="02010600030101010101" pitchFamily="2" charset="-122"/>
              </a:rPr>
              <a:t>的表达式表示成如下形式：</a:t>
            </a:r>
            <a:endParaRPr lang="zh-CN" altLang="en-US" sz="2800" b="1" i="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8899"/>
                                        </p:tgtEl>
                                        <p:attrNameLst>
                                          <p:attrName>style.visibility</p:attrName>
                                        </p:attrNameLst>
                                      </p:cBhvr>
                                      <p:to>
                                        <p:strVal val="visible"/>
                                      </p:to>
                                    </p:set>
                                    <p:animEffect transition="in" filter="wipe(left)">
                                      <p:cBhvr>
                                        <p:cTn id="7" dur="500"/>
                                        <p:tgtEl>
                                          <p:spTgt spid="208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3"/>
          <p:cNvGrpSpPr/>
          <p:nvPr/>
        </p:nvGrpSpPr>
        <p:grpSpPr>
          <a:xfrm>
            <a:off x="827088" y="2111375"/>
            <a:ext cx="6405562" cy="860425"/>
            <a:chOff x="662" y="3073"/>
            <a:chExt cx="4035" cy="542"/>
          </a:xfrm>
        </p:grpSpPr>
        <p:sp>
          <p:nvSpPr>
            <p:cNvPr id="106498" name="Rectangle 4"/>
            <p:cNvSpPr/>
            <p:nvPr/>
          </p:nvSpPr>
          <p:spPr>
            <a:xfrm>
              <a:off x="662" y="3073"/>
              <a:ext cx="4035" cy="542"/>
            </a:xfrm>
            <a:prstGeom prst="rect">
              <a:avLst/>
            </a:prstGeom>
            <a:noFill/>
            <a:ln w="19050">
              <a:noFill/>
            </a:ln>
          </p:spPr>
          <p:txBody>
            <a:bodyPr wrap="none" anchor="t" anchorCtr="0">
              <a:spAutoFit/>
            </a:bodyPr>
            <a:p>
              <a:pPr defTabSz="1524000">
                <a:lnSpc>
                  <a:spcPct val="180000"/>
                </a:lnSpc>
              </a:pPr>
              <a:r>
                <a:rPr lang="en-US" altLang="zh-CN" sz="2800" i="0" dirty="0">
                  <a:latin typeface="Times New Roman" panose="02020603050405020304" pitchFamily="18" charset="0"/>
                  <a:ea typeface="宋体" panose="02010600030101010101" pitchFamily="2" charset="-122"/>
                </a:rPr>
                <a:t>F(A, B, C)=A B C +A B C +A B C +A B C</a:t>
              </a:r>
              <a:endParaRPr lang="en-US" altLang="zh-CN" sz="2800" i="0" dirty="0">
                <a:latin typeface="Times New Roman" panose="02020603050405020304" pitchFamily="18" charset="0"/>
                <a:ea typeface="宋体" panose="02010600030101010101" pitchFamily="2" charset="-122"/>
              </a:endParaRPr>
            </a:p>
          </p:txBody>
        </p:sp>
        <p:sp>
          <p:nvSpPr>
            <p:cNvPr id="106499" name="Line 5"/>
            <p:cNvSpPr/>
            <p:nvPr/>
          </p:nvSpPr>
          <p:spPr>
            <a:xfrm>
              <a:off x="1788" y="3288"/>
              <a:ext cx="180" cy="0"/>
            </a:xfrm>
            <a:prstGeom prst="line">
              <a:avLst/>
            </a:prstGeom>
            <a:ln w="19050" cap="flat" cmpd="sng">
              <a:solidFill>
                <a:schemeClr val="tx1"/>
              </a:solidFill>
              <a:prstDash val="solid"/>
              <a:round/>
              <a:headEnd type="none" w="med" len="med"/>
              <a:tailEnd type="none" w="sm" len="lg"/>
            </a:ln>
          </p:spPr>
        </p:sp>
        <p:sp>
          <p:nvSpPr>
            <p:cNvPr id="106500" name="Line 6"/>
            <p:cNvSpPr/>
            <p:nvPr/>
          </p:nvSpPr>
          <p:spPr>
            <a:xfrm>
              <a:off x="2244" y="3288"/>
              <a:ext cx="180" cy="0"/>
            </a:xfrm>
            <a:prstGeom prst="line">
              <a:avLst/>
            </a:prstGeom>
            <a:ln w="19050" cap="flat" cmpd="sng">
              <a:solidFill>
                <a:schemeClr val="tx1"/>
              </a:solidFill>
              <a:prstDash val="solid"/>
              <a:round/>
              <a:headEnd type="none" w="med" len="med"/>
              <a:tailEnd type="none" w="sm" len="lg"/>
            </a:ln>
          </p:spPr>
        </p:sp>
        <p:sp>
          <p:nvSpPr>
            <p:cNvPr id="106501" name="Line 7"/>
            <p:cNvSpPr/>
            <p:nvPr/>
          </p:nvSpPr>
          <p:spPr>
            <a:xfrm>
              <a:off x="2556" y="3288"/>
              <a:ext cx="180" cy="0"/>
            </a:xfrm>
            <a:prstGeom prst="line">
              <a:avLst/>
            </a:prstGeom>
            <a:ln w="19050" cap="flat" cmpd="sng">
              <a:solidFill>
                <a:schemeClr val="tx1"/>
              </a:solidFill>
              <a:prstDash val="solid"/>
              <a:round/>
              <a:headEnd type="none" w="med" len="med"/>
              <a:tailEnd type="none" w="sm" len="lg"/>
            </a:ln>
          </p:spPr>
        </p:sp>
        <p:sp>
          <p:nvSpPr>
            <p:cNvPr id="106502" name="Line 8"/>
            <p:cNvSpPr/>
            <p:nvPr/>
          </p:nvSpPr>
          <p:spPr>
            <a:xfrm>
              <a:off x="3528" y="3288"/>
              <a:ext cx="180" cy="0"/>
            </a:xfrm>
            <a:prstGeom prst="line">
              <a:avLst/>
            </a:prstGeom>
            <a:ln w="19050" cap="flat" cmpd="sng">
              <a:solidFill>
                <a:schemeClr val="tx1"/>
              </a:solidFill>
              <a:prstDash val="solid"/>
              <a:round/>
              <a:headEnd type="none" w="med" len="med"/>
              <a:tailEnd type="none" w="sm" len="lg"/>
            </a:ln>
          </p:spPr>
        </p:sp>
        <p:sp>
          <p:nvSpPr>
            <p:cNvPr id="106503" name="Line 9"/>
            <p:cNvSpPr/>
            <p:nvPr/>
          </p:nvSpPr>
          <p:spPr>
            <a:xfrm>
              <a:off x="4488" y="3288"/>
              <a:ext cx="180" cy="0"/>
            </a:xfrm>
            <a:prstGeom prst="line">
              <a:avLst/>
            </a:prstGeom>
            <a:ln w="19050" cap="flat" cmpd="sng">
              <a:solidFill>
                <a:schemeClr val="tx1"/>
              </a:solidFill>
              <a:prstDash val="solid"/>
              <a:round/>
              <a:headEnd type="none" w="med" len="med"/>
              <a:tailEnd type="none" w="sm" len="lg"/>
            </a:ln>
          </p:spPr>
        </p:sp>
      </p:grpSp>
      <p:sp>
        <p:nvSpPr>
          <p:cNvPr id="106504" name="Text Box 21"/>
          <p:cNvSpPr txBox="1"/>
          <p:nvPr/>
        </p:nvSpPr>
        <p:spPr>
          <a:xfrm>
            <a:off x="800100" y="1066800"/>
            <a:ext cx="7600950" cy="519113"/>
          </a:xfrm>
          <a:prstGeom prst="rect">
            <a:avLst/>
          </a:prstGeom>
          <a:noFill/>
          <a:ln w="19050">
            <a:noFill/>
          </a:ln>
        </p:spPr>
        <p:txBody>
          <a:bodyPr anchor="t" anchorCtr="0">
            <a:spAutoFit/>
          </a:bodyPr>
          <a:p>
            <a:pPr>
              <a:spcBef>
                <a:spcPct val="50000"/>
              </a:spcBef>
            </a:pPr>
            <a:r>
              <a:rPr lang="en-US" altLang="zh-CN" sz="2800" i="0" dirty="0">
                <a:latin typeface="Times New Roman" panose="02020603050405020304" pitchFamily="18" charset="0"/>
                <a:ea typeface="宋体" panose="02010600030101010101" pitchFamily="2" charset="-122"/>
              </a:rPr>
              <a:t>F(A, B, C)=</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m(2, 3, 5, 6)</a:t>
            </a:r>
            <a:endParaRPr lang="en-US" altLang="zh-CN" sz="2800" i="0" dirty="0">
              <a:latin typeface="Times New Roman" panose="02020603050405020304" pitchFamily="18" charset="0"/>
              <a:ea typeface="宋体" panose="02010600030101010101" pitchFamily="2" charset="-122"/>
            </a:endParaRPr>
          </a:p>
        </p:txBody>
      </p:sp>
      <p:grpSp>
        <p:nvGrpSpPr>
          <p:cNvPr id="3" name="Group 41"/>
          <p:cNvGrpSpPr/>
          <p:nvPr/>
        </p:nvGrpSpPr>
        <p:grpSpPr>
          <a:xfrm>
            <a:off x="798513" y="2930525"/>
            <a:ext cx="7467600" cy="1628775"/>
            <a:chOff x="503" y="1846"/>
            <a:chExt cx="4704" cy="1026"/>
          </a:xfrm>
        </p:grpSpPr>
        <p:sp>
          <p:nvSpPr>
            <p:cNvPr id="106506" name="Rectangle 24"/>
            <p:cNvSpPr/>
            <p:nvPr/>
          </p:nvSpPr>
          <p:spPr>
            <a:xfrm>
              <a:off x="503" y="1846"/>
              <a:ext cx="4704" cy="1026"/>
            </a:xfrm>
            <a:prstGeom prst="rect">
              <a:avLst/>
            </a:prstGeom>
            <a:noFill/>
            <a:ln w="19050">
              <a:noFill/>
            </a:ln>
          </p:spPr>
          <p:txBody>
            <a:bodyPr wrap="none" anchor="t" anchorCtr="0">
              <a:spAutoFit/>
            </a:bodyPr>
            <a:p>
              <a:pPr defTabSz="1524000">
                <a:lnSpc>
                  <a:spcPct val="180000"/>
                </a:lnSpc>
              </a:pPr>
              <a:r>
                <a:rPr lang="en-US" altLang="zh-CN" sz="2800" i="0" dirty="0">
                  <a:latin typeface="Times New Roman" panose="02020603050405020304" pitchFamily="18" charset="0"/>
                  <a:ea typeface="宋体" panose="02010600030101010101" pitchFamily="2" charset="-122"/>
                </a:rPr>
                <a:t>	=A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0 +A B (C + C) +A B C +A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a:p>
              <a:pPr defTabSz="1524000">
                <a:lnSpc>
                  <a:spcPct val="180000"/>
                </a:lnSpc>
              </a:pPr>
              <a:r>
                <a:rPr lang="en-US" altLang="zh-CN" sz="2800" i="0" dirty="0">
                  <a:latin typeface="Times New Roman" panose="02020603050405020304" pitchFamily="18" charset="0"/>
                  <a:ea typeface="宋体" panose="02010600030101010101" pitchFamily="2" charset="-122"/>
                </a:rPr>
                <a:t>	=A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0 +A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1 +A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C +A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p:txBody>
        </p:sp>
        <p:sp>
          <p:nvSpPr>
            <p:cNvPr id="106507" name="Line 25"/>
            <p:cNvSpPr/>
            <p:nvPr/>
          </p:nvSpPr>
          <p:spPr>
            <a:xfrm>
              <a:off x="1629" y="2068"/>
              <a:ext cx="180" cy="0"/>
            </a:xfrm>
            <a:prstGeom prst="line">
              <a:avLst/>
            </a:prstGeom>
            <a:ln w="19050" cap="flat" cmpd="sng">
              <a:solidFill>
                <a:schemeClr val="tx1"/>
              </a:solidFill>
              <a:prstDash val="solid"/>
              <a:round/>
              <a:headEnd type="none" w="med" len="med"/>
              <a:tailEnd type="none" w="sm" len="lg"/>
            </a:ln>
          </p:spPr>
        </p:sp>
        <p:sp>
          <p:nvSpPr>
            <p:cNvPr id="106508" name="Line 26"/>
            <p:cNvSpPr/>
            <p:nvPr/>
          </p:nvSpPr>
          <p:spPr>
            <a:xfrm>
              <a:off x="1838" y="2068"/>
              <a:ext cx="180" cy="0"/>
            </a:xfrm>
            <a:prstGeom prst="line">
              <a:avLst/>
            </a:prstGeom>
            <a:ln w="19050" cap="flat" cmpd="sng">
              <a:solidFill>
                <a:schemeClr val="tx1"/>
              </a:solidFill>
              <a:prstDash val="solid"/>
              <a:round/>
              <a:headEnd type="none" w="med" len="med"/>
              <a:tailEnd type="none" w="sm" len="lg"/>
            </a:ln>
          </p:spPr>
        </p:sp>
        <p:sp>
          <p:nvSpPr>
            <p:cNvPr id="106509" name="Line 27"/>
            <p:cNvSpPr/>
            <p:nvPr/>
          </p:nvSpPr>
          <p:spPr>
            <a:xfrm>
              <a:off x="2479" y="2049"/>
              <a:ext cx="180" cy="0"/>
            </a:xfrm>
            <a:prstGeom prst="line">
              <a:avLst/>
            </a:prstGeom>
            <a:ln w="19050" cap="flat" cmpd="sng">
              <a:solidFill>
                <a:schemeClr val="tx1"/>
              </a:solidFill>
              <a:prstDash val="solid"/>
              <a:round/>
              <a:headEnd type="none" w="med" len="med"/>
              <a:tailEnd type="none" w="sm" len="lg"/>
            </a:ln>
          </p:spPr>
        </p:sp>
        <p:sp>
          <p:nvSpPr>
            <p:cNvPr id="106510" name="Line 28"/>
            <p:cNvSpPr/>
            <p:nvPr/>
          </p:nvSpPr>
          <p:spPr>
            <a:xfrm>
              <a:off x="3369" y="2068"/>
              <a:ext cx="180" cy="0"/>
            </a:xfrm>
            <a:prstGeom prst="line">
              <a:avLst/>
            </a:prstGeom>
            <a:ln w="19050" cap="flat" cmpd="sng">
              <a:solidFill>
                <a:schemeClr val="tx1"/>
              </a:solidFill>
              <a:prstDash val="solid"/>
              <a:round/>
              <a:headEnd type="none" w="med" len="med"/>
              <a:tailEnd type="none" w="sm" len="lg"/>
            </a:ln>
          </p:spPr>
        </p:sp>
        <p:sp>
          <p:nvSpPr>
            <p:cNvPr id="106511" name="Line 29"/>
            <p:cNvSpPr/>
            <p:nvPr/>
          </p:nvSpPr>
          <p:spPr>
            <a:xfrm>
              <a:off x="3981" y="2077"/>
              <a:ext cx="180" cy="0"/>
            </a:xfrm>
            <a:prstGeom prst="line">
              <a:avLst/>
            </a:prstGeom>
            <a:ln w="19050" cap="flat" cmpd="sng">
              <a:solidFill>
                <a:schemeClr val="tx1"/>
              </a:solidFill>
              <a:prstDash val="solid"/>
              <a:round/>
              <a:headEnd type="none" w="med" len="med"/>
              <a:tailEnd type="none" w="sm" len="lg"/>
            </a:ln>
          </p:spPr>
        </p:sp>
        <p:sp>
          <p:nvSpPr>
            <p:cNvPr id="106512" name="Line 30"/>
            <p:cNvSpPr/>
            <p:nvPr/>
          </p:nvSpPr>
          <p:spPr>
            <a:xfrm>
              <a:off x="1641" y="2536"/>
              <a:ext cx="180" cy="0"/>
            </a:xfrm>
            <a:prstGeom prst="line">
              <a:avLst/>
            </a:prstGeom>
            <a:ln w="19050" cap="flat" cmpd="sng">
              <a:solidFill>
                <a:schemeClr val="tx1"/>
              </a:solidFill>
              <a:prstDash val="solid"/>
              <a:round/>
              <a:headEnd type="none" w="med" len="med"/>
              <a:tailEnd type="none" w="sm" len="lg"/>
            </a:ln>
          </p:spPr>
        </p:sp>
        <p:sp>
          <p:nvSpPr>
            <p:cNvPr id="106513" name="Line 31"/>
            <p:cNvSpPr/>
            <p:nvPr/>
          </p:nvSpPr>
          <p:spPr>
            <a:xfrm>
              <a:off x="1881" y="2536"/>
              <a:ext cx="180" cy="0"/>
            </a:xfrm>
            <a:prstGeom prst="line">
              <a:avLst/>
            </a:prstGeom>
            <a:ln w="19050" cap="flat" cmpd="sng">
              <a:solidFill>
                <a:schemeClr val="tx1"/>
              </a:solidFill>
              <a:prstDash val="solid"/>
              <a:round/>
              <a:headEnd type="none" w="med" len="med"/>
              <a:tailEnd type="none" w="sm" len="lg"/>
            </a:ln>
          </p:spPr>
        </p:sp>
        <p:sp>
          <p:nvSpPr>
            <p:cNvPr id="106514" name="Line 32"/>
            <p:cNvSpPr/>
            <p:nvPr/>
          </p:nvSpPr>
          <p:spPr>
            <a:xfrm>
              <a:off x="2481" y="2536"/>
              <a:ext cx="180" cy="0"/>
            </a:xfrm>
            <a:prstGeom prst="line">
              <a:avLst/>
            </a:prstGeom>
            <a:ln w="19050" cap="flat" cmpd="sng">
              <a:solidFill>
                <a:schemeClr val="tx1"/>
              </a:solidFill>
              <a:prstDash val="solid"/>
              <a:round/>
              <a:headEnd type="none" w="med" len="med"/>
              <a:tailEnd type="none" w="sm" len="lg"/>
            </a:ln>
          </p:spPr>
        </p:sp>
        <p:sp>
          <p:nvSpPr>
            <p:cNvPr id="106515" name="Line 33"/>
            <p:cNvSpPr/>
            <p:nvPr/>
          </p:nvSpPr>
          <p:spPr>
            <a:xfrm>
              <a:off x="4597" y="2508"/>
              <a:ext cx="180" cy="0"/>
            </a:xfrm>
            <a:prstGeom prst="line">
              <a:avLst/>
            </a:prstGeom>
            <a:ln w="19050" cap="flat" cmpd="sng">
              <a:solidFill>
                <a:schemeClr val="tx1"/>
              </a:solidFill>
              <a:prstDash val="solid"/>
              <a:round/>
              <a:headEnd type="none" w="med" len="med"/>
              <a:tailEnd type="none" w="sm" len="lg"/>
            </a:ln>
          </p:spPr>
        </p:sp>
        <p:sp>
          <p:nvSpPr>
            <p:cNvPr id="106516" name="Line 34"/>
            <p:cNvSpPr/>
            <p:nvPr/>
          </p:nvSpPr>
          <p:spPr>
            <a:xfrm>
              <a:off x="3509" y="2527"/>
              <a:ext cx="180" cy="0"/>
            </a:xfrm>
            <a:prstGeom prst="line">
              <a:avLst/>
            </a:prstGeom>
            <a:ln w="19050" cap="flat" cmpd="sng">
              <a:solidFill>
                <a:schemeClr val="tx1"/>
              </a:solidFill>
              <a:prstDash val="solid"/>
              <a:round/>
              <a:headEnd type="none" w="med" len="med"/>
              <a:tailEnd type="none" w="sm" len="lg"/>
            </a:ln>
          </p:spPr>
        </p:sp>
        <p:sp>
          <p:nvSpPr>
            <p:cNvPr id="106517" name="Line 35"/>
            <p:cNvSpPr/>
            <p:nvPr/>
          </p:nvSpPr>
          <p:spPr>
            <a:xfrm>
              <a:off x="4973" y="2088"/>
              <a:ext cx="180" cy="0"/>
            </a:xfrm>
            <a:prstGeom prst="line">
              <a:avLst/>
            </a:prstGeom>
            <a:ln w="19050" cap="flat" cmpd="sng">
              <a:solidFill>
                <a:schemeClr val="tx1"/>
              </a:solidFill>
              <a:prstDash val="solid"/>
              <a:roun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Text Box 2"/>
          <p:cNvSpPr txBox="1"/>
          <p:nvPr/>
        </p:nvSpPr>
        <p:spPr>
          <a:xfrm>
            <a:off x="723900" y="742950"/>
            <a:ext cx="7620000" cy="2486025"/>
          </a:xfrm>
          <a:prstGeom prst="rect">
            <a:avLst/>
          </a:prstGeom>
          <a:noFill/>
          <a:ln w="19050">
            <a:noFill/>
          </a:ln>
        </p:spPr>
        <p:txBody>
          <a:bodyPr anchor="t" anchorCtr="0">
            <a:spAutoFit/>
          </a:bodyPr>
          <a:p>
            <a:pPr algn="just">
              <a:lnSpc>
                <a:spcPct val="140000"/>
              </a:lnSpc>
              <a:spcBef>
                <a:spcPct val="50000"/>
              </a:spcBef>
            </a:pP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显然，要使四路选择器的输出</a:t>
            </a:r>
            <a:r>
              <a:rPr lang="en-US" altLang="zh-CN" sz="2800" i="0" dirty="0">
                <a:latin typeface="Times New Roman" panose="02020603050405020304" pitchFamily="18" charset="0"/>
                <a:ea typeface="宋体" panose="02010600030101010101" pitchFamily="2" charset="-122"/>
              </a:rPr>
              <a:t>W</a:t>
            </a:r>
            <a:r>
              <a:rPr lang="zh-CN" altLang="zh-CN" sz="2800" i="0" dirty="0">
                <a:latin typeface="Times New Roman" panose="02020603050405020304" pitchFamily="18" charset="0"/>
                <a:ea typeface="宋体" panose="02010600030101010101" pitchFamily="2" charset="-122"/>
              </a:rPr>
              <a:t>与函数</a:t>
            </a:r>
            <a:r>
              <a:rPr lang="en-US" altLang="zh-CN" sz="2800" i="0" dirty="0">
                <a:latin typeface="Times New Roman" panose="02020603050405020304" pitchFamily="18" charset="0"/>
                <a:ea typeface="宋体" panose="02010600030101010101" pitchFamily="2" charset="-122"/>
              </a:rPr>
              <a:t>F</a:t>
            </a:r>
            <a:r>
              <a:rPr lang="zh-CN" altLang="zh-CN" sz="2800" i="0" dirty="0">
                <a:latin typeface="Times New Roman" panose="02020603050405020304" pitchFamily="18" charset="0"/>
                <a:ea typeface="宋体" panose="02010600030101010101" pitchFamily="2" charset="-122"/>
              </a:rPr>
              <a:t>相等，只需</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0</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0, D</a:t>
            </a:r>
            <a:r>
              <a:rPr lang="en-US" altLang="zh-CN" sz="2800" i="0" baseline="-2500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1, D</a:t>
            </a:r>
            <a:r>
              <a:rPr lang="en-US" altLang="zh-CN" sz="2800" i="0" baseline="-25000" dirty="0">
                <a:latin typeface="Times New Roman" panose="02020603050405020304" pitchFamily="18" charset="0"/>
                <a:ea typeface="宋体" panose="02010600030101010101" pitchFamily="2" charset="-122"/>
              </a:rPr>
              <a:t>2 </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C, D</a:t>
            </a:r>
            <a:r>
              <a:rPr lang="en-US" altLang="zh-CN" sz="2800" i="0" baseline="-2500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C </a:t>
            </a:r>
            <a:r>
              <a:rPr lang="zh-CN" altLang="en-US" sz="2800" i="0" dirty="0">
                <a:latin typeface="Times New Roman" panose="02020603050405020304" pitchFamily="18" charset="0"/>
                <a:ea typeface="宋体" panose="02010600030101010101" pitchFamily="2" charset="-122"/>
              </a:rPr>
              <a:t>。</a:t>
            </a:r>
            <a:r>
              <a:rPr lang="zh-CN" altLang="zh-CN" sz="2800" i="0" dirty="0">
                <a:latin typeface="Times New Roman" panose="02020603050405020304" pitchFamily="18" charset="0"/>
                <a:ea typeface="宋体" panose="02010600030101010101" pitchFamily="2" charset="-122"/>
              </a:rPr>
              <a:t>由此，可作出用四路选择器实现给定函数功能的逻辑电路图如图所示。</a:t>
            </a:r>
            <a:endParaRPr lang="zh-CN" altLang="en-US" sz="2800" i="0" dirty="0">
              <a:latin typeface="Times New Roman" panose="02020603050405020304" pitchFamily="18" charset="0"/>
              <a:ea typeface="宋体" panose="02010600030101010101" pitchFamily="2" charset="-122"/>
            </a:endParaRPr>
          </a:p>
        </p:txBody>
      </p:sp>
      <p:sp>
        <p:nvSpPr>
          <p:cNvPr id="107522" name="Line 3"/>
          <p:cNvSpPr/>
          <p:nvPr/>
        </p:nvSpPr>
        <p:spPr>
          <a:xfrm>
            <a:off x="7143750" y="1543050"/>
            <a:ext cx="228600" cy="0"/>
          </a:xfrm>
          <a:prstGeom prst="line">
            <a:avLst/>
          </a:prstGeom>
          <a:ln w="19050" cap="flat" cmpd="sng">
            <a:solidFill>
              <a:schemeClr val="tx1"/>
            </a:solidFill>
            <a:prstDash val="solid"/>
            <a:round/>
            <a:headEnd type="none" w="med" len="med"/>
            <a:tailEnd type="none" w="sm" len="lg"/>
          </a:ln>
        </p:spPr>
      </p:sp>
      <p:grpSp>
        <p:nvGrpSpPr>
          <p:cNvPr id="2" name="Group 35"/>
          <p:cNvGrpSpPr/>
          <p:nvPr/>
        </p:nvGrpSpPr>
        <p:grpSpPr>
          <a:xfrm>
            <a:off x="1679575" y="2505075"/>
            <a:ext cx="5748338" cy="3929063"/>
            <a:chOff x="1058" y="1578"/>
            <a:chExt cx="3621" cy="2475"/>
          </a:xfrm>
        </p:grpSpPr>
        <p:grpSp>
          <p:nvGrpSpPr>
            <p:cNvPr id="107524" name="Group 4"/>
            <p:cNvGrpSpPr/>
            <p:nvPr/>
          </p:nvGrpSpPr>
          <p:grpSpPr>
            <a:xfrm>
              <a:off x="1058" y="1578"/>
              <a:ext cx="3418" cy="2475"/>
              <a:chOff x="1034" y="690"/>
              <a:chExt cx="3418" cy="2475"/>
            </a:xfrm>
          </p:grpSpPr>
          <p:grpSp>
            <p:nvGrpSpPr>
              <p:cNvPr id="107525" name="Group 5"/>
              <p:cNvGrpSpPr/>
              <p:nvPr/>
            </p:nvGrpSpPr>
            <p:grpSpPr>
              <a:xfrm>
                <a:off x="1034" y="690"/>
                <a:ext cx="3418" cy="2475"/>
                <a:chOff x="1034" y="690"/>
                <a:chExt cx="3418" cy="2475"/>
              </a:xfrm>
            </p:grpSpPr>
            <p:sp>
              <p:nvSpPr>
                <p:cNvPr id="107526" name="Rectangle 6"/>
                <p:cNvSpPr/>
                <p:nvPr/>
              </p:nvSpPr>
              <p:spPr>
                <a:xfrm>
                  <a:off x="1620" y="1378"/>
                  <a:ext cx="2832" cy="1352"/>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zh-CN" sz="2800" b="1" i="0" dirty="0">
                    <a:latin typeface="Times New Roman" panose="02020603050405020304" pitchFamily="18" charset="0"/>
                    <a:ea typeface="宋体" panose="02010600030101010101" pitchFamily="2" charset="-122"/>
                  </a:endParaRPr>
                </a:p>
              </p:txBody>
            </p:sp>
            <p:grpSp>
              <p:nvGrpSpPr>
                <p:cNvPr id="107527" name="Group 7"/>
                <p:cNvGrpSpPr/>
                <p:nvPr/>
              </p:nvGrpSpPr>
              <p:grpSpPr>
                <a:xfrm>
                  <a:off x="1034" y="1518"/>
                  <a:ext cx="906" cy="877"/>
                  <a:chOff x="1034" y="1518"/>
                  <a:chExt cx="906" cy="877"/>
                </a:xfrm>
              </p:grpSpPr>
              <p:sp>
                <p:nvSpPr>
                  <p:cNvPr id="107528" name="Text Box 8"/>
                  <p:cNvSpPr txBox="1"/>
                  <p:nvPr/>
                </p:nvSpPr>
                <p:spPr>
                  <a:xfrm>
                    <a:off x="1586" y="1518"/>
                    <a:ext cx="354" cy="865"/>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a:p>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endParaRPr lang="en-US" altLang="zh-CN" sz="2800" b="1" i="0" dirty="0">
                      <a:latin typeface="Times New Roman" panose="02020603050405020304" pitchFamily="18" charset="0"/>
                      <a:ea typeface="宋体" panose="02010600030101010101" pitchFamily="2" charset="-122"/>
                    </a:endParaRPr>
                  </a:p>
                </p:txBody>
              </p:sp>
              <p:sp>
                <p:nvSpPr>
                  <p:cNvPr id="107529" name="Line 9"/>
                  <p:cNvSpPr/>
                  <p:nvPr/>
                </p:nvSpPr>
                <p:spPr>
                  <a:xfrm>
                    <a:off x="1296" y="1668"/>
                    <a:ext cx="324" cy="0"/>
                  </a:xfrm>
                  <a:prstGeom prst="line">
                    <a:avLst/>
                  </a:prstGeom>
                  <a:ln w="19050" cap="flat" cmpd="sng">
                    <a:solidFill>
                      <a:srgbClr val="3333FF"/>
                    </a:solidFill>
                    <a:prstDash val="solid"/>
                    <a:round/>
                    <a:headEnd type="none" w="med" len="med"/>
                    <a:tailEnd type="none" w="sm" len="lg"/>
                  </a:ln>
                </p:spPr>
              </p:sp>
              <p:sp>
                <p:nvSpPr>
                  <p:cNvPr id="107530" name="Line 10"/>
                  <p:cNvSpPr/>
                  <p:nvPr/>
                </p:nvSpPr>
                <p:spPr>
                  <a:xfrm>
                    <a:off x="1296" y="2232"/>
                    <a:ext cx="324" cy="0"/>
                  </a:xfrm>
                  <a:prstGeom prst="line">
                    <a:avLst/>
                  </a:prstGeom>
                  <a:ln w="19050" cap="flat" cmpd="sng">
                    <a:solidFill>
                      <a:srgbClr val="3333FF"/>
                    </a:solidFill>
                    <a:prstDash val="solid"/>
                    <a:round/>
                    <a:headEnd type="none" w="med" len="med"/>
                    <a:tailEnd type="none" w="sm" len="lg"/>
                  </a:ln>
                </p:spPr>
              </p:sp>
              <p:sp>
                <p:nvSpPr>
                  <p:cNvPr id="107531" name="Text Box 11"/>
                  <p:cNvSpPr txBox="1"/>
                  <p:nvPr/>
                </p:nvSpPr>
                <p:spPr>
                  <a:xfrm>
                    <a:off x="1034" y="1530"/>
                    <a:ext cx="278" cy="865"/>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endParaRPr lang="en-US" altLang="zh-CN" sz="2800" i="0" baseline="-25000" dirty="0">
                      <a:latin typeface="Times New Roman" panose="02020603050405020304" pitchFamily="18" charset="0"/>
                      <a:ea typeface="宋体" panose="02010600030101010101" pitchFamily="2" charset="-122"/>
                    </a:endParaRPr>
                  </a:p>
                  <a:p>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B</a:t>
                    </a:r>
                    <a:endParaRPr lang="en-US" altLang="zh-CN" sz="2800" b="1" i="0" dirty="0">
                      <a:latin typeface="Times New Roman" panose="02020603050405020304" pitchFamily="18" charset="0"/>
                      <a:ea typeface="宋体" panose="02010600030101010101" pitchFamily="2" charset="-122"/>
                    </a:endParaRPr>
                  </a:p>
                </p:txBody>
              </p:sp>
            </p:grpSp>
            <p:sp>
              <p:nvSpPr>
                <p:cNvPr id="107532" name="Text Box 12"/>
                <p:cNvSpPr txBox="1"/>
                <p:nvPr/>
              </p:nvSpPr>
              <p:spPr>
                <a:xfrm>
                  <a:off x="2858" y="1326"/>
                  <a:ext cx="327"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W</a:t>
                  </a:r>
                  <a:endParaRPr lang="en-US" altLang="zh-CN" sz="2800" b="1" i="0" dirty="0">
                    <a:latin typeface="Times New Roman" panose="02020603050405020304" pitchFamily="18" charset="0"/>
                    <a:ea typeface="宋体" panose="02010600030101010101" pitchFamily="2" charset="-122"/>
                  </a:endParaRPr>
                </a:p>
              </p:txBody>
            </p:sp>
            <p:sp>
              <p:nvSpPr>
                <p:cNvPr id="107533" name="Line 13"/>
                <p:cNvSpPr/>
                <p:nvPr/>
              </p:nvSpPr>
              <p:spPr>
                <a:xfrm>
                  <a:off x="3012" y="960"/>
                  <a:ext cx="0" cy="408"/>
                </a:xfrm>
                <a:prstGeom prst="line">
                  <a:avLst/>
                </a:prstGeom>
                <a:ln w="19050" cap="flat" cmpd="sng">
                  <a:solidFill>
                    <a:srgbClr val="3333FF"/>
                  </a:solidFill>
                  <a:prstDash val="solid"/>
                  <a:round/>
                  <a:headEnd type="none" w="med" len="med"/>
                  <a:tailEnd type="none" w="sm" len="lg"/>
                </a:ln>
              </p:spPr>
            </p:sp>
            <p:sp>
              <p:nvSpPr>
                <p:cNvPr id="107534" name="Text Box 14"/>
                <p:cNvSpPr txBox="1"/>
                <p:nvPr/>
              </p:nvSpPr>
              <p:spPr>
                <a:xfrm>
                  <a:off x="2930" y="690"/>
                  <a:ext cx="2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b="1" i="0" dirty="0">
                    <a:latin typeface="Times New Roman" panose="02020603050405020304" pitchFamily="18" charset="0"/>
                    <a:ea typeface="宋体" panose="02010600030101010101" pitchFamily="2" charset="-122"/>
                  </a:endParaRPr>
                </a:p>
              </p:txBody>
            </p:sp>
            <p:sp>
              <p:nvSpPr>
                <p:cNvPr id="107535" name="Text Box 15"/>
                <p:cNvSpPr txBox="1"/>
                <p:nvPr/>
              </p:nvSpPr>
              <p:spPr>
                <a:xfrm>
                  <a:off x="2702" y="1662"/>
                  <a:ext cx="639" cy="596"/>
                </a:xfrm>
                <a:prstGeom prst="rect">
                  <a:avLst/>
                </a:prstGeom>
                <a:noFill/>
                <a:ln w="1905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4</a:t>
                  </a:r>
                  <a:r>
                    <a:rPr lang="zh-CN" altLang="en-US" sz="2800" i="0" dirty="0">
                      <a:latin typeface="Times New Roman" panose="02020603050405020304" pitchFamily="18" charset="0"/>
                      <a:ea typeface="宋体" panose="02010600030101010101" pitchFamily="2" charset="-122"/>
                    </a:rPr>
                    <a:t>选</a:t>
                  </a: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pPr algn="ctr"/>
                  <a:r>
                    <a:rPr lang="en-US" altLang="zh-CN" sz="2800" i="0" dirty="0">
                      <a:latin typeface="Times New Roman" panose="02020603050405020304" pitchFamily="18" charset="0"/>
                      <a:ea typeface="宋体" panose="02010600030101010101" pitchFamily="2" charset="-122"/>
                    </a:rPr>
                    <a:t>MUX</a:t>
                  </a:r>
                  <a:endParaRPr lang="en-US" altLang="zh-CN" sz="2800" b="1" i="0" dirty="0">
                    <a:latin typeface="Times New Roman" panose="02020603050405020304" pitchFamily="18" charset="0"/>
                    <a:ea typeface="宋体" panose="02010600030101010101" pitchFamily="2" charset="-122"/>
                  </a:endParaRPr>
                </a:p>
              </p:txBody>
            </p:sp>
            <p:grpSp>
              <p:nvGrpSpPr>
                <p:cNvPr id="107536" name="Group 16"/>
                <p:cNvGrpSpPr/>
                <p:nvPr/>
              </p:nvGrpSpPr>
              <p:grpSpPr>
                <a:xfrm>
                  <a:off x="2046" y="2410"/>
                  <a:ext cx="1941" cy="755"/>
                  <a:chOff x="2046" y="2410"/>
                  <a:chExt cx="1941" cy="755"/>
                </a:xfrm>
              </p:grpSpPr>
              <p:grpSp>
                <p:nvGrpSpPr>
                  <p:cNvPr id="107537" name="Group 17"/>
                  <p:cNvGrpSpPr/>
                  <p:nvPr/>
                </p:nvGrpSpPr>
                <p:grpSpPr>
                  <a:xfrm>
                    <a:off x="2046" y="2410"/>
                    <a:ext cx="1940" cy="327"/>
                    <a:chOff x="2046" y="2410"/>
                    <a:chExt cx="1940" cy="327"/>
                  </a:xfrm>
                </p:grpSpPr>
                <p:sp>
                  <p:nvSpPr>
                    <p:cNvPr id="107538" name="Text Box 18"/>
                    <p:cNvSpPr txBox="1"/>
                    <p:nvPr/>
                  </p:nvSpPr>
                  <p:spPr>
                    <a:xfrm>
                      <a:off x="2046" y="2410"/>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07539" name="Text Box 19"/>
                    <p:cNvSpPr txBox="1"/>
                    <p:nvPr/>
                  </p:nvSpPr>
                  <p:spPr>
                    <a:xfrm>
                      <a:off x="2570" y="2410"/>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07540" name="Text Box 20"/>
                    <p:cNvSpPr txBox="1"/>
                    <p:nvPr/>
                  </p:nvSpPr>
                  <p:spPr>
                    <a:xfrm>
                      <a:off x="3094" y="2410"/>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07541" name="Text Box 21"/>
                    <p:cNvSpPr txBox="1"/>
                    <p:nvPr/>
                  </p:nvSpPr>
                  <p:spPr>
                    <a:xfrm>
                      <a:off x="3618" y="2410"/>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grpSp>
              <p:sp>
                <p:nvSpPr>
                  <p:cNvPr id="107542" name="Line 22"/>
                  <p:cNvSpPr/>
                  <p:nvPr/>
                </p:nvSpPr>
                <p:spPr>
                  <a:xfrm>
                    <a:off x="2211" y="2746"/>
                    <a:ext cx="0" cy="184"/>
                  </a:xfrm>
                  <a:prstGeom prst="line">
                    <a:avLst/>
                  </a:prstGeom>
                  <a:ln w="19050" cap="flat" cmpd="sng">
                    <a:solidFill>
                      <a:srgbClr val="3333FF"/>
                    </a:solidFill>
                    <a:prstDash val="solid"/>
                    <a:round/>
                    <a:headEnd type="none" w="med" len="med"/>
                    <a:tailEnd type="none" w="sm" len="lg"/>
                  </a:ln>
                </p:spPr>
              </p:sp>
              <p:sp>
                <p:nvSpPr>
                  <p:cNvPr id="107543" name="Line 23"/>
                  <p:cNvSpPr/>
                  <p:nvPr/>
                </p:nvSpPr>
                <p:spPr>
                  <a:xfrm>
                    <a:off x="2716" y="2746"/>
                    <a:ext cx="0" cy="184"/>
                  </a:xfrm>
                  <a:prstGeom prst="line">
                    <a:avLst/>
                  </a:prstGeom>
                  <a:ln w="19050" cap="flat" cmpd="sng">
                    <a:solidFill>
                      <a:srgbClr val="3333FF"/>
                    </a:solidFill>
                    <a:prstDash val="solid"/>
                    <a:round/>
                    <a:headEnd type="none" w="med" len="med"/>
                    <a:tailEnd type="none" w="sm" len="lg"/>
                  </a:ln>
                </p:spPr>
              </p:sp>
              <p:sp>
                <p:nvSpPr>
                  <p:cNvPr id="107544" name="Line 24"/>
                  <p:cNvSpPr/>
                  <p:nvPr/>
                </p:nvSpPr>
                <p:spPr>
                  <a:xfrm>
                    <a:off x="3238" y="2746"/>
                    <a:ext cx="0" cy="184"/>
                  </a:xfrm>
                  <a:prstGeom prst="line">
                    <a:avLst/>
                  </a:prstGeom>
                  <a:ln w="19050" cap="flat" cmpd="sng">
                    <a:solidFill>
                      <a:srgbClr val="3333FF"/>
                    </a:solidFill>
                    <a:prstDash val="solid"/>
                    <a:round/>
                    <a:headEnd type="none" w="med" len="med"/>
                    <a:tailEnd type="none" w="sm" len="lg"/>
                  </a:ln>
                </p:spPr>
              </p:sp>
              <p:sp>
                <p:nvSpPr>
                  <p:cNvPr id="107545" name="Line 25"/>
                  <p:cNvSpPr/>
                  <p:nvPr/>
                </p:nvSpPr>
                <p:spPr>
                  <a:xfrm>
                    <a:off x="3765" y="2746"/>
                    <a:ext cx="0" cy="184"/>
                  </a:xfrm>
                  <a:prstGeom prst="line">
                    <a:avLst/>
                  </a:prstGeom>
                  <a:ln w="19050" cap="flat" cmpd="sng">
                    <a:solidFill>
                      <a:srgbClr val="3333FF"/>
                    </a:solidFill>
                    <a:prstDash val="solid"/>
                    <a:round/>
                    <a:headEnd type="none" w="med" len="med"/>
                    <a:tailEnd type="none" w="sm" len="lg"/>
                  </a:ln>
                </p:spPr>
              </p:sp>
              <p:sp>
                <p:nvSpPr>
                  <p:cNvPr id="107546" name="Text Box 26"/>
                  <p:cNvSpPr txBox="1"/>
                  <p:nvPr/>
                </p:nvSpPr>
                <p:spPr>
                  <a:xfrm>
                    <a:off x="2102" y="2838"/>
                    <a:ext cx="1885" cy="327"/>
                  </a:xfrm>
                  <a:prstGeom prst="rect">
                    <a:avLst/>
                  </a:prstGeom>
                  <a:noFill/>
                  <a:ln w="19050">
                    <a:noFill/>
                  </a:ln>
                </p:spPr>
                <p:txBody>
                  <a:bodyPr wrap="none" anchor="t" anchorCtr="0">
                    <a:spAutoFit/>
                  </a:bodyPr>
                  <a:p>
                    <a:pPr defTabSz="857250"/>
                    <a:r>
                      <a:rPr lang="en-US" altLang="zh-CN" sz="2800" i="0" dirty="0">
                        <a:latin typeface="Times New Roman" panose="02020603050405020304" pitchFamily="18" charset="0"/>
                        <a:ea typeface="宋体" panose="02010600030101010101" pitchFamily="2" charset="-122"/>
                      </a:rPr>
                      <a:t>0	1	C	C</a:t>
                    </a:r>
                    <a:endParaRPr lang="en-US" altLang="zh-CN" sz="2800" b="1" i="0" dirty="0">
                      <a:latin typeface="Times New Roman" panose="02020603050405020304" pitchFamily="18" charset="0"/>
                      <a:ea typeface="宋体" panose="02010600030101010101" pitchFamily="2" charset="-122"/>
                    </a:endParaRPr>
                  </a:p>
                </p:txBody>
              </p:sp>
            </p:grpSp>
          </p:grpSp>
          <p:sp>
            <p:nvSpPr>
              <p:cNvPr id="107547" name="Line 27"/>
              <p:cNvSpPr/>
              <p:nvPr/>
            </p:nvSpPr>
            <p:spPr>
              <a:xfrm>
                <a:off x="3756" y="2892"/>
                <a:ext cx="180" cy="0"/>
              </a:xfrm>
              <a:prstGeom prst="line">
                <a:avLst/>
              </a:prstGeom>
              <a:ln w="19050" cap="flat" cmpd="sng">
                <a:solidFill>
                  <a:schemeClr val="tx1"/>
                </a:solidFill>
                <a:prstDash val="solid"/>
                <a:round/>
                <a:headEnd type="none" w="med" len="med"/>
                <a:tailEnd type="none" w="sm" len="lg"/>
              </a:ln>
            </p:spPr>
          </p:sp>
        </p:grpSp>
        <p:grpSp>
          <p:nvGrpSpPr>
            <p:cNvPr id="107548" name="Group 28"/>
            <p:cNvGrpSpPr/>
            <p:nvPr/>
          </p:nvGrpSpPr>
          <p:grpSpPr>
            <a:xfrm>
              <a:off x="4212" y="2721"/>
              <a:ext cx="467" cy="314"/>
              <a:chOff x="4104" y="2721"/>
              <a:chExt cx="467" cy="314"/>
            </a:xfrm>
          </p:grpSpPr>
          <p:sp>
            <p:nvSpPr>
              <p:cNvPr id="107549" name="Rectangle 29"/>
              <p:cNvSpPr/>
              <p:nvPr/>
            </p:nvSpPr>
            <p:spPr>
              <a:xfrm>
                <a:off x="4104" y="2721"/>
                <a:ext cx="205" cy="250"/>
              </a:xfrm>
              <a:prstGeom prst="rect">
                <a:avLst/>
              </a:prstGeom>
              <a:noFill/>
              <a:ln w="12700">
                <a:noFill/>
              </a:ln>
            </p:spPr>
            <p:txBody>
              <a:bodyPr anchor="t" anchorCtr="0">
                <a:spAutoFit/>
              </a:bodyPr>
              <a:p>
                <a:pPr algn="ctr"/>
                <a:r>
                  <a:rPr lang="en-US" altLang="zh-CN" i="0" dirty="0">
                    <a:latin typeface="Times New Roman" panose="02020603050405020304" pitchFamily="18" charset="0"/>
                    <a:ea typeface="宋体" panose="02010600030101010101" pitchFamily="2" charset="-122"/>
                  </a:rPr>
                  <a:t>S</a:t>
                </a:r>
                <a:endParaRPr lang="en-US" altLang="zh-CN" i="0" dirty="0">
                  <a:latin typeface="Times New Roman" panose="02020603050405020304" pitchFamily="18" charset="0"/>
                  <a:ea typeface="宋体" panose="02010600030101010101" pitchFamily="2" charset="-122"/>
                </a:endParaRPr>
              </a:p>
            </p:txBody>
          </p:sp>
          <p:sp>
            <p:nvSpPr>
              <p:cNvPr id="107550" name="Line 30"/>
              <p:cNvSpPr/>
              <p:nvPr/>
            </p:nvSpPr>
            <p:spPr>
              <a:xfrm>
                <a:off x="4160" y="2752"/>
                <a:ext cx="83" cy="0"/>
              </a:xfrm>
              <a:prstGeom prst="line">
                <a:avLst/>
              </a:prstGeom>
              <a:ln w="12700" cap="flat" cmpd="sng">
                <a:solidFill>
                  <a:srgbClr val="0000FF"/>
                </a:solidFill>
                <a:prstDash val="solid"/>
                <a:round/>
                <a:headEnd type="none" w="med" len="med"/>
                <a:tailEnd type="none" w="med" len="med"/>
              </a:ln>
            </p:spPr>
          </p:sp>
          <p:sp>
            <p:nvSpPr>
              <p:cNvPr id="107551" name="Oval 31"/>
              <p:cNvSpPr/>
              <p:nvPr/>
            </p:nvSpPr>
            <p:spPr>
              <a:xfrm>
                <a:off x="4343" y="2806"/>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7552" name="Line 32"/>
              <p:cNvSpPr/>
              <p:nvPr/>
            </p:nvSpPr>
            <p:spPr>
              <a:xfrm flipV="1">
                <a:off x="4380" y="2825"/>
                <a:ext cx="128" cy="9"/>
              </a:xfrm>
              <a:prstGeom prst="line">
                <a:avLst/>
              </a:prstGeom>
              <a:ln w="12700" cap="flat" cmpd="sng">
                <a:solidFill>
                  <a:srgbClr val="0000FF"/>
                </a:solidFill>
                <a:prstDash val="solid"/>
                <a:round/>
                <a:headEnd type="none" w="med" len="med"/>
                <a:tailEnd type="none" w="med" len="med"/>
              </a:ln>
            </p:spPr>
          </p:sp>
          <p:sp>
            <p:nvSpPr>
              <p:cNvPr id="107553" name="Line 33"/>
              <p:cNvSpPr/>
              <p:nvPr/>
            </p:nvSpPr>
            <p:spPr>
              <a:xfrm flipH="1">
                <a:off x="4498" y="2825"/>
                <a:ext cx="9" cy="201"/>
              </a:xfrm>
              <a:prstGeom prst="line">
                <a:avLst/>
              </a:prstGeom>
              <a:ln w="12700" cap="flat" cmpd="sng">
                <a:solidFill>
                  <a:srgbClr val="0000FF"/>
                </a:solidFill>
                <a:prstDash val="solid"/>
                <a:round/>
                <a:headEnd type="none" w="med" len="med"/>
                <a:tailEnd type="none" w="med" len="med"/>
              </a:ln>
            </p:spPr>
          </p:sp>
          <p:sp>
            <p:nvSpPr>
              <p:cNvPr id="107554" name="Line 34"/>
              <p:cNvSpPr/>
              <p:nvPr/>
            </p:nvSpPr>
            <p:spPr>
              <a:xfrm flipV="1">
                <a:off x="4434" y="3026"/>
                <a:ext cx="137" cy="9"/>
              </a:xfrm>
              <a:prstGeom prst="line">
                <a:avLst/>
              </a:prstGeom>
              <a:ln w="28575" cap="flat" cmpd="sng">
                <a:solidFill>
                  <a:srgbClr val="0000FF"/>
                </a:solidFill>
                <a:prstDash val="solid"/>
                <a:round/>
                <a:headEnd type="none" w="med" len="med"/>
                <a:tailEnd type="none" w="med" len="med"/>
              </a:ln>
            </p:spPr>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Text Box 2"/>
          <p:cNvSpPr txBox="1"/>
          <p:nvPr/>
        </p:nvSpPr>
        <p:spPr>
          <a:xfrm>
            <a:off x="723900" y="1143000"/>
            <a:ext cx="7772400" cy="2657475"/>
          </a:xfrm>
          <a:prstGeom prst="rect">
            <a:avLst/>
          </a:prstGeom>
          <a:noFill/>
          <a:ln w="19050">
            <a:noFill/>
          </a:ln>
        </p:spPr>
        <p:txBody>
          <a:bodyPr anchor="t" anchorCtr="0">
            <a:spAutoFit/>
          </a:bodyPr>
          <a:p>
            <a:pPr algn="just">
              <a:lnSpc>
                <a:spcPct val="150000"/>
              </a:lnSpc>
              <a:spcBef>
                <a:spcPct val="50000"/>
              </a:spcBef>
            </a:pPr>
            <a:r>
              <a:rPr lang="en-US" altLang="zh-CN" sz="2800" b="1"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本例的两种方案表明：用具有</a:t>
            </a:r>
            <a:r>
              <a:rPr lang="en-US" altLang="zh-CN" sz="2800" dirty="0">
                <a:latin typeface="Times New Roman" panose="02020603050405020304" pitchFamily="18" charset="0"/>
                <a:ea typeface="宋体" panose="02010600030101010101" pitchFamily="2" charset="-122"/>
              </a:rPr>
              <a:t>n</a:t>
            </a:r>
            <a:r>
              <a:rPr lang="zh-CN" altLang="zh-CN" sz="2800" i="0" dirty="0">
                <a:latin typeface="Times New Roman" panose="02020603050405020304" pitchFamily="18" charset="0"/>
                <a:ea typeface="宋体" panose="02010600030101010101" pitchFamily="2" charset="-122"/>
              </a:rPr>
              <a:t>个选择控制变量的</a:t>
            </a:r>
            <a:r>
              <a:rPr lang="zh-CN" altLang="en-US" sz="2800" i="0" dirty="0">
                <a:latin typeface="Times New Roman" panose="02020603050405020304" pitchFamily="18" charset="0"/>
                <a:ea typeface="宋体" panose="02010600030101010101" pitchFamily="2" charset="-122"/>
              </a:rPr>
              <a:t>选择器</a:t>
            </a:r>
            <a:r>
              <a:rPr lang="zh-CN" altLang="zh-CN" sz="2800" i="0" dirty="0">
                <a:latin typeface="Times New Roman" panose="02020603050405020304" pitchFamily="18" charset="0"/>
                <a:ea typeface="宋体" panose="02010600030101010101" pitchFamily="2" charset="-122"/>
              </a:rPr>
              <a:t>实现</a:t>
            </a:r>
            <a:r>
              <a:rPr lang="en-US" altLang="zh-CN" sz="2800" dirty="0">
                <a:latin typeface="Times New Roman" panose="02020603050405020304" pitchFamily="18" charset="0"/>
                <a:ea typeface="宋体" panose="02010600030101010101" pitchFamily="2" charset="-122"/>
              </a:rPr>
              <a:t>n</a:t>
            </a:r>
            <a:r>
              <a:rPr lang="zh-CN" altLang="zh-CN" sz="2800" i="0" dirty="0">
                <a:latin typeface="Times New Roman" panose="02020603050405020304" pitchFamily="18" charset="0"/>
                <a:ea typeface="宋体" panose="02010600030101010101" pitchFamily="2" charset="-122"/>
              </a:rPr>
              <a:t>个变量的函数或</a:t>
            </a:r>
            <a:r>
              <a:rPr lang="en-US" altLang="zh-CN" sz="2800" dirty="0">
                <a:latin typeface="Times New Roman" panose="02020603050405020304" pitchFamily="18" charset="0"/>
                <a:ea typeface="宋体" panose="02010600030101010101" pitchFamily="2" charset="-122"/>
              </a:rPr>
              <a:t>n</a:t>
            </a:r>
            <a:r>
              <a:rPr lang="en-US" altLang="zh-CN" sz="2800" i="0" dirty="0">
                <a:latin typeface="Times New Roman" panose="02020603050405020304" pitchFamily="18" charset="0"/>
                <a:ea typeface="宋体" panose="02010600030101010101" pitchFamily="2" charset="-122"/>
              </a:rPr>
              <a:t>+1</a:t>
            </a:r>
            <a:r>
              <a:rPr lang="zh-CN" altLang="zh-CN" sz="2800" i="0" dirty="0">
                <a:latin typeface="Times New Roman" panose="02020603050405020304" pitchFamily="18" charset="0"/>
                <a:ea typeface="宋体" panose="02010600030101010101" pitchFamily="2" charset="-122"/>
              </a:rPr>
              <a:t>个变量的函数时，不需要任何辅助电路，可由</a:t>
            </a:r>
            <a:r>
              <a:rPr lang="zh-CN" altLang="en-US" sz="2800" i="0" dirty="0">
                <a:latin typeface="Times New Roman" panose="02020603050405020304" pitchFamily="18" charset="0"/>
                <a:ea typeface="宋体" panose="02010600030101010101" pitchFamily="2" charset="-122"/>
              </a:rPr>
              <a:t>选择器</a:t>
            </a:r>
            <a:r>
              <a:rPr lang="zh-CN" altLang="zh-CN" sz="2800" i="0" dirty="0">
                <a:latin typeface="Times New Roman" panose="02020603050405020304" pitchFamily="18" charset="0"/>
                <a:ea typeface="宋体" panose="02010600030101010101" pitchFamily="2" charset="-122"/>
              </a:rPr>
              <a:t>直接实现。</a:t>
            </a:r>
            <a:endParaRPr lang="zh-CN" altLang="en-US" sz="2800" i="0" dirty="0">
              <a:latin typeface="Times New Roman" panose="02020603050405020304" pitchFamily="18" charset="0"/>
              <a:ea typeface="宋体" panose="02010600030101010101" pitchFamily="2" charset="-122"/>
            </a:endParaRPr>
          </a:p>
        </p:txBody>
      </p:sp>
      <p:sp>
        <p:nvSpPr>
          <p:cNvPr id="108546" name="Text Box 3"/>
          <p:cNvSpPr txBox="1"/>
          <p:nvPr/>
        </p:nvSpPr>
        <p:spPr>
          <a:xfrm>
            <a:off x="723900" y="3657600"/>
            <a:ext cx="7772400" cy="2657475"/>
          </a:xfrm>
          <a:prstGeom prst="rect">
            <a:avLst/>
          </a:prstGeom>
          <a:noFill/>
          <a:ln w="19050">
            <a:noFill/>
          </a:ln>
        </p:spPr>
        <p:txBody>
          <a:bodyPr anchor="t" anchorCtr="0">
            <a:spAutoFit/>
          </a:bodyPr>
          <a:p>
            <a:pPr algn="just">
              <a:lnSpc>
                <a:spcPct val="150000"/>
              </a:lnSpc>
              <a:spcBef>
                <a:spcPct val="50000"/>
              </a:spcBef>
            </a:pPr>
            <a:r>
              <a:rPr lang="en-US" altLang="zh-CN" sz="2800" b="1"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当函数的变量比选择器</a:t>
            </a:r>
            <a:r>
              <a:rPr lang="zh-CN" altLang="zh-CN" sz="2800" i="0" dirty="0">
                <a:latin typeface="Times New Roman" panose="02020603050405020304" pitchFamily="18" charset="0"/>
                <a:ea typeface="宋体" panose="02010600030101010101" pitchFamily="2" charset="-122"/>
              </a:rPr>
              <a:t>的选择控制变量数多于两个以上时，一般需要适当的逻辑门辅助实现。同时，在确定各数据输入时，通常借助卡诺图。</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12994" name="Object 2"/>
          <p:cNvGraphicFramePr>
            <a:graphicFrameLocks noChangeAspect="1"/>
          </p:cNvGraphicFramePr>
          <p:nvPr/>
        </p:nvGraphicFramePr>
        <p:xfrm>
          <a:off x="1238250" y="1447800"/>
          <a:ext cx="5978525" cy="5162550"/>
        </p:xfrm>
        <a:graphic>
          <a:graphicData uri="http://schemas.openxmlformats.org/presentationml/2006/ole">
            <mc:AlternateContent xmlns:mc="http://schemas.openxmlformats.org/markup-compatibility/2006">
              <mc:Choice xmlns:v="urn:schemas-microsoft-com:vml" Requires="v">
                <p:oleObj spid="_x0000_s3279" name="" r:id="rId1" imgW="5807710" imgH="4630420" progId="Word.Document.8">
                  <p:embed/>
                </p:oleObj>
              </mc:Choice>
              <mc:Fallback>
                <p:oleObj name="" r:id="rId1" imgW="5807710" imgH="4630420" progId="Word.Document.8">
                  <p:embed/>
                  <p:pic>
                    <p:nvPicPr>
                      <p:cNvPr id="0" name="图片 3278"/>
                      <p:cNvPicPr/>
                      <p:nvPr/>
                    </p:nvPicPr>
                    <p:blipFill>
                      <a:blip r:embed="rId2">
                        <a:clrChange>
                          <a:clrFrom>
                            <a:srgbClr val="000000"/>
                          </a:clrFrom>
                          <a:clrTo>
                            <a:srgbClr val="FF3300"/>
                          </a:clrTo>
                        </a:clrChange>
                        <a:clrChange>
                          <a:clrFrom>
                            <a:srgbClr val="FFFF00"/>
                          </a:clrFrom>
                          <a:clrTo>
                            <a:srgbClr val="000000"/>
                          </a:clrTo>
                        </a:clrChange>
                      </a:blip>
                      <a:stretch>
                        <a:fillRect/>
                      </a:stretch>
                    </p:blipFill>
                    <p:spPr>
                      <a:xfrm>
                        <a:off x="1238250" y="1447800"/>
                        <a:ext cx="5978525" cy="5162550"/>
                      </a:xfrm>
                      <a:prstGeom prst="rect">
                        <a:avLst/>
                      </a:prstGeom>
                      <a:noFill/>
                      <a:ln w="38100">
                        <a:noFill/>
                        <a:miter/>
                      </a:ln>
                    </p:spPr>
                  </p:pic>
                </p:oleObj>
              </mc:Fallback>
            </mc:AlternateContent>
          </a:graphicData>
        </a:graphic>
      </p:graphicFrame>
      <p:sp>
        <p:nvSpPr>
          <p:cNvPr id="212995" name="Text Box 3"/>
          <p:cNvSpPr txBox="1"/>
          <p:nvPr/>
        </p:nvSpPr>
        <p:spPr>
          <a:xfrm>
            <a:off x="0" y="590550"/>
            <a:ext cx="8721725" cy="946150"/>
          </a:xfrm>
          <a:prstGeom prst="rect">
            <a:avLst/>
          </a:prstGeom>
          <a:noFill/>
          <a:ln w="9525">
            <a:noFill/>
          </a:ln>
        </p:spPr>
        <p:txBody>
          <a:bodyPr anchor="t" anchorCtr="0">
            <a:spAutoFit/>
          </a:bodyPr>
          <a:p>
            <a:pPr algn="just">
              <a:spcBef>
                <a:spcPct val="50000"/>
              </a:spcBef>
            </a:pPr>
            <a:r>
              <a:rPr lang="zh-CN" altLang="en-US" sz="2800" b="1" i="0" dirty="0">
                <a:latin typeface="Times New Roman" panose="02020603050405020304" pitchFamily="18" charset="0"/>
                <a:ea typeface="宋体" panose="02010600030101010101" pitchFamily="2" charset="-122"/>
              </a:rPr>
              <a:t>例</a:t>
            </a:r>
            <a:r>
              <a:rPr lang="en-US" altLang="zh-CN" sz="2800" b="1" i="0" dirty="0">
                <a:latin typeface="Times New Roman" panose="02020603050405020304" pitchFamily="18" charset="0"/>
                <a:ea typeface="宋体" panose="02010600030101010101" pitchFamily="2" charset="-122"/>
              </a:rPr>
              <a:t>2:  </a:t>
            </a:r>
            <a:r>
              <a:rPr lang="zh-CN" altLang="en-US" sz="2800" i="0" dirty="0">
                <a:latin typeface="Times New Roman" panose="02020603050405020304" pitchFamily="18" charset="0"/>
                <a:ea typeface="宋体" panose="02010600030101010101" pitchFamily="2" charset="-122"/>
              </a:rPr>
              <a:t>下面是一个具有五个输入变量的逻辑函数的真值表，用三个双四选一多路选择器实现。</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2995"/>
                                        </p:tgtEl>
                                        <p:attrNameLst>
                                          <p:attrName>style.visibility</p:attrName>
                                        </p:attrNameLst>
                                      </p:cBhvr>
                                      <p:to>
                                        <p:strVal val="visible"/>
                                      </p:to>
                                    </p:set>
                                    <p:anim calcmode="lin" valueType="num">
                                      <p:cBhvr additive="base">
                                        <p:cTn id="7" dur="500" fill="hold"/>
                                        <p:tgtEl>
                                          <p:spTgt spid="212995"/>
                                        </p:tgtEl>
                                        <p:attrNameLst>
                                          <p:attrName>ppt_x</p:attrName>
                                        </p:attrNameLst>
                                      </p:cBhvr>
                                      <p:tavLst>
                                        <p:tav tm="0">
                                          <p:val>
                                            <p:strVal val="0-#ppt_w/2"/>
                                          </p:val>
                                        </p:tav>
                                        <p:tav tm="100000">
                                          <p:val>
                                            <p:strVal val="#ppt_x"/>
                                          </p:val>
                                        </p:tav>
                                      </p:tavLst>
                                    </p:anim>
                                    <p:anim calcmode="lin" valueType="num">
                                      <p:cBhvr additive="base">
                                        <p:cTn id="8" dur="500" fill="hold"/>
                                        <p:tgtEl>
                                          <p:spTgt spid="2129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12994"/>
                                        </p:tgtEl>
                                        <p:attrNameLst>
                                          <p:attrName>style.visibility</p:attrName>
                                        </p:attrNameLst>
                                      </p:cBhvr>
                                      <p:to>
                                        <p:strVal val="visible"/>
                                      </p:to>
                                    </p:set>
                                    <p:anim calcmode="lin" valueType="num">
                                      <p:cBhvr>
                                        <p:cTn id="13" dur="500" fill="hold"/>
                                        <p:tgtEl>
                                          <p:spTgt spid="212994"/>
                                        </p:tgtEl>
                                        <p:attrNameLst>
                                          <p:attrName>ppt_w</p:attrName>
                                        </p:attrNameLst>
                                      </p:cBhvr>
                                      <p:tavLst>
                                        <p:tav tm="0">
                                          <p:val>
                                            <p:fltVal val="0.000000"/>
                                          </p:val>
                                        </p:tav>
                                        <p:tav tm="100000">
                                          <p:val>
                                            <p:strVal val="#ppt_w"/>
                                          </p:val>
                                        </p:tav>
                                      </p:tavLst>
                                    </p:anim>
                                    <p:anim calcmode="lin" valueType="num">
                                      <p:cBhvr>
                                        <p:cTn id="14" dur="500" fill="hold"/>
                                        <p:tgtEl>
                                          <p:spTgt spid="212994"/>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5"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54"/>
          <p:cNvGrpSpPr/>
          <p:nvPr/>
        </p:nvGrpSpPr>
        <p:grpSpPr>
          <a:xfrm>
            <a:off x="0" y="592138"/>
            <a:ext cx="9088438" cy="6265862"/>
            <a:chOff x="0" y="373"/>
            <a:chExt cx="5725" cy="3947"/>
          </a:xfrm>
        </p:grpSpPr>
        <p:grpSp>
          <p:nvGrpSpPr>
            <p:cNvPr id="110594" name="Group 2"/>
            <p:cNvGrpSpPr/>
            <p:nvPr/>
          </p:nvGrpSpPr>
          <p:grpSpPr>
            <a:xfrm>
              <a:off x="0" y="373"/>
              <a:ext cx="5725" cy="3947"/>
              <a:chOff x="0" y="373"/>
              <a:chExt cx="5725" cy="3947"/>
            </a:xfrm>
          </p:grpSpPr>
          <p:sp>
            <p:nvSpPr>
              <p:cNvPr id="214019" name="Text Box 3"/>
              <p:cNvSpPr txBox="1">
                <a:spLocks noChangeArrowheads="1"/>
              </p:cNvSpPr>
              <p:nvPr/>
            </p:nvSpPr>
            <p:spPr bwMode="auto">
              <a:xfrm>
                <a:off x="1044" y="4032"/>
                <a:ext cx="3168" cy="288"/>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zh-CN" altLang="en-US" sz="2400" b="1" i="0" kern="1200" cap="none" spc="0" normalizeH="0" baseline="0" noProof="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五变量函数</a:t>
                </a:r>
                <a:endParaRPr kumimoji="1" lang="zh-CN" altLang="en-US" sz="2400" b="1" i="0" kern="1200" cap="none" spc="0" normalizeH="0" baseline="0" noProof="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10596" name="Rectangle 4"/>
              <p:cNvSpPr/>
              <p:nvPr/>
            </p:nvSpPr>
            <p:spPr>
              <a:xfrm>
                <a:off x="3287" y="1004"/>
                <a:ext cx="2438" cy="703"/>
              </a:xfrm>
              <a:prstGeom prst="rect">
                <a:avLst/>
              </a:prstGeom>
              <a:solidFill>
                <a:srgbClr val="CCFFFF"/>
              </a:solidFill>
              <a:ln w="22225" cap="flat" cmpd="sng">
                <a:solidFill>
                  <a:srgbClr val="00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597" name="Line 5"/>
              <p:cNvSpPr/>
              <p:nvPr/>
            </p:nvSpPr>
            <p:spPr>
              <a:xfrm>
                <a:off x="3120" y="1295"/>
                <a:ext cx="170" cy="0"/>
              </a:xfrm>
              <a:prstGeom prst="line">
                <a:avLst/>
              </a:prstGeom>
              <a:ln w="9525" cap="flat" cmpd="sng">
                <a:solidFill>
                  <a:schemeClr val="tx1"/>
                </a:solidFill>
                <a:prstDash val="solid"/>
                <a:round/>
                <a:headEnd type="none" w="med" len="med"/>
                <a:tailEnd type="none" w="med" len="med"/>
              </a:ln>
            </p:spPr>
          </p:sp>
          <p:sp>
            <p:nvSpPr>
              <p:cNvPr id="110598" name="Line 6"/>
              <p:cNvSpPr/>
              <p:nvPr/>
            </p:nvSpPr>
            <p:spPr>
              <a:xfrm>
                <a:off x="3544" y="818"/>
                <a:ext cx="0" cy="181"/>
              </a:xfrm>
              <a:prstGeom prst="line">
                <a:avLst/>
              </a:prstGeom>
              <a:ln w="9525" cap="flat" cmpd="sng">
                <a:solidFill>
                  <a:schemeClr val="tx1"/>
                </a:solidFill>
                <a:prstDash val="solid"/>
                <a:round/>
                <a:headEnd type="none" w="med" len="med"/>
                <a:tailEnd type="none" w="med" len="med"/>
              </a:ln>
            </p:spPr>
          </p:sp>
          <p:sp>
            <p:nvSpPr>
              <p:cNvPr id="110599" name="Line 7"/>
              <p:cNvSpPr/>
              <p:nvPr/>
            </p:nvSpPr>
            <p:spPr>
              <a:xfrm>
                <a:off x="3757" y="671"/>
                <a:ext cx="0" cy="333"/>
              </a:xfrm>
              <a:prstGeom prst="line">
                <a:avLst/>
              </a:prstGeom>
              <a:ln w="9525" cap="flat" cmpd="sng">
                <a:solidFill>
                  <a:schemeClr val="tx1"/>
                </a:solidFill>
                <a:prstDash val="solid"/>
                <a:round/>
                <a:headEnd type="none" w="med" len="med"/>
                <a:tailEnd type="none" w="med" len="med"/>
              </a:ln>
            </p:spPr>
          </p:sp>
          <p:sp>
            <p:nvSpPr>
              <p:cNvPr id="110600" name="Line 8"/>
              <p:cNvSpPr/>
              <p:nvPr/>
            </p:nvSpPr>
            <p:spPr>
              <a:xfrm>
                <a:off x="3971" y="671"/>
                <a:ext cx="0" cy="333"/>
              </a:xfrm>
              <a:prstGeom prst="line">
                <a:avLst/>
              </a:prstGeom>
              <a:ln w="9525" cap="flat" cmpd="sng">
                <a:solidFill>
                  <a:schemeClr val="tx1"/>
                </a:solidFill>
                <a:prstDash val="solid"/>
                <a:round/>
                <a:headEnd type="none" w="med" len="med"/>
                <a:tailEnd type="none" w="med" len="med"/>
              </a:ln>
            </p:spPr>
          </p:sp>
          <p:sp>
            <p:nvSpPr>
              <p:cNvPr id="110601" name="Line 9"/>
              <p:cNvSpPr/>
              <p:nvPr/>
            </p:nvSpPr>
            <p:spPr>
              <a:xfrm>
                <a:off x="4185" y="671"/>
                <a:ext cx="0" cy="333"/>
              </a:xfrm>
              <a:prstGeom prst="line">
                <a:avLst/>
              </a:prstGeom>
              <a:ln w="9525" cap="flat" cmpd="sng">
                <a:solidFill>
                  <a:schemeClr val="tx1"/>
                </a:solidFill>
                <a:prstDash val="solid"/>
                <a:round/>
                <a:headEnd type="none" w="med" len="med"/>
                <a:tailEnd type="none" w="med" len="med"/>
              </a:ln>
            </p:spPr>
          </p:sp>
          <p:sp>
            <p:nvSpPr>
              <p:cNvPr id="110602" name="Text Box 10"/>
              <p:cNvSpPr txBox="1"/>
              <p:nvPr/>
            </p:nvSpPr>
            <p:spPr>
              <a:xfrm>
                <a:off x="4015" y="1438"/>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1Q</a:t>
                </a:r>
                <a:endParaRPr lang="en-US" altLang="zh-CN" sz="2400" i="0" dirty="0">
                  <a:latin typeface="Times New Roman" panose="02020603050405020304" pitchFamily="18" charset="0"/>
                  <a:ea typeface="宋体" panose="02010600030101010101" pitchFamily="2" charset="-122"/>
                </a:endParaRPr>
              </a:p>
            </p:txBody>
          </p:sp>
          <p:sp>
            <p:nvSpPr>
              <p:cNvPr id="110603" name="Text Box 11"/>
              <p:cNvSpPr txBox="1"/>
              <p:nvPr/>
            </p:nvSpPr>
            <p:spPr>
              <a:xfrm>
                <a:off x="3331" y="1338"/>
                <a:ext cx="298"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04" name="Text Box 12"/>
              <p:cNvSpPr txBox="1"/>
              <p:nvPr/>
            </p:nvSpPr>
            <p:spPr>
              <a:xfrm>
                <a:off x="3331" y="1139"/>
                <a:ext cx="298"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10605" name="Text Box 13"/>
              <p:cNvSpPr txBox="1"/>
              <p:nvPr/>
            </p:nvSpPr>
            <p:spPr>
              <a:xfrm>
                <a:off x="3629" y="990"/>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06" name="Text Box 14"/>
              <p:cNvSpPr txBox="1"/>
              <p:nvPr/>
            </p:nvSpPr>
            <p:spPr>
              <a:xfrm>
                <a:off x="4228" y="990"/>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10607" name="Line 15"/>
              <p:cNvSpPr/>
              <p:nvPr/>
            </p:nvSpPr>
            <p:spPr>
              <a:xfrm>
                <a:off x="3024" y="1487"/>
                <a:ext cx="265" cy="0"/>
              </a:xfrm>
              <a:prstGeom prst="line">
                <a:avLst/>
              </a:prstGeom>
              <a:ln w="9525" cap="flat" cmpd="sng">
                <a:solidFill>
                  <a:schemeClr val="tx1"/>
                </a:solidFill>
                <a:prstDash val="solid"/>
                <a:round/>
                <a:headEnd type="none" w="med" len="med"/>
                <a:tailEnd type="none" w="med" len="med"/>
              </a:ln>
            </p:spPr>
          </p:sp>
          <p:sp>
            <p:nvSpPr>
              <p:cNvPr id="110608" name="Line 16"/>
              <p:cNvSpPr/>
              <p:nvPr/>
            </p:nvSpPr>
            <p:spPr>
              <a:xfrm>
                <a:off x="4399" y="671"/>
                <a:ext cx="0" cy="333"/>
              </a:xfrm>
              <a:prstGeom prst="line">
                <a:avLst/>
              </a:prstGeom>
              <a:ln w="9525" cap="flat" cmpd="sng">
                <a:solidFill>
                  <a:schemeClr val="tx1"/>
                </a:solidFill>
                <a:prstDash val="solid"/>
                <a:round/>
                <a:headEnd type="none" w="med" len="med"/>
                <a:tailEnd type="none" w="med" len="med"/>
              </a:ln>
            </p:spPr>
          </p:sp>
          <p:sp>
            <p:nvSpPr>
              <p:cNvPr id="110609" name="Line 17"/>
              <p:cNvSpPr/>
              <p:nvPr/>
            </p:nvSpPr>
            <p:spPr>
              <a:xfrm>
                <a:off x="4613" y="818"/>
                <a:ext cx="0" cy="181"/>
              </a:xfrm>
              <a:prstGeom prst="line">
                <a:avLst/>
              </a:prstGeom>
              <a:ln w="9525" cap="flat" cmpd="sng">
                <a:solidFill>
                  <a:schemeClr val="tx1"/>
                </a:solidFill>
                <a:prstDash val="solid"/>
                <a:round/>
                <a:headEnd type="none" w="med" len="med"/>
                <a:tailEnd type="none" w="med" len="med"/>
              </a:ln>
            </p:spPr>
          </p:sp>
          <p:sp>
            <p:nvSpPr>
              <p:cNvPr id="110610" name="Line 18"/>
              <p:cNvSpPr/>
              <p:nvPr/>
            </p:nvSpPr>
            <p:spPr>
              <a:xfrm>
                <a:off x="4827" y="671"/>
                <a:ext cx="0" cy="333"/>
              </a:xfrm>
              <a:prstGeom prst="line">
                <a:avLst/>
              </a:prstGeom>
              <a:ln w="9525" cap="flat" cmpd="sng">
                <a:solidFill>
                  <a:schemeClr val="tx1"/>
                </a:solidFill>
                <a:prstDash val="solid"/>
                <a:round/>
                <a:headEnd type="none" w="med" len="med"/>
                <a:tailEnd type="none" w="med" len="med"/>
              </a:ln>
            </p:spPr>
          </p:sp>
          <p:sp>
            <p:nvSpPr>
              <p:cNvPr id="110611" name="Line 19"/>
              <p:cNvSpPr/>
              <p:nvPr/>
            </p:nvSpPr>
            <p:spPr>
              <a:xfrm>
                <a:off x="5041" y="671"/>
                <a:ext cx="0" cy="333"/>
              </a:xfrm>
              <a:prstGeom prst="line">
                <a:avLst/>
              </a:prstGeom>
              <a:ln w="9525" cap="flat" cmpd="sng">
                <a:solidFill>
                  <a:schemeClr val="tx1"/>
                </a:solidFill>
                <a:prstDash val="solid"/>
                <a:round/>
                <a:headEnd type="none" w="med" len="med"/>
                <a:tailEnd type="none" w="med" len="med"/>
              </a:ln>
            </p:spPr>
          </p:sp>
          <p:sp>
            <p:nvSpPr>
              <p:cNvPr id="110612" name="Text Box 20"/>
              <p:cNvSpPr txBox="1"/>
              <p:nvPr/>
            </p:nvSpPr>
            <p:spPr>
              <a:xfrm>
                <a:off x="4656" y="1438"/>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2Q</a:t>
                </a:r>
                <a:endParaRPr lang="en-US" altLang="zh-CN" sz="2400" i="0" dirty="0">
                  <a:latin typeface="Times New Roman" panose="02020603050405020304" pitchFamily="18" charset="0"/>
                  <a:ea typeface="宋体" panose="02010600030101010101" pitchFamily="2" charset="-122"/>
                </a:endParaRPr>
              </a:p>
            </p:txBody>
          </p:sp>
          <p:sp>
            <p:nvSpPr>
              <p:cNvPr id="110613" name="Text Box 21"/>
              <p:cNvSpPr txBox="1"/>
              <p:nvPr/>
            </p:nvSpPr>
            <p:spPr>
              <a:xfrm>
                <a:off x="3415" y="990"/>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1S</a:t>
                </a:r>
                <a:endParaRPr lang="en-US" altLang="zh-CN" sz="2400" i="0" dirty="0">
                  <a:latin typeface="Times New Roman" panose="02020603050405020304" pitchFamily="18" charset="0"/>
                  <a:ea typeface="宋体" panose="02010600030101010101" pitchFamily="2" charset="-122"/>
                </a:endParaRPr>
              </a:p>
            </p:txBody>
          </p:sp>
          <p:sp>
            <p:nvSpPr>
              <p:cNvPr id="110614" name="Line 22"/>
              <p:cNvSpPr/>
              <p:nvPr/>
            </p:nvSpPr>
            <p:spPr>
              <a:xfrm>
                <a:off x="5255" y="671"/>
                <a:ext cx="0" cy="333"/>
              </a:xfrm>
              <a:prstGeom prst="line">
                <a:avLst/>
              </a:prstGeom>
              <a:ln w="9525" cap="flat" cmpd="sng">
                <a:solidFill>
                  <a:schemeClr val="tx1"/>
                </a:solidFill>
                <a:prstDash val="solid"/>
                <a:round/>
                <a:headEnd type="none" w="med" len="med"/>
                <a:tailEnd type="none" w="med" len="med"/>
              </a:ln>
            </p:spPr>
          </p:sp>
          <p:sp>
            <p:nvSpPr>
              <p:cNvPr id="110615" name="Line 23"/>
              <p:cNvSpPr/>
              <p:nvPr/>
            </p:nvSpPr>
            <p:spPr>
              <a:xfrm>
                <a:off x="5468" y="671"/>
                <a:ext cx="0" cy="333"/>
              </a:xfrm>
              <a:prstGeom prst="line">
                <a:avLst/>
              </a:prstGeom>
              <a:ln w="9525" cap="flat" cmpd="sng">
                <a:solidFill>
                  <a:schemeClr val="tx1"/>
                </a:solidFill>
                <a:prstDash val="solid"/>
                <a:round/>
                <a:headEnd type="none" w="med" len="med"/>
                <a:tailEnd type="none" w="med" len="med"/>
              </a:ln>
            </p:spPr>
          </p:sp>
          <p:sp>
            <p:nvSpPr>
              <p:cNvPr id="110616" name="Text Box 24"/>
              <p:cNvSpPr txBox="1"/>
              <p:nvPr/>
            </p:nvSpPr>
            <p:spPr>
              <a:xfrm>
                <a:off x="3929" y="940"/>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10617" name="Text Box 25"/>
              <p:cNvSpPr txBox="1"/>
              <p:nvPr/>
            </p:nvSpPr>
            <p:spPr>
              <a:xfrm>
                <a:off x="4741" y="990"/>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18" name="Text Box 26"/>
              <p:cNvSpPr txBox="1"/>
              <p:nvPr/>
            </p:nvSpPr>
            <p:spPr>
              <a:xfrm>
                <a:off x="5340" y="990"/>
                <a:ext cx="3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10619" name="Text Box 27"/>
              <p:cNvSpPr txBox="1"/>
              <p:nvPr/>
            </p:nvSpPr>
            <p:spPr>
              <a:xfrm>
                <a:off x="4527" y="990"/>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2S</a:t>
                </a:r>
                <a:endParaRPr lang="en-US" altLang="zh-CN" sz="2400" i="0" dirty="0">
                  <a:latin typeface="Times New Roman" panose="02020603050405020304" pitchFamily="18" charset="0"/>
                  <a:ea typeface="宋体" panose="02010600030101010101" pitchFamily="2" charset="-122"/>
                </a:endParaRPr>
              </a:p>
            </p:txBody>
          </p:sp>
          <p:sp>
            <p:nvSpPr>
              <p:cNvPr id="110620" name="Text Box 28"/>
              <p:cNvSpPr txBox="1"/>
              <p:nvPr/>
            </p:nvSpPr>
            <p:spPr>
              <a:xfrm>
                <a:off x="5041" y="940"/>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10621" name="Line 29"/>
              <p:cNvSpPr/>
              <p:nvPr/>
            </p:nvSpPr>
            <p:spPr>
              <a:xfrm>
                <a:off x="4527" y="990"/>
                <a:ext cx="0" cy="742"/>
              </a:xfrm>
              <a:prstGeom prst="line">
                <a:avLst/>
              </a:prstGeom>
              <a:ln w="9525" cap="flat" cmpd="sng">
                <a:solidFill>
                  <a:schemeClr val="tx1"/>
                </a:solidFill>
                <a:prstDash val="dash"/>
                <a:round/>
                <a:headEnd type="none" w="med" len="med"/>
                <a:tailEnd type="none" w="med" len="med"/>
              </a:ln>
            </p:spPr>
          </p:sp>
          <p:sp>
            <p:nvSpPr>
              <p:cNvPr id="110622" name="Line 30"/>
              <p:cNvSpPr/>
              <p:nvPr/>
            </p:nvSpPr>
            <p:spPr>
              <a:xfrm>
                <a:off x="2564" y="3547"/>
                <a:ext cx="0" cy="340"/>
              </a:xfrm>
              <a:prstGeom prst="line">
                <a:avLst/>
              </a:prstGeom>
              <a:ln w="9525" cap="flat" cmpd="sng">
                <a:solidFill>
                  <a:schemeClr val="tx1"/>
                </a:solidFill>
                <a:prstDash val="solid"/>
                <a:round/>
                <a:headEnd type="none" w="med" len="med"/>
                <a:tailEnd type="none" w="med" len="med"/>
              </a:ln>
            </p:spPr>
          </p:sp>
          <p:sp>
            <p:nvSpPr>
              <p:cNvPr id="110623" name="Rectangle 31"/>
              <p:cNvSpPr/>
              <p:nvPr/>
            </p:nvSpPr>
            <p:spPr>
              <a:xfrm>
                <a:off x="1751" y="2828"/>
                <a:ext cx="2438" cy="703"/>
              </a:xfrm>
              <a:prstGeom prst="rect">
                <a:avLst/>
              </a:prstGeom>
              <a:solidFill>
                <a:srgbClr val="CCFFCC"/>
              </a:solidFill>
              <a:ln w="22225" cap="flat" cmpd="sng">
                <a:solidFill>
                  <a:srgbClr val="00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624" name="Line 32"/>
              <p:cNvSpPr/>
              <p:nvPr/>
            </p:nvSpPr>
            <p:spPr>
              <a:xfrm>
                <a:off x="432" y="3311"/>
                <a:ext cx="1319" cy="1"/>
              </a:xfrm>
              <a:prstGeom prst="line">
                <a:avLst/>
              </a:prstGeom>
              <a:ln w="9525" cap="flat" cmpd="sng">
                <a:solidFill>
                  <a:schemeClr val="tx1"/>
                </a:solidFill>
                <a:prstDash val="solid"/>
                <a:round/>
                <a:headEnd type="none" w="med" len="med"/>
                <a:tailEnd type="none" w="med" len="med"/>
              </a:ln>
            </p:spPr>
          </p:sp>
          <p:sp>
            <p:nvSpPr>
              <p:cNvPr id="110625" name="Line 33"/>
              <p:cNvSpPr/>
              <p:nvPr/>
            </p:nvSpPr>
            <p:spPr>
              <a:xfrm>
                <a:off x="2008" y="2495"/>
                <a:ext cx="0" cy="333"/>
              </a:xfrm>
              <a:prstGeom prst="line">
                <a:avLst/>
              </a:prstGeom>
              <a:ln w="9525" cap="flat" cmpd="sng">
                <a:solidFill>
                  <a:schemeClr val="tx1"/>
                </a:solidFill>
                <a:prstDash val="solid"/>
                <a:round/>
                <a:headEnd type="none" w="med" len="med"/>
                <a:tailEnd type="none" w="med" len="med"/>
              </a:ln>
            </p:spPr>
          </p:sp>
          <p:sp>
            <p:nvSpPr>
              <p:cNvPr id="110626" name="Line 34"/>
              <p:cNvSpPr/>
              <p:nvPr/>
            </p:nvSpPr>
            <p:spPr>
              <a:xfrm>
                <a:off x="2221" y="2264"/>
                <a:ext cx="0" cy="567"/>
              </a:xfrm>
              <a:prstGeom prst="line">
                <a:avLst/>
              </a:prstGeom>
              <a:ln w="9525" cap="flat" cmpd="sng">
                <a:solidFill>
                  <a:schemeClr val="tx1"/>
                </a:solidFill>
                <a:prstDash val="solid"/>
                <a:round/>
                <a:headEnd type="none" w="med" len="med"/>
                <a:tailEnd type="none" w="med" len="med"/>
              </a:ln>
            </p:spPr>
          </p:sp>
          <p:sp>
            <p:nvSpPr>
              <p:cNvPr id="110627" name="Line 35"/>
              <p:cNvSpPr/>
              <p:nvPr/>
            </p:nvSpPr>
            <p:spPr>
              <a:xfrm>
                <a:off x="2448" y="2111"/>
                <a:ext cx="0" cy="719"/>
              </a:xfrm>
              <a:prstGeom prst="line">
                <a:avLst/>
              </a:prstGeom>
              <a:ln w="9525" cap="flat" cmpd="sng">
                <a:solidFill>
                  <a:schemeClr val="tx1"/>
                </a:solidFill>
                <a:prstDash val="solid"/>
                <a:round/>
                <a:headEnd type="none" w="med" len="med"/>
                <a:tailEnd type="none" w="med" len="med"/>
              </a:ln>
            </p:spPr>
          </p:sp>
          <p:sp>
            <p:nvSpPr>
              <p:cNvPr id="110628" name="Line 36"/>
              <p:cNvSpPr/>
              <p:nvPr/>
            </p:nvSpPr>
            <p:spPr>
              <a:xfrm>
                <a:off x="2649" y="2111"/>
                <a:ext cx="0" cy="719"/>
              </a:xfrm>
              <a:prstGeom prst="line">
                <a:avLst/>
              </a:prstGeom>
              <a:ln w="9525" cap="flat" cmpd="sng">
                <a:solidFill>
                  <a:schemeClr val="tx1"/>
                </a:solidFill>
                <a:prstDash val="solid"/>
                <a:round/>
                <a:headEnd type="none" w="med" len="med"/>
                <a:tailEnd type="none" w="med" len="med"/>
              </a:ln>
            </p:spPr>
          </p:sp>
          <p:sp>
            <p:nvSpPr>
              <p:cNvPr id="110629" name="Text Box 37"/>
              <p:cNvSpPr txBox="1"/>
              <p:nvPr/>
            </p:nvSpPr>
            <p:spPr>
              <a:xfrm>
                <a:off x="2478" y="3262"/>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1Q</a:t>
                </a:r>
                <a:endParaRPr lang="en-US" altLang="zh-CN" sz="2400" i="0" dirty="0">
                  <a:latin typeface="Times New Roman" panose="02020603050405020304" pitchFamily="18" charset="0"/>
                  <a:ea typeface="宋体" panose="02010600030101010101" pitchFamily="2" charset="-122"/>
                </a:endParaRPr>
              </a:p>
            </p:txBody>
          </p:sp>
          <p:sp>
            <p:nvSpPr>
              <p:cNvPr id="110630" name="Text Box 38"/>
              <p:cNvSpPr txBox="1"/>
              <p:nvPr/>
            </p:nvSpPr>
            <p:spPr>
              <a:xfrm>
                <a:off x="1794" y="3162"/>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31" name="Text Box 39"/>
              <p:cNvSpPr txBox="1"/>
              <p:nvPr/>
            </p:nvSpPr>
            <p:spPr>
              <a:xfrm>
                <a:off x="1794" y="2963"/>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10632" name="Text Box 40"/>
              <p:cNvSpPr txBox="1"/>
              <p:nvPr/>
            </p:nvSpPr>
            <p:spPr>
              <a:xfrm>
                <a:off x="2093" y="2814"/>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33" name="Text Box 41"/>
              <p:cNvSpPr txBox="1"/>
              <p:nvPr/>
            </p:nvSpPr>
            <p:spPr>
              <a:xfrm>
                <a:off x="2692" y="2814"/>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10634" name="Line 42"/>
              <p:cNvSpPr/>
              <p:nvPr/>
            </p:nvSpPr>
            <p:spPr>
              <a:xfrm>
                <a:off x="576" y="3071"/>
                <a:ext cx="1175" cy="0"/>
              </a:xfrm>
              <a:prstGeom prst="line">
                <a:avLst/>
              </a:prstGeom>
              <a:ln w="9525" cap="flat" cmpd="sng">
                <a:solidFill>
                  <a:schemeClr val="tx1"/>
                </a:solidFill>
                <a:prstDash val="solid"/>
                <a:round/>
                <a:headEnd type="none" w="med" len="med"/>
                <a:tailEnd type="none" w="med" len="med"/>
              </a:ln>
            </p:spPr>
          </p:sp>
          <p:sp>
            <p:nvSpPr>
              <p:cNvPr id="110635" name="Line 43"/>
              <p:cNvSpPr/>
              <p:nvPr/>
            </p:nvSpPr>
            <p:spPr>
              <a:xfrm>
                <a:off x="2863" y="2264"/>
                <a:ext cx="0" cy="567"/>
              </a:xfrm>
              <a:prstGeom prst="line">
                <a:avLst/>
              </a:prstGeom>
              <a:ln w="9525" cap="flat" cmpd="sng">
                <a:solidFill>
                  <a:schemeClr val="tx1"/>
                </a:solidFill>
                <a:prstDash val="solid"/>
                <a:round/>
                <a:headEnd type="none" w="med" len="med"/>
                <a:tailEnd type="none" w="med" len="med"/>
              </a:ln>
            </p:spPr>
          </p:sp>
          <p:sp>
            <p:nvSpPr>
              <p:cNvPr id="110636" name="Line 44"/>
              <p:cNvSpPr/>
              <p:nvPr/>
            </p:nvSpPr>
            <p:spPr>
              <a:xfrm>
                <a:off x="3077" y="2495"/>
                <a:ext cx="0" cy="333"/>
              </a:xfrm>
              <a:prstGeom prst="line">
                <a:avLst/>
              </a:prstGeom>
              <a:ln w="9525" cap="flat" cmpd="sng">
                <a:solidFill>
                  <a:schemeClr val="tx1"/>
                </a:solidFill>
                <a:prstDash val="solid"/>
                <a:round/>
                <a:headEnd type="none" w="med" len="med"/>
                <a:tailEnd type="none" w="med" len="med"/>
              </a:ln>
            </p:spPr>
          </p:sp>
          <p:sp>
            <p:nvSpPr>
              <p:cNvPr id="110637" name="Line 45"/>
              <p:cNvSpPr/>
              <p:nvPr/>
            </p:nvSpPr>
            <p:spPr>
              <a:xfrm>
                <a:off x="3291" y="2495"/>
                <a:ext cx="0" cy="333"/>
              </a:xfrm>
              <a:prstGeom prst="line">
                <a:avLst/>
              </a:prstGeom>
              <a:ln w="9525" cap="flat" cmpd="sng">
                <a:solidFill>
                  <a:schemeClr val="tx1"/>
                </a:solidFill>
                <a:prstDash val="solid"/>
                <a:round/>
                <a:headEnd type="none" w="med" len="med"/>
                <a:tailEnd type="none" w="med" len="med"/>
              </a:ln>
            </p:spPr>
          </p:sp>
          <p:sp>
            <p:nvSpPr>
              <p:cNvPr id="110638" name="Line 46"/>
              <p:cNvSpPr/>
              <p:nvPr/>
            </p:nvSpPr>
            <p:spPr>
              <a:xfrm>
                <a:off x="3505" y="2495"/>
                <a:ext cx="0" cy="333"/>
              </a:xfrm>
              <a:prstGeom prst="line">
                <a:avLst/>
              </a:prstGeom>
              <a:ln w="9525" cap="flat" cmpd="sng">
                <a:solidFill>
                  <a:schemeClr val="tx1"/>
                </a:solidFill>
                <a:prstDash val="solid"/>
                <a:round/>
                <a:headEnd type="none" w="med" len="med"/>
                <a:tailEnd type="none" w="med" len="med"/>
              </a:ln>
            </p:spPr>
          </p:sp>
          <p:sp>
            <p:nvSpPr>
              <p:cNvPr id="110639" name="Text Box 47"/>
              <p:cNvSpPr txBox="1"/>
              <p:nvPr/>
            </p:nvSpPr>
            <p:spPr>
              <a:xfrm>
                <a:off x="3120" y="3262"/>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2Q</a:t>
                </a:r>
                <a:endParaRPr lang="en-US" altLang="zh-CN" sz="2400" i="0" dirty="0">
                  <a:latin typeface="Times New Roman" panose="02020603050405020304" pitchFamily="18" charset="0"/>
                  <a:ea typeface="宋体" panose="02010600030101010101" pitchFamily="2" charset="-122"/>
                </a:endParaRPr>
              </a:p>
            </p:txBody>
          </p:sp>
          <p:sp>
            <p:nvSpPr>
              <p:cNvPr id="110640" name="Text Box 48"/>
              <p:cNvSpPr txBox="1"/>
              <p:nvPr/>
            </p:nvSpPr>
            <p:spPr>
              <a:xfrm>
                <a:off x="1879" y="2814"/>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1S</a:t>
                </a:r>
                <a:endParaRPr lang="en-US" altLang="zh-CN" sz="2400" i="0" dirty="0">
                  <a:latin typeface="Times New Roman" panose="02020603050405020304" pitchFamily="18" charset="0"/>
                  <a:ea typeface="宋体" panose="02010600030101010101" pitchFamily="2" charset="-122"/>
                </a:endParaRPr>
              </a:p>
            </p:txBody>
          </p:sp>
          <p:sp>
            <p:nvSpPr>
              <p:cNvPr id="110641" name="Line 49"/>
              <p:cNvSpPr/>
              <p:nvPr/>
            </p:nvSpPr>
            <p:spPr>
              <a:xfrm>
                <a:off x="3719" y="2495"/>
                <a:ext cx="0" cy="333"/>
              </a:xfrm>
              <a:prstGeom prst="line">
                <a:avLst/>
              </a:prstGeom>
              <a:ln w="9525" cap="flat" cmpd="sng">
                <a:solidFill>
                  <a:schemeClr val="tx1"/>
                </a:solidFill>
                <a:prstDash val="solid"/>
                <a:round/>
                <a:headEnd type="none" w="med" len="med"/>
                <a:tailEnd type="none" w="med" len="med"/>
              </a:ln>
            </p:spPr>
          </p:sp>
          <p:sp>
            <p:nvSpPr>
              <p:cNvPr id="110642" name="Line 50"/>
              <p:cNvSpPr/>
              <p:nvPr/>
            </p:nvSpPr>
            <p:spPr>
              <a:xfrm>
                <a:off x="3932" y="2495"/>
                <a:ext cx="0" cy="333"/>
              </a:xfrm>
              <a:prstGeom prst="line">
                <a:avLst/>
              </a:prstGeom>
              <a:ln w="9525" cap="flat" cmpd="sng">
                <a:solidFill>
                  <a:schemeClr val="tx1"/>
                </a:solidFill>
                <a:prstDash val="solid"/>
                <a:round/>
                <a:headEnd type="none" w="med" len="med"/>
                <a:tailEnd type="none" w="med" len="med"/>
              </a:ln>
            </p:spPr>
          </p:sp>
          <p:sp>
            <p:nvSpPr>
              <p:cNvPr id="110643" name="Text Box 51"/>
              <p:cNvSpPr txBox="1"/>
              <p:nvPr/>
            </p:nvSpPr>
            <p:spPr>
              <a:xfrm>
                <a:off x="2393" y="2764"/>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10644" name="Text Box 52"/>
              <p:cNvSpPr txBox="1"/>
              <p:nvPr/>
            </p:nvSpPr>
            <p:spPr>
              <a:xfrm>
                <a:off x="3205" y="2814"/>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45" name="Text Box 53"/>
              <p:cNvSpPr txBox="1"/>
              <p:nvPr/>
            </p:nvSpPr>
            <p:spPr>
              <a:xfrm>
                <a:off x="3804" y="2814"/>
                <a:ext cx="3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10646" name="Text Box 54"/>
              <p:cNvSpPr txBox="1"/>
              <p:nvPr/>
            </p:nvSpPr>
            <p:spPr>
              <a:xfrm>
                <a:off x="2991" y="2814"/>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2S</a:t>
                </a:r>
                <a:endParaRPr lang="en-US" altLang="zh-CN" sz="2400" i="0" dirty="0">
                  <a:latin typeface="Times New Roman" panose="02020603050405020304" pitchFamily="18" charset="0"/>
                  <a:ea typeface="宋体" panose="02010600030101010101" pitchFamily="2" charset="-122"/>
                </a:endParaRPr>
              </a:p>
            </p:txBody>
          </p:sp>
          <p:sp>
            <p:nvSpPr>
              <p:cNvPr id="110647" name="Text Box 55"/>
              <p:cNvSpPr txBox="1"/>
              <p:nvPr/>
            </p:nvSpPr>
            <p:spPr>
              <a:xfrm>
                <a:off x="3505" y="2764"/>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10648" name="Line 56"/>
              <p:cNvSpPr/>
              <p:nvPr/>
            </p:nvSpPr>
            <p:spPr>
              <a:xfrm>
                <a:off x="2991" y="2814"/>
                <a:ext cx="0" cy="742"/>
              </a:xfrm>
              <a:prstGeom prst="line">
                <a:avLst/>
              </a:prstGeom>
              <a:ln w="9525" cap="flat" cmpd="sng">
                <a:solidFill>
                  <a:schemeClr val="tx1"/>
                </a:solidFill>
                <a:prstDash val="dash"/>
                <a:round/>
                <a:headEnd type="none" w="med" len="med"/>
                <a:tailEnd type="none" w="med" len="med"/>
              </a:ln>
            </p:spPr>
          </p:sp>
          <p:sp>
            <p:nvSpPr>
              <p:cNvPr id="110649" name="Line 57"/>
              <p:cNvSpPr/>
              <p:nvPr/>
            </p:nvSpPr>
            <p:spPr>
              <a:xfrm>
                <a:off x="1220" y="1711"/>
                <a:ext cx="0" cy="544"/>
              </a:xfrm>
              <a:prstGeom prst="line">
                <a:avLst/>
              </a:prstGeom>
              <a:ln w="9525" cap="flat" cmpd="sng">
                <a:solidFill>
                  <a:schemeClr val="tx1"/>
                </a:solidFill>
                <a:prstDash val="solid"/>
                <a:round/>
                <a:headEnd type="none" w="med" len="med"/>
                <a:tailEnd type="none" w="med" len="med"/>
              </a:ln>
            </p:spPr>
          </p:sp>
          <p:sp>
            <p:nvSpPr>
              <p:cNvPr id="110650" name="Rectangle 58"/>
              <p:cNvSpPr/>
              <p:nvPr/>
            </p:nvSpPr>
            <p:spPr>
              <a:xfrm>
                <a:off x="407" y="1004"/>
                <a:ext cx="2438" cy="703"/>
              </a:xfrm>
              <a:prstGeom prst="rect">
                <a:avLst/>
              </a:prstGeom>
              <a:solidFill>
                <a:srgbClr val="CCFFFF"/>
              </a:solidFill>
              <a:ln w="22225" cap="flat" cmpd="sng">
                <a:solidFill>
                  <a:srgbClr val="00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651" name="Line 59"/>
              <p:cNvSpPr/>
              <p:nvPr/>
            </p:nvSpPr>
            <p:spPr>
              <a:xfrm>
                <a:off x="288" y="1295"/>
                <a:ext cx="122" cy="0"/>
              </a:xfrm>
              <a:prstGeom prst="line">
                <a:avLst/>
              </a:prstGeom>
              <a:ln w="9525" cap="flat" cmpd="sng">
                <a:solidFill>
                  <a:schemeClr val="tx1"/>
                </a:solidFill>
                <a:prstDash val="solid"/>
                <a:round/>
                <a:headEnd type="none" w="med" len="med"/>
                <a:tailEnd type="none" w="med" len="med"/>
              </a:ln>
            </p:spPr>
          </p:sp>
          <p:sp>
            <p:nvSpPr>
              <p:cNvPr id="110652" name="Line 60"/>
              <p:cNvSpPr/>
              <p:nvPr/>
            </p:nvSpPr>
            <p:spPr>
              <a:xfrm>
                <a:off x="664" y="826"/>
                <a:ext cx="0" cy="181"/>
              </a:xfrm>
              <a:prstGeom prst="line">
                <a:avLst/>
              </a:prstGeom>
              <a:ln w="9525" cap="flat" cmpd="sng">
                <a:solidFill>
                  <a:schemeClr val="tx1"/>
                </a:solidFill>
                <a:prstDash val="solid"/>
                <a:round/>
                <a:headEnd type="none" w="med" len="med"/>
                <a:tailEnd type="none" w="med" len="med"/>
              </a:ln>
            </p:spPr>
          </p:sp>
          <p:sp>
            <p:nvSpPr>
              <p:cNvPr id="110653" name="Line 61"/>
              <p:cNvSpPr/>
              <p:nvPr/>
            </p:nvSpPr>
            <p:spPr>
              <a:xfrm>
                <a:off x="877" y="671"/>
                <a:ext cx="0" cy="333"/>
              </a:xfrm>
              <a:prstGeom prst="line">
                <a:avLst/>
              </a:prstGeom>
              <a:ln w="9525" cap="flat" cmpd="sng">
                <a:solidFill>
                  <a:schemeClr val="tx1"/>
                </a:solidFill>
                <a:prstDash val="solid"/>
                <a:round/>
                <a:headEnd type="none" w="med" len="med"/>
                <a:tailEnd type="none" w="med" len="med"/>
              </a:ln>
            </p:spPr>
          </p:sp>
          <p:sp>
            <p:nvSpPr>
              <p:cNvPr id="110654" name="Line 62"/>
              <p:cNvSpPr/>
              <p:nvPr/>
            </p:nvSpPr>
            <p:spPr>
              <a:xfrm>
                <a:off x="1091" y="671"/>
                <a:ext cx="0" cy="333"/>
              </a:xfrm>
              <a:prstGeom prst="line">
                <a:avLst/>
              </a:prstGeom>
              <a:ln w="9525" cap="flat" cmpd="sng">
                <a:solidFill>
                  <a:schemeClr val="tx1"/>
                </a:solidFill>
                <a:prstDash val="solid"/>
                <a:round/>
                <a:headEnd type="none" w="med" len="med"/>
                <a:tailEnd type="none" w="med" len="med"/>
              </a:ln>
            </p:spPr>
          </p:sp>
          <p:sp>
            <p:nvSpPr>
              <p:cNvPr id="110655" name="Line 63"/>
              <p:cNvSpPr/>
              <p:nvPr/>
            </p:nvSpPr>
            <p:spPr>
              <a:xfrm>
                <a:off x="1305" y="671"/>
                <a:ext cx="0" cy="333"/>
              </a:xfrm>
              <a:prstGeom prst="line">
                <a:avLst/>
              </a:prstGeom>
              <a:ln w="9525" cap="flat" cmpd="sng">
                <a:solidFill>
                  <a:schemeClr val="tx1"/>
                </a:solidFill>
                <a:prstDash val="solid"/>
                <a:round/>
                <a:headEnd type="none" w="med" len="med"/>
                <a:tailEnd type="none" w="med" len="med"/>
              </a:ln>
            </p:spPr>
          </p:sp>
          <p:sp>
            <p:nvSpPr>
              <p:cNvPr id="110656" name="Text Box 64"/>
              <p:cNvSpPr txBox="1"/>
              <p:nvPr/>
            </p:nvSpPr>
            <p:spPr>
              <a:xfrm>
                <a:off x="1134" y="1438"/>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1Q</a:t>
                </a:r>
                <a:endParaRPr lang="en-US" altLang="zh-CN" sz="2400" i="0" dirty="0">
                  <a:latin typeface="Times New Roman" panose="02020603050405020304" pitchFamily="18" charset="0"/>
                  <a:ea typeface="宋体" panose="02010600030101010101" pitchFamily="2" charset="-122"/>
                </a:endParaRPr>
              </a:p>
            </p:txBody>
          </p:sp>
          <p:sp>
            <p:nvSpPr>
              <p:cNvPr id="110657" name="Text Box 65"/>
              <p:cNvSpPr txBox="1"/>
              <p:nvPr/>
            </p:nvSpPr>
            <p:spPr>
              <a:xfrm>
                <a:off x="450" y="1338"/>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58" name="Text Box 66"/>
              <p:cNvSpPr txBox="1"/>
              <p:nvPr/>
            </p:nvSpPr>
            <p:spPr>
              <a:xfrm>
                <a:off x="450" y="1139"/>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10659" name="Text Box 67"/>
              <p:cNvSpPr txBox="1"/>
              <p:nvPr/>
            </p:nvSpPr>
            <p:spPr>
              <a:xfrm>
                <a:off x="749" y="990"/>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60" name="Text Box 68"/>
              <p:cNvSpPr txBox="1"/>
              <p:nvPr/>
            </p:nvSpPr>
            <p:spPr>
              <a:xfrm>
                <a:off x="1348" y="990"/>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10661" name="Line 69"/>
              <p:cNvSpPr/>
              <p:nvPr/>
            </p:nvSpPr>
            <p:spPr>
              <a:xfrm>
                <a:off x="144" y="1487"/>
                <a:ext cx="265" cy="0"/>
              </a:xfrm>
              <a:prstGeom prst="line">
                <a:avLst/>
              </a:prstGeom>
              <a:ln w="9525" cap="flat" cmpd="sng">
                <a:solidFill>
                  <a:schemeClr val="tx1"/>
                </a:solidFill>
                <a:prstDash val="solid"/>
                <a:round/>
                <a:headEnd type="none" w="med" len="med"/>
                <a:tailEnd type="none" w="med" len="med"/>
              </a:ln>
            </p:spPr>
          </p:sp>
          <p:sp>
            <p:nvSpPr>
              <p:cNvPr id="110662" name="Line 70"/>
              <p:cNvSpPr/>
              <p:nvPr/>
            </p:nvSpPr>
            <p:spPr>
              <a:xfrm>
                <a:off x="1519" y="671"/>
                <a:ext cx="0" cy="333"/>
              </a:xfrm>
              <a:prstGeom prst="line">
                <a:avLst/>
              </a:prstGeom>
              <a:ln w="9525" cap="flat" cmpd="sng">
                <a:solidFill>
                  <a:schemeClr val="tx1"/>
                </a:solidFill>
                <a:prstDash val="solid"/>
                <a:round/>
                <a:headEnd type="none" w="med" len="med"/>
                <a:tailEnd type="none" w="med" len="med"/>
              </a:ln>
            </p:spPr>
          </p:sp>
          <p:sp>
            <p:nvSpPr>
              <p:cNvPr id="110663" name="Line 71"/>
              <p:cNvSpPr/>
              <p:nvPr/>
            </p:nvSpPr>
            <p:spPr>
              <a:xfrm>
                <a:off x="1733" y="826"/>
                <a:ext cx="0" cy="181"/>
              </a:xfrm>
              <a:prstGeom prst="line">
                <a:avLst/>
              </a:prstGeom>
              <a:ln w="9525" cap="flat" cmpd="sng">
                <a:solidFill>
                  <a:schemeClr val="tx1"/>
                </a:solidFill>
                <a:prstDash val="solid"/>
                <a:round/>
                <a:headEnd type="none" w="med" len="med"/>
                <a:tailEnd type="none" w="med" len="med"/>
              </a:ln>
            </p:spPr>
          </p:sp>
          <p:sp>
            <p:nvSpPr>
              <p:cNvPr id="110664" name="Line 72"/>
              <p:cNvSpPr/>
              <p:nvPr/>
            </p:nvSpPr>
            <p:spPr>
              <a:xfrm>
                <a:off x="1947" y="671"/>
                <a:ext cx="0" cy="333"/>
              </a:xfrm>
              <a:prstGeom prst="line">
                <a:avLst/>
              </a:prstGeom>
              <a:ln w="9525" cap="flat" cmpd="sng">
                <a:solidFill>
                  <a:schemeClr val="tx1"/>
                </a:solidFill>
                <a:prstDash val="solid"/>
                <a:round/>
                <a:headEnd type="none" w="med" len="med"/>
                <a:tailEnd type="none" w="med" len="med"/>
              </a:ln>
            </p:spPr>
          </p:sp>
          <p:sp>
            <p:nvSpPr>
              <p:cNvPr id="110665" name="Line 73"/>
              <p:cNvSpPr/>
              <p:nvPr/>
            </p:nvSpPr>
            <p:spPr>
              <a:xfrm>
                <a:off x="2161" y="671"/>
                <a:ext cx="0" cy="333"/>
              </a:xfrm>
              <a:prstGeom prst="line">
                <a:avLst/>
              </a:prstGeom>
              <a:ln w="9525" cap="flat" cmpd="sng">
                <a:solidFill>
                  <a:schemeClr val="tx1"/>
                </a:solidFill>
                <a:prstDash val="solid"/>
                <a:round/>
                <a:headEnd type="none" w="med" len="med"/>
                <a:tailEnd type="none" w="med" len="med"/>
              </a:ln>
            </p:spPr>
          </p:sp>
          <p:sp>
            <p:nvSpPr>
              <p:cNvPr id="110666" name="Text Box 74"/>
              <p:cNvSpPr txBox="1"/>
              <p:nvPr/>
            </p:nvSpPr>
            <p:spPr>
              <a:xfrm>
                <a:off x="1776" y="1438"/>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2Q</a:t>
                </a:r>
                <a:endParaRPr lang="en-US" altLang="zh-CN" sz="2400" i="0" dirty="0">
                  <a:latin typeface="Times New Roman" panose="02020603050405020304" pitchFamily="18" charset="0"/>
                  <a:ea typeface="宋体" panose="02010600030101010101" pitchFamily="2" charset="-122"/>
                </a:endParaRPr>
              </a:p>
            </p:txBody>
          </p:sp>
          <p:sp>
            <p:nvSpPr>
              <p:cNvPr id="110667" name="Text Box 75"/>
              <p:cNvSpPr txBox="1"/>
              <p:nvPr/>
            </p:nvSpPr>
            <p:spPr>
              <a:xfrm>
                <a:off x="535" y="990"/>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1S</a:t>
                </a:r>
                <a:endParaRPr lang="en-US" altLang="zh-CN" sz="2400" i="0" dirty="0">
                  <a:latin typeface="Times New Roman" panose="02020603050405020304" pitchFamily="18" charset="0"/>
                  <a:ea typeface="宋体" panose="02010600030101010101" pitchFamily="2" charset="-122"/>
                </a:endParaRPr>
              </a:p>
            </p:txBody>
          </p:sp>
          <p:sp>
            <p:nvSpPr>
              <p:cNvPr id="110668" name="Line 76"/>
              <p:cNvSpPr/>
              <p:nvPr/>
            </p:nvSpPr>
            <p:spPr>
              <a:xfrm>
                <a:off x="2375" y="671"/>
                <a:ext cx="0" cy="333"/>
              </a:xfrm>
              <a:prstGeom prst="line">
                <a:avLst/>
              </a:prstGeom>
              <a:ln w="9525" cap="flat" cmpd="sng">
                <a:solidFill>
                  <a:schemeClr val="tx1"/>
                </a:solidFill>
                <a:prstDash val="solid"/>
                <a:round/>
                <a:headEnd type="none" w="med" len="med"/>
                <a:tailEnd type="none" w="med" len="med"/>
              </a:ln>
            </p:spPr>
          </p:sp>
          <p:sp>
            <p:nvSpPr>
              <p:cNvPr id="110669" name="Line 77"/>
              <p:cNvSpPr/>
              <p:nvPr/>
            </p:nvSpPr>
            <p:spPr>
              <a:xfrm>
                <a:off x="2588" y="671"/>
                <a:ext cx="0" cy="333"/>
              </a:xfrm>
              <a:prstGeom prst="line">
                <a:avLst/>
              </a:prstGeom>
              <a:ln w="9525" cap="flat" cmpd="sng">
                <a:solidFill>
                  <a:schemeClr val="tx1"/>
                </a:solidFill>
                <a:prstDash val="solid"/>
                <a:round/>
                <a:headEnd type="none" w="med" len="med"/>
                <a:tailEnd type="none" w="med" len="med"/>
              </a:ln>
            </p:spPr>
          </p:sp>
          <p:sp>
            <p:nvSpPr>
              <p:cNvPr id="110670" name="Line 78"/>
              <p:cNvSpPr/>
              <p:nvPr/>
            </p:nvSpPr>
            <p:spPr>
              <a:xfrm>
                <a:off x="1861" y="1714"/>
                <a:ext cx="0" cy="397"/>
              </a:xfrm>
              <a:prstGeom prst="line">
                <a:avLst/>
              </a:prstGeom>
              <a:ln w="9525" cap="flat" cmpd="sng">
                <a:solidFill>
                  <a:schemeClr val="tx1"/>
                </a:solidFill>
                <a:prstDash val="solid"/>
                <a:round/>
                <a:headEnd type="none" w="med" len="med"/>
                <a:tailEnd type="none" w="med" len="med"/>
              </a:ln>
            </p:spPr>
          </p:sp>
          <p:sp>
            <p:nvSpPr>
              <p:cNvPr id="110671" name="Text Box 79"/>
              <p:cNvSpPr txBox="1"/>
              <p:nvPr/>
            </p:nvSpPr>
            <p:spPr>
              <a:xfrm>
                <a:off x="1049" y="940"/>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10672" name="Text Box 80"/>
              <p:cNvSpPr txBox="1"/>
              <p:nvPr/>
            </p:nvSpPr>
            <p:spPr>
              <a:xfrm>
                <a:off x="1861" y="990"/>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73" name="Text Box 81"/>
              <p:cNvSpPr txBox="1"/>
              <p:nvPr/>
            </p:nvSpPr>
            <p:spPr>
              <a:xfrm>
                <a:off x="2460" y="990"/>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10674" name="Text Box 82"/>
              <p:cNvSpPr txBox="1"/>
              <p:nvPr/>
            </p:nvSpPr>
            <p:spPr>
              <a:xfrm>
                <a:off x="1647" y="990"/>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2S</a:t>
                </a:r>
                <a:endParaRPr lang="en-US" altLang="zh-CN" sz="2400" i="0" dirty="0">
                  <a:latin typeface="Times New Roman" panose="02020603050405020304" pitchFamily="18" charset="0"/>
                  <a:ea typeface="宋体" panose="02010600030101010101" pitchFamily="2" charset="-122"/>
                </a:endParaRPr>
              </a:p>
            </p:txBody>
          </p:sp>
          <p:sp>
            <p:nvSpPr>
              <p:cNvPr id="110675" name="Text Box 83"/>
              <p:cNvSpPr txBox="1"/>
              <p:nvPr/>
            </p:nvSpPr>
            <p:spPr>
              <a:xfrm>
                <a:off x="2161" y="940"/>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10676" name="Line 84"/>
              <p:cNvSpPr/>
              <p:nvPr/>
            </p:nvSpPr>
            <p:spPr>
              <a:xfrm>
                <a:off x="1647" y="990"/>
                <a:ext cx="0" cy="742"/>
              </a:xfrm>
              <a:prstGeom prst="line">
                <a:avLst/>
              </a:prstGeom>
              <a:ln w="9525" cap="flat" cmpd="sng">
                <a:solidFill>
                  <a:schemeClr val="tx1"/>
                </a:solidFill>
                <a:prstDash val="dash"/>
                <a:round/>
                <a:headEnd type="none" w="med" len="med"/>
                <a:tailEnd type="none" w="med" len="med"/>
              </a:ln>
            </p:spPr>
          </p:sp>
          <p:sp>
            <p:nvSpPr>
              <p:cNvPr id="110677" name="Line 85"/>
              <p:cNvSpPr/>
              <p:nvPr/>
            </p:nvSpPr>
            <p:spPr>
              <a:xfrm>
                <a:off x="300" y="1823"/>
                <a:ext cx="2820" cy="0"/>
              </a:xfrm>
              <a:prstGeom prst="line">
                <a:avLst/>
              </a:prstGeom>
              <a:ln w="9525" cap="flat" cmpd="sng">
                <a:solidFill>
                  <a:schemeClr val="tx1"/>
                </a:solidFill>
                <a:prstDash val="solid"/>
                <a:round/>
                <a:headEnd type="none" w="med" len="med"/>
                <a:tailEnd type="none" w="med" len="med"/>
              </a:ln>
            </p:spPr>
          </p:sp>
          <p:sp>
            <p:nvSpPr>
              <p:cNvPr id="110678" name="Line 86"/>
              <p:cNvSpPr/>
              <p:nvPr/>
            </p:nvSpPr>
            <p:spPr>
              <a:xfrm>
                <a:off x="3120" y="1295"/>
                <a:ext cx="0" cy="528"/>
              </a:xfrm>
              <a:prstGeom prst="line">
                <a:avLst/>
              </a:prstGeom>
              <a:ln w="9525" cap="flat" cmpd="sng">
                <a:solidFill>
                  <a:schemeClr val="tx1"/>
                </a:solidFill>
                <a:prstDash val="solid"/>
                <a:round/>
                <a:headEnd type="none" w="med" len="med"/>
                <a:tailEnd type="none" w="med" len="med"/>
              </a:ln>
            </p:spPr>
          </p:sp>
          <p:sp>
            <p:nvSpPr>
              <p:cNvPr id="110679" name="Line 87"/>
              <p:cNvSpPr/>
              <p:nvPr/>
            </p:nvSpPr>
            <p:spPr>
              <a:xfrm>
                <a:off x="288" y="1295"/>
                <a:ext cx="0" cy="528"/>
              </a:xfrm>
              <a:prstGeom prst="line">
                <a:avLst/>
              </a:prstGeom>
              <a:ln w="9525" cap="flat" cmpd="sng">
                <a:solidFill>
                  <a:schemeClr val="tx1"/>
                </a:solidFill>
                <a:prstDash val="solid"/>
                <a:round/>
                <a:headEnd type="none" w="med" len="med"/>
                <a:tailEnd type="none" w="med" len="med"/>
              </a:ln>
            </p:spPr>
          </p:sp>
          <p:sp>
            <p:nvSpPr>
              <p:cNvPr id="110680" name="Line 88"/>
              <p:cNvSpPr/>
              <p:nvPr/>
            </p:nvSpPr>
            <p:spPr>
              <a:xfrm>
                <a:off x="144" y="1487"/>
                <a:ext cx="0" cy="2355"/>
              </a:xfrm>
              <a:prstGeom prst="line">
                <a:avLst/>
              </a:prstGeom>
              <a:ln w="9525" cap="flat" cmpd="sng">
                <a:solidFill>
                  <a:schemeClr val="tx1"/>
                </a:solidFill>
                <a:prstDash val="solid"/>
                <a:round/>
                <a:headEnd type="none" w="med" len="med"/>
                <a:tailEnd type="none" w="med" len="med"/>
              </a:ln>
            </p:spPr>
          </p:sp>
          <p:sp>
            <p:nvSpPr>
              <p:cNvPr id="110681" name="Line 89"/>
              <p:cNvSpPr/>
              <p:nvPr/>
            </p:nvSpPr>
            <p:spPr>
              <a:xfrm>
                <a:off x="288" y="1823"/>
                <a:ext cx="0" cy="2016"/>
              </a:xfrm>
              <a:prstGeom prst="line">
                <a:avLst/>
              </a:prstGeom>
              <a:ln w="9525" cap="flat" cmpd="sng">
                <a:solidFill>
                  <a:schemeClr val="tx1"/>
                </a:solidFill>
                <a:prstDash val="solid"/>
                <a:round/>
                <a:headEnd type="none" w="med" len="med"/>
                <a:tailEnd type="none" w="med" len="med"/>
              </a:ln>
            </p:spPr>
          </p:sp>
          <p:sp>
            <p:nvSpPr>
              <p:cNvPr id="110682" name="Line 90"/>
              <p:cNvSpPr/>
              <p:nvPr/>
            </p:nvSpPr>
            <p:spPr>
              <a:xfrm>
                <a:off x="144" y="1967"/>
                <a:ext cx="2880" cy="0"/>
              </a:xfrm>
              <a:prstGeom prst="line">
                <a:avLst/>
              </a:prstGeom>
              <a:ln w="9525" cap="flat" cmpd="sng">
                <a:solidFill>
                  <a:schemeClr val="tx1"/>
                </a:solidFill>
                <a:prstDash val="solid"/>
                <a:round/>
                <a:headEnd type="none" w="med" len="med"/>
                <a:tailEnd type="none" w="med" len="med"/>
              </a:ln>
            </p:spPr>
          </p:sp>
          <p:sp>
            <p:nvSpPr>
              <p:cNvPr id="110683" name="Line 91"/>
              <p:cNvSpPr/>
              <p:nvPr/>
            </p:nvSpPr>
            <p:spPr>
              <a:xfrm>
                <a:off x="3024" y="1487"/>
                <a:ext cx="0" cy="480"/>
              </a:xfrm>
              <a:prstGeom prst="line">
                <a:avLst/>
              </a:prstGeom>
              <a:ln w="9525" cap="flat" cmpd="sng">
                <a:solidFill>
                  <a:schemeClr val="tx1"/>
                </a:solidFill>
                <a:prstDash val="solid"/>
                <a:round/>
                <a:headEnd type="none" w="med" len="med"/>
                <a:tailEnd type="none" w="med" len="med"/>
              </a:ln>
            </p:spPr>
          </p:sp>
          <p:sp>
            <p:nvSpPr>
              <p:cNvPr id="110684" name="Line 92"/>
              <p:cNvSpPr/>
              <p:nvPr/>
            </p:nvSpPr>
            <p:spPr>
              <a:xfrm flipH="1">
                <a:off x="1850" y="2111"/>
                <a:ext cx="598" cy="0"/>
              </a:xfrm>
              <a:prstGeom prst="line">
                <a:avLst/>
              </a:prstGeom>
              <a:ln w="9525" cap="flat" cmpd="sng">
                <a:solidFill>
                  <a:schemeClr val="tx1"/>
                </a:solidFill>
                <a:prstDash val="solid"/>
                <a:round/>
                <a:headEnd type="none" w="med" len="med"/>
                <a:tailEnd type="none" w="med" len="med"/>
              </a:ln>
            </p:spPr>
          </p:sp>
          <p:sp>
            <p:nvSpPr>
              <p:cNvPr id="110685" name="Line 93"/>
              <p:cNvSpPr/>
              <p:nvPr/>
            </p:nvSpPr>
            <p:spPr>
              <a:xfrm>
                <a:off x="4128" y="1714"/>
                <a:ext cx="0" cy="397"/>
              </a:xfrm>
              <a:prstGeom prst="line">
                <a:avLst/>
              </a:prstGeom>
              <a:ln w="9525" cap="flat" cmpd="sng">
                <a:solidFill>
                  <a:schemeClr val="tx1"/>
                </a:solidFill>
                <a:prstDash val="solid"/>
                <a:round/>
                <a:headEnd type="none" w="med" len="med"/>
                <a:tailEnd type="none" w="med" len="med"/>
              </a:ln>
            </p:spPr>
          </p:sp>
          <p:sp>
            <p:nvSpPr>
              <p:cNvPr id="110686" name="Line 94"/>
              <p:cNvSpPr/>
              <p:nvPr/>
            </p:nvSpPr>
            <p:spPr>
              <a:xfrm>
                <a:off x="2654" y="2111"/>
                <a:ext cx="1474" cy="0"/>
              </a:xfrm>
              <a:prstGeom prst="line">
                <a:avLst/>
              </a:prstGeom>
              <a:ln w="9525" cap="flat" cmpd="sng">
                <a:solidFill>
                  <a:schemeClr val="tx1"/>
                </a:solidFill>
                <a:prstDash val="solid"/>
                <a:round/>
                <a:headEnd type="none" w="med" len="med"/>
                <a:tailEnd type="none" w="med" len="med"/>
              </a:ln>
            </p:spPr>
          </p:sp>
          <p:sp>
            <p:nvSpPr>
              <p:cNvPr id="110687" name="Line 95"/>
              <p:cNvSpPr/>
              <p:nvPr/>
            </p:nvSpPr>
            <p:spPr>
              <a:xfrm flipH="1">
                <a:off x="1211" y="2255"/>
                <a:ext cx="997" cy="0"/>
              </a:xfrm>
              <a:prstGeom prst="line">
                <a:avLst/>
              </a:prstGeom>
              <a:ln w="9525" cap="flat" cmpd="sng">
                <a:solidFill>
                  <a:schemeClr val="tx1"/>
                </a:solidFill>
                <a:prstDash val="solid"/>
                <a:round/>
                <a:headEnd type="none" w="med" len="med"/>
                <a:tailEnd type="none" w="med" len="med"/>
              </a:ln>
            </p:spPr>
          </p:sp>
          <p:sp>
            <p:nvSpPr>
              <p:cNvPr id="110688" name="Line 96"/>
              <p:cNvSpPr/>
              <p:nvPr/>
            </p:nvSpPr>
            <p:spPr>
              <a:xfrm>
                <a:off x="4800" y="1711"/>
                <a:ext cx="0" cy="544"/>
              </a:xfrm>
              <a:prstGeom prst="line">
                <a:avLst/>
              </a:prstGeom>
              <a:ln w="9525" cap="flat" cmpd="sng">
                <a:solidFill>
                  <a:schemeClr val="tx1"/>
                </a:solidFill>
                <a:prstDash val="solid"/>
                <a:round/>
                <a:headEnd type="none" w="med" len="med"/>
                <a:tailEnd type="none" w="med" len="med"/>
              </a:ln>
            </p:spPr>
          </p:sp>
          <p:sp>
            <p:nvSpPr>
              <p:cNvPr id="110689" name="Line 97"/>
              <p:cNvSpPr/>
              <p:nvPr/>
            </p:nvSpPr>
            <p:spPr>
              <a:xfrm>
                <a:off x="2873" y="2255"/>
                <a:ext cx="1927" cy="0"/>
              </a:xfrm>
              <a:prstGeom prst="line">
                <a:avLst/>
              </a:prstGeom>
              <a:ln w="9525" cap="flat" cmpd="sng">
                <a:solidFill>
                  <a:schemeClr val="tx1"/>
                </a:solidFill>
                <a:prstDash val="solid"/>
                <a:round/>
                <a:headEnd type="none" w="med" len="med"/>
                <a:tailEnd type="none" w="med" len="med"/>
              </a:ln>
            </p:spPr>
          </p:sp>
          <p:sp>
            <p:nvSpPr>
              <p:cNvPr id="110690" name="Line 98"/>
              <p:cNvSpPr/>
              <p:nvPr/>
            </p:nvSpPr>
            <p:spPr>
              <a:xfrm flipH="1">
                <a:off x="864" y="2495"/>
                <a:ext cx="2208" cy="0"/>
              </a:xfrm>
              <a:prstGeom prst="line">
                <a:avLst/>
              </a:prstGeom>
              <a:ln w="9525" cap="flat" cmpd="sng">
                <a:solidFill>
                  <a:schemeClr val="tx1"/>
                </a:solidFill>
                <a:prstDash val="solid"/>
                <a:round/>
                <a:headEnd type="none" w="med" len="med"/>
                <a:tailEnd type="none" w="med" len="med"/>
              </a:ln>
            </p:spPr>
          </p:sp>
          <p:sp>
            <p:nvSpPr>
              <p:cNvPr id="110691" name="Line 99"/>
              <p:cNvSpPr/>
              <p:nvPr/>
            </p:nvSpPr>
            <p:spPr>
              <a:xfrm>
                <a:off x="864" y="2495"/>
                <a:ext cx="0" cy="288"/>
              </a:xfrm>
              <a:prstGeom prst="line">
                <a:avLst/>
              </a:prstGeom>
              <a:ln w="9525" cap="flat" cmpd="sng">
                <a:solidFill>
                  <a:schemeClr val="tx1"/>
                </a:solidFill>
                <a:prstDash val="solid"/>
                <a:round/>
                <a:headEnd type="none" w="med" len="med"/>
                <a:tailEnd type="none" w="med" len="med"/>
              </a:ln>
            </p:spPr>
          </p:sp>
          <p:sp>
            <p:nvSpPr>
              <p:cNvPr id="110692" name="Line 100"/>
              <p:cNvSpPr/>
              <p:nvPr/>
            </p:nvSpPr>
            <p:spPr>
              <a:xfrm>
                <a:off x="768" y="2783"/>
                <a:ext cx="192" cy="0"/>
              </a:xfrm>
              <a:prstGeom prst="line">
                <a:avLst/>
              </a:prstGeom>
              <a:ln w="57150" cap="flat" cmpd="sng">
                <a:solidFill>
                  <a:schemeClr val="tx1"/>
                </a:solidFill>
                <a:prstDash val="solid"/>
                <a:round/>
                <a:headEnd type="none" w="med" len="med"/>
                <a:tailEnd type="none" w="med" len="med"/>
              </a:ln>
            </p:spPr>
          </p:sp>
          <p:sp>
            <p:nvSpPr>
              <p:cNvPr id="110693" name="Line 101"/>
              <p:cNvSpPr/>
              <p:nvPr/>
            </p:nvSpPr>
            <p:spPr>
              <a:xfrm>
                <a:off x="432" y="3311"/>
                <a:ext cx="0" cy="528"/>
              </a:xfrm>
              <a:prstGeom prst="line">
                <a:avLst/>
              </a:prstGeom>
              <a:ln w="9525" cap="flat" cmpd="sng">
                <a:solidFill>
                  <a:schemeClr val="tx1"/>
                </a:solidFill>
                <a:prstDash val="solid"/>
                <a:round/>
                <a:headEnd type="none" w="med" len="med"/>
                <a:tailEnd type="none" w="med" len="med"/>
              </a:ln>
            </p:spPr>
          </p:sp>
          <p:sp>
            <p:nvSpPr>
              <p:cNvPr id="110694" name="Line 102"/>
              <p:cNvSpPr/>
              <p:nvPr/>
            </p:nvSpPr>
            <p:spPr>
              <a:xfrm>
                <a:off x="576" y="3071"/>
                <a:ext cx="0" cy="768"/>
              </a:xfrm>
              <a:prstGeom prst="line">
                <a:avLst/>
              </a:prstGeom>
              <a:ln w="9525" cap="flat" cmpd="sng">
                <a:solidFill>
                  <a:schemeClr val="tx1"/>
                </a:solidFill>
                <a:prstDash val="solid"/>
                <a:round/>
                <a:headEnd type="none" w="med" len="med"/>
                <a:tailEnd type="none" w="med" len="med"/>
              </a:ln>
            </p:spPr>
          </p:sp>
          <p:sp>
            <p:nvSpPr>
              <p:cNvPr id="110695" name="Line 103"/>
              <p:cNvSpPr/>
              <p:nvPr/>
            </p:nvSpPr>
            <p:spPr>
              <a:xfrm>
                <a:off x="192" y="815"/>
                <a:ext cx="4416" cy="0"/>
              </a:xfrm>
              <a:prstGeom prst="line">
                <a:avLst/>
              </a:prstGeom>
              <a:ln w="9525" cap="flat" cmpd="sng">
                <a:solidFill>
                  <a:schemeClr val="tx1"/>
                </a:solidFill>
                <a:prstDash val="solid"/>
                <a:round/>
                <a:headEnd type="none" w="med" len="med"/>
                <a:tailEnd type="none" w="med" len="med"/>
              </a:ln>
            </p:spPr>
          </p:sp>
          <p:sp>
            <p:nvSpPr>
              <p:cNvPr id="110696" name="Line 104"/>
              <p:cNvSpPr/>
              <p:nvPr/>
            </p:nvSpPr>
            <p:spPr>
              <a:xfrm>
                <a:off x="192" y="815"/>
                <a:ext cx="0" cy="288"/>
              </a:xfrm>
              <a:prstGeom prst="line">
                <a:avLst/>
              </a:prstGeom>
              <a:ln w="9525" cap="flat" cmpd="sng">
                <a:solidFill>
                  <a:schemeClr val="tx1"/>
                </a:solidFill>
                <a:prstDash val="solid"/>
                <a:round/>
                <a:headEnd type="none" w="med" len="med"/>
                <a:tailEnd type="none" w="med" len="med"/>
              </a:ln>
            </p:spPr>
          </p:sp>
          <p:sp>
            <p:nvSpPr>
              <p:cNvPr id="110697" name="Line 105"/>
              <p:cNvSpPr/>
              <p:nvPr/>
            </p:nvSpPr>
            <p:spPr>
              <a:xfrm>
                <a:off x="96" y="1103"/>
                <a:ext cx="192" cy="0"/>
              </a:xfrm>
              <a:prstGeom prst="line">
                <a:avLst/>
              </a:prstGeom>
              <a:ln w="57150" cap="flat" cmpd="sng">
                <a:solidFill>
                  <a:schemeClr val="tx1"/>
                </a:solidFill>
                <a:prstDash val="solid"/>
                <a:round/>
                <a:headEnd type="none" w="med" len="med"/>
                <a:tailEnd type="none" w="med" len="med"/>
              </a:ln>
            </p:spPr>
          </p:sp>
          <p:sp>
            <p:nvSpPr>
              <p:cNvPr id="110698" name="Text Box 106"/>
              <p:cNvSpPr txBox="1"/>
              <p:nvPr/>
            </p:nvSpPr>
            <p:spPr>
              <a:xfrm>
                <a:off x="816"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99" name="Text Box 107"/>
              <p:cNvSpPr txBox="1"/>
              <p:nvPr/>
            </p:nvSpPr>
            <p:spPr>
              <a:xfrm>
                <a:off x="2544"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700" name="Text Box 108"/>
              <p:cNvSpPr txBox="1"/>
              <p:nvPr/>
            </p:nvSpPr>
            <p:spPr>
              <a:xfrm>
                <a:off x="2304"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701" name="Text Box 109"/>
              <p:cNvSpPr txBox="1"/>
              <p:nvPr/>
            </p:nvSpPr>
            <p:spPr>
              <a:xfrm>
                <a:off x="4320"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702" name="Text Box 110"/>
              <p:cNvSpPr txBox="1"/>
              <p:nvPr/>
            </p:nvSpPr>
            <p:spPr>
              <a:xfrm>
                <a:off x="5376"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703" name="Text Box 111"/>
              <p:cNvSpPr txBox="1"/>
              <p:nvPr/>
            </p:nvSpPr>
            <p:spPr>
              <a:xfrm>
                <a:off x="1872"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10704" name="Text Box 112"/>
              <p:cNvSpPr txBox="1"/>
              <p:nvPr/>
            </p:nvSpPr>
            <p:spPr>
              <a:xfrm>
                <a:off x="1008"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10705" name="Text Box 113"/>
              <p:cNvSpPr txBox="1"/>
              <p:nvPr/>
            </p:nvSpPr>
            <p:spPr>
              <a:xfrm>
                <a:off x="3648" y="38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10706" name="Text Box 114"/>
              <p:cNvSpPr txBox="1"/>
              <p:nvPr/>
            </p:nvSpPr>
            <p:spPr>
              <a:xfrm>
                <a:off x="3888"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10707" name="Text Box 115"/>
              <p:cNvSpPr txBox="1"/>
              <p:nvPr/>
            </p:nvSpPr>
            <p:spPr>
              <a:xfrm>
                <a:off x="4944"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E</a:t>
                </a:r>
                <a:endParaRPr lang="en-US" altLang="zh-CN" sz="2400" i="0" dirty="0">
                  <a:latin typeface="Times New Roman" panose="02020603050405020304" pitchFamily="18" charset="0"/>
                  <a:ea typeface="宋体" panose="02010600030101010101" pitchFamily="2" charset="-122"/>
                </a:endParaRPr>
              </a:p>
            </p:txBody>
          </p:sp>
          <p:sp>
            <p:nvSpPr>
              <p:cNvPr id="110708" name="Text Box 116"/>
              <p:cNvSpPr txBox="1"/>
              <p:nvPr/>
            </p:nvSpPr>
            <p:spPr>
              <a:xfrm>
                <a:off x="1200"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E</a:t>
                </a:r>
                <a:endParaRPr lang="en-US" altLang="zh-CN" sz="2400" i="0" dirty="0">
                  <a:latin typeface="Times New Roman" panose="02020603050405020304" pitchFamily="18" charset="0"/>
                  <a:ea typeface="宋体" panose="02010600030101010101" pitchFamily="2" charset="-122"/>
                </a:endParaRPr>
              </a:p>
            </p:txBody>
          </p:sp>
          <p:graphicFrame>
            <p:nvGraphicFramePr>
              <p:cNvPr id="110709" name="Object 117"/>
              <p:cNvGraphicFramePr>
                <a:graphicFrameLocks noChangeAspect="1"/>
              </p:cNvGraphicFramePr>
              <p:nvPr/>
            </p:nvGraphicFramePr>
            <p:xfrm>
              <a:off x="5193" y="430"/>
              <a:ext cx="118" cy="135"/>
            </p:xfrm>
            <a:graphic>
              <a:graphicData uri="http://schemas.openxmlformats.org/presentationml/2006/ole">
                <mc:AlternateContent xmlns:mc="http://schemas.openxmlformats.org/markup-compatibility/2006">
                  <mc:Choice xmlns:v="urn:schemas-microsoft-com:vml" Requires="v">
                    <p:oleObj spid="_x0000_s3284" name="" r:id="rId1" imgW="204470" imgH="223520" progId="Equation.3">
                      <p:embed/>
                    </p:oleObj>
                  </mc:Choice>
                  <mc:Fallback>
                    <p:oleObj name="" r:id="rId1" imgW="204470" imgH="223520" progId="Equation.3">
                      <p:embed/>
                      <p:pic>
                        <p:nvPicPr>
                          <p:cNvPr id="0" name="图片 3283"/>
                          <p:cNvPicPr/>
                          <p:nvPr/>
                        </p:nvPicPr>
                        <p:blipFill>
                          <a:blip r:embed="rId2">
                            <a:clrChange>
                              <a:clrFrom>
                                <a:srgbClr val="000000"/>
                              </a:clrFrom>
                              <a:clrTo>
                                <a:srgbClr val="000000"/>
                              </a:clrTo>
                            </a:clrChange>
                          </a:blip>
                          <a:stretch>
                            <a:fillRect/>
                          </a:stretch>
                        </p:blipFill>
                        <p:spPr>
                          <a:xfrm>
                            <a:off x="5193" y="430"/>
                            <a:ext cx="118" cy="135"/>
                          </a:xfrm>
                          <a:prstGeom prst="rect">
                            <a:avLst/>
                          </a:prstGeom>
                          <a:noFill/>
                          <a:ln w="38100">
                            <a:noFill/>
                            <a:miter/>
                          </a:ln>
                        </p:spPr>
                      </p:pic>
                    </p:oleObj>
                  </mc:Fallback>
                </mc:AlternateContent>
              </a:graphicData>
            </a:graphic>
          </p:graphicFrame>
          <p:graphicFrame>
            <p:nvGraphicFramePr>
              <p:cNvPr id="110710" name="Object 118"/>
              <p:cNvGraphicFramePr>
                <a:graphicFrameLocks noChangeAspect="1"/>
              </p:cNvGraphicFramePr>
              <p:nvPr/>
            </p:nvGraphicFramePr>
            <p:xfrm>
              <a:off x="4761" y="430"/>
              <a:ext cx="118" cy="135"/>
            </p:xfrm>
            <a:graphic>
              <a:graphicData uri="http://schemas.openxmlformats.org/presentationml/2006/ole">
                <mc:AlternateContent xmlns:mc="http://schemas.openxmlformats.org/markup-compatibility/2006">
                  <mc:Choice xmlns:v="urn:schemas-microsoft-com:vml" Requires="v">
                    <p:oleObj spid="_x0000_s3282" name="" r:id="rId3" imgW="204470" imgH="223520" progId="Equation.3">
                      <p:embed/>
                    </p:oleObj>
                  </mc:Choice>
                  <mc:Fallback>
                    <p:oleObj name="" r:id="rId3" imgW="204470" imgH="223520" progId="Equation.3">
                      <p:embed/>
                      <p:pic>
                        <p:nvPicPr>
                          <p:cNvPr id="0" name="图片 3281"/>
                          <p:cNvPicPr/>
                          <p:nvPr/>
                        </p:nvPicPr>
                        <p:blipFill>
                          <a:blip r:embed="rId4">
                            <a:clrChange>
                              <a:clrFrom>
                                <a:srgbClr val="000000"/>
                              </a:clrFrom>
                              <a:clrTo>
                                <a:srgbClr val="000000"/>
                              </a:clrTo>
                            </a:clrChange>
                          </a:blip>
                          <a:stretch>
                            <a:fillRect/>
                          </a:stretch>
                        </p:blipFill>
                        <p:spPr>
                          <a:xfrm>
                            <a:off x="4761" y="430"/>
                            <a:ext cx="118" cy="135"/>
                          </a:xfrm>
                          <a:prstGeom prst="rect">
                            <a:avLst/>
                          </a:prstGeom>
                          <a:noFill/>
                          <a:ln w="38100">
                            <a:noFill/>
                            <a:miter/>
                          </a:ln>
                        </p:spPr>
                      </p:pic>
                    </p:oleObj>
                  </mc:Fallback>
                </mc:AlternateContent>
              </a:graphicData>
            </a:graphic>
          </p:graphicFrame>
          <p:graphicFrame>
            <p:nvGraphicFramePr>
              <p:cNvPr id="110711" name="Object 119"/>
              <p:cNvGraphicFramePr>
                <a:graphicFrameLocks noChangeAspect="1"/>
              </p:cNvGraphicFramePr>
              <p:nvPr/>
            </p:nvGraphicFramePr>
            <p:xfrm>
              <a:off x="4137" y="430"/>
              <a:ext cx="118" cy="135"/>
            </p:xfrm>
            <a:graphic>
              <a:graphicData uri="http://schemas.openxmlformats.org/presentationml/2006/ole">
                <mc:AlternateContent xmlns:mc="http://schemas.openxmlformats.org/markup-compatibility/2006">
                  <mc:Choice xmlns:v="urn:schemas-microsoft-com:vml" Requires="v">
                    <p:oleObj spid="_x0000_s3285" name="" r:id="rId5" imgW="204470" imgH="223520" progId="Equation.3">
                      <p:embed/>
                    </p:oleObj>
                  </mc:Choice>
                  <mc:Fallback>
                    <p:oleObj name="" r:id="rId5" imgW="204470" imgH="223520" progId="Equation.3">
                      <p:embed/>
                      <p:pic>
                        <p:nvPicPr>
                          <p:cNvPr id="0" name="图片 3284"/>
                          <p:cNvPicPr/>
                          <p:nvPr/>
                        </p:nvPicPr>
                        <p:blipFill>
                          <a:blip r:embed="rId6">
                            <a:clrChange>
                              <a:clrFrom>
                                <a:srgbClr val="000000"/>
                              </a:clrFrom>
                              <a:clrTo>
                                <a:srgbClr val="000000"/>
                              </a:clrTo>
                            </a:clrChange>
                          </a:blip>
                          <a:stretch>
                            <a:fillRect/>
                          </a:stretch>
                        </p:blipFill>
                        <p:spPr>
                          <a:xfrm>
                            <a:off x="4137" y="430"/>
                            <a:ext cx="118" cy="135"/>
                          </a:xfrm>
                          <a:prstGeom prst="rect">
                            <a:avLst/>
                          </a:prstGeom>
                          <a:noFill/>
                          <a:ln w="38100">
                            <a:noFill/>
                            <a:miter/>
                          </a:ln>
                        </p:spPr>
                      </p:pic>
                    </p:oleObj>
                  </mc:Fallback>
                </mc:AlternateContent>
              </a:graphicData>
            </a:graphic>
          </p:graphicFrame>
          <p:graphicFrame>
            <p:nvGraphicFramePr>
              <p:cNvPr id="110712" name="Object 120"/>
              <p:cNvGraphicFramePr>
                <a:graphicFrameLocks noChangeAspect="1"/>
              </p:cNvGraphicFramePr>
              <p:nvPr/>
            </p:nvGraphicFramePr>
            <p:xfrm>
              <a:off x="2121" y="430"/>
              <a:ext cx="117" cy="135"/>
            </p:xfrm>
            <a:graphic>
              <a:graphicData uri="http://schemas.openxmlformats.org/presentationml/2006/ole">
                <mc:AlternateContent xmlns:mc="http://schemas.openxmlformats.org/markup-compatibility/2006">
                  <mc:Choice xmlns:v="urn:schemas-microsoft-com:vml" Requires="v">
                    <p:oleObj spid="_x0000_s3283" name="" r:id="rId7" imgW="204470" imgH="223520" progId="Equation.3">
                      <p:embed/>
                    </p:oleObj>
                  </mc:Choice>
                  <mc:Fallback>
                    <p:oleObj name="" r:id="rId7" imgW="204470" imgH="223520" progId="Equation.3">
                      <p:embed/>
                      <p:pic>
                        <p:nvPicPr>
                          <p:cNvPr id="0" name="图片 3282"/>
                          <p:cNvPicPr/>
                          <p:nvPr/>
                        </p:nvPicPr>
                        <p:blipFill>
                          <a:blip r:embed="rId8">
                            <a:clrChange>
                              <a:clrFrom>
                                <a:srgbClr val="000000"/>
                              </a:clrFrom>
                              <a:clrTo>
                                <a:srgbClr val="000000"/>
                              </a:clrTo>
                            </a:clrChange>
                          </a:blip>
                          <a:stretch>
                            <a:fillRect/>
                          </a:stretch>
                        </p:blipFill>
                        <p:spPr>
                          <a:xfrm>
                            <a:off x="2121" y="430"/>
                            <a:ext cx="117" cy="135"/>
                          </a:xfrm>
                          <a:prstGeom prst="rect">
                            <a:avLst/>
                          </a:prstGeom>
                          <a:noFill/>
                          <a:ln w="38100">
                            <a:noFill/>
                            <a:miter/>
                          </a:ln>
                        </p:spPr>
                      </p:pic>
                    </p:oleObj>
                  </mc:Fallback>
                </mc:AlternateContent>
              </a:graphicData>
            </a:graphic>
          </p:graphicFrame>
          <p:graphicFrame>
            <p:nvGraphicFramePr>
              <p:cNvPr id="110713" name="Object 121"/>
              <p:cNvGraphicFramePr>
                <a:graphicFrameLocks noChangeAspect="1"/>
              </p:cNvGraphicFramePr>
              <p:nvPr/>
            </p:nvGraphicFramePr>
            <p:xfrm>
              <a:off x="1508" y="438"/>
              <a:ext cx="95" cy="119"/>
            </p:xfrm>
            <a:graphic>
              <a:graphicData uri="http://schemas.openxmlformats.org/presentationml/2006/ole">
                <mc:AlternateContent xmlns:mc="http://schemas.openxmlformats.org/markup-compatibility/2006">
                  <mc:Choice xmlns:v="urn:schemas-microsoft-com:vml" Requires="v">
                    <p:oleObj spid="_x0000_s3280" name="" r:id="rId9" imgW="204470" imgH="223520" progId="Equation.3">
                      <p:embed/>
                    </p:oleObj>
                  </mc:Choice>
                  <mc:Fallback>
                    <p:oleObj name="" r:id="rId9" imgW="204470" imgH="223520" progId="Equation.3">
                      <p:embed/>
                      <p:pic>
                        <p:nvPicPr>
                          <p:cNvPr id="0" name="图片 3279"/>
                          <p:cNvPicPr/>
                          <p:nvPr/>
                        </p:nvPicPr>
                        <p:blipFill>
                          <a:blip r:embed="rId10">
                            <a:clrChange>
                              <a:clrFrom>
                                <a:srgbClr val="000000"/>
                              </a:clrFrom>
                              <a:clrTo>
                                <a:srgbClr val="000000"/>
                              </a:clrTo>
                            </a:clrChange>
                          </a:blip>
                          <a:stretch>
                            <a:fillRect/>
                          </a:stretch>
                        </p:blipFill>
                        <p:spPr>
                          <a:xfrm>
                            <a:off x="1508" y="438"/>
                            <a:ext cx="95" cy="119"/>
                          </a:xfrm>
                          <a:prstGeom prst="rect">
                            <a:avLst/>
                          </a:prstGeom>
                          <a:noFill/>
                          <a:ln w="38100">
                            <a:noFill/>
                            <a:miter/>
                          </a:ln>
                        </p:spPr>
                      </p:pic>
                    </p:oleObj>
                  </mc:Fallback>
                </mc:AlternateContent>
              </a:graphicData>
            </a:graphic>
          </p:graphicFrame>
          <p:sp>
            <p:nvSpPr>
              <p:cNvPr id="110714" name="Text Box 122"/>
              <p:cNvSpPr txBox="1"/>
              <p:nvPr/>
            </p:nvSpPr>
            <p:spPr>
              <a:xfrm>
                <a:off x="0" y="3839"/>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DC BA</a:t>
                </a:r>
                <a:endParaRPr lang="en-US" altLang="zh-CN" sz="2400" i="0" dirty="0">
                  <a:latin typeface="Times New Roman" panose="02020603050405020304" pitchFamily="18" charset="0"/>
                  <a:ea typeface="宋体" panose="02010600030101010101" pitchFamily="2" charset="-122"/>
                </a:endParaRPr>
              </a:p>
            </p:txBody>
          </p:sp>
          <p:sp>
            <p:nvSpPr>
              <p:cNvPr id="110715" name="Text Box 123"/>
              <p:cNvSpPr txBox="1"/>
              <p:nvPr/>
            </p:nvSpPr>
            <p:spPr>
              <a:xfrm>
                <a:off x="2496" y="3839"/>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L</a:t>
                </a:r>
                <a:endParaRPr lang="en-US" altLang="zh-CN" sz="2400" i="0" dirty="0">
                  <a:latin typeface="Times New Roman" panose="02020603050405020304" pitchFamily="18" charset="0"/>
                  <a:ea typeface="宋体" panose="02010600030101010101" pitchFamily="2" charset="-122"/>
                </a:endParaRPr>
              </a:p>
            </p:txBody>
          </p:sp>
          <p:sp>
            <p:nvSpPr>
              <p:cNvPr id="110716" name="Text Box 124"/>
              <p:cNvSpPr txBox="1"/>
              <p:nvPr/>
            </p:nvSpPr>
            <p:spPr>
              <a:xfrm>
                <a:off x="1296" y="2005"/>
                <a:ext cx="240" cy="250"/>
              </a:xfrm>
              <a:prstGeom prst="rect">
                <a:avLst/>
              </a:prstGeom>
              <a:noFill/>
              <a:ln w="9525">
                <a:noFill/>
              </a:ln>
            </p:spPr>
            <p:txBody>
              <a:bodyPr anchor="t" anchorCtr="0">
                <a:spAutoFit/>
              </a:bodyPr>
              <a:p>
                <a:pPr>
                  <a:spcBef>
                    <a:spcPct val="50000"/>
                  </a:spcBef>
                </a:pPr>
                <a:r>
                  <a:rPr lang="en-US" altLang="zh-CN" b="1" i="0" dirty="0">
                    <a:latin typeface="Times New Roman" panose="02020603050405020304" pitchFamily="18" charset="0"/>
                    <a:ea typeface="宋体" panose="02010600030101010101" pitchFamily="2" charset="-122"/>
                  </a:rPr>
                  <a:t>E</a:t>
                </a:r>
                <a:endParaRPr lang="en-US" altLang="zh-CN" sz="2400" i="0" dirty="0">
                  <a:latin typeface="Times New Roman" panose="02020603050405020304" pitchFamily="18" charset="0"/>
                  <a:ea typeface="宋体" panose="02010600030101010101" pitchFamily="2" charset="-122"/>
                </a:endParaRPr>
              </a:p>
            </p:txBody>
          </p:sp>
          <p:sp>
            <p:nvSpPr>
              <p:cNvPr id="110717" name="Text Box 125"/>
              <p:cNvSpPr txBox="1"/>
              <p:nvPr/>
            </p:nvSpPr>
            <p:spPr>
              <a:xfrm>
                <a:off x="2064" y="1919"/>
                <a:ext cx="240" cy="250"/>
              </a:xfrm>
              <a:prstGeom prst="rect">
                <a:avLst/>
              </a:prstGeom>
              <a:noFill/>
              <a:ln w="9525">
                <a:noFill/>
              </a:ln>
            </p:spPr>
            <p:txBody>
              <a:bodyPr anchor="t" anchorCtr="0">
                <a:spAutoFit/>
              </a:bodyPr>
              <a:p>
                <a:pPr>
                  <a:spcBef>
                    <a:spcPct val="50000"/>
                  </a:spcBef>
                </a:pPr>
                <a:r>
                  <a:rPr lang="en-US" altLang="zh-CN" b="1"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718" name="Text Box 126"/>
              <p:cNvSpPr txBox="1"/>
              <p:nvPr/>
            </p:nvSpPr>
            <p:spPr>
              <a:xfrm>
                <a:off x="30" y="4031"/>
                <a:ext cx="816" cy="288"/>
              </a:xfrm>
              <a:prstGeom prst="rect">
                <a:avLst/>
              </a:prstGeom>
              <a:noFill/>
              <a:ln w="9525">
                <a:noFill/>
              </a:ln>
            </p:spPr>
            <p:txBody>
              <a:bodyPr anchor="t" anchorCtr="0">
                <a:spAutoFit/>
              </a:bodyPr>
              <a:p>
                <a:pPr>
                  <a:spcBef>
                    <a:spcPct val="50000"/>
                  </a:spcBef>
                </a:pPr>
                <a:r>
                  <a:rPr lang="en-US" altLang="zh-CN" sz="2400" b="1" i="0" dirty="0">
                    <a:latin typeface="Times New Roman" panose="02020603050405020304" pitchFamily="18" charset="0"/>
                    <a:ea typeface="宋体" panose="02010600030101010101" pitchFamily="2" charset="-122"/>
                  </a:rPr>
                  <a:t>0 1 0 1</a:t>
                </a:r>
                <a:endParaRPr lang="en-US" altLang="zh-CN" sz="2400" i="0" dirty="0">
                  <a:latin typeface="Times New Roman" panose="02020603050405020304" pitchFamily="18" charset="0"/>
                  <a:ea typeface="宋体" panose="02010600030101010101" pitchFamily="2" charset="-122"/>
                </a:endParaRPr>
              </a:p>
            </p:txBody>
          </p:sp>
          <p:graphicFrame>
            <p:nvGraphicFramePr>
              <p:cNvPr id="110719" name="Object 127"/>
              <p:cNvGraphicFramePr>
                <a:graphicFrameLocks noChangeAspect="1"/>
              </p:cNvGraphicFramePr>
              <p:nvPr/>
            </p:nvGraphicFramePr>
            <p:xfrm>
              <a:off x="4865" y="2015"/>
              <a:ext cx="110" cy="135"/>
            </p:xfrm>
            <a:graphic>
              <a:graphicData uri="http://schemas.openxmlformats.org/presentationml/2006/ole">
                <mc:AlternateContent xmlns:mc="http://schemas.openxmlformats.org/markup-compatibility/2006">
                  <mc:Choice xmlns:v="urn:schemas-microsoft-com:vml" Requires="v">
                    <p:oleObj spid="_x0000_s3286" name="" r:id="rId11" imgW="194310" imgH="223520" progId="Equation.3">
                      <p:embed/>
                    </p:oleObj>
                  </mc:Choice>
                  <mc:Fallback>
                    <p:oleObj name="" r:id="rId11" imgW="194310" imgH="223520" progId="Equation.3">
                      <p:embed/>
                      <p:pic>
                        <p:nvPicPr>
                          <p:cNvPr id="0" name="图片 3285"/>
                          <p:cNvPicPr/>
                          <p:nvPr/>
                        </p:nvPicPr>
                        <p:blipFill>
                          <a:blip r:embed="rId12">
                            <a:clrChange>
                              <a:clrFrom>
                                <a:srgbClr val="000000"/>
                              </a:clrFrom>
                              <a:clrTo>
                                <a:srgbClr val="000000"/>
                              </a:clrTo>
                            </a:clrChange>
                          </a:blip>
                          <a:stretch>
                            <a:fillRect/>
                          </a:stretch>
                        </p:blipFill>
                        <p:spPr>
                          <a:xfrm>
                            <a:off x="4865" y="2015"/>
                            <a:ext cx="110" cy="135"/>
                          </a:xfrm>
                          <a:prstGeom prst="rect">
                            <a:avLst/>
                          </a:prstGeom>
                          <a:noFill/>
                          <a:ln w="38100">
                            <a:noFill/>
                            <a:miter/>
                          </a:ln>
                        </p:spPr>
                      </p:pic>
                    </p:oleObj>
                  </mc:Fallback>
                </mc:AlternateContent>
              </a:graphicData>
            </a:graphic>
          </p:graphicFrame>
          <p:graphicFrame>
            <p:nvGraphicFramePr>
              <p:cNvPr id="110720" name="Object 128"/>
              <p:cNvGraphicFramePr>
                <a:graphicFrameLocks noChangeAspect="1"/>
              </p:cNvGraphicFramePr>
              <p:nvPr/>
            </p:nvGraphicFramePr>
            <p:xfrm>
              <a:off x="4182" y="2015"/>
              <a:ext cx="109" cy="135"/>
            </p:xfrm>
            <a:graphic>
              <a:graphicData uri="http://schemas.openxmlformats.org/presentationml/2006/ole">
                <mc:AlternateContent xmlns:mc="http://schemas.openxmlformats.org/markup-compatibility/2006">
                  <mc:Choice xmlns:v="urn:schemas-microsoft-com:vml" Requires="v">
                    <p:oleObj spid="_x0000_s3287" name="" r:id="rId13" imgW="194310" imgH="223520" progId="Equation.3">
                      <p:embed/>
                    </p:oleObj>
                  </mc:Choice>
                  <mc:Fallback>
                    <p:oleObj name="" r:id="rId13" imgW="194310" imgH="223520" progId="Equation.3">
                      <p:embed/>
                      <p:pic>
                        <p:nvPicPr>
                          <p:cNvPr id="0" name="图片 3286"/>
                          <p:cNvPicPr/>
                          <p:nvPr/>
                        </p:nvPicPr>
                        <p:blipFill>
                          <a:blip r:embed="rId14">
                            <a:clrChange>
                              <a:clrFrom>
                                <a:srgbClr val="000000"/>
                              </a:clrFrom>
                              <a:clrTo>
                                <a:srgbClr val="000000"/>
                              </a:clrTo>
                            </a:clrChange>
                          </a:blip>
                          <a:stretch>
                            <a:fillRect/>
                          </a:stretch>
                        </p:blipFill>
                        <p:spPr>
                          <a:xfrm>
                            <a:off x="4182" y="2015"/>
                            <a:ext cx="109" cy="135"/>
                          </a:xfrm>
                          <a:prstGeom prst="rect">
                            <a:avLst/>
                          </a:prstGeom>
                          <a:noFill/>
                          <a:ln w="38100">
                            <a:noFill/>
                            <a:miter/>
                          </a:ln>
                        </p:spPr>
                      </p:pic>
                    </p:oleObj>
                  </mc:Fallback>
                </mc:AlternateContent>
              </a:graphicData>
            </a:graphic>
          </p:graphicFrame>
          <p:graphicFrame>
            <p:nvGraphicFramePr>
              <p:cNvPr id="110721" name="Object 129"/>
              <p:cNvGraphicFramePr>
                <a:graphicFrameLocks noChangeAspect="1"/>
              </p:cNvGraphicFramePr>
              <p:nvPr/>
            </p:nvGraphicFramePr>
            <p:xfrm>
              <a:off x="2646" y="3695"/>
              <a:ext cx="109" cy="135"/>
            </p:xfrm>
            <a:graphic>
              <a:graphicData uri="http://schemas.openxmlformats.org/presentationml/2006/ole">
                <mc:AlternateContent xmlns:mc="http://schemas.openxmlformats.org/markup-compatibility/2006">
                  <mc:Choice xmlns:v="urn:schemas-microsoft-com:vml" Requires="v">
                    <p:oleObj spid="_x0000_s3281" name="" r:id="rId15" imgW="194310" imgH="223520" progId="Equation.3">
                      <p:embed/>
                    </p:oleObj>
                  </mc:Choice>
                  <mc:Fallback>
                    <p:oleObj name="" r:id="rId15" imgW="194310" imgH="223520" progId="Equation.3">
                      <p:embed/>
                      <p:pic>
                        <p:nvPicPr>
                          <p:cNvPr id="0" name="图片 3280"/>
                          <p:cNvPicPr/>
                          <p:nvPr/>
                        </p:nvPicPr>
                        <p:blipFill>
                          <a:blip r:embed="rId16">
                            <a:clrChange>
                              <a:clrFrom>
                                <a:srgbClr val="000000"/>
                              </a:clrFrom>
                              <a:clrTo>
                                <a:srgbClr val="000000"/>
                              </a:clrTo>
                            </a:clrChange>
                          </a:blip>
                          <a:stretch>
                            <a:fillRect/>
                          </a:stretch>
                        </p:blipFill>
                        <p:spPr>
                          <a:xfrm>
                            <a:off x="2646" y="3695"/>
                            <a:ext cx="109" cy="135"/>
                          </a:xfrm>
                          <a:prstGeom prst="rect">
                            <a:avLst/>
                          </a:prstGeom>
                          <a:noFill/>
                          <a:ln w="38100">
                            <a:noFill/>
                            <a:miter/>
                          </a:ln>
                        </p:spPr>
                      </p:pic>
                    </p:oleObj>
                  </mc:Fallback>
                </mc:AlternateContent>
              </a:graphicData>
            </a:graphic>
          </p:graphicFrame>
          <p:sp>
            <p:nvSpPr>
              <p:cNvPr id="110722" name="Oval 130"/>
              <p:cNvSpPr/>
              <p:nvPr/>
            </p:nvSpPr>
            <p:spPr>
              <a:xfrm>
                <a:off x="646" y="794"/>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723" name="Oval 131"/>
              <p:cNvSpPr/>
              <p:nvPr/>
            </p:nvSpPr>
            <p:spPr>
              <a:xfrm>
                <a:off x="1707" y="79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724" name="Oval 132"/>
              <p:cNvSpPr/>
              <p:nvPr/>
            </p:nvSpPr>
            <p:spPr>
              <a:xfrm>
                <a:off x="263" y="1800"/>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725" name="Oval 133"/>
              <p:cNvSpPr/>
              <p:nvPr/>
            </p:nvSpPr>
            <p:spPr>
              <a:xfrm>
                <a:off x="1993" y="2471"/>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726" name="Oval 134"/>
              <p:cNvSpPr/>
              <p:nvPr/>
            </p:nvSpPr>
            <p:spPr>
              <a:xfrm>
                <a:off x="3525" y="792"/>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727" name="Oval 135"/>
              <p:cNvSpPr/>
              <p:nvPr/>
            </p:nvSpPr>
            <p:spPr>
              <a:xfrm>
                <a:off x="135" y="1936"/>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10728" name="Line 136"/>
            <p:cNvSpPr/>
            <p:nvPr/>
          </p:nvSpPr>
          <p:spPr>
            <a:xfrm>
              <a:off x="604" y="1033"/>
              <a:ext cx="146" cy="0"/>
            </a:xfrm>
            <a:prstGeom prst="line">
              <a:avLst/>
            </a:prstGeom>
            <a:ln w="15875" cap="flat" cmpd="sng">
              <a:solidFill>
                <a:schemeClr val="tx1"/>
              </a:solidFill>
              <a:prstDash val="solid"/>
              <a:round/>
              <a:headEnd type="none" w="med" len="med"/>
              <a:tailEnd type="none" w="med" len="med"/>
            </a:ln>
          </p:spPr>
        </p:sp>
        <p:sp>
          <p:nvSpPr>
            <p:cNvPr id="110729" name="Line 137"/>
            <p:cNvSpPr/>
            <p:nvPr/>
          </p:nvSpPr>
          <p:spPr>
            <a:xfrm>
              <a:off x="1712" y="1034"/>
              <a:ext cx="146" cy="0"/>
            </a:xfrm>
            <a:prstGeom prst="line">
              <a:avLst/>
            </a:prstGeom>
            <a:ln w="15875" cap="flat" cmpd="sng">
              <a:solidFill>
                <a:schemeClr val="tx1"/>
              </a:solidFill>
              <a:prstDash val="solid"/>
              <a:round/>
              <a:headEnd type="none" w="med" len="med"/>
              <a:tailEnd type="none" w="med" len="med"/>
            </a:ln>
          </p:spPr>
        </p:sp>
        <p:sp>
          <p:nvSpPr>
            <p:cNvPr id="110730" name="Line 138"/>
            <p:cNvSpPr/>
            <p:nvPr/>
          </p:nvSpPr>
          <p:spPr>
            <a:xfrm>
              <a:off x="3492" y="1032"/>
              <a:ext cx="146" cy="0"/>
            </a:xfrm>
            <a:prstGeom prst="line">
              <a:avLst/>
            </a:prstGeom>
            <a:ln w="15875" cap="flat" cmpd="sng">
              <a:solidFill>
                <a:schemeClr val="tx1"/>
              </a:solidFill>
              <a:prstDash val="solid"/>
              <a:round/>
              <a:headEnd type="none" w="med" len="med"/>
              <a:tailEnd type="none" w="med" len="med"/>
            </a:ln>
          </p:spPr>
        </p:sp>
        <p:sp>
          <p:nvSpPr>
            <p:cNvPr id="110731" name="Line 139"/>
            <p:cNvSpPr/>
            <p:nvPr/>
          </p:nvSpPr>
          <p:spPr>
            <a:xfrm>
              <a:off x="4600" y="1033"/>
              <a:ext cx="146" cy="0"/>
            </a:xfrm>
            <a:prstGeom prst="line">
              <a:avLst/>
            </a:prstGeom>
            <a:ln w="15875" cap="flat" cmpd="sng">
              <a:solidFill>
                <a:schemeClr val="tx1"/>
              </a:solidFill>
              <a:prstDash val="solid"/>
              <a:round/>
              <a:headEnd type="none" w="med" len="med"/>
              <a:tailEnd type="none" w="med" len="med"/>
            </a:ln>
          </p:spPr>
        </p:sp>
        <p:sp>
          <p:nvSpPr>
            <p:cNvPr id="110732" name="Line 140"/>
            <p:cNvSpPr/>
            <p:nvPr/>
          </p:nvSpPr>
          <p:spPr>
            <a:xfrm>
              <a:off x="1947" y="2852"/>
              <a:ext cx="146" cy="0"/>
            </a:xfrm>
            <a:prstGeom prst="line">
              <a:avLst/>
            </a:prstGeom>
            <a:ln w="15875" cap="flat" cmpd="sng">
              <a:solidFill>
                <a:schemeClr val="tx1"/>
              </a:solidFill>
              <a:prstDash val="solid"/>
              <a:round/>
              <a:headEnd type="none" w="med" len="med"/>
              <a:tailEnd type="none" w="med" len="med"/>
            </a:ln>
          </p:spPr>
        </p:sp>
        <p:sp>
          <p:nvSpPr>
            <p:cNvPr id="110733" name="Line 141"/>
            <p:cNvSpPr/>
            <p:nvPr/>
          </p:nvSpPr>
          <p:spPr>
            <a:xfrm>
              <a:off x="3055" y="2853"/>
              <a:ext cx="146" cy="0"/>
            </a:xfrm>
            <a:prstGeom prst="line">
              <a:avLst/>
            </a:prstGeom>
            <a:ln w="15875" cap="flat" cmpd="sng">
              <a:solidFill>
                <a:schemeClr val="tx1"/>
              </a:solidFill>
              <a:prstDash val="solid"/>
              <a:round/>
              <a:headEnd type="none" w="med" len="med"/>
              <a:tailEnd type="none" w="med" len="med"/>
            </a:ln>
          </p:spPr>
        </p:sp>
        <p:sp>
          <p:nvSpPr>
            <p:cNvPr id="110734" name="Oval 142"/>
            <p:cNvSpPr/>
            <p:nvPr/>
          </p:nvSpPr>
          <p:spPr>
            <a:xfrm>
              <a:off x="631" y="951"/>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10735" name="Oval 145"/>
            <p:cNvSpPr/>
            <p:nvPr/>
          </p:nvSpPr>
          <p:spPr>
            <a:xfrm>
              <a:off x="1703" y="952"/>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10736" name="Line 146"/>
            <p:cNvSpPr/>
            <p:nvPr/>
          </p:nvSpPr>
          <p:spPr>
            <a:xfrm>
              <a:off x="3492" y="1031"/>
              <a:ext cx="146" cy="0"/>
            </a:xfrm>
            <a:prstGeom prst="line">
              <a:avLst/>
            </a:prstGeom>
            <a:ln w="15875" cap="flat" cmpd="sng">
              <a:solidFill>
                <a:schemeClr val="tx1"/>
              </a:solidFill>
              <a:prstDash val="solid"/>
              <a:round/>
              <a:headEnd type="none" w="med" len="med"/>
              <a:tailEnd type="none" w="med" len="med"/>
            </a:ln>
          </p:spPr>
        </p:sp>
        <p:sp>
          <p:nvSpPr>
            <p:cNvPr id="110737" name="Line 147"/>
            <p:cNvSpPr/>
            <p:nvPr/>
          </p:nvSpPr>
          <p:spPr>
            <a:xfrm>
              <a:off x="4600" y="1032"/>
              <a:ext cx="146" cy="0"/>
            </a:xfrm>
            <a:prstGeom prst="line">
              <a:avLst/>
            </a:prstGeom>
            <a:ln w="15875" cap="flat" cmpd="sng">
              <a:solidFill>
                <a:schemeClr val="tx1"/>
              </a:solidFill>
              <a:prstDash val="solid"/>
              <a:round/>
              <a:headEnd type="none" w="med" len="med"/>
              <a:tailEnd type="none" w="med" len="med"/>
            </a:ln>
          </p:spPr>
        </p:sp>
        <p:sp>
          <p:nvSpPr>
            <p:cNvPr id="110738" name="Oval 148"/>
            <p:cNvSpPr/>
            <p:nvPr/>
          </p:nvSpPr>
          <p:spPr>
            <a:xfrm>
              <a:off x="3519" y="949"/>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10739" name="Oval 149"/>
            <p:cNvSpPr/>
            <p:nvPr/>
          </p:nvSpPr>
          <p:spPr>
            <a:xfrm>
              <a:off x="4591" y="950"/>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10740" name="Line 150"/>
            <p:cNvSpPr/>
            <p:nvPr/>
          </p:nvSpPr>
          <p:spPr>
            <a:xfrm>
              <a:off x="1956" y="2852"/>
              <a:ext cx="146" cy="0"/>
            </a:xfrm>
            <a:prstGeom prst="line">
              <a:avLst/>
            </a:prstGeom>
            <a:ln w="15875" cap="flat" cmpd="sng">
              <a:solidFill>
                <a:schemeClr val="tx1"/>
              </a:solidFill>
              <a:prstDash val="solid"/>
              <a:round/>
              <a:headEnd type="none" w="med" len="med"/>
              <a:tailEnd type="none" w="med" len="med"/>
            </a:ln>
          </p:spPr>
        </p:sp>
        <p:sp>
          <p:nvSpPr>
            <p:cNvPr id="110741" name="Line 151"/>
            <p:cNvSpPr/>
            <p:nvPr/>
          </p:nvSpPr>
          <p:spPr>
            <a:xfrm>
              <a:off x="3064" y="2853"/>
              <a:ext cx="146" cy="0"/>
            </a:xfrm>
            <a:prstGeom prst="line">
              <a:avLst/>
            </a:prstGeom>
            <a:ln w="15875" cap="flat" cmpd="sng">
              <a:solidFill>
                <a:schemeClr val="tx1"/>
              </a:solidFill>
              <a:prstDash val="solid"/>
              <a:round/>
              <a:headEnd type="none" w="med" len="med"/>
              <a:tailEnd type="none" w="med" len="med"/>
            </a:ln>
          </p:spPr>
        </p:sp>
        <p:sp>
          <p:nvSpPr>
            <p:cNvPr id="110742" name="Oval 152"/>
            <p:cNvSpPr/>
            <p:nvPr/>
          </p:nvSpPr>
          <p:spPr>
            <a:xfrm>
              <a:off x="1983" y="2770"/>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10743" name="Oval 153"/>
            <p:cNvSpPr/>
            <p:nvPr/>
          </p:nvSpPr>
          <p:spPr>
            <a:xfrm>
              <a:off x="3055" y="2771"/>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2"/>
          <p:cNvSpPr>
            <a:spLocks noGrp="1"/>
          </p:cNvSpPr>
          <p:nvPr>
            <p:ph type="title"/>
          </p:nvPr>
        </p:nvSpPr>
        <p:spPr>
          <a:xfrm>
            <a:off x="381000" y="1371600"/>
            <a:ext cx="7772400" cy="214313"/>
          </a:xfrm>
        </p:spPr>
        <p:txBody>
          <a:bodyPr vert="horz" wrap="square" lIns="91440" tIns="45720" rIns="91440" bIns="45720" anchor="ctr" anchorCtr="0"/>
          <a:p>
            <a:pPr eaLnBrk="1" hangingPunct="1"/>
            <a:r>
              <a:rPr lang="en-US" altLang="zh-CN" sz="800" dirty="0"/>
              <a:t>.</a:t>
            </a:r>
            <a:endParaRPr lang="en-US" altLang="zh-CN" sz="800" dirty="0"/>
          </a:p>
        </p:txBody>
      </p:sp>
      <p:sp>
        <p:nvSpPr>
          <p:cNvPr id="215043" name="Rectangle 3"/>
          <p:cNvSpPr>
            <a:spLocks noGrp="1"/>
          </p:cNvSpPr>
          <p:nvPr>
            <p:ph idx="1"/>
          </p:nvPr>
        </p:nvSpPr>
        <p:spPr>
          <a:xfrm>
            <a:off x="1066800" y="304800"/>
            <a:ext cx="7848600" cy="5791200"/>
          </a:xfrm>
        </p:spPr>
        <p:txBody>
          <a:bodyPr vert="horz" wrap="square" lIns="91440" tIns="45720" rIns="91440" bIns="45720" anchor="t" anchorCtr="0"/>
          <a:p>
            <a:pPr eaLnBrk="1" hangingPunct="1"/>
            <a:endParaRPr lang="en-US" altLang="zh-CN" sz="2800" dirty="0"/>
          </a:p>
          <a:p>
            <a:pPr eaLnBrk="1" hangingPunct="1"/>
            <a:endParaRPr lang="en-US" altLang="zh-CN" sz="2800" dirty="0"/>
          </a:p>
          <a:p>
            <a:pPr eaLnBrk="1" hangingPunct="1"/>
            <a:endParaRPr lang="en-US" altLang="zh-CN" sz="2800" dirty="0"/>
          </a:p>
          <a:p>
            <a:pPr eaLnBrk="1" hangingPunct="1">
              <a:buNone/>
            </a:pPr>
            <a:r>
              <a:rPr lang="en-US" altLang="zh-CN" sz="2800" dirty="0"/>
              <a:t> </a:t>
            </a:r>
            <a:r>
              <a:rPr lang="en-US" altLang="zh-CN" sz="2800" dirty="0">
                <a:latin typeface="Times New Roman" panose="02020603050405020304" pitchFamily="18" charset="0"/>
              </a:rPr>
              <a:t>F</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(A,B,C,D)=∑m(0,1,5,7,10,13,15)</a:t>
            </a:r>
            <a:endParaRPr lang="en-US" altLang="zh-CN" sz="2800" dirty="0">
              <a:latin typeface="Times New Roman" panose="02020603050405020304" pitchFamily="18" charset="0"/>
            </a:endParaRPr>
          </a:p>
          <a:p>
            <a:pPr eaLnBrk="1" hangingPunct="1"/>
            <a:endParaRPr lang="en-US" altLang="zh-CN" sz="2800" dirty="0">
              <a:latin typeface="Times New Roman" panose="02020603050405020304" pitchFamily="18" charset="0"/>
            </a:endParaRPr>
          </a:p>
          <a:p>
            <a:pPr eaLnBrk="1" hangingPunct="1">
              <a:buNone/>
            </a:pPr>
            <a:r>
              <a:rPr lang="en-US" altLang="zh-CN" sz="2800" dirty="0">
                <a:latin typeface="Times New Roman" panose="02020603050405020304" pitchFamily="18" charset="0"/>
              </a:rPr>
              <a:t> F</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(A,B,C,D)=∑m(8,10,12,13,15)</a:t>
            </a:r>
            <a:endParaRPr lang="en-US" altLang="zh-CN" sz="2800" dirty="0">
              <a:latin typeface="Times New Roman" panose="02020603050405020304" pitchFamily="18" charset="0"/>
            </a:endParaRPr>
          </a:p>
          <a:p>
            <a:pPr eaLnBrk="1" hangingPunct="1"/>
            <a:endParaRPr lang="en-US" altLang="zh-CN" sz="2800" dirty="0">
              <a:latin typeface="Times New Roman" panose="02020603050405020304" pitchFamily="18" charset="0"/>
            </a:endParaRPr>
          </a:p>
          <a:p>
            <a:pPr eaLnBrk="1" hangingPunct="1">
              <a:buNone/>
            </a:pPr>
            <a:r>
              <a:rPr lang="zh-CN" altLang="en-US" sz="2800" dirty="0">
                <a:latin typeface="Times New Roman" panose="02020603050405020304" pitchFamily="18" charset="0"/>
              </a:rPr>
              <a:t>作</a:t>
            </a:r>
            <a:r>
              <a:rPr lang="en-US" altLang="zh-CN" sz="2800" dirty="0">
                <a:latin typeface="Times New Roman" panose="02020603050405020304" pitchFamily="18" charset="0"/>
              </a:rPr>
              <a:t>F</a:t>
            </a:r>
            <a:r>
              <a:rPr lang="en-US" altLang="zh-CN" sz="2800" baseline="-25000" dirty="0">
                <a:latin typeface="Times New Roman" panose="02020603050405020304" pitchFamily="18" charset="0"/>
              </a:rPr>
              <a:t>1 </a:t>
            </a:r>
            <a:r>
              <a:rPr lang="en-US" altLang="zh-CN" sz="2800" dirty="0">
                <a:latin typeface="Times New Roman" panose="02020603050405020304" pitchFamily="18" charset="0"/>
              </a:rPr>
              <a:t>F</a:t>
            </a:r>
            <a:r>
              <a:rPr lang="en-US" altLang="zh-CN" sz="2800" baseline="-25000" dirty="0">
                <a:latin typeface="Times New Roman" panose="02020603050405020304" pitchFamily="18" charset="0"/>
              </a:rPr>
              <a:t>2</a:t>
            </a:r>
            <a:r>
              <a:rPr lang="zh-CN" altLang="en-US" sz="2800" dirty="0">
                <a:latin typeface="Times New Roman" panose="02020603050405020304" pitchFamily="18" charset="0"/>
              </a:rPr>
              <a:t>的卡诺图</a:t>
            </a:r>
            <a:r>
              <a:rPr lang="en-US" altLang="zh-CN" sz="2800" dirty="0">
                <a:latin typeface="Times New Roman" panose="02020603050405020304" pitchFamily="18" charset="0"/>
              </a:rPr>
              <a:t>(</a:t>
            </a:r>
            <a:r>
              <a:rPr lang="zh-CN" altLang="en-US" sz="2800" dirty="0">
                <a:latin typeface="Times New Roman" panose="02020603050405020304" pitchFamily="18" charset="0"/>
              </a:rPr>
              <a:t>以</a:t>
            </a:r>
            <a:r>
              <a:rPr lang="en-US" altLang="zh-CN" sz="2800" dirty="0">
                <a:latin typeface="Times New Roman" panose="02020603050405020304" pitchFamily="18" charset="0"/>
              </a:rPr>
              <a:t>A= A</a:t>
            </a:r>
            <a:r>
              <a:rPr lang="en-US" altLang="zh-CN" sz="2800" baseline="-25000" dirty="0">
                <a:latin typeface="Times New Roman" panose="02020603050405020304" pitchFamily="18" charset="0"/>
              </a:rPr>
              <a:t>1 </a:t>
            </a:r>
            <a:r>
              <a:rPr lang="en-US" altLang="zh-CN" sz="2800" dirty="0">
                <a:latin typeface="Times New Roman" panose="02020603050405020304" pitchFamily="18" charset="0"/>
              </a:rPr>
              <a:t>B= A</a:t>
            </a:r>
            <a:r>
              <a:rPr lang="en-US" altLang="zh-CN" sz="2800" baseline="-25000" dirty="0">
                <a:latin typeface="Times New Roman" panose="02020603050405020304" pitchFamily="18" charset="0"/>
              </a:rPr>
              <a:t>0</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a:p>
            <a:pPr eaLnBrk="1" hangingPunct="1"/>
            <a:endParaRPr lang="en-US" altLang="zh-CN" sz="2800" dirty="0">
              <a:latin typeface="Times New Roman" panose="02020603050405020304" pitchFamily="18" charset="0"/>
            </a:endParaRPr>
          </a:p>
        </p:txBody>
      </p:sp>
      <p:sp>
        <p:nvSpPr>
          <p:cNvPr id="111619" name="Rectangle 4"/>
          <p:cNvSpPr/>
          <p:nvPr/>
        </p:nvSpPr>
        <p:spPr>
          <a:xfrm>
            <a:off x="1333500" y="1219200"/>
            <a:ext cx="1725613" cy="519113"/>
          </a:xfrm>
          <a:prstGeom prst="rect">
            <a:avLst/>
          </a:prstGeom>
          <a:noFill/>
          <a:ln w="9525">
            <a:noFill/>
          </a:ln>
        </p:spPr>
        <p:txBody>
          <a:bodyPr wrap="none" anchor="t" anchorCtr="0">
            <a:spAutoFit/>
          </a:bodyPr>
          <a:p>
            <a:r>
              <a:rPr lang="zh-CN" altLang="en-US" sz="2800" i="0" dirty="0">
                <a:latin typeface="Arial Black" panose="020B0A04020102020204" pitchFamily="34" charset="0"/>
                <a:ea typeface="宋体" panose="02010600030101010101" pitchFamily="2" charset="-122"/>
              </a:rPr>
              <a:t>逻辑函数</a:t>
            </a:r>
            <a:r>
              <a:rPr lang="en-US" altLang="zh-CN" sz="2800" i="0" dirty="0">
                <a:latin typeface="Arial Black" panose="020B0A04020102020204" pitchFamily="34" charset="0"/>
                <a:ea typeface="宋体" panose="02010600030101010101" pitchFamily="2" charset="-122"/>
              </a:rPr>
              <a:t>.</a:t>
            </a:r>
            <a:endParaRPr lang="en-US" altLang="zh-CN" sz="2800" i="0" dirty="0">
              <a:latin typeface="Arial Black" panose="020B0A04020102020204" pitchFamily="34" charset="0"/>
              <a:ea typeface="宋体" panose="02010600030101010101" pitchFamily="2" charset="-122"/>
            </a:endParaRPr>
          </a:p>
        </p:txBody>
      </p:sp>
      <p:sp>
        <p:nvSpPr>
          <p:cNvPr id="111620" name="Rectangle 5"/>
          <p:cNvSpPr/>
          <p:nvPr/>
        </p:nvSpPr>
        <p:spPr>
          <a:xfrm>
            <a:off x="400050" y="533400"/>
            <a:ext cx="6700838" cy="519113"/>
          </a:xfrm>
          <a:prstGeom prst="rect">
            <a:avLst/>
          </a:prstGeom>
          <a:noFill/>
          <a:ln w="9525">
            <a:noFill/>
          </a:ln>
        </p:spPr>
        <p:txBody>
          <a:bodyPr wrap="none" anchor="t" anchorCtr="0">
            <a:spAutoFit/>
          </a:bodyPr>
          <a:p>
            <a:r>
              <a:rPr lang="zh-CN" altLang="en-US" sz="2800" i="0" dirty="0">
                <a:latin typeface="Arial Black" panose="020B0A04020102020204" pitchFamily="34" charset="0"/>
                <a:ea typeface="宋体" panose="02010600030101010101" pitchFamily="2" charset="-122"/>
              </a:rPr>
              <a:t>例</a:t>
            </a:r>
            <a:r>
              <a:rPr lang="en-US" altLang="zh-CN" sz="2800" i="0" dirty="0">
                <a:latin typeface="Times New Roman" panose="02020603050405020304" pitchFamily="18" charset="0"/>
                <a:ea typeface="宋体" panose="02010600030101010101" pitchFamily="2" charset="-122"/>
              </a:rPr>
              <a:t>3 :</a:t>
            </a:r>
            <a:r>
              <a:rPr lang="en-US" altLang="zh-CN" sz="2800" i="0" dirty="0">
                <a:latin typeface="Arial Black" panose="020B0A04020102020204" pitchFamily="34" charset="0"/>
                <a:ea typeface="宋体" panose="02010600030101010101" pitchFamily="2" charset="-122"/>
              </a:rPr>
              <a:t> </a:t>
            </a:r>
            <a:r>
              <a:rPr lang="zh-CN" altLang="en-US" sz="2800" i="0" dirty="0">
                <a:latin typeface="Arial Black" panose="020B0A04020102020204" pitchFamily="34" charset="0"/>
                <a:ea typeface="宋体" panose="02010600030101010101" pitchFamily="2" charset="-122"/>
              </a:rPr>
              <a:t>试用一片双四路数据选择器实现下列</a:t>
            </a:r>
            <a:endParaRPr lang="zh-CN" altLang="en-US" sz="2800" i="0" dirty="0">
              <a:latin typeface="Arial Black" panose="020B0A040201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43">
                                            <p:txEl>
                                              <p:charRg st="3" end="37"/>
                                            </p:txEl>
                                          </p:spTgt>
                                        </p:tgtEl>
                                        <p:attrNameLst>
                                          <p:attrName>style.visibility</p:attrName>
                                        </p:attrNameLst>
                                      </p:cBhvr>
                                      <p:to>
                                        <p:strVal val="visible"/>
                                      </p:to>
                                    </p:set>
                                    <p:anim calcmode="lin" valueType="num">
                                      <p:cBhvr additive="base">
                                        <p:cTn id="7" dur="500" fill="hold"/>
                                        <p:tgtEl>
                                          <p:spTgt spid="215043">
                                            <p:txEl>
                                              <p:charRg st="3" end="37"/>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5043">
                                            <p:txEl>
                                              <p:charRg st="3" end="37"/>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5043">
                                            <p:txEl>
                                              <p:charRg st="38" end="69"/>
                                            </p:txEl>
                                          </p:spTgt>
                                        </p:tgtEl>
                                        <p:attrNameLst>
                                          <p:attrName>style.visibility</p:attrName>
                                        </p:attrNameLst>
                                      </p:cBhvr>
                                      <p:to>
                                        <p:strVal val="visible"/>
                                      </p:to>
                                    </p:set>
                                    <p:anim calcmode="lin" valueType="num">
                                      <p:cBhvr additive="base">
                                        <p:cTn id="13" dur="500" fill="hold"/>
                                        <p:tgtEl>
                                          <p:spTgt spid="215043">
                                            <p:txEl>
                                              <p:charRg st="38" end="69"/>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5043">
                                            <p:txEl>
                                              <p:charRg st="38" end="69"/>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5043">
                                            <p:txEl>
                                              <p:charRg st="70" end="95"/>
                                            </p:txEl>
                                          </p:spTgt>
                                        </p:tgtEl>
                                        <p:attrNameLst>
                                          <p:attrName>style.visibility</p:attrName>
                                        </p:attrNameLst>
                                      </p:cBhvr>
                                      <p:to>
                                        <p:strVal val="visible"/>
                                      </p:to>
                                    </p:set>
                                    <p:anim calcmode="lin" valueType="num">
                                      <p:cBhvr additive="base">
                                        <p:cTn id="19" dur="500" fill="hold"/>
                                        <p:tgtEl>
                                          <p:spTgt spid="215043">
                                            <p:txEl>
                                              <p:charRg st="70" end="95"/>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5043">
                                            <p:txEl>
                                              <p:charRg st="70" end="9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Rectangle 2"/>
          <p:cNvSpPr>
            <a:spLocks noGrp="1"/>
          </p:cNvSpPr>
          <p:nvPr>
            <p:ph type="title"/>
          </p:nvPr>
        </p:nvSpPr>
        <p:spPr>
          <a:xfrm>
            <a:off x="228600" y="1371600"/>
            <a:ext cx="7772400" cy="214313"/>
          </a:xfrm>
        </p:spPr>
        <p:txBody>
          <a:bodyPr vert="horz" wrap="square" lIns="91440" tIns="45720" rIns="91440" bIns="45720" anchor="ctr" anchorCtr="0"/>
          <a:p>
            <a:pPr eaLnBrk="1" hangingPunct="1"/>
            <a:r>
              <a:rPr lang="en-US" altLang="zh-CN" sz="800" dirty="0"/>
              <a:t>.</a:t>
            </a:r>
            <a:endParaRPr lang="en-US" altLang="zh-CN" sz="800" dirty="0"/>
          </a:p>
        </p:txBody>
      </p:sp>
      <p:sp>
        <p:nvSpPr>
          <p:cNvPr id="112642" name="Rectangle 3"/>
          <p:cNvSpPr>
            <a:spLocks noGrp="1"/>
          </p:cNvSpPr>
          <p:nvPr>
            <p:ph idx="1"/>
          </p:nvPr>
        </p:nvSpPr>
        <p:spPr>
          <a:xfrm>
            <a:off x="1066800" y="304800"/>
            <a:ext cx="7848600" cy="6553200"/>
          </a:xfrm>
        </p:spPr>
        <p:txBody>
          <a:bodyPr vert="horz" wrap="square" lIns="91440" tIns="45720" rIns="91440" bIns="45720" anchor="t" anchorCtr="0"/>
          <a:p>
            <a:pPr eaLnBrk="1" hangingPunct="1">
              <a:buNone/>
            </a:pPr>
            <a:endParaRPr lang="en-US" altLang="zh-CN" sz="2800" dirty="0"/>
          </a:p>
          <a:p>
            <a:pPr eaLnBrk="1" hangingPunct="1">
              <a:buNone/>
            </a:pPr>
            <a:endParaRPr lang="en-US" altLang="zh-CN" sz="2800" dirty="0"/>
          </a:p>
          <a:p>
            <a:pPr eaLnBrk="1" hangingPunct="1">
              <a:buNone/>
            </a:pPr>
            <a:endParaRPr lang="en-US" altLang="zh-CN" sz="2800" dirty="0"/>
          </a:p>
          <a:p>
            <a:pPr eaLnBrk="1" hangingPunct="1">
              <a:buNone/>
            </a:pPr>
            <a:endParaRPr lang="en-US" altLang="zh-CN" sz="2800" dirty="0"/>
          </a:p>
          <a:p>
            <a:pPr eaLnBrk="1" hangingPunct="1">
              <a:buNone/>
            </a:pPr>
            <a:endParaRPr lang="en-US" altLang="zh-CN" sz="2800" dirty="0"/>
          </a:p>
          <a:p>
            <a:pPr eaLnBrk="1" hangingPunct="1">
              <a:buNone/>
            </a:pPr>
            <a:endParaRPr lang="en-US" altLang="zh-CN" sz="2800" dirty="0"/>
          </a:p>
          <a:p>
            <a:pPr eaLnBrk="1" hangingPunct="1">
              <a:buNone/>
            </a:pPr>
            <a:endParaRPr lang="en-US" altLang="zh-CN" sz="2800" dirty="0"/>
          </a:p>
          <a:p>
            <a:pPr eaLnBrk="1" hangingPunct="1">
              <a:buNone/>
            </a:pPr>
            <a:endParaRPr lang="en-US" altLang="zh-CN" sz="2800" dirty="0"/>
          </a:p>
          <a:p>
            <a:pPr eaLnBrk="1" hangingPunct="1">
              <a:buNone/>
            </a:pPr>
            <a:endParaRPr lang="en-US" altLang="zh-CN" sz="2800" dirty="0"/>
          </a:p>
          <a:p>
            <a:pPr eaLnBrk="1" hangingPunct="1">
              <a:buNone/>
            </a:pPr>
            <a:r>
              <a:rPr lang="en-US" altLang="zh-CN" sz="2800" dirty="0"/>
              <a:t>             </a:t>
            </a:r>
            <a:endParaRPr lang="en-US" altLang="zh-CN" sz="2800" baseline="-25000" dirty="0"/>
          </a:p>
        </p:txBody>
      </p:sp>
      <p:sp>
        <p:nvSpPr>
          <p:cNvPr id="112643" name="Rectangle 4"/>
          <p:cNvSpPr/>
          <p:nvPr/>
        </p:nvSpPr>
        <p:spPr>
          <a:xfrm>
            <a:off x="3505200" y="2224088"/>
            <a:ext cx="3429000" cy="281940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2644" name="Line 5"/>
          <p:cNvSpPr/>
          <p:nvPr/>
        </p:nvSpPr>
        <p:spPr>
          <a:xfrm flipV="1">
            <a:off x="3505200" y="2909888"/>
            <a:ext cx="3429000" cy="0"/>
          </a:xfrm>
          <a:prstGeom prst="line">
            <a:avLst/>
          </a:prstGeom>
          <a:ln w="9525" cap="flat" cmpd="sng">
            <a:solidFill>
              <a:schemeClr val="tx1"/>
            </a:solidFill>
            <a:prstDash val="solid"/>
            <a:round/>
            <a:headEnd type="none" w="med" len="med"/>
            <a:tailEnd type="none" w="med" len="med"/>
          </a:ln>
        </p:spPr>
      </p:sp>
      <p:sp>
        <p:nvSpPr>
          <p:cNvPr id="112645" name="Line 6"/>
          <p:cNvSpPr/>
          <p:nvPr/>
        </p:nvSpPr>
        <p:spPr>
          <a:xfrm>
            <a:off x="3505200" y="4357688"/>
            <a:ext cx="3429000" cy="0"/>
          </a:xfrm>
          <a:prstGeom prst="line">
            <a:avLst/>
          </a:prstGeom>
          <a:ln w="9525" cap="flat" cmpd="sng">
            <a:solidFill>
              <a:schemeClr val="tx1"/>
            </a:solidFill>
            <a:prstDash val="solid"/>
            <a:round/>
            <a:headEnd type="none" w="med" len="med"/>
            <a:tailEnd type="none" w="med" len="med"/>
          </a:ln>
        </p:spPr>
      </p:sp>
      <p:sp>
        <p:nvSpPr>
          <p:cNvPr id="112646" name="Line 7"/>
          <p:cNvSpPr/>
          <p:nvPr/>
        </p:nvSpPr>
        <p:spPr>
          <a:xfrm>
            <a:off x="3505200" y="3595688"/>
            <a:ext cx="3429000" cy="0"/>
          </a:xfrm>
          <a:prstGeom prst="line">
            <a:avLst/>
          </a:prstGeom>
          <a:ln w="9525" cap="flat" cmpd="sng">
            <a:solidFill>
              <a:schemeClr val="tx1"/>
            </a:solidFill>
            <a:prstDash val="solid"/>
            <a:round/>
            <a:headEnd type="none" w="med" len="med"/>
            <a:tailEnd type="none" w="med" len="med"/>
          </a:ln>
        </p:spPr>
      </p:sp>
      <p:sp>
        <p:nvSpPr>
          <p:cNvPr id="112647" name="Line 8"/>
          <p:cNvSpPr/>
          <p:nvPr/>
        </p:nvSpPr>
        <p:spPr>
          <a:xfrm>
            <a:off x="4343400" y="2224088"/>
            <a:ext cx="0" cy="2819400"/>
          </a:xfrm>
          <a:prstGeom prst="line">
            <a:avLst/>
          </a:prstGeom>
          <a:ln w="9525" cap="flat" cmpd="sng">
            <a:solidFill>
              <a:schemeClr val="tx1"/>
            </a:solidFill>
            <a:prstDash val="solid"/>
            <a:round/>
            <a:headEnd type="none" w="med" len="med"/>
            <a:tailEnd type="none" w="med" len="med"/>
          </a:ln>
        </p:spPr>
      </p:sp>
      <p:sp>
        <p:nvSpPr>
          <p:cNvPr id="112648" name="Line 9"/>
          <p:cNvSpPr/>
          <p:nvPr/>
        </p:nvSpPr>
        <p:spPr>
          <a:xfrm>
            <a:off x="6019800" y="2224088"/>
            <a:ext cx="0" cy="2819400"/>
          </a:xfrm>
          <a:prstGeom prst="line">
            <a:avLst/>
          </a:prstGeom>
          <a:ln w="9525" cap="flat" cmpd="sng">
            <a:solidFill>
              <a:schemeClr val="tx1"/>
            </a:solidFill>
            <a:prstDash val="solid"/>
            <a:round/>
            <a:headEnd type="none" w="med" len="med"/>
            <a:tailEnd type="none" w="med" len="med"/>
          </a:ln>
        </p:spPr>
      </p:sp>
      <p:sp>
        <p:nvSpPr>
          <p:cNvPr id="112649" name="Line 10"/>
          <p:cNvSpPr/>
          <p:nvPr/>
        </p:nvSpPr>
        <p:spPr>
          <a:xfrm>
            <a:off x="5181600" y="2224088"/>
            <a:ext cx="0" cy="2819400"/>
          </a:xfrm>
          <a:prstGeom prst="line">
            <a:avLst/>
          </a:prstGeom>
          <a:ln w="9525" cap="flat" cmpd="sng">
            <a:solidFill>
              <a:schemeClr val="tx1"/>
            </a:solidFill>
            <a:prstDash val="solid"/>
            <a:round/>
            <a:headEnd type="none" w="med" len="med"/>
            <a:tailEnd type="none" w="med" len="med"/>
          </a:ln>
        </p:spPr>
      </p:sp>
      <p:sp>
        <p:nvSpPr>
          <p:cNvPr id="112650" name="Line 11"/>
          <p:cNvSpPr/>
          <p:nvPr/>
        </p:nvSpPr>
        <p:spPr>
          <a:xfrm flipH="1" flipV="1">
            <a:off x="2895600" y="1614488"/>
            <a:ext cx="609600" cy="609600"/>
          </a:xfrm>
          <a:prstGeom prst="line">
            <a:avLst/>
          </a:prstGeom>
          <a:ln w="9525" cap="flat" cmpd="sng">
            <a:solidFill>
              <a:schemeClr val="tx1"/>
            </a:solidFill>
            <a:prstDash val="solid"/>
            <a:round/>
            <a:headEnd type="none" w="med" len="med"/>
            <a:tailEnd type="none" w="med" len="med"/>
          </a:ln>
        </p:spPr>
      </p:sp>
      <p:sp>
        <p:nvSpPr>
          <p:cNvPr id="216076" name="Rectangle 12"/>
          <p:cNvSpPr>
            <a:spLocks noChangeArrowheads="1"/>
          </p:cNvSpPr>
          <p:nvPr/>
        </p:nvSpPr>
        <p:spPr bwMode="auto">
          <a:xfrm>
            <a:off x="2438400" y="1222375"/>
            <a:ext cx="503238"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77" name="Rectangle 13"/>
          <p:cNvSpPr>
            <a:spLocks noChangeArrowheads="1"/>
          </p:cNvSpPr>
          <p:nvPr/>
        </p:nvSpPr>
        <p:spPr bwMode="auto">
          <a:xfrm>
            <a:off x="2438400" y="1831975"/>
            <a:ext cx="677863"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AB</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78" name="Rectangle 14"/>
          <p:cNvSpPr>
            <a:spLocks noChangeArrowheads="1"/>
          </p:cNvSpPr>
          <p:nvPr/>
        </p:nvSpPr>
        <p:spPr bwMode="auto">
          <a:xfrm>
            <a:off x="3048000" y="1462088"/>
            <a:ext cx="1752600" cy="51911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79" name="Rectangle 15"/>
          <p:cNvSpPr>
            <a:spLocks noChangeArrowheads="1"/>
          </p:cNvSpPr>
          <p:nvPr/>
        </p:nvSpPr>
        <p:spPr bwMode="auto">
          <a:xfrm>
            <a:off x="3581400" y="17557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0" name="Rectangle 16"/>
          <p:cNvSpPr>
            <a:spLocks noChangeArrowheads="1"/>
          </p:cNvSpPr>
          <p:nvPr/>
        </p:nvSpPr>
        <p:spPr bwMode="auto">
          <a:xfrm>
            <a:off x="2895600" y="22891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1" name="Rectangle 17"/>
          <p:cNvSpPr>
            <a:spLocks noChangeArrowheads="1"/>
          </p:cNvSpPr>
          <p:nvPr/>
        </p:nvSpPr>
        <p:spPr bwMode="auto">
          <a:xfrm>
            <a:off x="4419600" y="17557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2" name="Rectangle 18"/>
          <p:cNvSpPr>
            <a:spLocks noChangeArrowheads="1"/>
          </p:cNvSpPr>
          <p:nvPr/>
        </p:nvSpPr>
        <p:spPr bwMode="auto">
          <a:xfrm>
            <a:off x="2895600" y="29749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3" name="Rectangle 19"/>
          <p:cNvSpPr>
            <a:spLocks noChangeArrowheads="1"/>
          </p:cNvSpPr>
          <p:nvPr/>
        </p:nvSpPr>
        <p:spPr bwMode="auto">
          <a:xfrm>
            <a:off x="5257800" y="17557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4" name="Rectangle 20"/>
          <p:cNvSpPr>
            <a:spLocks noChangeArrowheads="1"/>
          </p:cNvSpPr>
          <p:nvPr/>
        </p:nvSpPr>
        <p:spPr bwMode="auto">
          <a:xfrm>
            <a:off x="2895600" y="36607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5" name="Rectangle 21"/>
          <p:cNvSpPr>
            <a:spLocks noChangeArrowheads="1"/>
          </p:cNvSpPr>
          <p:nvPr/>
        </p:nvSpPr>
        <p:spPr bwMode="auto">
          <a:xfrm>
            <a:off x="2895600" y="44227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6" name="Rectangle 22"/>
          <p:cNvSpPr>
            <a:spLocks noChangeArrowheads="1"/>
          </p:cNvSpPr>
          <p:nvPr/>
        </p:nvSpPr>
        <p:spPr bwMode="auto">
          <a:xfrm>
            <a:off x="6172200" y="17557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7" name="Rectangle 23"/>
          <p:cNvSpPr>
            <a:spLocks noChangeArrowheads="1"/>
          </p:cNvSpPr>
          <p:nvPr/>
        </p:nvSpPr>
        <p:spPr bwMode="auto">
          <a:xfrm>
            <a:off x="3657600" y="3736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88" name="Rectangle 24"/>
          <p:cNvSpPr>
            <a:spLocks noChangeArrowheads="1"/>
          </p:cNvSpPr>
          <p:nvPr/>
        </p:nvSpPr>
        <p:spPr bwMode="auto">
          <a:xfrm>
            <a:off x="4495800" y="3736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89" name="Rectangle 25"/>
          <p:cNvSpPr>
            <a:spLocks noChangeArrowheads="1"/>
          </p:cNvSpPr>
          <p:nvPr/>
        </p:nvSpPr>
        <p:spPr bwMode="auto">
          <a:xfrm>
            <a:off x="5334000" y="3736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0" name="Rectangle 26"/>
          <p:cNvSpPr>
            <a:spLocks noChangeArrowheads="1"/>
          </p:cNvSpPr>
          <p:nvPr/>
        </p:nvSpPr>
        <p:spPr bwMode="auto">
          <a:xfrm>
            <a:off x="6248400" y="3736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1" name="Rectangle 27"/>
          <p:cNvSpPr>
            <a:spLocks noChangeArrowheads="1"/>
          </p:cNvSpPr>
          <p:nvPr/>
        </p:nvSpPr>
        <p:spPr bwMode="auto">
          <a:xfrm>
            <a:off x="6248400" y="44227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2" name="Rectangle 28"/>
          <p:cNvSpPr>
            <a:spLocks noChangeArrowheads="1"/>
          </p:cNvSpPr>
          <p:nvPr/>
        </p:nvSpPr>
        <p:spPr bwMode="auto">
          <a:xfrm>
            <a:off x="5334000" y="44227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3" name="Rectangle 29"/>
          <p:cNvSpPr>
            <a:spLocks noChangeArrowheads="1"/>
          </p:cNvSpPr>
          <p:nvPr/>
        </p:nvSpPr>
        <p:spPr bwMode="auto">
          <a:xfrm>
            <a:off x="4572000" y="22891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4" name="Rectangle 30"/>
          <p:cNvSpPr>
            <a:spLocks noChangeArrowheads="1"/>
          </p:cNvSpPr>
          <p:nvPr/>
        </p:nvSpPr>
        <p:spPr bwMode="auto">
          <a:xfrm>
            <a:off x="5410200" y="22891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5" name="Rectangle 31"/>
          <p:cNvSpPr>
            <a:spLocks noChangeArrowheads="1"/>
          </p:cNvSpPr>
          <p:nvPr/>
        </p:nvSpPr>
        <p:spPr bwMode="auto">
          <a:xfrm>
            <a:off x="3657600" y="2974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6" name="Rectangle 32"/>
          <p:cNvSpPr>
            <a:spLocks noChangeArrowheads="1"/>
          </p:cNvSpPr>
          <p:nvPr/>
        </p:nvSpPr>
        <p:spPr bwMode="auto">
          <a:xfrm>
            <a:off x="3657600" y="44227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7" name="Rectangle 33"/>
          <p:cNvSpPr>
            <a:spLocks noChangeArrowheads="1"/>
          </p:cNvSpPr>
          <p:nvPr/>
        </p:nvSpPr>
        <p:spPr bwMode="auto">
          <a:xfrm>
            <a:off x="4495800" y="44227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8" name="Rectangle 34"/>
          <p:cNvSpPr>
            <a:spLocks noChangeArrowheads="1"/>
          </p:cNvSpPr>
          <p:nvPr/>
        </p:nvSpPr>
        <p:spPr bwMode="auto">
          <a:xfrm>
            <a:off x="6324600" y="22891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9" name="Rectangle 35"/>
          <p:cNvSpPr>
            <a:spLocks noChangeArrowheads="1"/>
          </p:cNvSpPr>
          <p:nvPr/>
        </p:nvSpPr>
        <p:spPr bwMode="auto">
          <a:xfrm>
            <a:off x="5334000" y="2974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100" name="Rectangle 36"/>
          <p:cNvSpPr>
            <a:spLocks noChangeArrowheads="1"/>
          </p:cNvSpPr>
          <p:nvPr/>
        </p:nvSpPr>
        <p:spPr bwMode="auto">
          <a:xfrm>
            <a:off x="4495800" y="2974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101" name="Rectangle 37"/>
          <p:cNvSpPr>
            <a:spLocks noChangeArrowheads="1"/>
          </p:cNvSpPr>
          <p:nvPr/>
        </p:nvSpPr>
        <p:spPr bwMode="auto">
          <a:xfrm>
            <a:off x="6248400" y="2974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102" name="Rectangle 38"/>
          <p:cNvSpPr>
            <a:spLocks noChangeArrowheads="1"/>
          </p:cNvSpPr>
          <p:nvPr/>
        </p:nvSpPr>
        <p:spPr bwMode="auto">
          <a:xfrm>
            <a:off x="3733800" y="22891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103" name="Oval 39"/>
          <p:cNvSpPr/>
          <p:nvPr/>
        </p:nvSpPr>
        <p:spPr>
          <a:xfrm>
            <a:off x="3657600" y="2224088"/>
            <a:ext cx="1447800" cy="685800"/>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16104" name="Oval 40"/>
          <p:cNvSpPr/>
          <p:nvPr/>
        </p:nvSpPr>
        <p:spPr>
          <a:xfrm>
            <a:off x="4419600" y="2928938"/>
            <a:ext cx="1447800" cy="685800"/>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16105" name="Oval 41"/>
          <p:cNvSpPr/>
          <p:nvPr/>
        </p:nvSpPr>
        <p:spPr>
          <a:xfrm>
            <a:off x="4495800" y="3671888"/>
            <a:ext cx="1447800" cy="685800"/>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16106" name="Oval 42"/>
          <p:cNvSpPr/>
          <p:nvPr/>
        </p:nvSpPr>
        <p:spPr>
          <a:xfrm>
            <a:off x="5943600" y="4281488"/>
            <a:ext cx="1066800" cy="914400"/>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2" name="Group 43"/>
          <p:cNvGrpSpPr/>
          <p:nvPr/>
        </p:nvGrpSpPr>
        <p:grpSpPr>
          <a:xfrm>
            <a:off x="2590800" y="5870575"/>
            <a:ext cx="5145088" cy="519113"/>
            <a:chOff x="1632" y="3113"/>
            <a:chExt cx="3241" cy="327"/>
          </a:xfrm>
        </p:grpSpPr>
        <p:sp>
          <p:nvSpPr>
            <p:cNvPr id="112683" name="Line 44"/>
            <p:cNvSpPr/>
            <p:nvPr/>
          </p:nvSpPr>
          <p:spPr>
            <a:xfrm>
              <a:off x="2112" y="3120"/>
              <a:ext cx="144" cy="0"/>
            </a:xfrm>
            <a:prstGeom prst="line">
              <a:avLst/>
            </a:prstGeom>
            <a:ln w="9525" cap="flat" cmpd="sng">
              <a:solidFill>
                <a:schemeClr val="tx1"/>
              </a:solidFill>
              <a:prstDash val="solid"/>
              <a:round/>
              <a:headEnd type="none" w="med" len="med"/>
              <a:tailEnd type="none" w="med" len="med"/>
            </a:ln>
          </p:spPr>
        </p:sp>
        <p:sp>
          <p:nvSpPr>
            <p:cNvPr id="112684" name="Line 45"/>
            <p:cNvSpPr/>
            <p:nvPr/>
          </p:nvSpPr>
          <p:spPr>
            <a:xfrm>
              <a:off x="2304" y="3120"/>
              <a:ext cx="144" cy="0"/>
            </a:xfrm>
            <a:prstGeom prst="line">
              <a:avLst/>
            </a:prstGeom>
            <a:ln w="9525" cap="flat" cmpd="sng">
              <a:solidFill>
                <a:schemeClr val="tx1"/>
              </a:solidFill>
              <a:prstDash val="solid"/>
              <a:round/>
              <a:headEnd type="none" w="med" len="med"/>
              <a:tailEnd type="none" w="med" len="med"/>
            </a:ln>
          </p:spPr>
        </p:sp>
        <p:sp>
          <p:nvSpPr>
            <p:cNvPr id="112685" name="Line 46"/>
            <p:cNvSpPr/>
            <p:nvPr/>
          </p:nvSpPr>
          <p:spPr>
            <a:xfrm>
              <a:off x="2496" y="3120"/>
              <a:ext cx="144" cy="0"/>
            </a:xfrm>
            <a:prstGeom prst="line">
              <a:avLst/>
            </a:prstGeom>
            <a:ln w="9525" cap="flat" cmpd="sng">
              <a:solidFill>
                <a:schemeClr val="tx1"/>
              </a:solidFill>
              <a:prstDash val="solid"/>
              <a:round/>
              <a:headEnd type="none" w="med" len="med"/>
              <a:tailEnd type="none" w="med" len="med"/>
            </a:ln>
          </p:spPr>
        </p:sp>
        <p:sp>
          <p:nvSpPr>
            <p:cNvPr id="112686" name="Line 47"/>
            <p:cNvSpPr/>
            <p:nvPr/>
          </p:nvSpPr>
          <p:spPr>
            <a:xfrm>
              <a:off x="2784" y="3120"/>
              <a:ext cx="192" cy="0"/>
            </a:xfrm>
            <a:prstGeom prst="line">
              <a:avLst/>
            </a:prstGeom>
            <a:ln w="9525" cap="flat" cmpd="sng">
              <a:solidFill>
                <a:schemeClr val="tx1"/>
              </a:solidFill>
              <a:prstDash val="solid"/>
              <a:round/>
              <a:headEnd type="none" w="med" len="med"/>
              <a:tailEnd type="none" w="med" len="med"/>
            </a:ln>
          </p:spPr>
        </p:sp>
        <p:sp>
          <p:nvSpPr>
            <p:cNvPr id="112687" name="Line 48"/>
            <p:cNvSpPr/>
            <p:nvPr/>
          </p:nvSpPr>
          <p:spPr>
            <a:xfrm>
              <a:off x="3600" y="3120"/>
              <a:ext cx="192" cy="0"/>
            </a:xfrm>
            <a:prstGeom prst="line">
              <a:avLst/>
            </a:prstGeom>
            <a:ln w="9525" cap="flat" cmpd="sng">
              <a:solidFill>
                <a:schemeClr val="tx1"/>
              </a:solidFill>
              <a:prstDash val="solid"/>
              <a:round/>
              <a:headEnd type="none" w="med" len="med"/>
              <a:tailEnd type="none" w="med" len="med"/>
            </a:ln>
          </p:spPr>
        </p:sp>
        <p:sp>
          <p:nvSpPr>
            <p:cNvPr id="112688" name="Line 49"/>
            <p:cNvSpPr/>
            <p:nvPr/>
          </p:nvSpPr>
          <p:spPr>
            <a:xfrm>
              <a:off x="3936" y="3120"/>
              <a:ext cx="192" cy="0"/>
            </a:xfrm>
            <a:prstGeom prst="line">
              <a:avLst/>
            </a:prstGeom>
            <a:ln w="9525" cap="flat" cmpd="sng">
              <a:solidFill>
                <a:schemeClr val="tx1"/>
              </a:solidFill>
              <a:prstDash val="solid"/>
              <a:round/>
              <a:headEnd type="none" w="med" len="med"/>
              <a:tailEnd type="none" w="med" len="med"/>
            </a:ln>
          </p:spPr>
        </p:sp>
        <p:sp>
          <p:nvSpPr>
            <p:cNvPr id="216114" name="Rectangle 50"/>
            <p:cNvSpPr>
              <a:spLocks noChangeArrowheads="1"/>
            </p:cNvSpPr>
            <p:nvPr/>
          </p:nvSpPr>
          <p:spPr bwMode="auto">
            <a:xfrm>
              <a:off x="1632" y="3113"/>
              <a:ext cx="3241"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ABC +ABD + ABCD + ABD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grpSp>
      <p:sp>
        <p:nvSpPr>
          <p:cNvPr id="112690" name="Rectangle 51"/>
          <p:cNvSpPr/>
          <p:nvPr/>
        </p:nvSpPr>
        <p:spPr>
          <a:xfrm>
            <a:off x="0" y="477838"/>
            <a:ext cx="7848600" cy="812800"/>
          </a:xfrm>
          <a:prstGeom prst="rect">
            <a:avLst/>
          </a:prstGeom>
          <a:noFill/>
          <a:ln w="9525">
            <a:noFill/>
          </a:ln>
        </p:spPr>
        <p:txBody>
          <a:bodyPr anchor="t" anchorCtr="0"/>
          <a:p>
            <a:pPr marL="342900" indent="-342900">
              <a:spcBef>
                <a:spcPct val="20000"/>
              </a:spcBef>
              <a:buClr>
                <a:schemeClr val="bg2"/>
              </a:buClr>
              <a:buSzPct val="75000"/>
              <a:buFont typeface="Wingdings" panose="05000000000000000000" pitchFamily="2" charset="2"/>
              <a:buChar char="n"/>
            </a:pP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(A,B,C,D)=∑m(0,1,5,7,10,13,15)</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6103"/>
                                        </p:tgtEl>
                                        <p:attrNameLst>
                                          <p:attrName>style.visibility</p:attrName>
                                        </p:attrNameLst>
                                      </p:cBhvr>
                                      <p:to>
                                        <p:strVal val="visible"/>
                                      </p:to>
                                    </p:set>
                                    <p:anim calcmode="lin" valueType="num">
                                      <p:cBhvr additive="base">
                                        <p:cTn id="7" dur="500" fill="hold"/>
                                        <p:tgtEl>
                                          <p:spTgt spid="216103"/>
                                        </p:tgtEl>
                                        <p:attrNameLst>
                                          <p:attrName>ppt_x</p:attrName>
                                        </p:attrNameLst>
                                      </p:cBhvr>
                                      <p:tavLst>
                                        <p:tav tm="0">
                                          <p:val>
                                            <p:strVal val="0-#ppt_w/2"/>
                                          </p:val>
                                        </p:tav>
                                        <p:tav tm="100000">
                                          <p:val>
                                            <p:strVal val="#ppt_x"/>
                                          </p:val>
                                        </p:tav>
                                      </p:tavLst>
                                    </p:anim>
                                    <p:anim calcmode="lin" valueType="num">
                                      <p:cBhvr additive="base">
                                        <p:cTn id="8" dur="500" fill="hold"/>
                                        <p:tgtEl>
                                          <p:spTgt spid="21610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6104"/>
                                        </p:tgtEl>
                                        <p:attrNameLst>
                                          <p:attrName>style.visibility</p:attrName>
                                        </p:attrNameLst>
                                      </p:cBhvr>
                                      <p:to>
                                        <p:strVal val="visible"/>
                                      </p:to>
                                    </p:set>
                                    <p:anim calcmode="lin" valueType="num">
                                      <p:cBhvr additive="base">
                                        <p:cTn id="13" dur="500" fill="hold"/>
                                        <p:tgtEl>
                                          <p:spTgt spid="216104"/>
                                        </p:tgtEl>
                                        <p:attrNameLst>
                                          <p:attrName>ppt_x</p:attrName>
                                        </p:attrNameLst>
                                      </p:cBhvr>
                                      <p:tavLst>
                                        <p:tav tm="0">
                                          <p:val>
                                            <p:strVal val="0-#ppt_w/2"/>
                                          </p:val>
                                        </p:tav>
                                        <p:tav tm="100000">
                                          <p:val>
                                            <p:strVal val="#ppt_x"/>
                                          </p:val>
                                        </p:tav>
                                      </p:tavLst>
                                    </p:anim>
                                    <p:anim calcmode="lin" valueType="num">
                                      <p:cBhvr additive="base">
                                        <p:cTn id="14" dur="500" fill="hold"/>
                                        <p:tgtEl>
                                          <p:spTgt spid="21610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6105"/>
                                        </p:tgtEl>
                                        <p:attrNameLst>
                                          <p:attrName>style.visibility</p:attrName>
                                        </p:attrNameLst>
                                      </p:cBhvr>
                                      <p:to>
                                        <p:strVal val="visible"/>
                                      </p:to>
                                    </p:set>
                                    <p:anim calcmode="lin" valueType="num">
                                      <p:cBhvr additive="base">
                                        <p:cTn id="19" dur="500" fill="hold"/>
                                        <p:tgtEl>
                                          <p:spTgt spid="216105"/>
                                        </p:tgtEl>
                                        <p:attrNameLst>
                                          <p:attrName>ppt_x</p:attrName>
                                        </p:attrNameLst>
                                      </p:cBhvr>
                                      <p:tavLst>
                                        <p:tav tm="0">
                                          <p:val>
                                            <p:strVal val="0-#ppt_w/2"/>
                                          </p:val>
                                        </p:tav>
                                        <p:tav tm="100000">
                                          <p:val>
                                            <p:strVal val="#ppt_x"/>
                                          </p:val>
                                        </p:tav>
                                      </p:tavLst>
                                    </p:anim>
                                    <p:anim calcmode="lin" valueType="num">
                                      <p:cBhvr additive="base">
                                        <p:cTn id="20" dur="500" fill="hold"/>
                                        <p:tgtEl>
                                          <p:spTgt spid="21610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6106"/>
                                        </p:tgtEl>
                                        <p:attrNameLst>
                                          <p:attrName>style.visibility</p:attrName>
                                        </p:attrNameLst>
                                      </p:cBhvr>
                                      <p:to>
                                        <p:strVal val="visible"/>
                                      </p:to>
                                    </p:set>
                                    <p:anim calcmode="lin" valueType="num">
                                      <p:cBhvr additive="base">
                                        <p:cTn id="25" dur="500" fill="hold"/>
                                        <p:tgtEl>
                                          <p:spTgt spid="216106"/>
                                        </p:tgtEl>
                                        <p:attrNameLst>
                                          <p:attrName>ppt_x</p:attrName>
                                        </p:attrNameLst>
                                      </p:cBhvr>
                                      <p:tavLst>
                                        <p:tav tm="0">
                                          <p:val>
                                            <p:strVal val="0-#ppt_w/2"/>
                                          </p:val>
                                        </p:tav>
                                        <p:tav tm="100000">
                                          <p:val>
                                            <p:strVal val="#ppt_x"/>
                                          </p:val>
                                        </p:tav>
                                      </p:tavLst>
                                    </p:anim>
                                    <p:anim calcmode="lin" valueType="num">
                                      <p:cBhvr additive="base">
                                        <p:cTn id="26" dur="500" fill="hold"/>
                                        <p:tgtEl>
                                          <p:spTgt spid="21610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0-#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103" grpId="0" animBg="1"/>
      <p:bldP spid="216104" grpId="0" animBg="1"/>
      <p:bldP spid="216105" grpId="0" animBg="1"/>
      <p:bldP spid="216106"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Rectangle 2"/>
          <p:cNvSpPr>
            <a:spLocks noGrp="1"/>
          </p:cNvSpPr>
          <p:nvPr>
            <p:ph type="title"/>
          </p:nvPr>
        </p:nvSpPr>
        <p:spPr>
          <a:xfrm>
            <a:off x="228600" y="1447800"/>
            <a:ext cx="7772400" cy="214313"/>
          </a:xfrm>
        </p:spPr>
        <p:txBody>
          <a:bodyPr vert="horz" wrap="square" lIns="91440" tIns="45720" rIns="91440" bIns="45720" anchor="ctr" anchorCtr="0"/>
          <a:p>
            <a:pPr eaLnBrk="1" hangingPunct="1"/>
            <a:r>
              <a:rPr lang="en-US" altLang="zh-CN" sz="800" dirty="0"/>
              <a:t>.</a:t>
            </a:r>
            <a:endParaRPr lang="en-US" altLang="zh-CN" sz="800" dirty="0"/>
          </a:p>
        </p:txBody>
      </p:sp>
      <p:sp>
        <p:nvSpPr>
          <p:cNvPr id="113666" name="Rectangle 3"/>
          <p:cNvSpPr/>
          <p:nvPr/>
        </p:nvSpPr>
        <p:spPr>
          <a:xfrm>
            <a:off x="4157663" y="2138363"/>
            <a:ext cx="3429000" cy="281940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3667" name="Line 4"/>
          <p:cNvSpPr/>
          <p:nvPr/>
        </p:nvSpPr>
        <p:spPr>
          <a:xfrm flipV="1">
            <a:off x="4157663" y="2824163"/>
            <a:ext cx="3429000" cy="0"/>
          </a:xfrm>
          <a:prstGeom prst="line">
            <a:avLst/>
          </a:prstGeom>
          <a:ln w="9525" cap="flat" cmpd="sng">
            <a:solidFill>
              <a:schemeClr val="tx1"/>
            </a:solidFill>
            <a:prstDash val="solid"/>
            <a:round/>
            <a:headEnd type="none" w="med" len="med"/>
            <a:tailEnd type="none" w="med" len="med"/>
          </a:ln>
        </p:spPr>
      </p:sp>
      <p:sp>
        <p:nvSpPr>
          <p:cNvPr id="113668" name="Line 5"/>
          <p:cNvSpPr/>
          <p:nvPr/>
        </p:nvSpPr>
        <p:spPr>
          <a:xfrm>
            <a:off x="4157663" y="4271963"/>
            <a:ext cx="3429000" cy="0"/>
          </a:xfrm>
          <a:prstGeom prst="line">
            <a:avLst/>
          </a:prstGeom>
          <a:ln w="9525" cap="flat" cmpd="sng">
            <a:solidFill>
              <a:schemeClr val="tx1"/>
            </a:solidFill>
            <a:prstDash val="solid"/>
            <a:round/>
            <a:headEnd type="none" w="med" len="med"/>
            <a:tailEnd type="none" w="med" len="med"/>
          </a:ln>
        </p:spPr>
      </p:sp>
      <p:sp>
        <p:nvSpPr>
          <p:cNvPr id="113669" name="Line 6"/>
          <p:cNvSpPr/>
          <p:nvPr/>
        </p:nvSpPr>
        <p:spPr>
          <a:xfrm>
            <a:off x="4157663" y="3509963"/>
            <a:ext cx="3429000" cy="0"/>
          </a:xfrm>
          <a:prstGeom prst="line">
            <a:avLst/>
          </a:prstGeom>
          <a:ln w="9525" cap="flat" cmpd="sng">
            <a:solidFill>
              <a:schemeClr val="tx1"/>
            </a:solidFill>
            <a:prstDash val="solid"/>
            <a:round/>
            <a:headEnd type="none" w="med" len="med"/>
            <a:tailEnd type="none" w="med" len="med"/>
          </a:ln>
        </p:spPr>
      </p:sp>
      <p:sp>
        <p:nvSpPr>
          <p:cNvPr id="113670" name="Line 7"/>
          <p:cNvSpPr/>
          <p:nvPr/>
        </p:nvSpPr>
        <p:spPr>
          <a:xfrm>
            <a:off x="4995863" y="2138363"/>
            <a:ext cx="0" cy="2819400"/>
          </a:xfrm>
          <a:prstGeom prst="line">
            <a:avLst/>
          </a:prstGeom>
          <a:ln w="9525" cap="flat" cmpd="sng">
            <a:solidFill>
              <a:schemeClr val="tx1"/>
            </a:solidFill>
            <a:prstDash val="solid"/>
            <a:round/>
            <a:headEnd type="none" w="med" len="med"/>
            <a:tailEnd type="none" w="med" len="med"/>
          </a:ln>
        </p:spPr>
      </p:sp>
      <p:sp>
        <p:nvSpPr>
          <p:cNvPr id="113671" name="Line 8"/>
          <p:cNvSpPr/>
          <p:nvPr/>
        </p:nvSpPr>
        <p:spPr>
          <a:xfrm>
            <a:off x="6672263" y="2138363"/>
            <a:ext cx="0" cy="2819400"/>
          </a:xfrm>
          <a:prstGeom prst="line">
            <a:avLst/>
          </a:prstGeom>
          <a:ln w="9525" cap="flat" cmpd="sng">
            <a:solidFill>
              <a:schemeClr val="tx1"/>
            </a:solidFill>
            <a:prstDash val="solid"/>
            <a:round/>
            <a:headEnd type="none" w="med" len="med"/>
            <a:tailEnd type="none" w="med" len="med"/>
          </a:ln>
        </p:spPr>
      </p:sp>
      <p:sp>
        <p:nvSpPr>
          <p:cNvPr id="113672" name="Line 9"/>
          <p:cNvSpPr/>
          <p:nvPr/>
        </p:nvSpPr>
        <p:spPr>
          <a:xfrm>
            <a:off x="5834063" y="2138363"/>
            <a:ext cx="0" cy="2819400"/>
          </a:xfrm>
          <a:prstGeom prst="line">
            <a:avLst/>
          </a:prstGeom>
          <a:ln w="9525" cap="flat" cmpd="sng">
            <a:solidFill>
              <a:schemeClr val="tx1"/>
            </a:solidFill>
            <a:prstDash val="solid"/>
            <a:round/>
            <a:headEnd type="none" w="med" len="med"/>
            <a:tailEnd type="none" w="med" len="med"/>
          </a:ln>
        </p:spPr>
      </p:sp>
      <p:sp>
        <p:nvSpPr>
          <p:cNvPr id="113673" name="Line 10"/>
          <p:cNvSpPr/>
          <p:nvPr/>
        </p:nvSpPr>
        <p:spPr>
          <a:xfrm flipH="1" flipV="1">
            <a:off x="3548063" y="1528763"/>
            <a:ext cx="609600" cy="609600"/>
          </a:xfrm>
          <a:prstGeom prst="line">
            <a:avLst/>
          </a:prstGeom>
          <a:ln w="9525" cap="flat" cmpd="sng">
            <a:solidFill>
              <a:schemeClr val="tx1"/>
            </a:solidFill>
            <a:prstDash val="solid"/>
            <a:round/>
            <a:headEnd type="none" w="med" len="med"/>
            <a:tailEnd type="none" w="med" len="med"/>
          </a:ln>
        </p:spPr>
      </p:sp>
      <p:sp>
        <p:nvSpPr>
          <p:cNvPr id="217099" name="Rectangle 11"/>
          <p:cNvSpPr>
            <a:spLocks noChangeArrowheads="1"/>
          </p:cNvSpPr>
          <p:nvPr/>
        </p:nvSpPr>
        <p:spPr bwMode="auto">
          <a:xfrm>
            <a:off x="3243263" y="1136650"/>
            <a:ext cx="503238"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0" name="Rectangle 12"/>
          <p:cNvSpPr>
            <a:spLocks noChangeArrowheads="1"/>
          </p:cNvSpPr>
          <p:nvPr/>
        </p:nvSpPr>
        <p:spPr bwMode="auto">
          <a:xfrm>
            <a:off x="3090863" y="1746250"/>
            <a:ext cx="677863"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AB</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1" name="Rectangle 13"/>
          <p:cNvSpPr>
            <a:spLocks noChangeArrowheads="1"/>
          </p:cNvSpPr>
          <p:nvPr/>
        </p:nvSpPr>
        <p:spPr bwMode="auto">
          <a:xfrm>
            <a:off x="3700463" y="1376363"/>
            <a:ext cx="1752600" cy="51911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2" name="Rectangle 14"/>
          <p:cNvSpPr>
            <a:spLocks noChangeArrowheads="1"/>
          </p:cNvSpPr>
          <p:nvPr/>
        </p:nvSpPr>
        <p:spPr bwMode="auto">
          <a:xfrm>
            <a:off x="4233863" y="16700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3" name="Rectangle 15"/>
          <p:cNvSpPr>
            <a:spLocks noChangeArrowheads="1"/>
          </p:cNvSpPr>
          <p:nvPr/>
        </p:nvSpPr>
        <p:spPr bwMode="auto">
          <a:xfrm>
            <a:off x="3548063" y="22034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4" name="Rectangle 16"/>
          <p:cNvSpPr>
            <a:spLocks noChangeArrowheads="1"/>
          </p:cNvSpPr>
          <p:nvPr/>
        </p:nvSpPr>
        <p:spPr bwMode="auto">
          <a:xfrm>
            <a:off x="5072063" y="16700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5" name="Rectangle 17"/>
          <p:cNvSpPr>
            <a:spLocks noChangeArrowheads="1"/>
          </p:cNvSpPr>
          <p:nvPr/>
        </p:nvSpPr>
        <p:spPr bwMode="auto">
          <a:xfrm>
            <a:off x="3548063" y="28892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6" name="Rectangle 18"/>
          <p:cNvSpPr>
            <a:spLocks noChangeArrowheads="1"/>
          </p:cNvSpPr>
          <p:nvPr/>
        </p:nvSpPr>
        <p:spPr bwMode="auto">
          <a:xfrm>
            <a:off x="5910263" y="16700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7" name="Rectangle 19"/>
          <p:cNvSpPr>
            <a:spLocks noChangeArrowheads="1"/>
          </p:cNvSpPr>
          <p:nvPr/>
        </p:nvSpPr>
        <p:spPr bwMode="auto">
          <a:xfrm>
            <a:off x="3548063" y="35750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8" name="Rectangle 20"/>
          <p:cNvSpPr>
            <a:spLocks noChangeArrowheads="1"/>
          </p:cNvSpPr>
          <p:nvPr/>
        </p:nvSpPr>
        <p:spPr bwMode="auto">
          <a:xfrm>
            <a:off x="3548063" y="43370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9" name="Rectangle 21"/>
          <p:cNvSpPr>
            <a:spLocks noChangeArrowheads="1"/>
          </p:cNvSpPr>
          <p:nvPr/>
        </p:nvSpPr>
        <p:spPr bwMode="auto">
          <a:xfrm>
            <a:off x="6824663" y="16700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10" name="Rectangle 22"/>
          <p:cNvSpPr>
            <a:spLocks noChangeArrowheads="1"/>
          </p:cNvSpPr>
          <p:nvPr/>
        </p:nvSpPr>
        <p:spPr bwMode="auto">
          <a:xfrm>
            <a:off x="4310063" y="3651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1" name="Rectangle 23"/>
          <p:cNvSpPr>
            <a:spLocks noChangeArrowheads="1"/>
          </p:cNvSpPr>
          <p:nvPr/>
        </p:nvSpPr>
        <p:spPr bwMode="auto">
          <a:xfrm>
            <a:off x="5148263" y="3651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2" name="Rectangle 24"/>
          <p:cNvSpPr>
            <a:spLocks noChangeArrowheads="1"/>
          </p:cNvSpPr>
          <p:nvPr/>
        </p:nvSpPr>
        <p:spPr bwMode="auto">
          <a:xfrm>
            <a:off x="5986463" y="3651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3" name="Rectangle 25"/>
          <p:cNvSpPr>
            <a:spLocks noChangeArrowheads="1"/>
          </p:cNvSpPr>
          <p:nvPr/>
        </p:nvSpPr>
        <p:spPr bwMode="auto">
          <a:xfrm>
            <a:off x="6900863" y="3651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4" name="Rectangle 26"/>
          <p:cNvSpPr>
            <a:spLocks noChangeArrowheads="1"/>
          </p:cNvSpPr>
          <p:nvPr/>
        </p:nvSpPr>
        <p:spPr bwMode="auto">
          <a:xfrm>
            <a:off x="6900863" y="43370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5" name="Rectangle 27"/>
          <p:cNvSpPr>
            <a:spLocks noChangeArrowheads="1"/>
          </p:cNvSpPr>
          <p:nvPr/>
        </p:nvSpPr>
        <p:spPr bwMode="auto">
          <a:xfrm>
            <a:off x="5986463" y="43370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6" name="Rectangle 28"/>
          <p:cNvSpPr>
            <a:spLocks noChangeArrowheads="1"/>
          </p:cNvSpPr>
          <p:nvPr/>
        </p:nvSpPr>
        <p:spPr bwMode="auto">
          <a:xfrm>
            <a:off x="5167313" y="222250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7" name="Rectangle 29"/>
          <p:cNvSpPr>
            <a:spLocks noChangeArrowheads="1"/>
          </p:cNvSpPr>
          <p:nvPr/>
        </p:nvSpPr>
        <p:spPr bwMode="auto">
          <a:xfrm>
            <a:off x="6062663" y="22034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8" name="Rectangle 30"/>
          <p:cNvSpPr>
            <a:spLocks noChangeArrowheads="1"/>
          </p:cNvSpPr>
          <p:nvPr/>
        </p:nvSpPr>
        <p:spPr bwMode="auto">
          <a:xfrm>
            <a:off x="4310063" y="2889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9" name="Rectangle 31"/>
          <p:cNvSpPr>
            <a:spLocks noChangeArrowheads="1"/>
          </p:cNvSpPr>
          <p:nvPr/>
        </p:nvSpPr>
        <p:spPr bwMode="auto">
          <a:xfrm>
            <a:off x="4310063" y="43370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20" name="Rectangle 32"/>
          <p:cNvSpPr>
            <a:spLocks noChangeArrowheads="1"/>
          </p:cNvSpPr>
          <p:nvPr/>
        </p:nvSpPr>
        <p:spPr bwMode="auto">
          <a:xfrm>
            <a:off x="5148263" y="43370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21" name="Rectangle 33"/>
          <p:cNvSpPr>
            <a:spLocks noChangeArrowheads="1"/>
          </p:cNvSpPr>
          <p:nvPr/>
        </p:nvSpPr>
        <p:spPr bwMode="auto">
          <a:xfrm>
            <a:off x="6977063" y="22034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22" name="Rectangle 34"/>
          <p:cNvSpPr>
            <a:spLocks noChangeArrowheads="1"/>
          </p:cNvSpPr>
          <p:nvPr/>
        </p:nvSpPr>
        <p:spPr bwMode="auto">
          <a:xfrm>
            <a:off x="5986463" y="2889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23" name="Rectangle 35"/>
          <p:cNvSpPr>
            <a:spLocks noChangeArrowheads="1"/>
          </p:cNvSpPr>
          <p:nvPr/>
        </p:nvSpPr>
        <p:spPr bwMode="auto">
          <a:xfrm>
            <a:off x="5148263" y="2889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24" name="Rectangle 36"/>
          <p:cNvSpPr>
            <a:spLocks noChangeArrowheads="1"/>
          </p:cNvSpPr>
          <p:nvPr/>
        </p:nvSpPr>
        <p:spPr bwMode="auto">
          <a:xfrm>
            <a:off x="6900863" y="2889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25" name="Rectangle 37"/>
          <p:cNvSpPr>
            <a:spLocks noChangeArrowheads="1"/>
          </p:cNvSpPr>
          <p:nvPr/>
        </p:nvSpPr>
        <p:spPr bwMode="auto">
          <a:xfrm>
            <a:off x="4386263" y="22034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26" name="Oval 38"/>
          <p:cNvSpPr/>
          <p:nvPr/>
        </p:nvSpPr>
        <p:spPr>
          <a:xfrm>
            <a:off x="4310063" y="3509963"/>
            <a:ext cx="1447800" cy="762000"/>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2" name="Group 39"/>
          <p:cNvGrpSpPr/>
          <p:nvPr/>
        </p:nvGrpSpPr>
        <p:grpSpPr>
          <a:xfrm>
            <a:off x="3776663" y="3509963"/>
            <a:ext cx="4051300" cy="1524000"/>
            <a:chOff x="1920" y="1680"/>
            <a:chExt cx="2552" cy="960"/>
          </a:xfrm>
        </p:grpSpPr>
        <p:sp>
          <p:nvSpPr>
            <p:cNvPr id="113703" name="Oval 40"/>
            <p:cNvSpPr/>
            <p:nvPr/>
          </p:nvSpPr>
          <p:spPr>
            <a:xfrm>
              <a:off x="2784" y="1680"/>
              <a:ext cx="912" cy="480"/>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3704" name="Arc 41"/>
            <p:cNvSpPr/>
            <p:nvPr/>
          </p:nvSpPr>
          <p:spPr>
            <a:xfrm>
              <a:off x="1920" y="2112"/>
              <a:ext cx="728" cy="528"/>
            </a:xfrm>
            <a:custGeom>
              <a:avLst/>
              <a:gdLst/>
              <a:ahLst/>
              <a:cxnLst>
                <a:cxn ang="0">
                  <a:pos x="2" y="0"/>
                </a:cxn>
                <a:cxn ang="0">
                  <a:pos x="0" y="6"/>
                </a:cxn>
                <a:cxn ang="0">
                  <a:pos x="6" y="3"/>
                </a:cxn>
              </a:cxnLst>
              <a:pathLst>
                <a:path w="36373" h="43200" fill="none">
                  <a:moveTo>
                    <a:pt x="4955" y="2360"/>
                  </a:moveTo>
                  <a:cubicBezTo>
                    <a:pt x="7995" y="808"/>
                    <a:pt x="11359" y="-1"/>
                    <a:pt x="14773" y="0"/>
                  </a:cubicBezTo>
                  <a:cubicBezTo>
                    <a:pt x="26702" y="0"/>
                    <a:pt x="36373" y="9670"/>
                    <a:pt x="36373" y="21600"/>
                  </a:cubicBezTo>
                  <a:cubicBezTo>
                    <a:pt x="36373" y="33529"/>
                    <a:pt x="26702" y="43200"/>
                    <a:pt x="14773" y="43200"/>
                  </a:cubicBezTo>
                  <a:cubicBezTo>
                    <a:pt x="9285" y="43200"/>
                    <a:pt x="4003" y="41111"/>
                    <a:pt x="-1" y="37358"/>
                  </a:cubicBezTo>
                </a:path>
                <a:path w="36373" h="43200" stroke="0">
                  <a:moveTo>
                    <a:pt x="4955" y="2360"/>
                  </a:moveTo>
                  <a:cubicBezTo>
                    <a:pt x="7995" y="808"/>
                    <a:pt x="11359" y="-1"/>
                    <a:pt x="14773" y="0"/>
                  </a:cubicBezTo>
                  <a:cubicBezTo>
                    <a:pt x="26702" y="0"/>
                    <a:pt x="36373" y="9670"/>
                    <a:pt x="36373" y="21600"/>
                  </a:cubicBezTo>
                  <a:cubicBezTo>
                    <a:pt x="36373" y="33529"/>
                    <a:pt x="26702" y="43200"/>
                    <a:pt x="14773" y="43200"/>
                  </a:cubicBezTo>
                  <a:cubicBezTo>
                    <a:pt x="9285" y="43200"/>
                    <a:pt x="4003" y="41111"/>
                    <a:pt x="-1" y="37358"/>
                  </a:cubicBezTo>
                  <a:lnTo>
                    <a:pt x="14773" y="21600"/>
                  </a:lnTo>
                  <a:lnTo>
                    <a:pt x="4955" y="2360"/>
                  </a:lnTo>
                  <a:close/>
                </a:path>
              </a:pathLst>
            </a:custGeom>
            <a:noFill/>
            <a:ln w="9525" cap="flat" cmpd="sng">
              <a:solidFill>
                <a:srgbClr val="3333FF"/>
              </a:solidFill>
              <a:prstDash val="solid"/>
              <a:round/>
              <a:headEnd type="none" w="med" len="med"/>
              <a:tailEnd type="none" w="med" len="med"/>
            </a:ln>
          </p:spPr>
          <p:txBody>
            <a:bodyPr/>
            <a:p>
              <a:endParaRPr lang="zh-CN" altLang="en-US"/>
            </a:p>
          </p:txBody>
        </p:sp>
        <p:sp>
          <p:nvSpPr>
            <p:cNvPr id="113705" name="Arc 42"/>
            <p:cNvSpPr/>
            <p:nvPr/>
          </p:nvSpPr>
          <p:spPr>
            <a:xfrm flipH="1">
              <a:off x="3744" y="2112"/>
              <a:ext cx="728" cy="528"/>
            </a:xfrm>
            <a:custGeom>
              <a:avLst/>
              <a:gdLst/>
              <a:ahLst/>
              <a:cxnLst>
                <a:cxn ang="0">
                  <a:pos x="2" y="0"/>
                </a:cxn>
                <a:cxn ang="0">
                  <a:pos x="0" y="6"/>
                </a:cxn>
                <a:cxn ang="0">
                  <a:pos x="6" y="3"/>
                </a:cxn>
              </a:cxnLst>
              <a:pathLst>
                <a:path w="36373" h="43200" fill="none">
                  <a:moveTo>
                    <a:pt x="4955" y="2360"/>
                  </a:moveTo>
                  <a:cubicBezTo>
                    <a:pt x="7995" y="808"/>
                    <a:pt x="11359" y="-1"/>
                    <a:pt x="14773" y="0"/>
                  </a:cubicBezTo>
                  <a:cubicBezTo>
                    <a:pt x="26702" y="0"/>
                    <a:pt x="36373" y="9670"/>
                    <a:pt x="36373" y="21600"/>
                  </a:cubicBezTo>
                  <a:cubicBezTo>
                    <a:pt x="36373" y="33529"/>
                    <a:pt x="26702" y="43200"/>
                    <a:pt x="14773" y="43200"/>
                  </a:cubicBezTo>
                  <a:cubicBezTo>
                    <a:pt x="9285" y="43200"/>
                    <a:pt x="4003" y="41111"/>
                    <a:pt x="-1" y="37358"/>
                  </a:cubicBezTo>
                </a:path>
                <a:path w="36373" h="43200" stroke="0">
                  <a:moveTo>
                    <a:pt x="4955" y="2360"/>
                  </a:moveTo>
                  <a:cubicBezTo>
                    <a:pt x="7995" y="808"/>
                    <a:pt x="11359" y="-1"/>
                    <a:pt x="14773" y="0"/>
                  </a:cubicBezTo>
                  <a:cubicBezTo>
                    <a:pt x="26702" y="0"/>
                    <a:pt x="36373" y="9670"/>
                    <a:pt x="36373" y="21600"/>
                  </a:cubicBezTo>
                  <a:cubicBezTo>
                    <a:pt x="36373" y="33529"/>
                    <a:pt x="26702" y="43200"/>
                    <a:pt x="14773" y="43200"/>
                  </a:cubicBezTo>
                  <a:cubicBezTo>
                    <a:pt x="9285" y="43200"/>
                    <a:pt x="4003" y="41111"/>
                    <a:pt x="-1" y="37358"/>
                  </a:cubicBezTo>
                  <a:lnTo>
                    <a:pt x="14773" y="21600"/>
                  </a:lnTo>
                  <a:lnTo>
                    <a:pt x="4955" y="2360"/>
                  </a:lnTo>
                  <a:close/>
                </a:path>
              </a:pathLst>
            </a:custGeom>
            <a:noFill/>
            <a:ln w="9525" cap="flat" cmpd="sng">
              <a:solidFill>
                <a:srgbClr val="3333FF"/>
              </a:solidFill>
              <a:prstDash val="solid"/>
              <a:round/>
              <a:headEnd type="none" w="med" len="med"/>
              <a:tailEnd type="none" w="med" len="med"/>
            </a:ln>
          </p:spPr>
          <p:txBody>
            <a:bodyPr/>
            <a:p>
              <a:endParaRPr lang="zh-CN" altLang="en-US"/>
            </a:p>
          </p:txBody>
        </p:sp>
      </p:grpSp>
      <p:grpSp>
        <p:nvGrpSpPr>
          <p:cNvPr id="3" name="Group 43"/>
          <p:cNvGrpSpPr/>
          <p:nvPr/>
        </p:nvGrpSpPr>
        <p:grpSpPr>
          <a:xfrm>
            <a:off x="2557463" y="5872163"/>
            <a:ext cx="6248400" cy="584200"/>
            <a:chOff x="1152" y="3168"/>
            <a:chExt cx="3936" cy="368"/>
          </a:xfrm>
        </p:grpSpPr>
        <p:sp>
          <p:nvSpPr>
            <p:cNvPr id="217132" name="Rectangle 44"/>
            <p:cNvSpPr>
              <a:spLocks noChangeArrowheads="1"/>
            </p:cNvSpPr>
            <p:nvPr/>
          </p:nvSpPr>
          <p:spPr bwMode="auto">
            <a:xfrm>
              <a:off x="1152" y="3209"/>
              <a:ext cx="389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ABD + ABC+ABD = ABD + ABCD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13708" name="Line 45"/>
            <p:cNvSpPr/>
            <p:nvPr/>
          </p:nvSpPr>
          <p:spPr>
            <a:xfrm>
              <a:off x="1776" y="3216"/>
              <a:ext cx="144" cy="0"/>
            </a:xfrm>
            <a:prstGeom prst="line">
              <a:avLst/>
            </a:prstGeom>
            <a:ln w="9525" cap="flat" cmpd="sng">
              <a:solidFill>
                <a:schemeClr val="tx1"/>
              </a:solidFill>
              <a:prstDash val="solid"/>
              <a:round/>
              <a:headEnd type="none" w="med" len="med"/>
              <a:tailEnd type="none" w="med" len="med"/>
            </a:ln>
          </p:spPr>
        </p:sp>
        <p:sp>
          <p:nvSpPr>
            <p:cNvPr id="113709" name="Line 46"/>
            <p:cNvSpPr/>
            <p:nvPr/>
          </p:nvSpPr>
          <p:spPr>
            <a:xfrm>
              <a:off x="1968" y="3216"/>
              <a:ext cx="144" cy="0"/>
            </a:xfrm>
            <a:prstGeom prst="line">
              <a:avLst/>
            </a:prstGeom>
            <a:ln w="9525" cap="flat" cmpd="sng">
              <a:solidFill>
                <a:schemeClr val="tx1"/>
              </a:solidFill>
              <a:prstDash val="solid"/>
              <a:round/>
              <a:headEnd type="none" w="med" len="med"/>
              <a:tailEnd type="none" w="med" len="med"/>
            </a:ln>
          </p:spPr>
        </p:sp>
        <p:sp>
          <p:nvSpPr>
            <p:cNvPr id="113710" name="Line 47"/>
            <p:cNvSpPr/>
            <p:nvPr/>
          </p:nvSpPr>
          <p:spPr>
            <a:xfrm>
              <a:off x="2640" y="3216"/>
              <a:ext cx="192" cy="0"/>
            </a:xfrm>
            <a:prstGeom prst="line">
              <a:avLst/>
            </a:prstGeom>
            <a:ln w="9525" cap="flat" cmpd="sng">
              <a:solidFill>
                <a:schemeClr val="tx1"/>
              </a:solidFill>
              <a:prstDash val="solid"/>
              <a:round/>
              <a:headEnd type="none" w="med" len="med"/>
              <a:tailEnd type="none" w="med" len="med"/>
            </a:ln>
          </p:spPr>
        </p:sp>
        <p:sp>
          <p:nvSpPr>
            <p:cNvPr id="113711" name="Line 48"/>
            <p:cNvSpPr/>
            <p:nvPr/>
          </p:nvSpPr>
          <p:spPr>
            <a:xfrm>
              <a:off x="3792" y="3216"/>
              <a:ext cx="144" cy="0"/>
            </a:xfrm>
            <a:prstGeom prst="line">
              <a:avLst/>
            </a:prstGeom>
            <a:ln w="9525" cap="flat" cmpd="sng">
              <a:solidFill>
                <a:schemeClr val="tx1"/>
              </a:solidFill>
              <a:prstDash val="solid"/>
              <a:round/>
              <a:headEnd type="none" w="med" len="med"/>
              <a:tailEnd type="none" w="med" len="med"/>
            </a:ln>
          </p:spPr>
        </p:sp>
        <p:sp>
          <p:nvSpPr>
            <p:cNvPr id="113712" name="Line 49"/>
            <p:cNvSpPr/>
            <p:nvPr/>
          </p:nvSpPr>
          <p:spPr>
            <a:xfrm>
              <a:off x="3984" y="3216"/>
              <a:ext cx="144" cy="0"/>
            </a:xfrm>
            <a:prstGeom prst="line">
              <a:avLst/>
            </a:prstGeom>
            <a:ln w="9525" cap="flat" cmpd="sng">
              <a:solidFill>
                <a:schemeClr val="tx1"/>
              </a:solidFill>
              <a:prstDash val="solid"/>
              <a:round/>
              <a:headEnd type="none" w="med" len="med"/>
              <a:tailEnd type="none" w="med" len="med"/>
            </a:ln>
          </p:spPr>
        </p:sp>
        <p:sp>
          <p:nvSpPr>
            <p:cNvPr id="113713" name="Line 50"/>
            <p:cNvSpPr/>
            <p:nvPr/>
          </p:nvSpPr>
          <p:spPr>
            <a:xfrm>
              <a:off x="4800" y="3216"/>
              <a:ext cx="192" cy="0"/>
            </a:xfrm>
            <a:prstGeom prst="line">
              <a:avLst/>
            </a:prstGeom>
            <a:ln w="9525" cap="flat" cmpd="sng">
              <a:solidFill>
                <a:schemeClr val="tx1"/>
              </a:solidFill>
              <a:prstDash val="solid"/>
              <a:round/>
              <a:headEnd type="none" w="med" len="med"/>
              <a:tailEnd type="none" w="med" len="med"/>
            </a:ln>
          </p:spPr>
        </p:sp>
        <p:sp>
          <p:nvSpPr>
            <p:cNvPr id="113714" name="Line 51"/>
            <p:cNvSpPr/>
            <p:nvPr/>
          </p:nvSpPr>
          <p:spPr>
            <a:xfrm>
              <a:off x="4608" y="3168"/>
              <a:ext cx="480" cy="0"/>
            </a:xfrm>
            <a:prstGeom prst="line">
              <a:avLst/>
            </a:prstGeom>
            <a:ln w="9525" cap="flat" cmpd="sng">
              <a:solidFill>
                <a:schemeClr val="tx1"/>
              </a:solidFill>
              <a:prstDash val="solid"/>
              <a:round/>
              <a:headEnd type="none" w="med" len="med"/>
              <a:tailEnd type="none" w="med" len="med"/>
            </a:ln>
          </p:spPr>
        </p:sp>
      </p:grpSp>
      <p:sp>
        <p:nvSpPr>
          <p:cNvPr id="113715" name="Rectangle 52"/>
          <p:cNvSpPr>
            <a:spLocks noGrp="1"/>
          </p:cNvSpPr>
          <p:nvPr>
            <p:ph idx="1"/>
          </p:nvPr>
        </p:nvSpPr>
        <p:spPr>
          <a:xfrm>
            <a:off x="254000" y="536575"/>
            <a:ext cx="7848600" cy="1001713"/>
          </a:xfrm>
        </p:spPr>
        <p:txBody>
          <a:bodyPr vert="horz" wrap="square" lIns="91440" tIns="45720" rIns="91440" bIns="45720" anchor="t" anchorCtr="0"/>
          <a:p>
            <a:pPr eaLnBrk="1" hangingPunct="1"/>
            <a:r>
              <a:rPr lang="en-US" altLang="zh-CN" sz="2800" dirty="0"/>
              <a:t>F2(A,B,C,D)=∑m(8,10,12,13,15)</a:t>
            </a:r>
            <a:endParaRPr lang="en-US"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7126"/>
                                        </p:tgtEl>
                                        <p:attrNameLst>
                                          <p:attrName>style.visibility</p:attrName>
                                        </p:attrNameLst>
                                      </p:cBhvr>
                                      <p:to>
                                        <p:strVal val="visible"/>
                                      </p:to>
                                    </p:set>
                                    <p:anim calcmode="lin" valueType="num">
                                      <p:cBhvr additive="base">
                                        <p:cTn id="7" dur="500" fill="hold"/>
                                        <p:tgtEl>
                                          <p:spTgt spid="217126"/>
                                        </p:tgtEl>
                                        <p:attrNameLst>
                                          <p:attrName>ppt_x</p:attrName>
                                        </p:attrNameLst>
                                      </p:cBhvr>
                                      <p:tavLst>
                                        <p:tav tm="0">
                                          <p:val>
                                            <p:strVal val="0-#ppt_w/2"/>
                                          </p:val>
                                        </p:tav>
                                        <p:tav tm="100000">
                                          <p:val>
                                            <p:strVal val="#ppt_x"/>
                                          </p:val>
                                        </p:tav>
                                      </p:tavLst>
                                    </p:anim>
                                    <p:anim calcmode="lin" valueType="num">
                                      <p:cBhvr additive="base">
                                        <p:cTn id="8" dur="500" fill="hold"/>
                                        <p:tgtEl>
                                          <p:spTgt spid="2171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126"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Rectangle 2"/>
          <p:cNvSpPr>
            <a:spLocks noGrp="1"/>
          </p:cNvSpPr>
          <p:nvPr>
            <p:ph type="title"/>
          </p:nvPr>
        </p:nvSpPr>
        <p:spPr>
          <a:xfrm>
            <a:off x="304800" y="1371600"/>
            <a:ext cx="7772400" cy="214313"/>
          </a:xfrm>
        </p:spPr>
        <p:txBody>
          <a:bodyPr vert="horz" wrap="square" lIns="91440" tIns="45720" rIns="91440" bIns="45720" anchor="ctr" anchorCtr="0"/>
          <a:p>
            <a:pPr eaLnBrk="1" hangingPunct="1"/>
            <a:r>
              <a:rPr lang="en-US" altLang="zh-CN" sz="800" dirty="0"/>
              <a:t>.</a:t>
            </a:r>
            <a:endParaRPr lang="en-US" altLang="zh-CN" sz="800" dirty="0"/>
          </a:p>
        </p:txBody>
      </p:sp>
      <p:sp>
        <p:nvSpPr>
          <p:cNvPr id="114690" name="Rectangle 3"/>
          <p:cNvSpPr>
            <a:spLocks noGrp="1"/>
          </p:cNvSpPr>
          <p:nvPr>
            <p:ph idx="1"/>
          </p:nvPr>
        </p:nvSpPr>
        <p:spPr>
          <a:xfrm>
            <a:off x="993775" y="228600"/>
            <a:ext cx="7848600" cy="5867400"/>
          </a:xfrm>
        </p:spPr>
        <p:txBody>
          <a:bodyPr vert="horz" wrap="square" lIns="91440" tIns="45720" rIns="91440" bIns="45720" anchor="t" anchorCtr="0"/>
          <a:p>
            <a:pPr eaLnBrk="1" hangingPunct="1">
              <a:buNone/>
            </a:pPr>
            <a:endParaRPr lang="en-US" altLang="zh-CN" dirty="0"/>
          </a:p>
          <a:p>
            <a:pPr eaLnBrk="1" hangingPunct="1">
              <a:buNone/>
            </a:pPr>
            <a:r>
              <a:rPr lang="zh-CN" altLang="en-US" sz="2800" dirty="0"/>
              <a:t>比较双</a:t>
            </a:r>
            <a:r>
              <a:rPr lang="en-US" altLang="zh-CN" sz="2800" dirty="0"/>
              <a:t>4</a:t>
            </a:r>
            <a:r>
              <a:rPr lang="zh-CN" altLang="en-US" sz="2800" dirty="0"/>
              <a:t>路数据选择器的功能表和输出表达式</a:t>
            </a:r>
            <a:r>
              <a:rPr lang="en-US" altLang="zh-CN" sz="2800" dirty="0"/>
              <a:t>:</a:t>
            </a:r>
            <a:endParaRPr lang="en-US" altLang="zh-CN" sz="2800" dirty="0"/>
          </a:p>
          <a:p>
            <a:pPr eaLnBrk="1" hangingPunct="1">
              <a:buNone/>
            </a:pPr>
            <a:r>
              <a:rPr lang="en-US" altLang="zh-CN" sz="2400" dirty="0"/>
              <a:t>                          </a:t>
            </a:r>
            <a:r>
              <a:rPr lang="en-US" altLang="zh-CN" sz="2400" dirty="0">
                <a:latin typeface="Times New Roman" panose="02020603050405020304" pitchFamily="18" charset="0"/>
              </a:rPr>
              <a:t>A</a:t>
            </a:r>
            <a:r>
              <a:rPr lang="en-US" altLang="zh-CN" sz="2400" baseline="-25000" dirty="0">
                <a:latin typeface="Times New Roman" panose="02020603050405020304" pitchFamily="18" charset="0"/>
              </a:rPr>
              <a:t>1  </a:t>
            </a:r>
            <a:r>
              <a:rPr lang="en-US" altLang="zh-CN" sz="2400" dirty="0">
                <a:latin typeface="Times New Roman" panose="02020603050405020304" pitchFamily="18" charset="0"/>
              </a:rPr>
              <a:t>A</a:t>
            </a:r>
            <a:r>
              <a:rPr lang="en-US" altLang="zh-CN" sz="2400" baseline="-25000" dirty="0">
                <a:latin typeface="Times New Roman" panose="02020603050405020304" pitchFamily="18" charset="0"/>
              </a:rPr>
              <a:t>0      </a:t>
            </a:r>
            <a:r>
              <a:rPr lang="en-US" altLang="zh-CN" sz="2400" dirty="0">
                <a:latin typeface="Times New Roman" panose="02020603050405020304" pitchFamily="18" charset="0"/>
              </a:rPr>
              <a:t>1W</a:t>
            </a:r>
            <a:r>
              <a:rPr lang="en-US" altLang="zh-CN" sz="2400" baseline="-25000" dirty="0">
                <a:latin typeface="Times New Roman" panose="02020603050405020304" pitchFamily="18" charset="0"/>
              </a:rPr>
              <a:t>      </a:t>
            </a:r>
            <a:r>
              <a:rPr lang="en-US" altLang="zh-CN" sz="2400" dirty="0">
                <a:latin typeface="Times New Roman" panose="02020603050405020304" pitchFamily="18" charset="0"/>
              </a:rPr>
              <a:t>2W</a:t>
            </a:r>
            <a:endParaRPr lang="en-US" altLang="zh-CN" sz="2400" baseline="-25000" dirty="0">
              <a:latin typeface="Times New Roman" panose="02020603050405020304" pitchFamily="18" charset="0"/>
            </a:endParaRPr>
          </a:p>
          <a:p>
            <a:pPr eaLnBrk="1" hangingPunct="1">
              <a:buNone/>
            </a:pPr>
            <a:r>
              <a:rPr lang="en-US" altLang="zh-CN" sz="2400" baseline="-25000" dirty="0">
                <a:latin typeface="Times New Roman" panose="02020603050405020304" pitchFamily="18" charset="0"/>
              </a:rPr>
              <a:t>                                             </a:t>
            </a:r>
            <a:r>
              <a:rPr lang="en-US" altLang="zh-CN" sz="2400" dirty="0">
                <a:latin typeface="Times New Roman" panose="02020603050405020304" pitchFamily="18" charset="0"/>
              </a:rPr>
              <a:t>0   0     1D</a:t>
            </a:r>
            <a:r>
              <a:rPr lang="en-US" altLang="zh-CN" sz="2400" baseline="-25000" dirty="0">
                <a:latin typeface="Times New Roman" panose="02020603050405020304" pitchFamily="18" charset="0"/>
              </a:rPr>
              <a:t>0     </a:t>
            </a:r>
            <a:r>
              <a:rPr lang="en-US" altLang="zh-CN" sz="2400" dirty="0">
                <a:latin typeface="Times New Roman" panose="02020603050405020304" pitchFamily="18" charset="0"/>
              </a:rPr>
              <a:t>2D</a:t>
            </a:r>
            <a:r>
              <a:rPr lang="en-US" altLang="zh-CN" sz="2400" baseline="-25000" dirty="0">
                <a:latin typeface="Times New Roman" panose="02020603050405020304" pitchFamily="18" charset="0"/>
              </a:rPr>
              <a:t>0 </a:t>
            </a:r>
            <a:endParaRPr lang="en-US" altLang="zh-CN" sz="2400" baseline="-25000" dirty="0">
              <a:latin typeface="Times New Roman" panose="02020603050405020304" pitchFamily="18" charset="0"/>
            </a:endParaRPr>
          </a:p>
          <a:p>
            <a:pPr eaLnBrk="1" hangingPunct="1">
              <a:buNone/>
            </a:pPr>
            <a:r>
              <a:rPr lang="en-US" altLang="zh-CN" sz="2400" baseline="-25000" dirty="0">
                <a:latin typeface="Times New Roman" panose="02020603050405020304" pitchFamily="18" charset="0"/>
              </a:rPr>
              <a:t>                                             </a:t>
            </a:r>
            <a:r>
              <a:rPr lang="en-US" altLang="zh-CN" sz="2400" dirty="0">
                <a:latin typeface="Times New Roman" panose="02020603050405020304" pitchFamily="18" charset="0"/>
              </a:rPr>
              <a:t>0</a:t>
            </a:r>
            <a:r>
              <a:rPr lang="en-US" altLang="zh-CN" sz="2400" baseline="-25000" dirty="0">
                <a:latin typeface="Times New Roman" panose="02020603050405020304" pitchFamily="18" charset="0"/>
              </a:rPr>
              <a:t>     </a:t>
            </a:r>
            <a:r>
              <a:rPr lang="en-US" altLang="zh-CN" sz="2400" dirty="0">
                <a:latin typeface="Times New Roman" panose="02020603050405020304" pitchFamily="18" charset="0"/>
              </a:rPr>
              <a:t>1     1D</a:t>
            </a:r>
            <a:r>
              <a:rPr lang="en-US" altLang="zh-CN" sz="2400" baseline="-25000" dirty="0">
                <a:latin typeface="Times New Roman" panose="02020603050405020304" pitchFamily="18" charset="0"/>
              </a:rPr>
              <a:t>1    </a:t>
            </a:r>
            <a:r>
              <a:rPr lang="en-US" altLang="zh-CN" sz="2400" dirty="0">
                <a:latin typeface="Times New Roman" panose="02020603050405020304" pitchFamily="18" charset="0"/>
              </a:rPr>
              <a:t>2D</a:t>
            </a:r>
            <a:r>
              <a:rPr lang="en-US" altLang="zh-CN" sz="2400" baseline="-25000" dirty="0">
                <a:latin typeface="Times New Roman" panose="02020603050405020304" pitchFamily="18" charset="0"/>
              </a:rPr>
              <a:t>1</a:t>
            </a:r>
            <a:endParaRPr lang="en-US" altLang="zh-CN" sz="2400" dirty="0">
              <a:latin typeface="Times New Roman" panose="02020603050405020304" pitchFamily="18" charset="0"/>
            </a:endParaRPr>
          </a:p>
          <a:p>
            <a:pPr eaLnBrk="1" hangingPunct="1">
              <a:buNone/>
            </a:pPr>
            <a:r>
              <a:rPr lang="en-US" altLang="zh-CN" sz="2400" dirty="0">
                <a:latin typeface="Times New Roman" panose="02020603050405020304" pitchFamily="18" charset="0"/>
              </a:rPr>
              <a:t>                              1    0     1D</a:t>
            </a:r>
            <a:r>
              <a:rPr lang="en-US" altLang="zh-CN" sz="2400" baseline="-25000" dirty="0">
                <a:latin typeface="Times New Roman" panose="02020603050405020304" pitchFamily="18" charset="0"/>
              </a:rPr>
              <a:t>2    </a:t>
            </a:r>
            <a:r>
              <a:rPr lang="en-US" altLang="zh-CN" sz="2400" dirty="0">
                <a:latin typeface="Times New Roman" panose="02020603050405020304" pitchFamily="18" charset="0"/>
              </a:rPr>
              <a:t>2D</a:t>
            </a:r>
            <a:r>
              <a:rPr lang="en-US" altLang="zh-CN" sz="2400" baseline="-25000" dirty="0">
                <a:latin typeface="Times New Roman" panose="02020603050405020304" pitchFamily="18" charset="0"/>
              </a:rPr>
              <a:t>2</a:t>
            </a:r>
            <a:endParaRPr lang="en-US" altLang="zh-CN" sz="2400" dirty="0">
              <a:latin typeface="Times New Roman" panose="02020603050405020304" pitchFamily="18" charset="0"/>
            </a:endParaRPr>
          </a:p>
          <a:p>
            <a:pPr eaLnBrk="1" hangingPunct="1">
              <a:buNone/>
            </a:pPr>
            <a:r>
              <a:rPr lang="en-US" altLang="zh-CN" sz="2400" dirty="0">
                <a:latin typeface="Times New Roman" panose="02020603050405020304" pitchFamily="18" charset="0"/>
              </a:rPr>
              <a:t>                              1    1     1D</a:t>
            </a:r>
            <a:r>
              <a:rPr lang="en-US" altLang="zh-CN" sz="2400" baseline="-25000" dirty="0">
                <a:latin typeface="Times New Roman" panose="02020603050405020304" pitchFamily="18" charset="0"/>
              </a:rPr>
              <a:t>3    </a:t>
            </a:r>
            <a:r>
              <a:rPr lang="en-US" altLang="zh-CN" sz="2400" dirty="0">
                <a:latin typeface="Times New Roman" panose="02020603050405020304" pitchFamily="18" charset="0"/>
              </a:rPr>
              <a:t>2D</a:t>
            </a:r>
            <a:r>
              <a:rPr lang="en-US" altLang="zh-CN" sz="2400" baseline="-25000" dirty="0">
                <a:latin typeface="Times New Roman" panose="02020603050405020304" pitchFamily="18" charset="0"/>
              </a:rPr>
              <a:t>3</a:t>
            </a:r>
            <a:endParaRPr lang="en-US" altLang="zh-CN" sz="2400" baseline="-25000" dirty="0">
              <a:latin typeface="Times New Roman" panose="02020603050405020304" pitchFamily="18" charset="0"/>
            </a:endParaRPr>
          </a:p>
          <a:p>
            <a:pPr eaLnBrk="1" hangingPunct="1">
              <a:buNone/>
            </a:pPr>
            <a:r>
              <a:rPr lang="en-US" altLang="zh-CN" baseline="-25000" dirty="0"/>
              <a:t>   </a:t>
            </a:r>
            <a:endParaRPr lang="en-US" altLang="zh-CN" dirty="0"/>
          </a:p>
        </p:txBody>
      </p:sp>
      <p:sp>
        <p:nvSpPr>
          <p:cNvPr id="114691" name="Line 4"/>
          <p:cNvSpPr/>
          <p:nvPr/>
        </p:nvSpPr>
        <p:spPr>
          <a:xfrm>
            <a:off x="3352800" y="1752600"/>
            <a:ext cx="3124200" cy="0"/>
          </a:xfrm>
          <a:prstGeom prst="line">
            <a:avLst/>
          </a:prstGeom>
          <a:ln w="9525" cap="flat" cmpd="sng">
            <a:solidFill>
              <a:schemeClr val="tx1"/>
            </a:solidFill>
            <a:prstDash val="solid"/>
            <a:round/>
            <a:headEnd type="none" w="med" len="med"/>
            <a:tailEnd type="none" w="med" len="med"/>
          </a:ln>
        </p:spPr>
      </p:sp>
      <p:sp>
        <p:nvSpPr>
          <p:cNvPr id="114692" name="Line 5"/>
          <p:cNvSpPr/>
          <p:nvPr/>
        </p:nvSpPr>
        <p:spPr>
          <a:xfrm>
            <a:off x="4275138" y="1236663"/>
            <a:ext cx="0" cy="2438400"/>
          </a:xfrm>
          <a:prstGeom prst="line">
            <a:avLst/>
          </a:prstGeom>
          <a:ln w="9525" cap="flat" cmpd="sng">
            <a:solidFill>
              <a:schemeClr val="tx1"/>
            </a:solidFill>
            <a:prstDash val="solid"/>
            <a:round/>
            <a:headEnd type="none" w="med" len="med"/>
            <a:tailEnd type="none" w="med" len="med"/>
          </a:ln>
        </p:spPr>
      </p:sp>
      <p:sp>
        <p:nvSpPr>
          <p:cNvPr id="114693" name="Line 6"/>
          <p:cNvSpPr/>
          <p:nvPr/>
        </p:nvSpPr>
        <p:spPr>
          <a:xfrm>
            <a:off x="5029200" y="1250950"/>
            <a:ext cx="0" cy="2514600"/>
          </a:xfrm>
          <a:prstGeom prst="line">
            <a:avLst/>
          </a:prstGeom>
          <a:ln w="9525" cap="flat" cmpd="sng">
            <a:solidFill>
              <a:schemeClr val="tx1"/>
            </a:solidFill>
            <a:prstDash val="solid"/>
            <a:round/>
            <a:headEnd type="none" w="med" len="med"/>
            <a:tailEnd type="none" w="med" len="med"/>
          </a:ln>
        </p:spPr>
      </p:sp>
      <p:grpSp>
        <p:nvGrpSpPr>
          <p:cNvPr id="2" name="Group 7"/>
          <p:cNvGrpSpPr/>
          <p:nvPr/>
        </p:nvGrpSpPr>
        <p:grpSpPr>
          <a:xfrm>
            <a:off x="2268538" y="5241925"/>
            <a:ext cx="6229350" cy="519113"/>
            <a:chOff x="1392" y="2633"/>
            <a:chExt cx="3924" cy="327"/>
          </a:xfrm>
        </p:grpSpPr>
        <p:sp>
          <p:nvSpPr>
            <p:cNvPr id="218120" name="Rectangle 8"/>
            <p:cNvSpPr>
              <a:spLocks noChangeArrowheads="1"/>
            </p:cNvSpPr>
            <p:nvPr/>
          </p:nvSpPr>
          <p:spPr bwMode="auto">
            <a:xfrm>
              <a:off x="1392" y="2633"/>
              <a:ext cx="3924"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=CD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14696" name="Line 9"/>
            <p:cNvSpPr/>
            <p:nvPr/>
          </p:nvSpPr>
          <p:spPr>
            <a:xfrm>
              <a:off x="2016" y="2640"/>
              <a:ext cx="192" cy="0"/>
            </a:xfrm>
            <a:prstGeom prst="line">
              <a:avLst/>
            </a:prstGeom>
            <a:ln w="9525" cap="flat" cmpd="sng">
              <a:solidFill>
                <a:schemeClr val="tx1"/>
              </a:solidFill>
              <a:prstDash val="solid"/>
              <a:round/>
              <a:headEnd type="none" w="med" len="med"/>
              <a:tailEnd type="none" w="med" len="med"/>
            </a:ln>
          </p:spPr>
        </p:sp>
        <p:sp>
          <p:nvSpPr>
            <p:cNvPr id="114697" name="Line 10"/>
            <p:cNvSpPr/>
            <p:nvPr/>
          </p:nvSpPr>
          <p:spPr>
            <a:xfrm>
              <a:off x="4128" y="2640"/>
              <a:ext cx="192" cy="0"/>
            </a:xfrm>
            <a:prstGeom prst="line">
              <a:avLst/>
            </a:prstGeom>
            <a:ln w="9525" cap="flat" cmpd="sng">
              <a:solidFill>
                <a:schemeClr val="tx1"/>
              </a:solidFill>
              <a:prstDash val="solid"/>
              <a:round/>
              <a:headEnd type="none" w="med" len="med"/>
              <a:tailEnd type="none" w="med" len="med"/>
            </a:ln>
          </p:spPr>
        </p:sp>
      </p:grpSp>
      <p:grpSp>
        <p:nvGrpSpPr>
          <p:cNvPr id="3" name="Group 11"/>
          <p:cNvGrpSpPr/>
          <p:nvPr/>
        </p:nvGrpSpPr>
        <p:grpSpPr>
          <a:xfrm>
            <a:off x="2257425" y="5919788"/>
            <a:ext cx="6180138" cy="584200"/>
            <a:chOff x="1440" y="3216"/>
            <a:chExt cx="3893" cy="368"/>
          </a:xfrm>
        </p:grpSpPr>
        <p:sp>
          <p:nvSpPr>
            <p:cNvPr id="218124" name="Rectangle 12"/>
            <p:cNvSpPr>
              <a:spLocks noChangeArrowheads="1"/>
            </p:cNvSpPr>
            <p:nvPr/>
          </p:nvSpPr>
          <p:spPr bwMode="auto">
            <a:xfrm>
              <a:off x="1440" y="3257"/>
              <a:ext cx="3893"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14700" name="Line 13"/>
            <p:cNvSpPr/>
            <p:nvPr/>
          </p:nvSpPr>
          <p:spPr>
            <a:xfrm>
              <a:off x="3936" y="3264"/>
              <a:ext cx="240" cy="0"/>
            </a:xfrm>
            <a:prstGeom prst="line">
              <a:avLst/>
            </a:prstGeom>
            <a:ln w="9525" cap="flat" cmpd="sng">
              <a:solidFill>
                <a:schemeClr val="tx1"/>
              </a:solidFill>
              <a:prstDash val="solid"/>
              <a:round/>
              <a:headEnd type="none" w="med" len="med"/>
              <a:tailEnd type="none" w="med" len="med"/>
            </a:ln>
          </p:spPr>
        </p:sp>
        <p:sp>
          <p:nvSpPr>
            <p:cNvPr id="114701" name="Line 14"/>
            <p:cNvSpPr/>
            <p:nvPr/>
          </p:nvSpPr>
          <p:spPr>
            <a:xfrm>
              <a:off x="5136" y="3264"/>
              <a:ext cx="144" cy="0"/>
            </a:xfrm>
            <a:prstGeom prst="line">
              <a:avLst/>
            </a:prstGeom>
            <a:ln w="9525" cap="flat" cmpd="sng">
              <a:solidFill>
                <a:schemeClr val="tx1"/>
              </a:solidFill>
              <a:prstDash val="solid"/>
              <a:round/>
              <a:headEnd type="none" w="med" len="med"/>
              <a:tailEnd type="none" w="med" len="med"/>
            </a:ln>
          </p:spPr>
        </p:sp>
        <p:sp>
          <p:nvSpPr>
            <p:cNvPr id="114702" name="Line 15"/>
            <p:cNvSpPr/>
            <p:nvPr/>
          </p:nvSpPr>
          <p:spPr>
            <a:xfrm>
              <a:off x="4896" y="3216"/>
              <a:ext cx="432" cy="0"/>
            </a:xfrm>
            <a:prstGeom prst="line">
              <a:avLst/>
            </a:prstGeom>
            <a:ln w="9525" cap="flat" cmpd="sng">
              <a:solidFill>
                <a:schemeClr val="tx1"/>
              </a:solidFill>
              <a:prstDash val="solid"/>
              <a:round/>
              <a:headEnd type="none" w="med" len="med"/>
              <a:tailEnd type="none" w="med" len="med"/>
            </a:ln>
          </p:spPr>
        </p:sp>
      </p:grpSp>
      <p:grpSp>
        <p:nvGrpSpPr>
          <p:cNvPr id="4" name="Group 16"/>
          <p:cNvGrpSpPr/>
          <p:nvPr/>
        </p:nvGrpSpPr>
        <p:grpSpPr>
          <a:xfrm>
            <a:off x="2084388" y="3808413"/>
            <a:ext cx="5145087" cy="519112"/>
            <a:chOff x="1632" y="3113"/>
            <a:chExt cx="3241" cy="327"/>
          </a:xfrm>
        </p:grpSpPr>
        <p:sp>
          <p:nvSpPr>
            <p:cNvPr id="114704" name="Line 17"/>
            <p:cNvSpPr/>
            <p:nvPr/>
          </p:nvSpPr>
          <p:spPr>
            <a:xfrm>
              <a:off x="2112" y="3120"/>
              <a:ext cx="144" cy="0"/>
            </a:xfrm>
            <a:prstGeom prst="line">
              <a:avLst/>
            </a:prstGeom>
            <a:ln w="9525" cap="flat" cmpd="sng">
              <a:solidFill>
                <a:schemeClr val="tx1"/>
              </a:solidFill>
              <a:prstDash val="solid"/>
              <a:round/>
              <a:headEnd type="none" w="med" len="med"/>
              <a:tailEnd type="none" w="med" len="med"/>
            </a:ln>
          </p:spPr>
        </p:sp>
        <p:sp>
          <p:nvSpPr>
            <p:cNvPr id="114705" name="Line 18"/>
            <p:cNvSpPr/>
            <p:nvPr/>
          </p:nvSpPr>
          <p:spPr>
            <a:xfrm>
              <a:off x="2304" y="3120"/>
              <a:ext cx="144" cy="0"/>
            </a:xfrm>
            <a:prstGeom prst="line">
              <a:avLst/>
            </a:prstGeom>
            <a:ln w="9525" cap="flat" cmpd="sng">
              <a:solidFill>
                <a:schemeClr val="tx1"/>
              </a:solidFill>
              <a:prstDash val="solid"/>
              <a:round/>
              <a:headEnd type="none" w="med" len="med"/>
              <a:tailEnd type="none" w="med" len="med"/>
            </a:ln>
          </p:spPr>
        </p:sp>
        <p:sp>
          <p:nvSpPr>
            <p:cNvPr id="114706" name="Line 19"/>
            <p:cNvSpPr/>
            <p:nvPr/>
          </p:nvSpPr>
          <p:spPr>
            <a:xfrm>
              <a:off x="2496" y="3120"/>
              <a:ext cx="144" cy="0"/>
            </a:xfrm>
            <a:prstGeom prst="line">
              <a:avLst/>
            </a:prstGeom>
            <a:ln w="9525" cap="flat" cmpd="sng">
              <a:solidFill>
                <a:schemeClr val="tx1"/>
              </a:solidFill>
              <a:prstDash val="solid"/>
              <a:round/>
              <a:headEnd type="none" w="med" len="med"/>
              <a:tailEnd type="none" w="med" len="med"/>
            </a:ln>
          </p:spPr>
        </p:sp>
        <p:sp>
          <p:nvSpPr>
            <p:cNvPr id="114707" name="Line 20"/>
            <p:cNvSpPr/>
            <p:nvPr/>
          </p:nvSpPr>
          <p:spPr>
            <a:xfrm>
              <a:off x="2784" y="3120"/>
              <a:ext cx="192" cy="0"/>
            </a:xfrm>
            <a:prstGeom prst="line">
              <a:avLst/>
            </a:prstGeom>
            <a:ln w="9525" cap="flat" cmpd="sng">
              <a:solidFill>
                <a:schemeClr val="tx1"/>
              </a:solidFill>
              <a:prstDash val="solid"/>
              <a:round/>
              <a:headEnd type="none" w="med" len="med"/>
              <a:tailEnd type="none" w="med" len="med"/>
            </a:ln>
          </p:spPr>
        </p:sp>
        <p:sp>
          <p:nvSpPr>
            <p:cNvPr id="114708" name="Line 21"/>
            <p:cNvSpPr/>
            <p:nvPr/>
          </p:nvSpPr>
          <p:spPr>
            <a:xfrm>
              <a:off x="3600" y="3120"/>
              <a:ext cx="192" cy="0"/>
            </a:xfrm>
            <a:prstGeom prst="line">
              <a:avLst/>
            </a:prstGeom>
            <a:ln w="9525" cap="flat" cmpd="sng">
              <a:solidFill>
                <a:schemeClr val="tx1"/>
              </a:solidFill>
              <a:prstDash val="solid"/>
              <a:round/>
              <a:headEnd type="none" w="med" len="med"/>
              <a:tailEnd type="none" w="med" len="med"/>
            </a:ln>
          </p:spPr>
        </p:sp>
        <p:sp>
          <p:nvSpPr>
            <p:cNvPr id="114709" name="Line 22"/>
            <p:cNvSpPr/>
            <p:nvPr/>
          </p:nvSpPr>
          <p:spPr>
            <a:xfrm>
              <a:off x="3936" y="3120"/>
              <a:ext cx="192" cy="0"/>
            </a:xfrm>
            <a:prstGeom prst="line">
              <a:avLst/>
            </a:prstGeom>
            <a:ln w="9525" cap="flat" cmpd="sng">
              <a:solidFill>
                <a:schemeClr val="tx1"/>
              </a:solidFill>
              <a:prstDash val="solid"/>
              <a:round/>
              <a:headEnd type="none" w="med" len="med"/>
              <a:tailEnd type="none" w="med" len="med"/>
            </a:ln>
          </p:spPr>
        </p:sp>
        <p:sp>
          <p:nvSpPr>
            <p:cNvPr id="218135" name="Rectangle 23"/>
            <p:cNvSpPr>
              <a:spLocks noChangeArrowheads="1"/>
            </p:cNvSpPr>
            <p:nvPr/>
          </p:nvSpPr>
          <p:spPr bwMode="auto">
            <a:xfrm>
              <a:off x="1632" y="3113"/>
              <a:ext cx="3241"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ABC +ABD + ABCD + ABD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grpSp>
      <p:grpSp>
        <p:nvGrpSpPr>
          <p:cNvPr id="5" name="Group 24"/>
          <p:cNvGrpSpPr/>
          <p:nvPr/>
        </p:nvGrpSpPr>
        <p:grpSpPr>
          <a:xfrm>
            <a:off x="2090738" y="4316413"/>
            <a:ext cx="6248400" cy="584200"/>
            <a:chOff x="1152" y="3168"/>
            <a:chExt cx="3936" cy="368"/>
          </a:xfrm>
        </p:grpSpPr>
        <p:sp>
          <p:nvSpPr>
            <p:cNvPr id="218137" name="Rectangle 25"/>
            <p:cNvSpPr>
              <a:spLocks noChangeArrowheads="1"/>
            </p:cNvSpPr>
            <p:nvPr/>
          </p:nvSpPr>
          <p:spPr bwMode="auto">
            <a:xfrm>
              <a:off x="1152" y="3209"/>
              <a:ext cx="389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ABD + ABC+ABD = ABD + ABCD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14713" name="Line 26"/>
            <p:cNvSpPr/>
            <p:nvPr/>
          </p:nvSpPr>
          <p:spPr>
            <a:xfrm>
              <a:off x="1776" y="3216"/>
              <a:ext cx="144" cy="0"/>
            </a:xfrm>
            <a:prstGeom prst="line">
              <a:avLst/>
            </a:prstGeom>
            <a:ln w="9525" cap="flat" cmpd="sng">
              <a:solidFill>
                <a:schemeClr val="tx1"/>
              </a:solidFill>
              <a:prstDash val="solid"/>
              <a:round/>
              <a:headEnd type="none" w="med" len="med"/>
              <a:tailEnd type="none" w="med" len="med"/>
            </a:ln>
          </p:spPr>
        </p:sp>
        <p:sp>
          <p:nvSpPr>
            <p:cNvPr id="114714" name="Line 27"/>
            <p:cNvSpPr/>
            <p:nvPr/>
          </p:nvSpPr>
          <p:spPr>
            <a:xfrm>
              <a:off x="1968" y="3216"/>
              <a:ext cx="144" cy="0"/>
            </a:xfrm>
            <a:prstGeom prst="line">
              <a:avLst/>
            </a:prstGeom>
            <a:ln w="9525" cap="flat" cmpd="sng">
              <a:solidFill>
                <a:schemeClr val="tx1"/>
              </a:solidFill>
              <a:prstDash val="solid"/>
              <a:round/>
              <a:headEnd type="none" w="med" len="med"/>
              <a:tailEnd type="none" w="med" len="med"/>
            </a:ln>
          </p:spPr>
        </p:sp>
        <p:sp>
          <p:nvSpPr>
            <p:cNvPr id="114715" name="Line 28"/>
            <p:cNvSpPr/>
            <p:nvPr/>
          </p:nvSpPr>
          <p:spPr>
            <a:xfrm>
              <a:off x="2640" y="3216"/>
              <a:ext cx="192" cy="0"/>
            </a:xfrm>
            <a:prstGeom prst="line">
              <a:avLst/>
            </a:prstGeom>
            <a:ln w="9525" cap="flat" cmpd="sng">
              <a:solidFill>
                <a:schemeClr val="tx1"/>
              </a:solidFill>
              <a:prstDash val="solid"/>
              <a:round/>
              <a:headEnd type="none" w="med" len="med"/>
              <a:tailEnd type="none" w="med" len="med"/>
            </a:ln>
          </p:spPr>
        </p:sp>
        <p:sp>
          <p:nvSpPr>
            <p:cNvPr id="114716" name="Line 29"/>
            <p:cNvSpPr/>
            <p:nvPr/>
          </p:nvSpPr>
          <p:spPr>
            <a:xfrm>
              <a:off x="3792" y="3216"/>
              <a:ext cx="144" cy="0"/>
            </a:xfrm>
            <a:prstGeom prst="line">
              <a:avLst/>
            </a:prstGeom>
            <a:ln w="9525" cap="flat" cmpd="sng">
              <a:solidFill>
                <a:schemeClr val="tx1"/>
              </a:solidFill>
              <a:prstDash val="solid"/>
              <a:round/>
              <a:headEnd type="none" w="med" len="med"/>
              <a:tailEnd type="none" w="med" len="med"/>
            </a:ln>
          </p:spPr>
        </p:sp>
        <p:sp>
          <p:nvSpPr>
            <p:cNvPr id="114717" name="Line 30"/>
            <p:cNvSpPr/>
            <p:nvPr/>
          </p:nvSpPr>
          <p:spPr>
            <a:xfrm>
              <a:off x="3984" y="3216"/>
              <a:ext cx="144" cy="0"/>
            </a:xfrm>
            <a:prstGeom prst="line">
              <a:avLst/>
            </a:prstGeom>
            <a:ln w="9525" cap="flat" cmpd="sng">
              <a:solidFill>
                <a:schemeClr val="tx1"/>
              </a:solidFill>
              <a:prstDash val="solid"/>
              <a:round/>
              <a:headEnd type="none" w="med" len="med"/>
              <a:tailEnd type="none" w="med" len="med"/>
            </a:ln>
          </p:spPr>
        </p:sp>
        <p:sp>
          <p:nvSpPr>
            <p:cNvPr id="114718" name="Line 31"/>
            <p:cNvSpPr/>
            <p:nvPr/>
          </p:nvSpPr>
          <p:spPr>
            <a:xfrm>
              <a:off x="4800" y="3216"/>
              <a:ext cx="192" cy="0"/>
            </a:xfrm>
            <a:prstGeom prst="line">
              <a:avLst/>
            </a:prstGeom>
            <a:ln w="9525" cap="flat" cmpd="sng">
              <a:solidFill>
                <a:schemeClr val="tx1"/>
              </a:solidFill>
              <a:prstDash val="solid"/>
              <a:round/>
              <a:headEnd type="none" w="med" len="med"/>
              <a:tailEnd type="none" w="med" len="med"/>
            </a:ln>
          </p:spPr>
        </p:sp>
        <p:sp>
          <p:nvSpPr>
            <p:cNvPr id="114719" name="Line 32"/>
            <p:cNvSpPr/>
            <p:nvPr/>
          </p:nvSpPr>
          <p:spPr>
            <a:xfrm>
              <a:off x="4608" y="3168"/>
              <a:ext cx="480" cy="0"/>
            </a:xfrm>
            <a:prstGeom prst="line">
              <a:avLst/>
            </a:prstGeom>
            <a:ln w="9525" cap="flat" cmpd="sng">
              <a:solidFill>
                <a:schemeClr val="tx1"/>
              </a:solidFill>
              <a:prstDash val="solid"/>
              <a:roun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0-#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Rectangle 2"/>
          <p:cNvSpPr>
            <a:spLocks noGrp="1"/>
          </p:cNvSpPr>
          <p:nvPr>
            <p:ph idx="1"/>
          </p:nvPr>
        </p:nvSpPr>
        <p:spPr>
          <a:xfrm>
            <a:off x="0" y="428625"/>
            <a:ext cx="8915400" cy="6705600"/>
          </a:xfrm>
        </p:spPr>
        <p:txBody>
          <a:bodyPr vert="horz" wrap="square" lIns="91440" tIns="45720" rIns="91440" bIns="45720" anchor="t" anchorCtr="0"/>
          <a:p>
            <a:pPr eaLnBrk="1" hangingPunct="1">
              <a:buNone/>
            </a:pPr>
            <a:r>
              <a:rPr lang="en-US" altLang="zh-CN" sz="2800" dirty="0"/>
              <a:t>.</a:t>
            </a:r>
            <a:endParaRPr lang="en-US" altLang="zh-CN" sz="2800" dirty="0"/>
          </a:p>
        </p:txBody>
      </p:sp>
      <p:grpSp>
        <p:nvGrpSpPr>
          <p:cNvPr id="115714" name="Group 3"/>
          <p:cNvGrpSpPr/>
          <p:nvPr/>
        </p:nvGrpSpPr>
        <p:grpSpPr>
          <a:xfrm>
            <a:off x="1855788" y="876300"/>
            <a:ext cx="6324600" cy="6081713"/>
            <a:chOff x="960" y="185"/>
            <a:chExt cx="3984" cy="3831"/>
          </a:xfrm>
        </p:grpSpPr>
        <p:sp>
          <p:nvSpPr>
            <p:cNvPr id="115715" name="Rectangle 4"/>
            <p:cNvSpPr/>
            <p:nvPr/>
          </p:nvSpPr>
          <p:spPr>
            <a:xfrm>
              <a:off x="1008" y="1248"/>
              <a:ext cx="3936" cy="1488"/>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5716" name="Line 5"/>
            <p:cNvSpPr/>
            <p:nvPr/>
          </p:nvSpPr>
          <p:spPr>
            <a:xfrm>
              <a:off x="1152" y="2736"/>
              <a:ext cx="0" cy="336"/>
            </a:xfrm>
            <a:prstGeom prst="line">
              <a:avLst/>
            </a:prstGeom>
            <a:ln w="9525" cap="flat" cmpd="sng">
              <a:solidFill>
                <a:srgbClr val="3333FF"/>
              </a:solidFill>
              <a:prstDash val="solid"/>
              <a:round/>
              <a:headEnd type="none" w="med" len="med"/>
              <a:tailEnd type="none" w="med" len="med"/>
            </a:ln>
          </p:spPr>
        </p:sp>
        <p:sp>
          <p:nvSpPr>
            <p:cNvPr id="115717" name="Line 6"/>
            <p:cNvSpPr/>
            <p:nvPr/>
          </p:nvSpPr>
          <p:spPr>
            <a:xfrm>
              <a:off x="1776" y="2736"/>
              <a:ext cx="0" cy="336"/>
            </a:xfrm>
            <a:prstGeom prst="line">
              <a:avLst/>
            </a:prstGeom>
            <a:ln w="9525" cap="flat" cmpd="sng">
              <a:solidFill>
                <a:srgbClr val="3333FF"/>
              </a:solidFill>
              <a:prstDash val="solid"/>
              <a:round/>
              <a:headEnd type="none" w="med" len="med"/>
              <a:tailEnd type="none" w="med" len="med"/>
            </a:ln>
          </p:spPr>
        </p:sp>
        <p:sp>
          <p:nvSpPr>
            <p:cNvPr id="115718" name="Line 7"/>
            <p:cNvSpPr/>
            <p:nvPr/>
          </p:nvSpPr>
          <p:spPr>
            <a:xfrm>
              <a:off x="2448" y="2736"/>
              <a:ext cx="0" cy="336"/>
            </a:xfrm>
            <a:prstGeom prst="line">
              <a:avLst/>
            </a:prstGeom>
            <a:ln w="9525" cap="flat" cmpd="sng">
              <a:solidFill>
                <a:srgbClr val="3333FF"/>
              </a:solidFill>
              <a:prstDash val="solid"/>
              <a:round/>
              <a:headEnd type="none" w="med" len="med"/>
              <a:tailEnd type="none" w="med" len="med"/>
            </a:ln>
          </p:spPr>
        </p:sp>
        <p:sp>
          <p:nvSpPr>
            <p:cNvPr id="115719" name="Line 8"/>
            <p:cNvSpPr/>
            <p:nvPr/>
          </p:nvSpPr>
          <p:spPr>
            <a:xfrm>
              <a:off x="3072" y="2736"/>
              <a:ext cx="0" cy="336"/>
            </a:xfrm>
            <a:prstGeom prst="line">
              <a:avLst/>
            </a:prstGeom>
            <a:ln w="9525" cap="flat" cmpd="sng">
              <a:solidFill>
                <a:srgbClr val="3333FF"/>
              </a:solidFill>
              <a:prstDash val="solid"/>
              <a:round/>
              <a:headEnd type="none" w="med" len="med"/>
              <a:tailEnd type="none" w="med" len="med"/>
            </a:ln>
          </p:spPr>
        </p:sp>
        <p:sp>
          <p:nvSpPr>
            <p:cNvPr id="115720" name="Line 9"/>
            <p:cNvSpPr/>
            <p:nvPr/>
          </p:nvSpPr>
          <p:spPr>
            <a:xfrm>
              <a:off x="4464" y="2736"/>
              <a:ext cx="0" cy="336"/>
            </a:xfrm>
            <a:prstGeom prst="line">
              <a:avLst/>
            </a:prstGeom>
            <a:ln w="9525" cap="flat" cmpd="sng">
              <a:solidFill>
                <a:srgbClr val="3333FF"/>
              </a:solidFill>
              <a:prstDash val="solid"/>
              <a:round/>
              <a:headEnd type="none" w="med" len="med"/>
              <a:tailEnd type="none" w="med" len="med"/>
            </a:ln>
          </p:spPr>
        </p:sp>
        <p:sp>
          <p:nvSpPr>
            <p:cNvPr id="115721" name="Line 10"/>
            <p:cNvSpPr/>
            <p:nvPr/>
          </p:nvSpPr>
          <p:spPr>
            <a:xfrm flipV="1">
              <a:off x="1152" y="960"/>
              <a:ext cx="0" cy="288"/>
            </a:xfrm>
            <a:prstGeom prst="line">
              <a:avLst/>
            </a:prstGeom>
            <a:ln w="9525" cap="flat" cmpd="sng">
              <a:solidFill>
                <a:srgbClr val="3333FF"/>
              </a:solidFill>
              <a:prstDash val="solid"/>
              <a:round/>
              <a:headEnd type="none" w="med" len="med"/>
              <a:tailEnd type="none" w="med" len="med"/>
            </a:ln>
          </p:spPr>
        </p:sp>
        <p:sp>
          <p:nvSpPr>
            <p:cNvPr id="115722" name="Line 11"/>
            <p:cNvSpPr/>
            <p:nvPr/>
          </p:nvSpPr>
          <p:spPr>
            <a:xfrm flipV="1">
              <a:off x="1728" y="912"/>
              <a:ext cx="0" cy="336"/>
            </a:xfrm>
            <a:prstGeom prst="line">
              <a:avLst/>
            </a:prstGeom>
            <a:ln w="9525" cap="flat" cmpd="sng">
              <a:solidFill>
                <a:srgbClr val="3333FF"/>
              </a:solidFill>
              <a:prstDash val="solid"/>
              <a:round/>
              <a:headEnd type="none" w="med" len="med"/>
              <a:tailEnd type="none" w="med" len="med"/>
            </a:ln>
          </p:spPr>
        </p:sp>
        <p:sp>
          <p:nvSpPr>
            <p:cNvPr id="115723" name="Line 12"/>
            <p:cNvSpPr/>
            <p:nvPr/>
          </p:nvSpPr>
          <p:spPr>
            <a:xfrm flipV="1">
              <a:off x="2352" y="1056"/>
              <a:ext cx="0" cy="192"/>
            </a:xfrm>
            <a:prstGeom prst="line">
              <a:avLst/>
            </a:prstGeom>
            <a:ln w="9525" cap="flat" cmpd="sng">
              <a:solidFill>
                <a:srgbClr val="3333FF"/>
              </a:solidFill>
              <a:prstDash val="solid"/>
              <a:round/>
              <a:headEnd type="none" w="med" len="med"/>
              <a:tailEnd type="none" w="med" len="med"/>
            </a:ln>
          </p:spPr>
        </p:sp>
        <p:sp>
          <p:nvSpPr>
            <p:cNvPr id="115724" name="Line 13"/>
            <p:cNvSpPr/>
            <p:nvPr/>
          </p:nvSpPr>
          <p:spPr>
            <a:xfrm>
              <a:off x="2352" y="1056"/>
              <a:ext cx="528" cy="0"/>
            </a:xfrm>
            <a:prstGeom prst="line">
              <a:avLst/>
            </a:prstGeom>
            <a:ln w="9525" cap="flat" cmpd="sng">
              <a:solidFill>
                <a:srgbClr val="3333FF"/>
              </a:solidFill>
              <a:prstDash val="solid"/>
              <a:round/>
              <a:headEnd type="none" w="med" len="med"/>
              <a:tailEnd type="none" w="med" len="med"/>
            </a:ln>
          </p:spPr>
        </p:sp>
        <p:sp>
          <p:nvSpPr>
            <p:cNvPr id="115725" name="Line 14"/>
            <p:cNvSpPr/>
            <p:nvPr/>
          </p:nvSpPr>
          <p:spPr>
            <a:xfrm>
              <a:off x="2880" y="1056"/>
              <a:ext cx="0" cy="192"/>
            </a:xfrm>
            <a:prstGeom prst="line">
              <a:avLst/>
            </a:prstGeom>
            <a:ln w="9525" cap="flat" cmpd="sng">
              <a:solidFill>
                <a:srgbClr val="3333FF"/>
              </a:solidFill>
              <a:prstDash val="solid"/>
              <a:round/>
              <a:headEnd type="none" w="med" len="med"/>
              <a:tailEnd type="none" w="med" len="med"/>
            </a:ln>
          </p:spPr>
        </p:sp>
        <p:sp>
          <p:nvSpPr>
            <p:cNvPr id="115726" name="Line 15"/>
            <p:cNvSpPr/>
            <p:nvPr/>
          </p:nvSpPr>
          <p:spPr>
            <a:xfrm flipV="1">
              <a:off x="2640" y="864"/>
              <a:ext cx="0" cy="192"/>
            </a:xfrm>
            <a:prstGeom prst="line">
              <a:avLst/>
            </a:prstGeom>
            <a:ln w="9525" cap="flat" cmpd="sng">
              <a:solidFill>
                <a:srgbClr val="3333FF"/>
              </a:solidFill>
              <a:prstDash val="solid"/>
              <a:round/>
              <a:headEnd type="none" w="med" len="med"/>
              <a:tailEnd type="none" w="med" len="med"/>
            </a:ln>
          </p:spPr>
        </p:sp>
        <p:sp>
          <p:nvSpPr>
            <p:cNvPr id="115727" name="Line 16"/>
            <p:cNvSpPr/>
            <p:nvPr/>
          </p:nvSpPr>
          <p:spPr>
            <a:xfrm>
              <a:off x="2400" y="864"/>
              <a:ext cx="480" cy="0"/>
            </a:xfrm>
            <a:prstGeom prst="line">
              <a:avLst/>
            </a:prstGeom>
            <a:ln w="9525" cap="flat" cmpd="sng">
              <a:solidFill>
                <a:srgbClr val="3333FF"/>
              </a:solidFill>
              <a:prstDash val="solid"/>
              <a:round/>
              <a:headEnd type="none" w="med" len="med"/>
              <a:tailEnd type="none" w="med" len="med"/>
            </a:ln>
          </p:spPr>
        </p:sp>
        <p:sp>
          <p:nvSpPr>
            <p:cNvPr id="115728" name="Line 17"/>
            <p:cNvSpPr/>
            <p:nvPr/>
          </p:nvSpPr>
          <p:spPr>
            <a:xfrm flipV="1">
              <a:off x="3600" y="960"/>
              <a:ext cx="0" cy="288"/>
            </a:xfrm>
            <a:prstGeom prst="line">
              <a:avLst/>
            </a:prstGeom>
            <a:ln w="9525" cap="flat" cmpd="sng">
              <a:solidFill>
                <a:srgbClr val="3333FF"/>
              </a:solidFill>
              <a:prstDash val="solid"/>
              <a:round/>
              <a:headEnd type="none" w="med" len="med"/>
              <a:tailEnd type="none" w="med" len="med"/>
            </a:ln>
          </p:spPr>
        </p:sp>
        <p:sp>
          <p:nvSpPr>
            <p:cNvPr id="115729" name="Rectangle 18"/>
            <p:cNvSpPr/>
            <p:nvPr/>
          </p:nvSpPr>
          <p:spPr>
            <a:xfrm>
              <a:off x="3408" y="3024"/>
              <a:ext cx="672" cy="38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5730" name="Line 19"/>
            <p:cNvSpPr/>
            <p:nvPr/>
          </p:nvSpPr>
          <p:spPr>
            <a:xfrm flipV="1">
              <a:off x="3744" y="2736"/>
              <a:ext cx="0" cy="288"/>
            </a:xfrm>
            <a:prstGeom prst="line">
              <a:avLst/>
            </a:prstGeom>
            <a:ln w="9525" cap="flat" cmpd="sng">
              <a:solidFill>
                <a:srgbClr val="3333FF"/>
              </a:solidFill>
              <a:prstDash val="solid"/>
              <a:round/>
              <a:headEnd type="none" w="med" len="med"/>
              <a:tailEnd type="none" w="med" len="med"/>
            </a:ln>
          </p:spPr>
        </p:sp>
        <p:sp>
          <p:nvSpPr>
            <p:cNvPr id="115731" name="Line 20"/>
            <p:cNvSpPr/>
            <p:nvPr/>
          </p:nvSpPr>
          <p:spPr>
            <a:xfrm>
              <a:off x="3552" y="3408"/>
              <a:ext cx="0" cy="240"/>
            </a:xfrm>
            <a:prstGeom prst="line">
              <a:avLst/>
            </a:prstGeom>
            <a:ln w="9525" cap="flat" cmpd="sng">
              <a:solidFill>
                <a:srgbClr val="3333FF"/>
              </a:solidFill>
              <a:prstDash val="solid"/>
              <a:round/>
              <a:headEnd type="none" w="med" len="med"/>
              <a:tailEnd type="none" w="med" len="med"/>
            </a:ln>
          </p:spPr>
        </p:sp>
        <p:sp>
          <p:nvSpPr>
            <p:cNvPr id="115732" name="Line 21"/>
            <p:cNvSpPr/>
            <p:nvPr/>
          </p:nvSpPr>
          <p:spPr>
            <a:xfrm>
              <a:off x="3888" y="3408"/>
              <a:ext cx="0" cy="240"/>
            </a:xfrm>
            <a:prstGeom prst="line">
              <a:avLst/>
            </a:prstGeom>
            <a:ln w="9525" cap="flat" cmpd="sng">
              <a:solidFill>
                <a:srgbClr val="3333FF"/>
              </a:solidFill>
              <a:prstDash val="solid"/>
              <a:round/>
              <a:headEnd type="none" w="med" len="med"/>
              <a:tailEnd type="none" w="med" len="med"/>
            </a:ln>
          </p:spPr>
        </p:sp>
        <p:sp>
          <p:nvSpPr>
            <p:cNvPr id="115733" name="Rectangle 22"/>
            <p:cNvSpPr/>
            <p:nvPr/>
          </p:nvSpPr>
          <p:spPr>
            <a:xfrm>
              <a:off x="3984" y="576"/>
              <a:ext cx="672" cy="38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5734" name="Oval 23"/>
            <p:cNvSpPr/>
            <p:nvPr/>
          </p:nvSpPr>
          <p:spPr>
            <a:xfrm>
              <a:off x="4224" y="960"/>
              <a:ext cx="144" cy="144"/>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5735" name="Line 24"/>
            <p:cNvSpPr/>
            <p:nvPr/>
          </p:nvSpPr>
          <p:spPr>
            <a:xfrm>
              <a:off x="4296" y="1104"/>
              <a:ext cx="0" cy="144"/>
            </a:xfrm>
            <a:prstGeom prst="line">
              <a:avLst/>
            </a:prstGeom>
            <a:ln w="9525" cap="flat" cmpd="sng">
              <a:solidFill>
                <a:srgbClr val="3333FF"/>
              </a:solidFill>
              <a:prstDash val="solid"/>
              <a:round/>
              <a:headEnd type="none" w="med" len="med"/>
              <a:tailEnd type="none" w="med" len="med"/>
            </a:ln>
          </p:spPr>
        </p:sp>
        <p:sp>
          <p:nvSpPr>
            <p:cNvPr id="115736" name="Line 25"/>
            <p:cNvSpPr/>
            <p:nvPr/>
          </p:nvSpPr>
          <p:spPr>
            <a:xfrm flipV="1">
              <a:off x="4176" y="384"/>
              <a:ext cx="0" cy="192"/>
            </a:xfrm>
            <a:prstGeom prst="line">
              <a:avLst/>
            </a:prstGeom>
            <a:ln w="9525" cap="flat" cmpd="sng">
              <a:solidFill>
                <a:srgbClr val="3333FF"/>
              </a:solidFill>
              <a:prstDash val="solid"/>
              <a:round/>
              <a:headEnd type="none" w="med" len="med"/>
              <a:tailEnd type="none" w="med" len="med"/>
            </a:ln>
          </p:spPr>
        </p:sp>
        <p:sp>
          <p:nvSpPr>
            <p:cNvPr id="115737" name="Line 26"/>
            <p:cNvSpPr/>
            <p:nvPr/>
          </p:nvSpPr>
          <p:spPr>
            <a:xfrm flipV="1">
              <a:off x="4464" y="384"/>
              <a:ext cx="0" cy="192"/>
            </a:xfrm>
            <a:prstGeom prst="line">
              <a:avLst/>
            </a:prstGeom>
            <a:ln w="9525" cap="flat" cmpd="sng">
              <a:solidFill>
                <a:srgbClr val="3333FF"/>
              </a:solidFill>
              <a:prstDash val="solid"/>
              <a:round/>
              <a:headEnd type="none" w="med" len="med"/>
              <a:tailEnd type="none" w="med" len="med"/>
            </a:ln>
          </p:spPr>
        </p:sp>
        <p:sp>
          <p:nvSpPr>
            <p:cNvPr id="219163" name="Rectangle 27"/>
            <p:cNvSpPr>
              <a:spLocks noChangeArrowheads="1"/>
            </p:cNvSpPr>
            <p:nvPr/>
          </p:nvSpPr>
          <p:spPr bwMode="auto">
            <a:xfrm>
              <a:off x="960" y="2345"/>
              <a:ext cx="439"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1W</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64" name="Rectangle 28"/>
            <p:cNvSpPr>
              <a:spLocks noChangeArrowheads="1"/>
            </p:cNvSpPr>
            <p:nvPr/>
          </p:nvSpPr>
          <p:spPr bwMode="auto">
            <a:xfrm>
              <a:off x="1008" y="1289"/>
              <a:ext cx="439"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2W</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65" name="Rectangle 29"/>
            <p:cNvSpPr>
              <a:spLocks noChangeArrowheads="1"/>
            </p:cNvSpPr>
            <p:nvPr/>
          </p:nvSpPr>
          <p:spPr bwMode="auto">
            <a:xfrm>
              <a:off x="1584" y="2345"/>
              <a:ext cx="354"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66" name="Rectangle 30"/>
            <p:cNvSpPr>
              <a:spLocks noChangeArrowheads="1"/>
            </p:cNvSpPr>
            <p:nvPr/>
          </p:nvSpPr>
          <p:spPr bwMode="auto">
            <a:xfrm>
              <a:off x="1584" y="1289"/>
              <a:ext cx="354"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67" name="Rectangle 31"/>
            <p:cNvSpPr>
              <a:spLocks noChangeArrowheads="1"/>
            </p:cNvSpPr>
            <p:nvPr/>
          </p:nvSpPr>
          <p:spPr bwMode="auto">
            <a:xfrm>
              <a:off x="2160" y="2393"/>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68" name="Rectangle 32"/>
            <p:cNvSpPr>
              <a:spLocks noChangeArrowheads="1"/>
            </p:cNvSpPr>
            <p:nvPr/>
          </p:nvSpPr>
          <p:spPr bwMode="auto">
            <a:xfrm>
              <a:off x="2064" y="1289"/>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69" name="Rectangle 33"/>
            <p:cNvSpPr>
              <a:spLocks noChangeArrowheads="1"/>
            </p:cNvSpPr>
            <p:nvPr/>
          </p:nvSpPr>
          <p:spPr bwMode="auto">
            <a:xfrm>
              <a:off x="2784" y="2393"/>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0" name="Rectangle 34"/>
            <p:cNvSpPr>
              <a:spLocks noChangeArrowheads="1"/>
            </p:cNvSpPr>
            <p:nvPr/>
          </p:nvSpPr>
          <p:spPr bwMode="auto">
            <a:xfrm>
              <a:off x="2640" y="1289"/>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1" name="Rectangle 35"/>
            <p:cNvSpPr>
              <a:spLocks noChangeArrowheads="1"/>
            </p:cNvSpPr>
            <p:nvPr/>
          </p:nvSpPr>
          <p:spPr bwMode="auto">
            <a:xfrm>
              <a:off x="3408" y="2393"/>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2" name="Rectangle 36"/>
            <p:cNvSpPr>
              <a:spLocks noChangeArrowheads="1"/>
            </p:cNvSpPr>
            <p:nvPr/>
          </p:nvSpPr>
          <p:spPr bwMode="auto">
            <a:xfrm>
              <a:off x="4176" y="2393"/>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3" name="Rectangle 37"/>
            <p:cNvSpPr>
              <a:spLocks noChangeArrowheads="1"/>
            </p:cNvSpPr>
            <p:nvPr/>
          </p:nvSpPr>
          <p:spPr bwMode="auto">
            <a:xfrm>
              <a:off x="3312" y="1241"/>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4" name="Rectangle 38"/>
            <p:cNvSpPr>
              <a:spLocks noChangeArrowheads="1"/>
            </p:cNvSpPr>
            <p:nvPr/>
          </p:nvSpPr>
          <p:spPr bwMode="auto">
            <a:xfrm>
              <a:off x="4032" y="1241"/>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5" name="Rectangle 39"/>
            <p:cNvSpPr>
              <a:spLocks noChangeArrowheads="1"/>
            </p:cNvSpPr>
            <p:nvPr/>
          </p:nvSpPr>
          <p:spPr bwMode="auto">
            <a:xfrm>
              <a:off x="2304" y="1865"/>
              <a:ext cx="938"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74LS153</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6" name="Rectangle 40"/>
            <p:cNvSpPr>
              <a:spLocks noChangeArrowheads="1"/>
            </p:cNvSpPr>
            <p:nvPr/>
          </p:nvSpPr>
          <p:spPr bwMode="auto">
            <a:xfrm>
              <a:off x="1008" y="3017"/>
              <a:ext cx="317"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7" name="Rectangle 41"/>
            <p:cNvSpPr>
              <a:spLocks noChangeArrowheads="1"/>
            </p:cNvSpPr>
            <p:nvPr/>
          </p:nvSpPr>
          <p:spPr bwMode="auto">
            <a:xfrm>
              <a:off x="960" y="617"/>
              <a:ext cx="317"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8" name="Rectangle 42"/>
            <p:cNvSpPr>
              <a:spLocks noChangeArrowheads="1"/>
            </p:cNvSpPr>
            <p:nvPr/>
          </p:nvSpPr>
          <p:spPr bwMode="auto">
            <a:xfrm>
              <a:off x="1632" y="3065"/>
              <a:ext cx="278"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9" name="Rectangle 43"/>
            <p:cNvSpPr>
              <a:spLocks noChangeArrowheads="1"/>
            </p:cNvSpPr>
            <p:nvPr/>
          </p:nvSpPr>
          <p:spPr bwMode="auto">
            <a:xfrm>
              <a:off x="1584" y="617"/>
              <a:ext cx="265"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B</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9180" name="Rectangle 44"/>
            <p:cNvSpPr>
              <a:spLocks noChangeArrowheads="1"/>
            </p:cNvSpPr>
            <p:nvPr/>
          </p:nvSpPr>
          <p:spPr bwMode="auto">
            <a:xfrm>
              <a:off x="2304" y="3065"/>
              <a:ext cx="265"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15756" name="Line 45"/>
            <p:cNvSpPr/>
            <p:nvPr/>
          </p:nvSpPr>
          <p:spPr>
            <a:xfrm>
              <a:off x="2352" y="3120"/>
              <a:ext cx="240" cy="0"/>
            </a:xfrm>
            <a:prstGeom prst="line">
              <a:avLst/>
            </a:prstGeom>
            <a:ln w="9525" cap="flat" cmpd="sng">
              <a:solidFill>
                <a:schemeClr val="tx1"/>
              </a:solidFill>
              <a:prstDash val="solid"/>
              <a:round/>
              <a:headEnd type="none" w="med" len="med"/>
              <a:tailEnd type="none" w="med" len="med"/>
            </a:ln>
          </p:spPr>
        </p:sp>
        <p:sp>
          <p:nvSpPr>
            <p:cNvPr id="219182" name="Rectangle 46"/>
            <p:cNvSpPr>
              <a:spLocks noChangeArrowheads="1"/>
            </p:cNvSpPr>
            <p:nvPr/>
          </p:nvSpPr>
          <p:spPr bwMode="auto">
            <a:xfrm>
              <a:off x="3408" y="3689"/>
              <a:ext cx="265"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9183" name="Rectangle 47"/>
            <p:cNvSpPr>
              <a:spLocks noChangeArrowheads="1"/>
            </p:cNvSpPr>
            <p:nvPr/>
          </p:nvSpPr>
          <p:spPr bwMode="auto">
            <a:xfrm>
              <a:off x="2928" y="3065"/>
              <a:ext cx="278"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9184" name="Rectangle 48"/>
            <p:cNvSpPr>
              <a:spLocks noChangeArrowheads="1"/>
            </p:cNvSpPr>
            <p:nvPr/>
          </p:nvSpPr>
          <p:spPr bwMode="auto">
            <a:xfrm>
              <a:off x="3744" y="3689"/>
              <a:ext cx="278"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15760" name="Line 49"/>
            <p:cNvSpPr/>
            <p:nvPr/>
          </p:nvSpPr>
          <p:spPr>
            <a:xfrm>
              <a:off x="3768" y="3732"/>
              <a:ext cx="240" cy="0"/>
            </a:xfrm>
            <a:prstGeom prst="line">
              <a:avLst/>
            </a:prstGeom>
            <a:ln w="9525" cap="flat" cmpd="sng">
              <a:solidFill>
                <a:schemeClr val="tx1"/>
              </a:solidFill>
              <a:prstDash val="solid"/>
              <a:round/>
              <a:headEnd type="none" w="med" len="med"/>
              <a:tailEnd type="none" w="med" len="med"/>
            </a:ln>
          </p:spPr>
        </p:sp>
        <p:sp>
          <p:nvSpPr>
            <p:cNvPr id="219186" name="Rectangle 50"/>
            <p:cNvSpPr>
              <a:spLocks noChangeArrowheads="1"/>
            </p:cNvSpPr>
            <p:nvPr/>
          </p:nvSpPr>
          <p:spPr bwMode="auto">
            <a:xfrm>
              <a:off x="4320" y="3065"/>
              <a:ext cx="278"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9187" name="Rectangle 51"/>
            <p:cNvSpPr>
              <a:spLocks noChangeArrowheads="1"/>
            </p:cNvSpPr>
            <p:nvPr/>
          </p:nvSpPr>
          <p:spPr bwMode="auto">
            <a:xfrm>
              <a:off x="3456" y="665"/>
              <a:ext cx="278"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15763" name="Line 52"/>
            <p:cNvSpPr/>
            <p:nvPr/>
          </p:nvSpPr>
          <p:spPr>
            <a:xfrm>
              <a:off x="3468" y="720"/>
              <a:ext cx="240" cy="0"/>
            </a:xfrm>
            <a:prstGeom prst="line">
              <a:avLst/>
            </a:prstGeom>
            <a:ln w="9525" cap="flat" cmpd="sng">
              <a:solidFill>
                <a:schemeClr val="tx1"/>
              </a:solidFill>
              <a:prstDash val="solid"/>
              <a:round/>
              <a:headEnd type="none" w="med" len="med"/>
              <a:tailEnd type="none" w="med" len="med"/>
            </a:ln>
          </p:spPr>
        </p:sp>
        <p:sp>
          <p:nvSpPr>
            <p:cNvPr id="219189" name="Rectangle 53"/>
            <p:cNvSpPr>
              <a:spLocks noChangeArrowheads="1"/>
            </p:cNvSpPr>
            <p:nvPr/>
          </p:nvSpPr>
          <p:spPr bwMode="auto">
            <a:xfrm>
              <a:off x="3888" y="185"/>
              <a:ext cx="265"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9190" name="Rectangle 54"/>
            <p:cNvSpPr>
              <a:spLocks noChangeArrowheads="1"/>
            </p:cNvSpPr>
            <p:nvPr/>
          </p:nvSpPr>
          <p:spPr bwMode="auto">
            <a:xfrm>
              <a:off x="4464" y="192"/>
              <a:ext cx="288" cy="327"/>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15766" name="Line 55"/>
            <p:cNvSpPr/>
            <p:nvPr/>
          </p:nvSpPr>
          <p:spPr>
            <a:xfrm>
              <a:off x="4488" y="252"/>
              <a:ext cx="240" cy="0"/>
            </a:xfrm>
            <a:prstGeom prst="line">
              <a:avLst/>
            </a:prstGeom>
            <a:ln w="9525" cap="flat" cmpd="sng">
              <a:solidFill>
                <a:schemeClr val="tx1"/>
              </a:solidFill>
              <a:prstDash val="solid"/>
              <a:round/>
              <a:headEnd type="none" w="med" len="med"/>
              <a:tailEnd type="none" w="med" len="med"/>
            </a:ln>
          </p:spPr>
        </p:sp>
        <p:sp>
          <p:nvSpPr>
            <p:cNvPr id="219192" name="Rectangle 56"/>
            <p:cNvSpPr>
              <a:spLocks noChangeArrowheads="1"/>
            </p:cNvSpPr>
            <p:nvPr/>
          </p:nvSpPr>
          <p:spPr bwMode="auto">
            <a:xfrm>
              <a:off x="4176" y="617"/>
              <a:ext cx="290"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&amp;</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9193" name="Rectangle 57"/>
            <p:cNvSpPr>
              <a:spLocks noChangeArrowheads="1"/>
            </p:cNvSpPr>
            <p:nvPr/>
          </p:nvSpPr>
          <p:spPr bwMode="auto">
            <a:xfrm>
              <a:off x="3600" y="3065"/>
              <a:ext cx="290"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&amp;</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15769" name="Oval 58"/>
            <p:cNvSpPr/>
            <p:nvPr/>
          </p:nvSpPr>
          <p:spPr>
            <a:xfrm flipH="1">
              <a:off x="2592" y="1020"/>
              <a:ext cx="72" cy="75"/>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3" name="Group 59"/>
          <p:cNvGrpSpPr/>
          <p:nvPr/>
        </p:nvGrpSpPr>
        <p:grpSpPr>
          <a:xfrm>
            <a:off x="0" y="460375"/>
            <a:ext cx="6229350" cy="519113"/>
            <a:chOff x="1392" y="2633"/>
            <a:chExt cx="3924" cy="327"/>
          </a:xfrm>
        </p:grpSpPr>
        <p:sp>
          <p:nvSpPr>
            <p:cNvPr id="219196" name="Rectangle 60"/>
            <p:cNvSpPr>
              <a:spLocks noChangeArrowheads="1"/>
            </p:cNvSpPr>
            <p:nvPr/>
          </p:nvSpPr>
          <p:spPr bwMode="auto">
            <a:xfrm>
              <a:off x="1392" y="2633"/>
              <a:ext cx="3924"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=CD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15772" name="Line 61"/>
            <p:cNvSpPr/>
            <p:nvPr/>
          </p:nvSpPr>
          <p:spPr>
            <a:xfrm>
              <a:off x="2016" y="2640"/>
              <a:ext cx="192" cy="0"/>
            </a:xfrm>
            <a:prstGeom prst="line">
              <a:avLst/>
            </a:prstGeom>
            <a:ln w="9525" cap="flat" cmpd="sng">
              <a:solidFill>
                <a:schemeClr val="tx1"/>
              </a:solidFill>
              <a:prstDash val="solid"/>
              <a:round/>
              <a:headEnd type="none" w="med" len="med"/>
              <a:tailEnd type="none" w="med" len="med"/>
            </a:ln>
          </p:spPr>
        </p:sp>
        <p:sp>
          <p:nvSpPr>
            <p:cNvPr id="115773" name="Line 62"/>
            <p:cNvSpPr/>
            <p:nvPr/>
          </p:nvSpPr>
          <p:spPr>
            <a:xfrm>
              <a:off x="4128" y="2640"/>
              <a:ext cx="192" cy="0"/>
            </a:xfrm>
            <a:prstGeom prst="line">
              <a:avLst/>
            </a:prstGeom>
            <a:ln w="9525" cap="flat" cmpd="sng">
              <a:solidFill>
                <a:schemeClr val="tx1"/>
              </a:solidFill>
              <a:prstDash val="solid"/>
              <a:round/>
              <a:headEnd type="none" w="med" len="med"/>
              <a:tailEnd type="none" w="med" len="med"/>
            </a:ln>
          </p:spPr>
        </p:sp>
      </p:grpSp>
      <p:grpSp>
        <p:nvGrpSpPr>
          <p:cNvPr id="4" name="Group 63"/>
          <p:cNvGrpSpPr/>
          <p:nvPr/>
        </p:nvGrpSpPr>
        <p:grpSpPr>
          <a:xfrm>
            <a:off x="0" y="952500"/>
            <a:ext cx="6180138" cy="584200"/>
            <a:chOff x="1440" y="3216"/>
            <a:chExt cx="3893" cy="368"/>
          </a:xfrm>
        </p:grpSpPr>
        <p:sp>
          <p:nvSpPr>
            <p:cNvPr id="219200" name="Rectangle 64"/>
            <p:cNvSpPr>
              <a:spLocks noChangeArrowheads="1"/>
            </p:cNvSpPr>
            <p:nvPr/>
          </p:nvSpPr>
          <p:spPr bwMode="auto">
            <a:xfrm>
              <a:off x="1440" y="3257"/>
              <a:ext cx="3893"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15776" name="Line 65"/>
            <p:cNvSpPr/>
            <p:nvPr/>
          </p:nvSpPr>
          <p:spPr>
            <a:xfrm>
              <a:off x="3936" y="3264"/>
              <a:ext cx="240" cy="0"/>
            </a:xfrm>
            <a:prstGeom prst="line">
              <a:avLst/>
            </a:prstGeom>
            <a:ln w="9525" cap="flat" cmpd="sng">
              <a:solidFill>
                <a:schemeClr val="tx1"/>
              </a:solidFill>
              <a:prstDash val="solid"/>
              <a:round/>
              <a:headEnd type="none" w="med" len="med"/>
              <a:tailEnd type="none" w="med" len="med"/>
            </a:ln>
          </p:spPr>
        </p:sp>
        <p:sp>
          <p:nvSpPr>
            <p:cNvPr id="115777" name="Line 66"/>
            <p:cNvSpPr/>
            <p:nvPr/>
          </p:nvSpPr>
          <p:spPr>
            <a:xfrm>
              <a:off x="5136" y="3264"/>
              <a:ext cx="144" cy="0"/>
            </a:xfrm>
            <a:prstGeom prst="line">
              <a:avLst/>
            </a:prstGeom>
            <a:ln w="9525" cap="flat" cmpd="sng">
              <a:solidFill>
                <a:schemeClr val="tx1"/>
              </a:solidFill>
              <a:prstDash val="solid"/>
              <a:round/>
              <a:headEnd type="none" w="med" len="med"/>
              <a:tailEnd type="none" w="med" len="med"/>
            </a:ln>
          </p:spPr>
        </p:sp>
        <p:sp>
          <p:nvSpPr>
            <p:cNvPr id="115778" name="Line 67"/>
            <p:cNvSpPr/>
            <p:nvPr/>
          </p:nvSpPr>
          <p:spPr>
            <a:xfrm>
              <a:off x="4896" y="3216"/>
              <a:ext cx="432" cy="0"/>
            </a:xfrm>
            <a:prstGeom prst="line">
              <a:avLst/>
            </a:prstGeom>
            <a:ln w="9525" cap="flat" cmpd="sng">
              <a:solidFill>
                <a:schemeClr val="tx1"/>
              </a:solidFill>
              <a:prstDash val="solid"/>
              <a:roun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Text Box 2"/>
          <p:cNvSpPr txBox="1">
            <a:spLocks noChangeArrowheads="1"/>
          </p:cNvSpPr>
          <p:nvPr/>
        </p:nvSpPr>
        <p:spPr bwMode="auto">
          <a:xfrm>
            <a:off x="741363" y="549275"/>
            <a:ext cx="4568825" cy="583565"/>
          </a:xfrm>
          <a:prstGeom prst="rect">
            <a:avLst/>
          </a:prstGeom>
          <a:noFill/>
          <a:ln w="19050">
            <a:noFill/>
            <a:miter lim="800000"/>
            <a:tailEnd type="none" w="sm" len="lg"/>
          </a:ln>
          <a:effectLst/>
        </p:spPr>
        <p:txBody>
          <a:bodyPr>
            <a:spAutoFit/>
          </a:bodyPr>
          <a:lstStyle/>
          <a:p>
            <a:pPr marR="0" defTabSz="914400">
              <a:buClrTx/>
              <a:buSzTx/>
              <a:buFontTx/>
              <a:buNone/>
              <a:defRPr/>
            </a:pPr>
            <a:r>
              <a:rPr kumimoji="1" lang="en-US" altLang="zh-CN" sz="3200" b="1" i="0" kern="1200" cap="none" spc="0" normalizeH="0" baseline="0" noProof="0" dirty="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5.6    </a:t>
            </a:r>
            <a:r>
              <a:rPr kumimoji="1" lang="zh-CN" altLang="en-US" sz="3200" b="1" i="0"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二进制并行加法器</a:t>
            </a:r>
            <a:endParaRPr kumimoji="1" lang="zh-CN" altLang="en-US" sz="3200" b="1" i="0"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03427" name="Text Box 3"/>
          <p:cNvSpPr txBox="1"/>
          <p:nvPr/>
        </p:nvSpPr>
        <p:spPr>
          <a:xfrm>
            <a:off x="530225" y="1185863"/>
            <a:ext cx="8378825" cy="1630362"/>
          </a:xfrm>
          <a:prstGeom prst="rect">
            <a:avLst/>
          </a:prstGeom>
          <a:noFill/>
          <a:ln w="19050">
            <a:noFill/>
          </a:ln>
        </p:spPr>
        <p:txBody>
          <a:bodyPr anchor="t" anchorCtr="0">
            <a:spAutoFit/>
          </a:bodyPr>
          <a:p>
            <a:pPr>
              <a:lnSpc>
                <a:spcPct val="120000"/>
              </a:lnSpc>
              <a:spcBef>
                <a:spcPct val="50000"/>
              </a:spcBef>
            </a:pP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二进制并行加法器除能实现二进制加法运算外，还可实现代码转换、二进制减法运算，二进制乘法运算，十进制加法运算等功能。</a:t>
            </a:r>
            <a:endParaRPr lang="zh-CN" altLang="en-US" sz="2800" i="0" dirty="0">
              <a:latin typeface="Times New Roman" panose="02020603050405020304" pitchFamily="18" charset="0"/>
              <a:ea typeface="宋体" panose="02010600030101010101" pitchFamily="2" charset="-122"/>
            </a:endParaRPr>
          </a:p>
        </p:txBody>
      </p:sp>
      <p:grpSp>
        <p:nvGrpSpPr>
          <p:cNvPr id="2" name="Group 4"/>
          <p:cNvGrpSpPr/>
          <p:nvPr/>
        </p:nvGrpSpPr>
        <p:grpSpPr>
          <a:xfrm>
            <a:off x="3203575" y="3894138"/>
            <a:ext cx="3003550" cy="1257300"/>
            <a:chOff x="2152" y="1615"/>
            <a:chExt cx="1892" cy="792"/>
          </a:xfrm>
        </p:grpSpPr>
        <p:sp>
          <p:nvSpPr>
            <p:cNvPr id="116740" name="Text Box 5"/>
            <p:cNvSpPr txBox="1"/>
            <p:nvPr/>
          </p:nvSpPr>
          <p:spPr>
            <a:xfrm>
              <a:off x="2484" y="1615"/>
              <a:ext cx="1560" cy="480"/>
            </a:xfrm>
            <a:prstGeom prst="rect">
              <a:avLst/>
            </a:prstGeom>
            <a:noFill/>
            <a:ln w="38100">
              <a:noFill/>
            </a:ln>
          </p:spPr>
          <p:txBody>
            <a:bodyPr lIns="90000" tIns="46800" rIns="90000" bIns="46800" anchor="t" anchorCtr="0">
              <a:spAutoFit/>
            </a:bodyPr>
            <a:p>
              <a:pPr>
                <a:spcBef>
                  <a:spcPct val="50000"/>
                </a:spcBef>
              </a:pPr>
              <a:r>
                <a:rPr lang="en-US" altLang="zh-CN" sz="4400" i="0" dirty="0">
                  <a:latin typeface="Times New Roman" panose="02020603050405020304" pitchFamily="18" charset="0"/>
                  <a:ea typeface="楷体_GB2312" pitchFamily="49" charset="-122"/>
                </a:rPr>
                <a:t>1  1  0  1</a:t>
              </a:r>
              <a:endParaRPr lang="en-US" altLang="zh-CN" sz="4400" i="0" dirty="0">
                <a:latin typeface="Times New Roman" panose="02020603050405020304" pitchFamily="18" charset="0"/>
                <a:ea typeface="楷体_GB2312" pitchFamily="49" charset="-122"/>
              </a:endParaRPr>
            </a:p>
          </p:txBody>
        </p:sp>
        <p:sp>
          <p:nvSpPr>
            <p:cNvPr id="116741" name="Text Box 6"/>
            <p:cNvSpPr txBox="1"/>
            <p:nvPr/>
          </p:nvSpPr>
          <p:spPr>
            <a:xfrm>
              <a:off x="2484" y="1927"/>
              <a:ext cx="1500" cy="480"/>
            </a:xfrm>
            <a:prstGeom prst="rect">
              <a:avLst/>
            </a:prstGeom>
            <a:noFill/>
            <a:ln w="38100">
              <a:noFill/>
            </a:ln>
          </p:spPr>
          <p:txBody>
            <a:bodyPr lIns="90000" tIns="46800" rIns="90000" bIns="46800" anchor="t" anchorCtr="0">
              <a:spAutoFit/>
            </a:bodyPr>
            <a:p>
              <a:pPr>
                <a:spcBef>
                  <a:spcPct val="50000"/>
                </a:spcBef>
              </a:pPr>
              <a:r>
                <a:rPr lang="en-US" altLang="zh-CN" sz="4400" i="0" dirty="0">
                  <a:latin typeface="Times New Roman" panose="02020603050405020304" pitchFamily="18" charset="0"/>
                  <a:ea typeface="楷体_GB2312" pitchFamily="49" charset="-122"/>
                </a:rPr>
                <a:t>1  0  0  1</a:t>
              </a:r>
              <a:endParaRPr lang="en-US" altLang="zh-CN" sz="4400" i="0" dirty="0">
                <a:latin typeface="Times New Roman" panose="02020603050405020304" pitchFamily="18" charset="0"/>
                <a:ea typeface="楷体_GB2312" pitchFamily="49" charset="-122"/>
              </a:endParaRPr>
            </a:p>
          </p:txBody>
        </p:sp>
        <p:sp>
          <p:nvSpPr>
            <p:cNvPr id="116742" name="Text Box 7"/>
            <p:cNvSpPr txBox="1"/>
            <p:nvPr/>
          </p:nvSpPr>
          <p:spPr>
            <a:xfrm>
              <a:off x="2152" y="2006"/>
              <a:ext cx="236" cy="365"/>
            </a:xfrm>
            <a:prstGeom prst="rect">
              <a:avLst/>
            </a:prstGeom>
            <a:noFill/>
            <a:ln w="38100">
              <a:noFill/>
            </a:ln>
          </p:spPr>
          <p:txBody>
            <a:bodyPr lIns="90000" tIns="46800" rIns="90000" bIns="46800" anchor="t" anchorCtr="0">
              <a:spAutoFit/>
            </a:bodyPr>
            <a:p>
              <a:pPr>
                <a:spcBef>
                  <a:spcPct val="50000"/>
                </a:spcBef>
              </a:pPr>
              <a:r>
                <a:rPr lang="en-US" altLang="zh-CN" sz="3200" i="0" dirty="0">
                  <a:latin typeface="Times New Roman" panose="02020603050405020304" pitchFamily="18" charset="0"/>
                  <a:ea typeface="楷体_GB2312" pitchFamily="49" charset="-122"/>
                </a:rPr>
                <a:t>+</a:t>
              </a:r>
              <a:endParaRPr lang="en-US" altLang="zh-CN" sz="3200" i="0" dirty="0">
                <a:latin typeface="Times New Roman" panose="02020603050405020304" pitchFamily="18" charset="0"/>
                <a:ea typeface="楷体_GB2312" pitchFamily="49" charset="-122"/>
              </a:endParaRPr>
            </a:p>
          </p:txBody>
        </p:sp>
      </p:grpSp>
      <p:sp>
        <p:nvSpPr>
          <p:cNvPr id="103432" name="Text Box 8"/>
          <p:cNvSpPr txBox="1"/>
          <p:nvPr/>
        </p:nvSpPr>
        <p:spPr>
          <a:xfrm>
            <a:off x="1006475" y="2898775"/>
            <a:ext cx="7696200" cy="641350"/>
          </a:xfrm>
          <a:prstGeom prst="rect">
            <a:avLst/>
          </a:prstGeom>
          <a:noFill/>
          <a:ln w="38100">
            <a:noFill/>
          </a:ln>
        </p:spPr>
        <p:txBody>
          <a:bodyPr lIns="90000" tIns="46800" rIns="90000" bIns="46800" anchor="t" anchorCtr="0">
            <a:spAutoFit/>
          </a:bodyPr>
          <a:p>
            <a:pPr>
              <a:spcBef>
                <a:spcPct val="50000"/>
              </a:spcBef>
            </a:pPr>
            <a:r>
              <a:rPr lang="zh-CN" altLang="en-US" sz="3600" i="0" dirty="0">
                <a:latin typeface="Times New Roman" panose="02020603050405020304" pitchFamily="18" charset="0"/>
                <a:ea typeface="楷体_GB2312" pitchFamily="49" charset="-122"/>
              </a:rPr>
              <a:t>举例：</a:t>
            </a:r>
            <a:r>
              <a:rPr lang="en-US" altLang="zh-CN" sz="3600" dirty="0">
                <a:latin typeface="Times New Roman" panose="02020603050405020304" pitchFamily="18" charset="0"/>
                <a:ea typeface="楷体_GB2312" pitchFamily="49" charset="-122"/>
              </a:rPr>
              <a:t>A</a:t>
            </a:r>
            <a:r>
              <a:rPr lang="en-US" altLang="zh-CN" sz="3600" i="0" dirty="0">
                <a:latin typeface="Times New Roman" panose="02020603050405020304" pitchFamily="18" charset="0"/>
                <a:ea typeface="楷体_GB2312" pitchFamily="49" charset="-122"/>
              </a:rPr>
              <a:t>=1101, </a:t>
            </a:r>
            <a:r>
              <a:rPr lang="en-US" altLang="zh-CN" sz="3600" dirty="0">
                <a:latin typeface="Times New Roman" panose="02020603050405020304" pitchFamily="18" charset="0"/>
                <a:ea typeface="楷体_GB2312" pitchFamily="49" charset="-122"/>
              </a:rPr>
              <a:t>B</a:t>
            </a:r>
            <a:r>
              <a:rPr lang="en-US" altLang="zh-CN" sz="3600" i="0" dirty="0">
                <a:latin typeface="Times New Roman" panose="02020603050405020304" pitchFamily="18" charset="0"/>
                <a:ea typeface="楷体_GB2312" pitchFamily="49" charset="-122"/>
              </a:rPr>
              <a:t>=1001, </a:t>
            </a:r>
            <a:r>
              <a:rPr lang="zh-CN" altLang="en-US" sz="3600" i="0" dirty="0">
                <a:latin typeface="Times New Roman" panose="02020603050405020304" pitchFamily="18" charset="0"/>
                <a:ea typeface="楷体_GB2312" pitchFamily="49" charset="-122"/>
              </a:rPr>
              <a:t>计算</a:t>
            </a:r>
            <a:r>
              <a:rPr lang="en-US" altLang="zh-CN" sz="3600" i="0" dirty="0">
                <a:latin typeface="Times New Roman" panose="02020603050405020304" pitchFamily="18" charset="0"/>
                <a:ea typeface="楷体_GB2312" pitchFamily="49" charset="-122"/>
              </a:rPr>
              <a:t>A+B</a:t>
            </a:r>
            <a:endParaRPr lang="en-US" altLang="zh-CN" sz="3600" i="0" dirty="0">
              <a:latin typeface="Times New Roman" panose="02020603050405020304" pitchFamily="18" charset="0"/>
              <a:ea typeface="楷体_GB2312" pitchFamily="49" charset="-122"/>
            </a:endParaRPr>
          </a:p>
        </p:txBody>
      </p:sp>
      <p:sp>
        <p:nvSpPr>
          <p:cNvPr id="103433" name="Line 9"/>
          <p:cNvSpPr/>
          <p:nvPr/>
        </p:nvSpPr>
        <p:spPr>
          <a:xfrm>
            <a:off x="2873375" y="5273675"/>
            <a:ext cx="3619500" cy="0"/>
          </a:xfrm>
          <a:prstGeom prst="line">
            <a:avLst/>
          </a:prstGeom>
          <a:ln w="38100" cap="flat" cmpd="sng">
            <a:solidFill>
              <a:schemeClr val="tx1"/>
            </a:solidFill>
            <a:prstDash val="solid"/>
            <a:round/>
            <a:headEnd type="none" w="med" len="med"/>
            <a:tailEnd type="none" w="med" len="med"/>
          </a:ln>
        </p:spPr>
      </p:sp>
      <p:sp>
        <p:nvSpPr>
          <p:cNvPr id="103434" name="Text Box 10"/>
          <p:cNvSpPr txBox="1"/>
          <p:nvPr/>
        </p:nvSpPr>
        <p:spPr>
          <a:xfrm>
            <a:off x="5407025" y="5330825"/>
            <a:ext cx="495300" cy="762000"/>
          </a:xfrm>
          <a:prstGeom prst="rect">
            <a:avLst/>
          </a:prstGeom>
          <a:noFill/>
          <a:ln w="38100">
            <a:noFill/>
          </a:ln>
        </p:spPr>
        <p:txBody>
          <a:bodyPr lIns="90000" tIns="46800" rIns="90000" bIns="46800" anchor="t" anchorCtr="0">
            <a:spAutoFit/>
          </a:bodyPr>
          <a:p>
            <a:pPr>
              <a:spcBef>
                <a:spcPct val="50000"/>
              </a:spcBef>
            </a:pPr>
            <a:r>
              <a:rPr lang="en-US" altLang="zh-CN" sz="4400" i="0" dirty="0">
                <a:solidFill>
                  <a:srgbClr val="CC0000"/>
                </a:solidFill>
                <a:latin typeface="Times New Roman" panose="02020603050405020304" pitchFamily="18" charset="0"/>
                <a:ea typeface="楷体_GB2312" pitchFamily="49" charset="-122"/>
              </a:rPr>
              <a:t>0</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35" name="Text Box 11"/>
          <p:cNvSpPr txBox="1"/>
          <p:nvPr/>
        </p:nvSpPr>
        <p:spPr>
          <a:xfrm>
            <a:off x="5116513" y="4740275"/>
            <a:ext cx="792162" cy="579438"/>
          </a:xfrm>
          <a:prstGeom prst="rect">
            <a:avLst/>
          </a:prstGeom>
          <a:noFill/>
          <a:ln w="38100">
            <a:noFill/>
          </a:ln>
        </p:spPr>
        <p:txBody>
          <a:bodyPr lIns="90000" tIns="46800" rIns="90000" bIns="46800" anchor="t" anchorCtr="0">
            <a:spAutoFit/>
          </a:bodyPr>
          <a:p>
            <a:pPr>
              <a:spcBef>
                <a:spcPct val="50000"/>
              </a:spcBef>
            </a:pPr>
            <a:r>
              <a:rPr lang="en-US" altLang="zh-CN" sz="3200" i="0" dirty="0">
                <a:solidFill>
                  <a:srgbClr val="CC0000"/>
                </a:solidFill>
                <a:latin typeface="Times New Roman" panose="02020603050405020304" pitchFamily="18" charset="0"/>
                <a:ea typeface="楷体_GB2312" pitchFamily="49" charset="-122"/>
              </a:rPr>
              <a:t>1</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36" name="Text Box 12"/>
          <p:cNvSpPr txBox="1"/>
          <p:nvPr/>
        </p:nvSpPr>
        <p:spPr>
          <a:xfrm>
            <a:off x="4911725" y="5311775"/>
            <a:ext cx="495300" cy="762000"/>
          </a:xfrm>
          <a:prstGeom prst="rect">
            <a:avLst/>
          </a:prstGeom>
          <a:noFill/>
          <a:ln w="38100">
            <a:noFill/>
          </a:ln>
        </p:spPr>
        <p:txBody>
          <a:bodyPr lIns="90000" tIns="46800" rIns="90000" bIns="46800" anchor="t" anchorCtr="0">
            <a:spAutoFit/>
          </a:bodyPr>
          <a:p>
            <a:pPr>
              <a:spcBef>
                <a:spcPct val="50000"/>
              </a:spcBef>
            </a:pPr>
            <a:r>
              <a:rPr lang="en-US" altLang="zh-CN" sz="4400" i="0" dirty="0">
                <a:solidFill>
                  <a:srgbClr val="CC0000"/>
                </a:solidFill>
                <a:latin typeface="Times New Roman" panose="02020603050405020304" pitchFamily="18" charset="0"/>
                <a:ea typeface="楷体_GB2312" pitchFamily="49" charset="-122"/>
              </a:rPr>
              <a:t>1</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37" name="Text Box 13"/>
          <p:cNvSpPr txBox="1"/>
          <p:nvPr/>
        </p:nvSpPr>
        <p:spPr>
          <a:xfrm>
            <a:off x="4506913" y="4721225"/>
            <a:ext cx="676275" cy="579438"/>
          </a:xfrm>
          <a:prstGeom prst="rect">
            <a:avLst/>
          </a:prstGeom>
          <a:noFill/>
          <a:ln w="38100">
            <a:noFill/>
          </a:ln>
        </p:spPr>
        <p:txBody>
          <a:bodyPr lIns="90000" tIns="46800" rIns="90000" bIns="46800" anchor="t" anchorCtr="0">
            <a:spAutoFit/>
          </a:bodyPr>
          <a:p>
            <a:pPr>
              <a:spcBef>
                <a:spcPct val="50000"/>
              </a:spcBef>
            </a:pPr>
            <a:r>
              <a:rPr lang="en-US" altLang="zh-CN" sz="3200" i="0" dirty="0">
                <a:solidFill>
                  <a:srgbClr val="CC0000"/>
                </a:solidFill>
                <a:latin typeface="Times New Roman" panose="02020603050405020304" pitchFamily="18" charset="0"/>
                <a:ea typeface="楷体_GB2312" pitchFamily="49" charset="-122"/>
              </a:rPr>
              <a:t>0</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38" name="Text Box 14"/>
          <p:cNvSpPr txBox="1"/>
          <p:nvPr/>
        </p:nvSpPr>
        <p:spPr>
          <a:xfrm>
            <a:off x="4359275" y="5311775"/>
            <a:ext cx="495300" cy="762000"/>
          </a:xfrm>
          <a:prstGeom prst="rect">
            <a:avLst/>
          </a:prstGeom>
          <a:noFill/>
          <a:ln w="38100">
            <a:noFill/>
          </a:ln>
        </p:spPr>
        <p:txBody>
          <a:bodyPr lIns="90000" tIns="46800" rIns="90000" bIns="46800" anchor="t" anchorCtr="0">
            <a:spAutoFit/>
          </a:bodyPr>
          <a:p>
            <a:pPr>
              <a:spcBef>
                <a:spcPct val="50000"/>
              </a:spcBef>
            </a:pPr>
            <a:r>
              <a:rPr lang="en-US" altLang="zh-CN" sz="4400" i="0" dirty="0">
                <a:solidFill>
                  <a:srgbClr val="CC0000"/>
                </a:solidFill>
                <a:latin typeface="Times New Roman" panose="02020603050405020304" pitchFamily="18" charset="0"/>
                <a:ea typeface="楷体_GB2312" pitchFamily="49" charset="-122"/>
              </a:rPr>
              <a:t>1</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39" name="Text Box 15"/>
          <p:cNvSpPr txBox="1"/>
          <p:nvPr/>
        </p:nvSpPr>
        <p:spPr>
          <a:xfrm>
            <a:off x="3935413" y="4721225"/>
            <a:ext cx="733425" cy="579438"/>
          </a:xfrm>
          <a:prstGeom prst="rect">
            <a:avLst/>
          </a:prstGeom>
          <a:noFill/>
          <a:ln w="38100">
            <a:noFill/>
          </a:ln>
        </p:spPr>
        <p:txBody>
          <a:bodyPr lIns="90000" tIns="46800" rIns="90000" bIns="46800" anchor="t" anchorCtr="0">
            <a:spAutoFit/>
          </a:bodyPr>
          <a:p>
            <a:pPr>
              <a:spcBef>
                <a:spcPct val="50000"/>
              </a:spcBef>
            </a:pPr>
            <a:r>
              <a:rPr lang="en-US" altLang="zh-CN" sz="3200" i="0" dirty="0">
                <a:solidFill>
                  <a:srgbClr val="CC0000"/>
                </a:solidFill>
                <a:latin typeface="Times New Roman" panose="02020603050405020304" pitchFamily="18" charset="0"/>
                <a:ea typeface="楷体_GB2312" pitchFamily="49" charset="-122"/>
              </a:rPr>
              <a:t>0</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40" name="Text Box 16"/>
          <p:cNvSpPr txBox="1"/>
          <p:nvPr/>
        </p:nvSpPr>
        <p:spPr>
          <a:xfrm>
            <a:off x="3825875" y="5311775"/>
            <a:ext cx="495300" cy="762000"/>
          </a:xfrm>
          <a:prstGeom prst="rect">
            <a:avLst/>
          </a:prstGeom>
          <a:noFill/>
          <a:ln w="38100">
            <a:noFill/>
          </a:ln>
        </p:spPr>
        <p:txBody>
          <a:bodyPr lIns="90000" tIns="46800" rIns="90000" bIns="46800" anchor="t" anchorCtr="0">
            <a:spAutoFit/>
          </a:bodyPr>
          <a:p>
            <a:pPr>
              <a:spcBef>
                <a:spcPct val="50000"/>
              </a:spcBef>
            </a:pPr>
            <a:r>
              <a:rPr lang="en-US" altLang="zh-CN" sz="4400" i="0" dirty="0">
                <a:solidFill>
                  <a:srgbClr val="CC0000"/>
                </a:solidFill>
                <a:latin typeface="Times New Roman" panose="02020603050405020304" pitchFamily="18" charset="0"/>
                <a:ea typeface="楷体_GB2312" pitchFamily="49" charset="-122"/>
              </a:rPr>
              <a:t>0</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41" name="Text Box 17"/>
          <p:cNvSpPr txBox="1"/>
          <p:nvPr/>
        </p:nvSpPr>
        <p:spPr>
          <a:xfrm>
            <a:off x="3402013" y="4740275"/>
            <a:ext cx="657225" cy="579438"/>
          </a:xfrm>
          <a:prstGeom prst="rect">
            <a:avLst/>
          </a:prstGeom>
          <a:noFill/>
          <a:ln w="38100">
            <a:noFill/>
          </a:ln>
        </p:spPr>
        <p:txBody>
          <a:bodyPr lIns="90000" tIns="46800" rIns="90000" bIns="46800" anchor="t" anchorCtr="0">
            <a:spAutoFit/>
          </a:bodyPr>
          <a:p>
            <a:pPr>
              <a:spcBef>
                <a:spcPct val="50000"/>
              </a:spcBef>
            </a:pPr>
            <a:r>
              <a:rPr lang="en-US" altLang="zh-CN" sz="3200" i="0" dirty="0">
                <a:solidFill>
                  <a:srgbClr val="CC0000"/>
                </a:solidFill>
                <a:latin typeface="Times New Roman" panose="02020603050405020304" pitchFamily="18" charset="0"/>
                <a:ea typeface="楷体_GB2312" pitchFamily="49" charset="-122"/>
              </a:rPr>
              <a:t>1</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42" name="Text Box 18"/>
          <p:cNvSpPr txBox="1"/>
          <p:nvPr/>
        </p:nvSpPr>
        <p:spPr>
          <a:xfrm>
            <a:off x="3387725" y="5292725"/>
            <a:ext cx="495300" cy="762000"/>
          </a:xfrm>
          <a:prstGeom prst="rect">
            <a:avLst/>
          </a:prstGeom>
          <a:noFill/>
          <a:ln w="38100">
            <a:noFill/>
          </a:ln>
        </p:spPr>
        <p:txBody>
          <a:bodyPr lIns="90000" tIns="46800" rIns="90000" bIns="46800" anchor="t" anchorCtr="0">
            <a:spAutoFit/>
          </a:bodyPr>
          <a:p>
            <a:pPr>
              <a:spcBef>
                <a:spcPct val="50000"/>
              </a:spcBef>
            </a:pPr>
            <a:r>
              <a:rPr lang="en-US" altLang="zh-CN" sz="4400" i="0" dirty="0">
                <a:solidFill>
                  <a:srgbClr val="CC0000"/>
                </a:solidFill>
                <a:latin typeface="Times New Roman" panose="02020603050405020304" pitchFamily="18" charset="0"/>
                <a:ea typeface="楷体_GB2312" pitchFamily="49" charset="-122"/>
              </a:rPr>
              <a:t>1</a:t>
            </a:r>
            <a:endParaRPr lang="en-US" altLang="zh-CN" sz="3200" i="0" dirty="0">
              <a:solidFill>
                <a:srgbClr val="CC0000"/>
              </a:solidFill>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3426"/>
                                        </p:tgtEl>
                                        <p:attrNameLst>
                                          <p:attrName>style.visibility</p:attrName>
                                        </p:attrNameLst>
                                      </p:cBhvr>
                                      <p:to>
                                        <p:strVal val="visible"/>
                                      </p:to>
                                    </p:set>
                                    <p:anim calcmode="lin" valueType="num">
                                      <p:cBhvr>
                                        <p:cTn id="7" dur="500" fill="hold"/>
                                        <p:tgtEl>
                                          <p:spTgt spid="103426"/>
                                        </p:tgtEl>
                                        <p:attrNameLst>
                                          <p:attrName>ppt_w</p:attrName>
                                        </p:attrNameLst>
                                      </p:cBhvr>
                                      <p:tavLst>
                                        <p:tav tm="0">
                                          <p:val>
                                            <p:fltVal val="0.000000"/>
                                          </p:val>
                                        </p:tav>
                                        <p:tav tm="100000">
                                          <p:val>
                                            <p:strVal val="#ppt_w"/>
                                          </p:val>
                                        </p:tav>
                                      </p:tavLst>
                                    </p:anim>
                                    <p:anim calcmode="lin" valueType="num">
                                      <p:cBhvr>
                                        <p:cTn id="8" dur="500" fill="hold"/>
                                        <p:tgtEl>
                                          <p:spTgt spid="103426"/>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3427"/>
                                        </p:tgtEl>
                                        <p:attrNameLst>
                                          <p:attrName>style.visibility</p:attrName>
                                        </p:attrNameLst>
                                      </p:cBhvr>
                                      <p:to>
                                        <p:strVal val="visible"/>
                                      </p:to>
                                    </p:set>
                                    <p:animEffect transition="in" filter="wipe(left)">
                                      <p:cBhvr>
                                        <p:cTn id="13" dur="500"/>
                                        <p:tgtEl>
                                          <p:spTgt spid="10342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03432"/>
                                        </p:tgtEl>
                                        <p:attrNameLst>
                                          <p:attrName>style.visibility</p:attrName>
                                        </p:attrNameLst>
                                      </p:cBhvr>
                                      <p:to>
                                        <p:strVal val="visible"/>
                                      </p:to>
                                    </p:set>
                                    <p:anim calcmode="lin" valueType="num">
                                      <p:cBhvr additive="base">
                                        <p:cTn id="18" dur="500" fill="hold"/>
                                        <p:tgtEl>
                                          <p:spTgt spid="103432"/>
                                        </p:tgtEl>
                                        <p:attrNameLst>
                                          <p:attrName>ppt_x</p:attrName>
                                        </p:attrNameLst>
                                      </p:cBhvr>
                                      <p:tavLst>
                                        <p:tav tm="0">
                                          <p:val>
                                            <p:strVal val="1+#ppt_w/2"/>
                                          </p:val>
                                        </p:tav>
                                        <p:tav tm="100000">
                                          <p:val>
                                            <p:strVal val="#ppt_x"/>
                                          </p:val>
                                        </p:tav>
                                      </p:tavLst>
                                    </p:anim>
                                    <p:anim calcmode="lin" valueType="num">
                                      <p:cBhvr additive="base">
                                        <p:cTn id="19" dur="500" fill="hold"/>
                                        <p:tgtEl>
                                          <p:spTgt spid="10343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03433"/>
                                        </p:tgtEl>
                                        <p:attrNameLst>
                                          <p:attrName>style.visibility</p:attrName>
                                        </p:attrNameLst>
                                      </p:cBhvr>
                                      <p:to>
                                        <p:strVal val="visible"/>
                                      </p:to>
                                    </p:set>
                                    <p:animEffect transition="in" filter="wipe(left)">
                                      <p:cBhvr>
                                        <p:cTn id="29" dur="500"/>
                                        <p:tgtEl>
                                          <p:spTgt spid="10343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10343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10343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10343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10343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10343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10343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10344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499"/>
                                          </p:stCondLst>
                                        </p:cTn>
                                        <p:tgtEl>
                                          <p:spTgt spid="10344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1034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bldLvl="0" animBg="1"/>
      <p:bldP spid="103427" grpId="0"/>
      <p:bldP spid="103432" grpId="0"/>
      <p:bldP spid="103434" grpId="0"/>
      <p:bldP spid="103435" grpId="0"/>
      <p:bldP spid="103436" grpId="0"/>
      <p:bldP spid="103437" grpId="0"/>
      <p:bldP spid="103438" grpId="0"/>
      <p:bldP spid="103439" grpId="0"/>
      <p:bldP spid="103440" grpId="0"/>
      <p:bldP spid="103441" grpId="0"/>
      <p:bldP spid="103442"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1" name="Text Box 3"/>
          <p:cNvSpPr txBox="1"/>
          <p:nvPr/>
        </p:nvSpPr>
        <p:spPr>
          <a:xfrm>
            <a:off x="1279525" y="974725"/>
            <a:ext cx="7107238" cy="884238"/>
          </a:xfrm>
          <a:prstGeom prst="rect">
            <a:avLst/>
          </a:prstGeom>
          <a:noFill/>
          <a:ln w="9525">
            <a:noFill/>
          </a:ln>
        </p:spPr>
        <p:txBody>
          <a:bodyPr anchor="t" anchorCtr="0">
            <a:spAutoFit/>
          </a:bodyPr>
          <a:p>
            <a:pPr>
              <a:spcBef>
                <a:spcPct val="50000"/>
              </a:spcBef>
            </a:pPr>
            <a:r>
              <a:rPr lang="en-US" altLang="zh-CN" sz="2800" b="1" i="0" dirty="0">
                <a:latin typeface="Times New Roman" panose="02020603050405020304" pitchFamily="18" charset="0"/>
                <a:ea typeface="宋体" panose="02010600030101010101" pitchFamily="2" charset="-122"/>
              </a:rPr>
              <a:t>1</a:t>
            </a:r>
            <a:r>
              <a:rPr lang="zh-CN" altLang="en-US" sz="2800" b="1"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一位半加器：</a:t>
            </a:r>
            <a:r>
              <a:rPr lang="zh-CN" altLang="en-US" sz="2400" b="1" i="0" dirty="0">
                <a:latin typeface="Times New Roman" panose="02020603050405020304" pitchFamily="18" charset="0"/>
                <a:ea typeface="宋体" panose="02010600030101010101" pitchFamily="2" charset="-122"/>
              </a:rPr>
              <a:t>不考虑来自低位的进位，将两个</a:t>
            </a:r>
            <a:r>
              <a:rPr lang="en-US" altLang="zh-CN" sz="2400" b="1" i="0" dirty="0">
                <a:latin typeface="Times New Roman" panose="02020603050405020304" pitchFamily="18" charset="0"/>
                <a:ea typeface="宋体" panose="02010600030101010101" pitchFamily="2" charset="-122"/>
              </a:rPr>
              <a:t>1</a:t>
            </a:r>
            <a:r>
              <a:rPr lang="zh-CN" altLang="en-US" sz="2400" b="1" i="0" dirty="0">
                <a:latin typeface="Times New Roman" panose="02020603050405020304" pitchFamily="18" charset="0"/>
                <a:ea typeface="宋体" panose="02010600030101010101" pitchFamily="2" charset="-122"/>
              </a:rPr>
              <a:t>位的二进制数相加</a:t>
            </a:r>
            <a:endParaRPr lang="zh-CN" altLang="en-US" sz="2400" b="1" i="0" dirty="0">
              <a:latin typeface="Times New Roman" panose="02020603050405020304" pitchFamily="18" charset="0"/>
              <a:ea typeface="宋体" panose="02010600030101010101" pitchFamily="2" charset="-122"/>
            </a:endParaRPr>
          </a:p>
        </p:txBody>
      </p:sp>
      <p:sp>
        <p:nvSpPr>
          <p:cNvPr id="222212" name="Text Box 4"/>
          <p:cNvSpPr txBox="1"/>
          <p:nvPr/>
        </p:nvSpPr>
        <p:spPr>
          <a:xfrm>
            <a:off x="1160463" y="2071688"/>
            <a:ext cx="3384550"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第一步：建立真值表</a:t>
            </a:r>
            <a:endParaRPr lang="zh-CN" altLang="en-US" sz="2800" i="0" dirty="0">
              <a:latin typeface="Times New Roman" panose="02020603050405020304" pitchFamily="18" charset="0"/>
              <a:ea typeface="宋体" panose="02010600030101010101" pitchFamily="2" charset="-122"/>
            </a:endParaRPr>
          </a:p>
        </p:txBody>
      </p:sp>
      <p:sp>
        <p:nvSpPr>
          <p:cNvPr id="222213" name="Text Box 5"/>
          <p:cNvSpPr txBox="1"/>
          <p:nvPr/>
        </p:nvSpPr>
        <p:spPr>
          <a:xfrm>
            <a:off x="758825" y="2590800"/>
            <a:ext cx="7445375" cy="1887538"/>
          </a:xfrm>
          <a:prstGeom prst="rect">
            <a:avLst/>
          </a:prstGeom>
          <a:noFill/>
          <a:ln w="9525">
            <a:noFill/>
          </a:ln>
        </p:spPr>
        <p:txBody>
          <a:bodyPr anchor="t" anchorCtr="0">
            <a:spAutoFit/>
          </a:bodyPr>
          <a:p>
            <a:pPr marL="476250" indent="-476250">
              <a:lnSpc>
                <a:spcPct val="140000"/>
              </a:lnSpc>
              <a:spcBef>
                <a:spcPct val="50000"/>
              </a:spcBef>
            </a:pP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要完成一位“被加数”与“加数”两者相加，要产生“本位和”及向高位的“进位”，因此该电路有</a:t>
            </a:r>
            <a:r>
              <a:rPr lang="en-US" altLang="zh-CN" sz="2800" i="0" dirty="0">
                <a:latin typeface="Times New Roman" panose="02020603050405020304" pitchFamily="18" charset="0"/>
                <a:ea typeface="宋体" panose="02010600030101010101" pitchFamily="2" charset="-122"/>
                <a:sym typeface="Monotype Sorts" pitchFamily="2" charset="2"/>
              </a:rPr>
              <a:t>2</a:t>
            </a:r>
            <a:r>
              <a:rPr lang="zh-CN" altLang="en-US" sz="2800" i="0" dirty="0">
                <a:latin typeface="Times New Roman" panose="02020603050405020304" pitchFamily="18" charset="0"/>
                <a:ea typeface="宋体" panose="02010600030101010101" pitchFamily="2" charset="-122"/>
                <a:sym typeface="Monotype Sorts" pitchFamily="2" charset="2"/>
              </a:rPr>
              <a:t>个输入，</a:t>
            </a:r>
            <a:r>
              <a:rPr lang="en-US" altLang="zh-CN" sz="2800" i="0" dirty="0">
                <a:latin typeface="Times New Roman" panose="02020603050405020304" pitchFamily="18" charset="0"/>
                <a:ea typeface="宋体" panose="02010600030101010101" pitchFamily="2" charset="-122"/>
                <a:sym typeface="Monotype Sorts" pitchFamily="2" charset="2"/>
              </a:rPr>
              <a:t>2</a:t>
            </a:r>
            <a:r>
              <a:rPr lang="zh-CN" altLang="en-US" sz="2800" i="0" dirty="0">
                <a:latin typeface="Times New Roman" panose="02020603050405020304" pitchFamily="18" charset="0"/>
                <a:ea typeface="宋体" panose="02010600030101010101" pitchFamily="2" charset="-122"/>
                <a:sym typeface="Monotype Sorts" pitchFamily="2" charset="2"/>
              </a:rPr>
              <a:t>个输出。</a:t>
            </a:r>
            <a:endParaRPr lang="zh-CN" altLang="en-US" sz="2800" i="0" dirty="0">
              <a:latin typeface="Times New Roman" panose="02020603050405020304" pitchFamily="18" charset="0"/>
              <a:ea typeface="宋体" panose="02010600030101010101" pitchFamily="2" charset="-122"/>
            </a:endParaRPr>
          </a:p>
        </p:txBody>
      </p:sp>
      <p:sp>
        <p:nvSpPr>
          <p:cNvPr id="222214" name="Rectangle 6"/>
          <p:cNvSpPr/>
          <p:nvPr/>
        </p:nvSpPr>
        <p:spPr>
          <a:xfrm>
            <a:off x="668338" y="4429125"/>
            <a:ext cx="7331075" cy="1203325"/>
          </a:xfrm>
          <a:prstGeom prst="rect">
            <a:avLst/>
          </a:prstGeom>
          <a:noFill/>
          <a:ln w="9525">
            <a:noFill/>
          </a:ln>
        </p:spPr>
        <p:txBody>
          <a:bodyPr anchor="t" anchorCtr="0">
            <a:spAutoFit/>
          </a:bodyPr>
          <a:p>
            <a:pPr marL="476250" indent="-476250">
              <a:lnSpc>
                <a:spcPct val="130000"/>
              </a:lnSpc>
            </a:pP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设“被加数”，“加数” 分别为</a:t>
            </a:r>
            <a:r>
              <a:rPr lang="en-US" altLang="zh-CN" sz="2800" dirty="0">
                <a:latin typeface="Times New Roman" panose="02020603050405020304" pitchFamily="18" charset="0"/>
                <a:ea typeface="宋体" panose="02010600030101010101" pitchFamily="2" charset="-122"/>
                <a:sym typeface="Monotype Sorts" pitchFamily="2" charset="2"/>
              </a:rPr>
              <a:t>A</a:t>
            </a:r>
            <a:r>
              <a:rPr lang="zh-CN" altLang="en-US" sz="2800" i="0" dirty="0">
                <a:latin typeface="Times New Roman" panose="02020603050405020304" pitchFamily="18" charset="0"/>
                <a:ea typeface="宋体" panose="02010600030101010101" pitchFamily="2" charset="-122"/>
                <a:sym typeface="Monotype Sorts" pitchFamily="2" charset="2"/>
              </a:rPr>
              <a:t>和</a:t>
            </a:r>
            <a:r>
              <a:rPr lang="en-US" altLang="zh-CN" sz="2800" dirty="0">
                <a:latin typeface="Times New Roman" panose="02020603050405020304" pitchFamily="18" charset="0"/>
                <a:ea typeface="宋体" panose="02010600030101010101" pitchFamily="2" charset="-122"/>
                <a:sym typeface="Monotype Sorts" pitchFamily="2" charset="2"/>
              </a:rPr>
              <a:t>B</a:t>
            </a:r>
            <a:r>
              <a:rPr lang="zh-CN" altLang="en-US" sz="2800" i="0" dirty="0">
                <a:latin typeface="Times New Roman" panose="02020603050405020304" pitchFamily="18" charset="0"/>
                <a:ea typeface="宋体" panose="02010600030101010101" pitchFamily="2" charset="-122"/>
                <a:sym typeface="Monotype Sorts" pitchFamily="2" charset="2"/>
              </a:rPr>
              <a:t>； “</a:t>
            </a:r>
            <a:r>
              <a:rPr lang="zh-CN" altLang="zh-CN" sz="2800" i="0" dirty="0">
                <a:latin typeface="Times New Roman" panose="02020603050405020304" pitchFamily="18" charset="0"/>
                <a:ea typeface="宋体" panose="02010600030101010101" pitchFamily="2" charset="-122"/>
                <a:sym typeface="Monotype Sorts" pitchFamily="2" charset="2"/>
              </a:rPr>
              <a:t>本位和”与向高位的“进位”分别为</a:t>
            </a:r>
            <a:r>
              <a:rPr lang="en-US" altLang="zh-CN" sz="2800" dirty="0">
                <a:latin typeface="Times New Roman" panose="02020603050405020304" pitchFamily="18" charset="0"/>
                <a:ea typeface="宋体" panose="02010600030101010101" pitchFamily="2" charset="-122"/>
                <a:sym typeface="Monotype Sorts" pitchFamily="2" charset="2"/>
              </a:rPr>
              <a:t>S</a:t>
            </a:r>
            <a:r>
              <a:rPr lang="en-US" altLang="zh-CN" sz="2800" baseline="-25000" dirty="0">
                <a:latin typeface="Times New Roman" panose="02020603050405020304" pitchFamily="18" charset="0"/>
                <a:ea typeface="宋体" panose="02010600030101010101" pitchFamily="2" charset="-122"/>
                <a:sym typeface="Monotype Sorts" pitchFamily="2" charset="2"/>
              </a:rPr>
              <a:t>H</a:t>
            </a:r>
            <a:r>
              <a:rPr lang="zh-CN" altLang="en-US" sz="2800" i="0" dirty="0">
                <a:latin typeface="Times New Roman" panose="02020603050405020304" pitchFamily="18" charset="0"/>
                <a:ea typeface="宋体" panose="02010600030101010101" pitchFamily="2" charset="-122"/>
                <a:sym typeface="Monotype Sorts" pitchFamily="2" charset="2"/>
              </a:rPr>
              <a:t>和 </a:t>
            </a:r>
            <a:r>
              <a:rPr lang="en-US" altLang="zh-CN" sz="2800" dirty="0">
                <a:latin typeface="Times New Roman" panose="02020603050405020304" pitchFamily="18" charset="0"/>
                <a:ea typeface="宋体" panose="02010600030101010101" pitchFamily="2" charset="-122"/>
                <a:sym typeface="Monotype Sorts" pitchFamily="2" charset="2"/>
              </a:rPr>
              <a:t>C</a:t>
            </a:r>
            <a:r>
              <a:rPr lang="en-US" altLang="zh-CN" sz="2800" baseline="-25000" dirty="0">
                <a:latin typeface="Times New Roman" panose="02020603050405020304" pitchFamily="18" charset="0"/>
                <a:ea typeface="宋体" panose="02010600030101010101" pitchFamily="2" charset="-122"/>
                <a:sym typeface="Monotype Sorts" pitchFamily="2" charset="2"/>
              </a:rPr>
              <a:t>H</a:t>
            </a:r>
            <a:r>
              <a:rPr lang="zh-CN" altLang="en-US" sz="2800" baseline="-25000" dirty="0">
                <a:latin typeface="Times New Roman" panose="02020603050405020304" pitchFamily="18" charset="0"/>
                <a:ea typeface="宋体" panose="02010600030101010101" pitchFamily="2" charset="-122"/>
                <a:sym typeface="Monotype Sorts" pitchFamily="2" charset="2"/>
              </a:rPr>
              <a:t>。</a:t>
            </a:r>
            <a:endParaRPr lang="zh-CN" altLang="en-US" sz="2800" i="0" dirty="0">
              <a:latin typeface="Times New Roman" panose="02020603050405020304" pitchFamily="18" charset="0"/>
              <a:ea typeface="宋体" panose="02010600030101010101" pitchFamily="2" charset="-122"/>
              <a:sym typeface="Monotype Sorts"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2211"/>
                                        </p:tgtEl>
                                        <p:attrNameLst>
                                          <p:attrName>style.visibility</p:attrName>
                                        </p:attrNameLst>
                                      </p:cBhvr>
                                      <p:to>
                                        <p:strVal val="visible"/>
                                      </p:to>
                                    </p:set>
                                    <p:animEffect transition="in" filter="wipe(left)">
                                      <p:cBhvr>
                                        <p:cTn id="7" dur="500"/>
                                        <p:tgtEl>
                                          <p:spTgt spid="2222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2212">
                                            <p:txEl>
                                              <p:charRg st="0" end="10"/>
                                            </p:txEl>
                                          </p:spTgt>
                                        </p:tgtEl>
                                        <p:attrNameLst>
                                          <p:attrName>style.visibility</p:attrName>
                                        </p:attrNameLst>
                                      </p:cBhvr>
                                      <p:to>
                                        <p:strVal val="visible"/>
                                      </p:to>
                                    </p:set>
                                    <p:animEffect transition="in" filter="wipe(left)">
                                      <p:cBhvr>
                                        <p:cTn id="12" dur="500"/>
                                        <p:tgtEl>
                                          <p:spTgt spid="222212">
                                            <p:txEl>
                                              <p:charRg st="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2213">
                                            <p:txEl>
                                              <p:charRg st="0" end="60"/>
                                            </p:txEl>
                                          </p:spTgt>
                                        </p:tgtEl>
                                        <p:attrNameLst>
                                          <p:attrName>style.visibility</p:attrName>
                                        </p:attrNameLst>
                                      </p:cBhvr>
                                      <p:to>
                                        <p:strVal val="visible"/>
                                      </p:to>
                                    </p:set>
                                    <p:animEffect transition="in" filter="wipe(left)">
                                      <p:cBhvr>
                                        <p:cTn id="17" dur="500"/>
                                        <p:tgtEl>
                                          <p:spTgt spid="222213">
                                            <p:txEl>
                                              <p:charRg st="0" end="6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2214">
                                            <p:txEl>
                                              <p:charRg st="0" end="51"/>
                                            </p:txEl>
                                          </p:spTgt>
                                        </p:tgtEl>
                                        <p:attrNameLst>
                                          <p:attrName>style.visibility</p:attrName>
                                        </p:attrNameLst>
                                      </p:cBhvr>
                                      <p:to>
                                        <p:strVal val="visible"/>
                                      </p:to>
                                    </p:set>
                                    <p:animEffect transition="in" filter="wipe(left)">
                                      <p:cBhvr>
                                        <p:cTn id="22" dur="500"/>
                                        <p:tgtEl>
                                          <p:spTgt spid="222214">
                                            <p:txEl>
                                              <p:charRg st="0" end="5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p:bldP spid="222212" grpId="0" build="p"/>
      <p:bldP spid="222213" grpId="0" build="p"/>
      <p:bldP spid="222214"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922463" y="533400"/>
            <a:ext cx="4056062" cy="3084513"/>
            <a:chOff x="1463" y="498"/>
            <a:chExt cx="2555" cy="1943"/>
          </a:xfrm>
        </p:grpSpPr>
        <p:sp>
          <p:nvSpPr>
            <p:cNvPr id="118786" name="Text Box 3"/>
            <p:cNvSpPr txBox="1"/>
            <p:nvPr/>
          </p:nvSpPr>
          <p:spPr>
            <a:xfrm>
              <a:off x="1463" y="498"/>
              <a:ext cx="2470" cy="1943"/>
            </a:xfrm>
            <a:prstGeom prst="rect">
              <a:avLst/>
            </a:prstGeom>
            <a:noFill/>
            <a:ln w="9525">
              <a:noFill/>
            </a:ln>
          </p:spPr>
          <p:txBody>
            <a:bodyPr anchor="t" anchorCtr="0">
              <a:spAutoFit/>
            </a:bodyPr>
            <a:p>
              <a:pPr defTabSz="914400">
                <a:lnSpc>
                  <a:spcPct val="140000"/>
                </a:lnSpc>
                <a:tabLst>
                  <a:tab pos="2470150" algn="l"/>
                  <a:tab pos="3244850" algn="l"/>
                </a:tabLst>
              </a:pPr>
              <a:r>
                <a:rPr lang="en-US" altLang="zh-CN" sz="2800" dirty="0">
                  <a:latin typeface="Times New Roman" panose="02020603050405020304" pitchFamily="18" charset="0"/>
                  <a:ea typeface="宋体" panose="02010600030101010101" pitchFamily="2" charset="-122"/>
                  <a:sym typeface="Monotype Sorts" pitchFamily="2" charset="2"/>
                </a:rPr>
                <a:t>      A</a:t>
              </a:r>
              <a:r>
                <a:rPr lang="en-US" altLang="zh-CN" sz="2800" baseline="-25000" dirty="0">
                  <a:latin typeface="Times New Roman" panose="02020603050405020304" pitchFamily="18" charset="0"/>
                  <a:ea typeface="宋体" panose="02010600030101010101" pitchFamily="2" charset="-122"/>
                  <a:sym typeface="Monotype Sorts" pitchFamily="2" charset="2"/>
                </a:rPr>
                <a:t>    </a:t>
              </a:r>
              <a:r>
                <a:rPr lang="en-US" altLang="zh-CN" sz="2800" dirty="0">
                  <a:latin typeface="Times New Roman" panose="02020603050405020304" pitchFamily="18" charset="0"/>
                  <a:ea typeface="宋体" panose="02010600030101010101" pitchFamily="2" charset="-122"/>
                  <a:sym typeface="Monotype Sorts" pitchFamily="2" charset="2"/>
                </a:rPr>
                <a:t>  B</a:t>
              </a:r>
              <a:r>
                <a:rPr lang="en-US" altLang="zh-CN" sz="280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sym typeface="Monotype Sorts" pitchFamily="2" charset="2"/>
                </a:rPr>
                <a:t>S</a:t>
              </a:r>
              <a:r>
                <a:rPr lang="en-US" altLang="zh-CN" sz="2800" baseline="-25000" dirty="0">
                  <a:latin typeface="Times New Roman" panose="02020603050405020304" pitchFamily="18" charset="0"/>
                  <a:ea typeface="宋体" panose="02010600030101010101" pitchFamily="2" charset="-122"/>
                  <a:sym typeface="Monotype Sorts" pitchFamily="2" charset="2"/>
                </a:rPr>
                <a:t>H     </a:t>
              </a:r>
              <a:r>
                <a:rPr lang="en-US" altLang="zh-CN" sz="2800" dirty="0">
                  <a:latin typeface="Times New Roman" panose="02020603050405020304" pitchFamily="18" charset="0"/>
                  <a:ea typeface="宋体" panose="02010600030101010101" pitchFamily="2" charset="-122"/>
                  <a:sym typeface="Monotype Sorts" pitchFamily="2" charset="2"/>
                </a:rPr>
                <a:t> C</a:t>
              </a:r>
              <a:r>
                <a:rPr lang="en-US" altLang="zh-CN" sz="2800" baseline="-25000" dirty="0">
                  <a:latin typeface="Times New Roman" panose="02020603050405020304" pitchFamily="18" charset="0"/>
                  <a:ea typeface="宋体" panose="02010600030101010101" pitchFamily="2" charset="-122"/>
                  <a:sym typeface="Monotype Sorts" pitchFamily="2" charset="2"/>
                </a:rPr>
                <a:t>H</a:t>
              </a:r>
              <a:r>
                <a:rPr lang="en-US" altLang="zh-CN" sz="2800" i="0" dirty="0">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      0      0	0	 0</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      0      1	1	 0</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      1      0	1	 0</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      1      1	0	 1</a:t>
              </a:r>
              <a:endParaRPr lang="en-US" altLang="zh-CN" sz="2800" i="0" dirty="0">
                <a:latin typeface="Times New Roman" panose="02020603050405020304" pitchFamily="18" charset="0"/>
                <a:ea typeface="宋体" panose="02010600030101010101" pitchFamily="2" charset="-122"/>
              </a:endParaRPr>
            </a:p>
          </p:txBody>
        </p:sp>
        <p:sp>
          <p:nvSpPr>
            <p:cNvPr id="118787" name="Line 4"/>
            <p:cNvSpPr/>
            <p:nvPr/>
          </p:nvSpPr>
          <p:spPr>
            <a:xfrm>
              <a:off x="1704" y="590"/>
              <a:ext cx="2236" cy="0"/>
            </a:xfrm>
            <a:prstGeom prst="line">
              <a:avLst/>
            </a:prstGeom>
            <a:ln w="9525" cap="flat" cmpd="sng">
              <a:solidFill>
                <a:schemeClr val="tx1"/>
              </a:solidFill>
              <a:prstDash val="solid"/>
              <a:round/>
              <a:headEnd type="none" w="med" len="med"/>
              <a:tailEnd type="none" w="med" len="med"/>
            </a:ln>
          </p:spPr>
        </p:sp>
        <p:sp>
          <p:nvSpPr>
            <p:cNvPr id="118788" name="Line 5"/>
            <p:cNvSpPr/>
            <p:nvPr/>
          </p:nvSpPr>
          <p:spPr>
            <a:xfrm>
              <a:off x="1704" y="967"/>
              <a:ext cx="2273" cy="0"/>
            </a:xfrm>
            <a:prstGeom prst="line">
              <a:avLst/>
            </a:prstGeom>
            <a:ln w="9525" cap="flat" cmpd="sng">
              <a:solidFill>
                <a:schemeClr val="tx1"/>
              </a:solidFill>
              <a:prstDash val="solid"/>
              <a:round/>
              <a:headEnd type="none" w="med" len="med"/>
              <a:tailEnd type="none" w="med" len="med"/>
            </a:ln>
          </p:spPr>
        </p:sp>
        <p:sp>
          <p:nvSpPr>
            <p:cNvPr id="118789" name="Line 6"/>
            <p:cNvSpPr/>
            <p:nvPr/>
          </p:nvSpPr>
          <p:spPr>
            <a:xfrm flipV="1">
              <a:off x="1704" y="2374"/>
              <a:ext cx="2314" cy="0"/>
            </a:xfrm>
            <a:prstGeom prst="line">
              <a:avLst/>
            </a:prstGeom>
            <a:ln w="9525" cap="flat" cmpd="sng">
              <a:solidFill>
                <a:schemeClr val="tx1"/>
              </a:solidFill>
              <a:prstDash val="solid"/>
              <a:round/>
              <a:headEnd type="none" w="med" len="med"/>
              <a:tailEnd type="none" w="med" len="med"/>
            </a:ln>
          </p:spPr>
        </p:sp>
        <p:sp>
          <p:nvSpPr>
            <p:cNvPr id="118790" name="Line 7"/>
            <p:cNvSpPr/>
            <p:nvPr/>
          </p:nvSpPr>
          <p:spPr>
            <a:xfrm>
              <a:off x="2722" y="612"/>
              <a:ext cx="0" cy="1763"/>
            </a:xfrm>
            <a:prstGeom prst="line">
              <a:avLst/>
            </a:prstGeom>
            <a:ln w="9525" cap="flat" cmpd="sng">
              <a:solidFill>
                <a:schemeClr val="tx1"/>
              </a:solidFill>
              <a:prstDash val="solid"/>
              <a:round/>
              <a:headEnd type="none" w="med" len="med"/>
              <a:tailEnd type="none" w="med" len="med"/>
            </a:ln>
          </p:spPr>
        </p:sp>
      </p:grpSp>
      <p:sp>
        <p:nvSpPr>
          <p:cNvPr id="223240" name="Text Box 8"/>
          <p:cNvSpPr txBox="1"/>
          <p:nvPr/>
        </p:nvSpPr>
        <p:spPr>
          <a:xfrm>
            <a:off x="1071563" y="4046538"/>
            <a:ext cx="5451475"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第二步：写出</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最小项之</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表达式；</a:t>
            </a:r>
            <a:endParaRPr lang="zh-CN" altLang="en-US" sz="2800" i="0" dirty="0">
              <a:latin typeface="Times New Roman" panose="02020603050405020304" pitchFamily="18" charset="0"/>
              <a:ea typeface="宋体" panose="02010600030101010101" pitchFamily="2" charset="-122"/>
            </a:endParaRPr>
          </a:p>
        </p:txBody>
      </p:sp>
      <p:grpSp>
        <p:nvGrpSpPr>
          <p:cNvPr id="3" name="Group 9"/>
          <p:cNvGrpSpPr/>
          <p:nvPr/>
        </p:nvGrpSpPr>
        <p:grpSpPr>
          <a:xfrm>
            <a:off x="2974975" y="4791075"/>
            <a:ext cx="2211388" cy="946150"/>
            <a:chOff x="1322" y="2898"/>
            <a:chExt cx="1393" cy="596"/>
          </a:xfrm>
        </p:grpSpPr>
        <p:sp>
          <p:nvSpPr>
            <p:cNvPr id="118793" name="Text Box 10"/>
            <p:cNvSpPr txBox="1"/>
            <p:nvPr/>
          </p:nvSpPr>
          <p:spPr>
            <a:xfrm>
              <a:off x="1322" y="2898"/>
              <a:ext cx="1393" cy="596"/>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 = AB +AB</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 = AB</a:t>
              </a:r>
              <a:endParaRPr lang="en-US" altLang="zh-CN" sz="2800" i="0" dirty="0">
                <a:latin typeface="Times New Roman" panose="02020603050405020304" pitchFamily="18" charset="0"/>
                <a:ea typeface="宋体" panose="02010600030101010101" pitchFamily="2" charset="-122"/>
              </a:endParaRPr>
            </a:p>
          </p:txBody>
        </p:sp>
        <p:sp>
          <p:nvSpPr>
            <p:cNvPr id="118794" name="Line 11"/>
            <p:cNvSpPr/>
            <p:nvPr/>
          </p:nvSpPr>
          <p:spPr>
            <a:xfrm>
              <a:off x="1860" y="2952"/>
              <a:ext cx="144" cy="0"/>
            </a:xfrm>
            <a:prstGeom prst="line">
              <a:avLst/>
            </a:prstGeom>
            <a:ln w="12700" cap="flat" cmpd="sng">
              <a:solidFill>
                <a:schemeClr val="tx1"/>
              </a:solidFill>
              <a:prstDash val="solid"/>
              <a:round/>
              <a:headEnd type="none" w="med" len="med"/>
              <a:tailEnd type="none" w="sm" len="lg"/>
            </a:ln>
          </p:spPr>
        </p:sp>
        <p:sp>
          <p:nvSpPr>
            <p:cNvPr id="118795" name="Line 12"/>
            <p:cNvSpPr/>
            <p:nvPr/>
          </p:nvSpPr>
          <p:spPr>
            <a:xfrm>
              <a:off x="2496" y="2952"/>
              <a:ext cx="132" cy="0"/>
            </a:xfrm>
            <a:prstGeom prst="line">
              <a:avLst/>
            </a:prstGeom>
            <a:ln w="12700" cap="flat" cmpd="sng">
              <a:solidFill>
                <a:schemeClr val="tx1"/>
              </a:solidFill>
              <a:prstDash val="solid"/>
              <a:round/>
              <a:headEnd type="none" w="med" len="med"/>
              <a:tailEnd type="none" w="sm"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3240"/>
                                        </p:tgtEl>
                                        <p:attrNameLst>
                                          <p:attrName>style.visibility</p:attrName>
                                        </p:attrNameLst>
                                      </p:cBhvr>
                                      <p:to>
                                        <p:strVal val="visible"/>
                                      </p:to>
                                    </p:set>
                                    <p:animEffect transition="in" filter="wipe(left)">
                                      <p:cBhvr>
                                        <p:cTn id="12" dur="500"/>
                                        <p:tgtEl>
                                          <p:spTgt spid="2232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40"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Text Box 2"/>
          <p:cNvSpPr txBox="1"/>
          <p:nvPr/>
        </p:nvSpPr>
        <p:spPr>
          <a:xfrm>
            <a:off x="1528763" y="730250"/>
            <a:ext cx="2416175" cy="519113"/>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第三步：化简</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grpSp>
        <p:nvGrpSpPr>
          <p:cNvPr id="2" name="Group 3"/>
          <p:cNvGrpSpPr/>
          <p:nvPr/>
        </p:nvGrpSpPr>
        <p:grpSpPr>
          <a:xfrm>
            <a:off x="4999038" y="1296988"/>
            <a:ext cx="2190750" cy="2586037"/>
            <a:chOff x="3821" y="1956"/>
            <a:chExt cx="1380" cy="1629"/>
          </a:xfrm>
        </p:grpSpPr>
        <p:grpSp>
          <p:nvGrpSpPr>
            <p:cNvPr id="119811" name="Group 4"/>
            <p:cNvGrpSpPr/>
            <p:nvPr/>
          </p:nvGrpSpPr>
          <p:grpSpPr>
            <a:xfrm>
              <a:off x="3821" y="1956"/>
              <a:ext cx="1380" cy="1270"/>
              <a:chOff x="1949" y="1632"/>
              <a:chExt cx="1380" cy="1270"/>
            </a:xfrm>
          </p:grpSpPr>
          <p:sp>
            <p:nvSpPr>
              <p:cNvPr id="119812" name="Rectangle 5"/>
              <p:cNvSpPr/>
              <p:nvPr/>
            </p:nvSpPr>
            <p:spPr>
              <a:xfrm>
                <a:off x="2325" y="2098"/>
                <a:ext cx="942" cy="790"/>
              </a:xfrm>
              <a:prstGeom prst="rect">
                <a:avLst/>
              </a:prstGeom>
              <a:noFill/>
              <a:ln w="28575" cap="flat" cmpd="sng">
                <a:solidFill>
                  <a:srgbClr val="0000CC"/>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9813" name="Line 6"/>
              <p:cNvSpPr/>
              <p:nvPr/>
            </p:nvSpPr>
            <p:spPr>
              <a:xfrm flipH="1" flipV="1">
                <a:off x="2079" y="1840"/>
                <a:ext cx="254" cy="266"/>
              </a:xfrm>
              <a:prstGeom prst="line">
                <a:avLst/>
              </a:prstGeom>
              <a:ln w="28575" cap="flat" cmpd="sng">
                <a:solidFill>
                  <a:srgbClr val="0000CC"/>
                </a:solidFill>
                <a:prstDash val="solid"/>
                <a:round/>
                <a:headEnd type="none" w="med" len="med"/>
                <a:tailEnd type="none" w="med" len="med"/>
              </a:ln>
            </p:spPr>
          </p:sp>
          <p:sp>
            <p:nvSpPr>
              <p:cNvPr id="119814" name="Line 7"/>
              <p:cNvSpPr/>
              <p:nvPr/>
            </p:nvSpPr>
            <p:spPr>
              <a:xfrm>
                <a:off x="2329" y="2500"/>
                <a:ext cx="938" cy="0"/>
              </a:xfrm>
              <a:prstGeom prst="line">
                <a:avLst/>
              </a:prstGeom>
              <a:ln w="28575" cap="flat" cmpd="sng">
                <a:solidFill>
                  <a:srgbClr val="0000CC"/>
                </a:solidFill>
                <a:prstDash val="solid"/>
                <a:round/>
                <a:headEnd type="none" w="med" len="med"/>
                <a:tailEnd type="none" w="med" len="med"/>
              </a:ln>
            </p:spPr>
          </p:sp>
          <p:sp>
            <p:nvSpPr>
              <p:cNvPr id="119815" name="Line 8"/>
              <p:cNvSpPr/>
              <p:nvPr/>
            </p:nvSpPr>
            <p:spPr>
              <a:xfrm>
                <a:off x="2804" y="2099"/>
                <a:ext cx="0" cy="803"/>
              </a:xfrm>
              <a:prstGeom prst="line">
                <a:avLst/>
              </a:prstGeom>
              <a:ln w="28575" cap="flat" cmpd="sng">
                <a:solidFill>
                  <a:srgbClr val="0000CC"/>
                </a:solidFill>
                <a:prstDash val="solid"/>
                <a:round/>
                <a:headEnd type="none" w="med" len="med"/>
                <a:tailEnd type="none" w="med" len="med"/>
              </a:ln>
            </p:spPr>
          </p:sp>
          <p:sp>
            <p:nvSpPr>
              <p:cNvPr id="119816" name="Text Box 9"/>
              <p:cNvSpPr txBox="1"/>
              <p:nvPr/>
            </p:nvSpPr>
            <p:spPr>
              <a:xfrm>
                <a:off x="2455" y="2080"/>
                <a:ext cx="732" cy="758"/>
              </a:xfrm>
              <a:prstGeom prst="rect">
                <a:avLst/>
              </a:prstGeom>
              <a:noFill/>
              <a:ln w="9525">
                <a:noFill/>
              </a:ln>
            </p:spPr>
            <p:txBody>
              <a:bodyPr wrap="none" anchor="t" anchorCtr="0">
                <a:spAutoFit/>
              </a:bodyPr>
              <a:p>
                <a:pPr eaLnBrk="0" hangingPunct="0">
                  <a:lnSpc>
                    <a:spcPct val="130000"/>
                  </a:lnSpc>
                </a:pPr>
                <a:r>
                  <a:rPr lang="en-US" altLang="zh-CN" sz="2800" i="0" dirty="0">
                    <a:latin typeface="Times New Roman" panose="02020603050405020304" pitchFamily="18" charset="0"/>
                    <a:ea typeface="宋体" panose="02010600030101010101" pitchFamily="2" charset="-122"/>
                  </a:rPr>
                  <a:t>0       0</a:t>
                </a:r>
                <a:endParaRPr lang="en-US" altLang="zh-CN" sz="2800" i="0" dirty="0">
                  <a:latin typeface="Times New Roman" panose="02020603050405020304" pitchFamily="18" charset="0"/>
                  <a:ea typeface="宋体" panose="02010600030101010101" pitchFamily="2" charset="-122"/>
                </a:endParaRPr>
              </a:p>
              <a:p>
                <a:pPr eaLnBrk="0" hangingPunct="0">
                  <a:lnSpc>
                    <a:spcPct val="130000"/>
                  </a:lnSpc>
                </a:pPr>
                <a:r>
                  <a:rPr lang="en-US" altLang="zh-CN" sz="2800" i="0" dirty="0">
                    <a:latin typeface="Times New Roman" panose="02020603050405020304" pitchFamily="18" charset="0"/>
                    <a:ea typeface="宋体" panose="02010600030101010101" pitchFamily="2" charset="-122"/>
                  </a:rPr>
                  <a:t>0       1</a:t>
                </a:r>
                <a:endParaRPr lang="en-US" altLang="zh-CN" sz="2800" i="0" dirty="0">
                  <a:latin typeface="Times New Roman" panose="02020603050405020304" pitchFamily="18" charset="0"/>
                  <a:ea typeface="宋体" panose="02010600030101010101" pitchFamily="2" charset="-122"/>
                </a:endParaRPr>
              </a:p>
            </p:txBody>
          </p:sp>
          <p:sp>
            <p:nvSpPr>
              <p:cNvPr id="119817" name="Text Box 10"/>
              <p:cNvSpPr txBox="1"/>
              <p:nvPr/>
            </p:nvSpPr>
            <p:spPr>
              <a:xfrm>
                <a:off x="2373" y="1758"/>
                <a:ext cx="956" cy="327"/>
              </a:xfrm>
              <a:prstGeom prst="rect">
                <a:avLst/>
              </a:prstGeom>
              <a:noFill/>
              <a:ln w="9525">
                <a:noFill/>
              </a:ln>
            </p:spPr>
            <p:txBody>
              <a:bodyPr wrap="none" anchor="t" anchorCtr="0">
                <a:spAutoFit/>
              </a:bodyPr>
              <a:p>
                <a:pPr eaLnBrk="0" hangingPunct="0"/>
                <a:r>
                  <a:rPr lang="en-US" altLang="zh-CN" sz="2800" i="0" dirty="0">
                    <a:latin typeface="Times New Roman" panose="02020603050405020304" pitchFamily="18" charset="0"/>
                    <a:ea typeface="宋体" panose="02010600030101010101" pitchFamily="2" charset="-122"/>
                  </a:rPr>
                  <a:t> 0       1   </a:t>
                </a:r>
                <a:endParaRPr lang="en-US" altLang="zh-CN" sz="2800" i="0" dirty="0">
                  <a:latin typeface="Times New Roman" panose="02020603050405020304" pitchFamily="18" charset="0"/>
                  <a:ea typeface="宋体" panose="02010600030101010101" pitchFamily="2" charset="-122"/>
                </a:endParaRPr>
              </a:p>
            </p:txBody>
          </p:sp>
          <p:sp>
            <p:nvSpPr>
              <p:cNvPr id="119818" name="Text Box 11"/>
              <p:cNvSpPr txBox="1"/>
              <p:nvPr/>
            </p:nvSpPr>
            <p:spPr>
              <a:xfrm>
                <a:off x="2004" y="2088"/>
                <a:ext cx="208" cy="758"/>
              </a:xfrm>
              <a:prstGeom prst="rect">
                <a:avLst/>
              </a:prstGeom>
              <a:noFill/>
              <a:ln w="9525">
                <a:noFill/>
              </a:ln>
            </p:spPr>
            <p:txBody>
              <a:bodyPr anchor="t" anchorCtr="0">
                <a:spAutoFit/>
              </a:bodyPr>
              <a:p>
                <a:pPr eaLnBrk="0" hangingPunct="0">
                  <a:lnSpc>
                    <a:spcPct val="13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pPr eaLnBrk="0" hangingPunct="0">
                  <a:lnSpc>
                    <a:spcPct val="13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19819" name="Text Box 12"/>
              <p:cNvSpPr txBox="1"/>
              <p:nvPr/>
            </p:nvSpPr>
            <p:spPr>
              <a:xfrm>
                <a:off x="2100" y="1632"/>
                <a:ext cx="253" cy="327"/>
              </a:xfrm>
              <a:prstGeom prst="rect">
                <a:avLst/>
              </a:prstGeom>
              <a:noFill/>
              <a:ln w="9525">
                <a:noFill/>
              </a:ln>
            </p:spPr>
            <p:txBody>
              <a:bodyPr wrap="none" anchor="t" anchorCtr="0">
                <a:spAutoFit/>
              </a:bodyPr>
              <a:p>
                <a:pPr eaLnBrk="0" hangingPunct="0"/>
                <a:r>
                  <a:rPr lang="en-US" altLang="zh-CN" sz="2800" dirty="0">
                    <a:latin typeface="Times New Roman" panose="02020603050405020304" pitchFamily="18" charset="0"/>
                    <a:ea typeface="宋体" panose="02010600030101010101" pitchFamily="2" charset="-122"/>
                  </a:rPr>
                  <a:t>A</a:t>
                </a:r>
                <a:endParaRPr lang="en-US" altLang="zh-CN" sz="2800" dirty="0">
                  <a:latin typeface="Times New Roman" panose="02020603050405020304" pitchFamily="18" charset="0"/>
                  <a:ea typeface="宋体" panose="02010600030101010101" pitchFamily="2" charset="-122"/>
                </a:endParaRPr>
              </a:p>
            </p:txBody>
          </p:sp>
          <p:sp>
            <p:nvSpPr>
              <p:cNvPr id="119820" name="Text Box 13"/>
              <p:cNvSpPr txBox="1"/>
              <p:nvPr/>
            </p:nvSpPr>
            <p:spPr>
              <a:xfrm>
                <a:off x="1949" y="1858"/>
                <a:ext cx="253" cy="327"/>
              </a:xfrm>
              <a:prstGeom prst="rect">
                <a:avLst/>
              </a:prstGeom>
              <a:noFill/>
              <a:ln w="9525">
                <a:noFill/>
              </a:ln>
            </p:spPr>
            <p:txBody>
              <a:bodyPr wrap="none" anchor="t" anchorCtr="0">
                <a:spAutoFit/>
              </a:bodyPr>
              <a:p>
                <a:pPr eaLnBrk="0" hangingPunct="0"/>
                <a:r>
                  <a:rPr lang="en-US" altLang="zh-CN" sz="2800" dirty="0">
                    <a:latin typeface="Times New Roman" panose="02020603050405020304" pitchFamily="18" charset="0"/>
                    <a:ea typeface="宋体" panose="02010600030101010101" pitchFamily="2" charset="-122"/>
                  </a:rPr>
                  <a:t>B</a:t>
                </a:r>
                <a:endParaRPr lang="en-US" altLang="zh-CN" sz="2800" dirty="0">
                  <a:latin typeface="Times New Roman" panose="02020603050405020304" pitchFamily="18" charset="0"/>
                  <a:ea typeface="宋体" panose="02010600030101010101" pitchFamily="2" charset="-122"/>
                </a:endParaRPr>
              </a:p>
            </p:txBody>
          </p:sp>
        </p:grpSp>
        <p:sp>
          <p:nvSpPr>
            <p:cNvPr id="119821" name="Text Box 14"/>
            <p:cNvSpPr txBox="1"/>
            <p:nvPr/>
          </p:nvSpPr>
          <p:spPr>
            <a:xfrm>
              <a:off x="4538" y="3258"/>
              <a:ext cx="375" cy="327"/>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a:t>
              </a:r>
              <a:r>
                <a:rPr lang="en-US" altLang="zh-CN" sz="2800" baseline="-25000" dirty="0">
                  <a:latin typeface="Times New Roman" panose="02020603050405020304" pitchFamily="18" charset="0"/>
                  <a:ea typeface="宋体" panose="02010600030101010101" pitchFamily="2" charset="-122"/>
                </a:rPr>
                <a:t>H</a:t>
              </a:r>
              <a:endParaRPr lang="en-US" altLang="zh-CN" sz="2800" baseline="-25000" dirty="0">
                <a:latin typeface="Times New Roman" panose="02020603050405020304" pitchFamily="18" charset="0"/>
                <a:ea typeface="宋体" panose="02010600030101010101" pitchFamily="2" charset="-122"/>
              </a:endParaRPr>
            </a:p>
          </p:txBody>
        </p:sp>
      </p:grpSp>
      <p:grpSp>
        <p:nvGrpSpPr>
          <p:cNvPr id="4" name="Group 15"/>
          <p:cNvGrpSpPr/>
          <p:nvPr/>
        </p:nvGrpSpPr>
        <p:grpSpPr>
          <a:xfrm>
            <a:off x="1600200" y="1287463"/>
            <a:ext cx="2190750" cy="2605087"/>
            <a:chOff x="1949" y="1632"/>
            <a:chExt cx="1380" cy="1641"/>
          </a:xfrm>
        </p:grpSpPr>
        <p:grpSp>
          <p:nvGrpSpPr>
            <p:cNvPr id="119823" name="Group 16"/>
            <p:cNvGrpSpPr/>
            <p:nvPr/>
          </p:nvGrpSpPr>
          <p:grpSpPr>
            <a:xfrm>
              <a:off x="1949" y="1632"/>
              <a:ext cx="1380" cy="1270"/>
              <a:chOff x="1949" y="1632"/>
              <a:chExt cx="1380" cy="1270"/>
            </a:xfrm>
          </p:grpSpPr>
          <p:sp>
            <p:nvSpPr>
              <p:cNvPr id="119824" name="Rectangle 17"/>
              <p:cNvSpPr/>
              <p:nvPr/>
            </p:nvSpPr>
            <p:spPr>
              <a:xfrm>
                <a:off x="2325" y="2098"/>
                <a:ext cx="942" cy="790"/>
              </a:xfrm>
              <a:prstGeom prst="rect">
                <a:avLst/>
              </a:prstGeom>
              <a:noFill/>
              <a:ln w="28575" cap="flat" cmpd="sng">
                <a:solidFill>
                  <a:srgbClr val="0000CC"/>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9825" name="Line 18"/>
              <p:cNvSpPr/>
              <p:nvPr/>
            </p:nvSpPr>
            <p:spPr>
              <a:xfrm flipH="1" flipV="1">
                <a:off x="2079" y="1840"/>
                <a:ext cx="254" cy="266"/>
              </a:xfrm>
              <a:prstGeom prst="line">
                <a:avLst/>
              </a:prstGeom>
              <a:ln w="28575" cap="flat" cmpd="sng">
                <a:solidFill>
                  <a:srgbClr val="0000CC"/>
                </a:solidFill>
                <a:prstDash val="solid"/>
                <a:round/>
                <a:headEnd type="none" w="med" len="med"/>
                <a:tailEnd type="none" w="med" len="med"/>
              </a:ln>
            </p:spPr>
          </p:sp>
          <p:sp>
            <p:nvSpPr>
              <p:cNvPr id="119826" name="Line 19"/>
              <p:cNvSpPr/>
              <p:nvPr/>
            </p:nvSpPr>
            <p:spPr>
              <a:xfrm>
                <a:off x="2329" y="2500"/>
                <a:ext cx="938" cy="0"/>
              </a:xfrm>
              <a:prstGeom prst="line">
                <a:avLst/>
              </a:prstGeom>
              <a:ln w="28575" cap="flat" cmpd="sng">
                <a:solidFill>
                  <a:srgbClr val="0000CC"/>
                </a:solidFill>
                <a:prstDash val="solid"/>
                <a:round/>
                <a:headEnd type="none" w="med" len="med"/>
                <a:tailEnd type="none" w="med" len="med"/>
              </a:ln>
            </p:spPr>
          </p:sp>
          <p:sp>
            <p:nvSpPr>
              <p:cNvPr id="119827" name="Line 20"/>
              <p:cNvSpPr/>
              <p:nvPr/>
            </p:nvSpPr>
            <p:spPr>
              <a:xfrm>
                <a:off x="2804" y="2099"/>
                <a:ext cx="0" cy="803"/>
              </a:xfrm>
              <a:prstGeom prst="line">
                <a:avLst/>
              </a:prstGeom>
              <a:ln w="28575" cap="flat" cmpd="sng">
                <a:solidFill>
                  <a:srgbClr val="0000CC"/>
                </a:solidFill>
                <a:prstDash val="solid"/>
                <a:round/>
                <a:headEnd type="none" w="med" len="med"/>
                <a:tailEnd type="none" w="med" len="med"/>
              </a:ln>
            </p:spPr>
          </p:sp>
          <p:sp>
            <p:nvSpPr>
              <p:cNvPr id="119828" name="Text Box 21"/>
              <p:cNvSpPr txBox="1"/>
              <p:nvPr/>
            </p:nvSpPr>
            <p:spPr>
              <a:xfrm>
                <a:off x="2455" y="2080"/>
                <a:ext cx="732" cy="758"/>
              </a:xfrm>
              <a:prstGeom prst="rect">
                <a:avLst/>
              </a:prstGeom>
              <a:noFill/>
              <a:ln w="9525">
                <a:noFill/>
              </a:ln>
            </p:spPr>
            <p:txBody>
              <a:bodyPr wrap="none" anchor="t" anchorCtr="0">
                <a:spAutoFit/>
              </a:bodyPr>
              <a:p>
                <a:pPr eaLnBrk="0" hangingPunct="0">
                  <a:lnSpc>
                    <a:spcPct val="130000"/>
                  </a:lnSpc>
                </a:pPr>
                <a:r>
                  <a:rPr lang="en-US" altLang="zh-CN" sz="2800" i="0" dirty="0">
                    <a:latin typeface="Times New Roman" panose="02020603050405020304" pitchFamily="18" charset="0"/>
                    <a:ea typeface="宋体" panose="02010600030101010101" pitchFamily="2" charset="-122"/>
                  </a:rPr>
                  <a:t>0       1</a:t>
                </a:r>
                <a:endParaRPr lang="en-US" altLang="zh-CN" sz="2800" i="0" dirty="0">
                  <a:latin typeface="Times New Roman" panose="02020603050405020304" pitchFamily="18" charset="0"/>
                  <a:ea typeface="宋体" panose="02010600030101010101" pitchFamily="2" charset="-122"/>
                </a:endParaRPr>
              </a:p>
              <a:p>
                <a:pPr eaLnBrk="0" hangingPunct="0">
                  <a:lnSpc>
                    <a:spcPct val="130000"/>
                  </a:lnSpc>
                </a:pPr>
                <a:r>
                  <a:rPr lang="en-US" altLang="zh-CN" sz="2800" i="0" dirty="0">
                    <a:latin typeface="Times New Roman" panose="02020603050405020304" pitchFamily="18" charset="0"/>
                    <a:ea typeface="宋体" panose="02010600030101010101" pitchFamily="2" charset="-122"/>
                  </a:rPr>
                  <a:t>1       0</a:t>
                </a:r>
                <a:endParaRPr lang="en-US" altLang="zh-CN" sz="2800" i="0" dirty="0">
                  <a:latin typeface="Times New Roman" panose="02020603050405020304" pitchFamily="18" charset="0"/>
                  <a:ea typeface="宋体" panose="02010600030101010101" pitchFamily="2" charset="-122"/>
                </a:endParaRPr>
              </a:p>
            </p:txBody>
          </p:sp>
          <p:sp>
            <p:nvSpPr>
              <p:cNvPr id="119829" name="Text Box 22"/>
              <p:cNvSpPr txBox="1"/>
              <p:nvPr/>
            </p:nvSpPr>
            <p:spPr>
              <a:xfrm>
                <a:off x="2373" y="1758"/>
                <a:ext cx="956" cy="327"/>
              </a:xfrm>
              <a:prstGeom prst="rect">
                <a:avLst/>
              </a:prstGeom>
              <a:noFill/>
              <a:ln w="9525">
                <a:noFill/>
              </a:ln>
            </p:spPr>
            <p:txBody>
              <a:bodyPr wrap="none" anchor="t" anchorCtr="0">
                <a:spAutoFit/>
              </a:bodyPr>
              <a:p>
                <a:pPr eaLnBrk="0" hangingPunct="0"/>
                <a:r>
                  <a:rPr lang="en-US" altLang="zh-CN" sz="2800" i="0" dirty="0">
                    <a:latin typeface="Times New Roman" panose="02020603050405020304" pitchFamily="18" charset="0"/>
                    <a:ea typeface="宋体" panose="02010600030101010101" pitchFamily="2" charset="-122"/>
                  </a:rPr>
                  <a:t> 0       1   </a:t>
                </a:r>
                <a:endParaRPr lang="en-US" altLang="zh-CN" sz="2800" i="0" dirty="0">
                  <a:latin typeface="Times New Roman" panose="02020603050405020304" pitchFamily="18" charset="0"/>
                  <a:ea typeface="宋体" panose="02010600030101010101" pitchFamily="2" charset="-122"/>
                </a:endParaRPr>
              </a:p>
            </p:txBody>
          </p:sp>
          <p:sp>
            <p:nvSpPr>
              <p:cNvPr id="119830" name="Text Box 23"/>
              <p:cNvSpPr txBox="1"/>
              <p:nvPr/>
            </p:nvSpPr>
            <p:spPr>
              <a:xfrm>
                <a:off x="2004" y="2088"/>
                <a:ext cx="208" cy="758"/>
              </a:xfrm>
              <a:prstGeom prst="rect">
                <a:avLst/>
              </a:prstGeom>
              <a:noFill/>
              <a:ln w="9525">
                <a:noFill/>
              </a:ln>
            </p:spPr>
            <p:txBody>
              <a:bodyPr anchor="t" anchorCtr="0">
                <a:spAutoFit/>
              </a:bodyPr>
              <a:p>
                <a:pPr eaLnBrk="0" hangingPunct="0">
                  <a:lnSpc>
                    <a:spcPct val="13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pPr eaLnBrk="0" hangingPunct="0">
                  <a:lnSpc>
                    <a:spcPct val="13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19831" name="Text Box 24"/>
              <p:cNvSpPr txBox="1"/>
              <p:nvPr/>
            </p:nvSpPr>
            <p:spPr>
              <a:xfrm>
                <a:off x="2100" y="1632"/>
                <a:ext cx="253" cy="327"/>
              </a:xfrm>
              <a:prstGeom prst="rect">
                <a:avLst/>
              </a:prstGeom>
              <a:noFill/>
              <a:ln w="9525">
                <a:noFill/>
              </a:ln>
            </p:spPr>
            <p:txBody>
              <a:bodyPr wrap="none" anchor="t" anchorCtr="0">
                <a:spAutoFit/>
              </a:bodyPr>
              <a:p>
                <a:pPr eaLnBrk="0" hangingPunct="0"/>
                <a:r>
                  <a:rPr lang="en-US" altLang="zh-CN" sz="2800" dirty="0">
                    <a:latin typeface="Times New Roman" panose="02020603050405020304" pitchFamily="18" charset="0"/>
                    <a:ea typeface="宋体" panose="02010600030101010101" pitchFamily="2" charset="-122"/>
                  </a:rPr>
                  <a:t>A</a:t>
                </a:r>
                <a:endParaRPr lang="en-US" altLang="zh-CN" sz="2800" dirty="0">
                  <a:latin typeface="Times New Roman" panose="02020603050405020304" pitchFamily="18" charset="0"/>
                  <a:ea typeface="宋体" panose="02010600030101010101" pitchFamily="2" charset="-122"/>
                </a:endParaRPr>
              </a:p>
            </p:txBody>
          </p:sp>
          <p:sp>
            <p:nvSpPr>
              <p:cNvPr id="119832" name="Text Box 25"/>
              <p:cNvSpPr txBox="1"/>
              <p:nvPr/>
            </p:nvSpPr>
            <p:spPr>
              <a:xfrm>
                <a:off x="1949" y="1858"/>
                <a:ext cx="253" cy="327"/>
              </a:xfrm>
              <a:prstGeom prst="rect">
                <a:avLst/>
              </a:prstGeom>
              <a:noFill/>
              <a:ln w="9525">
                <a:noFill/>
              </a:ln>
            </p:spPr>
            <p:txBody>
              <a:bodyPr wrap="none" anchor="t" anchorCtr="0">
                <a:spAutoFit/>
              </a:bodyPr>
              <a:p>
                <a:pPr eaLnBrk="0" hangingPunct="0"/>
                <a:r>
                  <a:rPr lang="en-US" altLang="zh-CN" sz="2800" dirty="0">
                    <a:latin typeface="Times New Roman" panose="02020603050405020304" pitchFamily="18" charset="0"/>
                    <a:ea typeface="宋体" panose="02010600030101010101" pitchFamily="2" charset="-122"/>
                  </a:rPr>
                  <a:t>B</a:t>
                </a:r>
                <a:endParaRPr lang="en-US" altLang="zh-CN" sz="2800" dirty="0">
                  <a:latin typeface="Times New Roman" panose="02020603050405020304" pitchFamily="18" charset="0"/>
                  <a:ea typeface="宋体" panose="02010600030101010101" pitchFamily="2" charset="-122"/>
                </a:endParaRPr>
              </a:p>
            </p:txBody>
          </p:sp>
        </p:grpSp>
        <p:sp>
          <p:nvSpPr>
            <p:cNvPr id="119833" name="Text Box 26"/>
            <p:cNvSpPr txBox="1"/>
            <p:nvPr/>
          </p:nvSpPr>
          <p:spPr>
            <a:xfrm>
              <a:off x="2642" y="2946"/>
              <a:ext cx="338" cy="327"/>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H</a:t>
              </a:r>
              <a:endParaRPr lang="en-US" altLang="zh-CN" sz="2800" baseline="-25000" dirty="0">
                <a:latin typeface="Times New Roman" panose="02020603050405020304" pitchFamily="18" charset="0"/>
                <a:ea typeface="宋体" panose="02010600030101010101" pitchFamily="2" charset="-122"/>
              </a:endParaRPr>
            </a:p>
          </p:txBody>
        </p:sp>
      </p:grpSp>
      <p:sp>
        <p:nvSpPr>
          <p:cNvPr id="224283" name="Text Box 27"/>
          <p:cNvSpPr txBox="1"/>
          <p:nvPr/>
        </p:nvSpPr>
        <p:spPr>
          <a:xfrm>
            <a:off x="1600200" y="3911600"/>
            <a:ext cx="40830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由卡诺图可知，已最简。</a:t>
            </a:r>
            <a:endParaRPr lang="zh-CN" altLang="en-US" sz="2800" i="0" dirty="0">
              <a:latin typeface="Times New Roman" panose="02020603050405020304" pitchFamily="18" charset="0"/>
              <a:ea typeface="宋体" panose="02010600030101010101" pitchFamily="2" charset="-122"/>
            </a:endParaRPr>
          </a:p>
        </p:txBody>
      </p:sp>
      <p:sp>
        <p:nvSpPr>
          <p:cNvPr id="224284" name="Text Box 28"/>
          <p:cNvSpPr txBox="1"/>
          <p:nvPr/>
        </p:nvSpPr>
        <p:spPr>
          <a:xfrm>
            <a:off x="1600200" y="4697413"/>
            <a:ext cx="3384550"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第四步：画出电路图</a:t>
            </a:r>
            <a:endParaRPr lang="zh-CN" altLang="en-US" sz="2800" i="0" dirty="0">
              <a:latin typeface="Times New Roman" panose="02020603050405020304" pitchFamily="18" charset="0"/>
              <a:ea typeface="宋体" panose="02010600030101010101" pitchFamily="2" charset="-122"/>
            </a:endParaRPr>
          </a:p>
        </p:txBody>
      </p:sp>
      <p:sp>
        <p:nvSpPr>
          <p:cNvPr id="224285" name="Text Box 29"/>
          <p:cNvSpPr txBox="1"/>
          <p:nvPr/>
        </p:nvSpPr>
        <p:spPr>
          <a:xfrm>
            <a:off x="1812925" y="5324475"/>
            <a:ext cx="6526213" cy="946150"/>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假设只提供原变量，而不提供反变量，</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用与非门实现该电路。</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258">
                                            <p:txEl>
                                              <p:charRg st="0" end="8"/>
                                            </p:txEl>
                                          </p:spTgt>
                                        </p:tgtEl>
                                        <p:attrNameLst>
                                          <p:attrName>style.visibility</p:attrName>
                                        </p:attrNameLst>
                                      </p:cBhvr>
                                      <p:to>
                                        <p:strVal val="visible"/>
                                      </p:to>
                                    </p:set>
                                    <p:animEffect transition="in" filter="wipe(left)">
                                      <p:cBhvr>
                                        <p:cTn id="7" dur="500"/>
                                        <p:tgtEl>
                                          <p:spTgt spid="224258">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ou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4283"/>
                                        </p:tgtEl>
                                        <p:attrNameLst>
                                          <p:attrName>style.visibility</p:attrName>
                                        </p:attrNameLst>
                                      </p:cBhvr>
                                      <p:to>
                                        <p:strVal val="visible"/>
                                      </p:to>
                                    </p:set>
                                    <p:animEffect transition="in" filter="wipe(left)">
                                      <p:cBhvr>
                                        <p:cTn id="22" dur="500"/>
                                        <p:tgtEl>
                                          <p:spTgt spid="22428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4284"/>
                                        </p:tgtEl>
                                        <p:attrNameLst>
                                          <p:attrName>style.visibility</p:attrName>
                                        </p:attrNameLst>
                                      </p:cBhvr>
                                      <p:to>
                                        <p:strVal val="visible"/>
                                      </p:to>
                                    </p:set>
                                    <p:animEffect transition="in" filter="wipe(left)">
                                      <p:cBhvr>
                                        <p:cTn id="27" dur="500"/>
                                        <p:tgtEl>
                                          <p:spTgt spid="22428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4285"/>
                                        </p:tgtEl>
                                        <p:attrNameLst>
                                          <p:attrName>style.visibility</p:attrName>
                                        </p:attrNameLst>
                                      </p:cBhvr>
                                      <p:to>
                                        <p:strVal val="visible"/>
                                      </p:to>
                                    </p:set>
                                    <p:animEffect transition="in" filter="wipe(left)">
                                      <p:cBhvr>
                                        <p:cTn id="32" dur="500"/>
                                        <p:tgtEl>
                                          <p:spTgt spid="224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8" grpId="0" build="p"/>
      <p:bldP spid="224283" grpId="0"/>
      <p:bldP spid="224284" grpId="0"/>
      <p:bldP spid="224285"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539750" y="560388"/>
            <a:ext cx="2211388" cy="554037"/>
            <a:chOff x="194" y="390"/>
            <a:chExt cx="1393" cy="349"/>
          </a:xfrm>
        </p:grpSpPr>
        <p:sp>
          <p:nvSpPr>
            <p:cNvPr id="120834" name="Text Box 3"/>
            <p:cNvSpPr txBox="1"/>
            <p:nvPr/>
          </p:nvSpPr>
          <p:spPr>
            <a:xfrm>
              <a:off x="194" y="390"/>
              <a:ext cx="1393"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   AB+AB</a:t>
              </a:r>
              <a:endParaRPr lang="en-US" altLang="zh-CN" sz="2800" i="0" dirty="0">
                <a:latin typeface="Times New Roman" panose="02020603050405020304" pitchFamily="18" charset="0"/>
                <a:ea typeface="宋体" panose="02010600030101010101" pitchFamily="2" charset="-122"/>
              </a:endParaRPr>
            </a:p>
          </p:txBody>
        </p:sp>
        <p:sp>
          <p:nvSpPr>
            <p:cNvPr id="120835" name="Text Box 4"/>
            <p:cNvSpPr txBox="1"/>
            <p:nvPr/>
          </p:nvSpPr>
          <p:spPr>
            <a:xfrm>
              <a:off x="530" y="412"/>
              <a:ext cx="116" cy="327"/>
            </a:xfrm>
            <a:prstGeom prst="rect">
              <a:avLst/>
            </a:prstGeom>
            <a:noFill/>
            <a:ln w="12700">
              <a:noFill/>
            </a:ln>
          </p:spPr>
          <p:txBody>
            <a:bodyPr wrap="none"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20836" name="Line 5"/>
            <p:cNvSpPr/>
            <p:nvPr/>
          </p:nvSpPr>
          <p:spPr>
            <a:xfrm>
              <a:off x="804" y="450"/>
              <a:ext cx="126" cy="0"/>
            </a:xfrm>
            <a:prstGeom prst="line">
              <a:avLst/>
            </a:prstGeom>
            <a:ln w="12700" cap="flat" cmpd="sng">
              <a:solidFill>
                <a:schemeClr val="tx1"/>
              </a:solidFill>
              <a:prstDash val="solid"/>
              <a:round/>
              <a:headEnd type="none" w="med" len="med"/>
              <a:tailEnd type="none" w="med" len="med"/>
            </a:ln>
          </p:spPr>
        </p:sp>
        <p:sp>
          <p:nvSpPr>
            <p:cNvPr id="120837" name="Line 6"/>
            <p:cNvSpPr/>
            <p:nvPr/>
          </p:nvSpPr>
          <p:spPr>
            <a:xfrm>
              <a:off x="1398" y="450"/>
              <a:ext cx="126" cy="0"/>
            </a:xfrm>
            <a:prstGeom prst="line">
              <a:avLst/>
            </a:prstGeom>
            <a:ln w="12700" cap="flat" cmpd="sng">
              <a:solidFill>
                <a:schemeClr val="tx1"/>
              </a:solidFill>
              <a:prstDash val="solid"/>
              <a:round/>
              <a:headEnd type="none" w="med" len="med"/>
              <a:tailEnd type="none" w="med" len="med"/>
            </a:ln>
          </p:spPr>
        </p:sp>
        <p:sp>
          <p:nvSpPr>
            <p:cNvPr id="120838" name="Line 7"/>
            <p:cNvSpPr/>
            <p:nvPr/>
          </p:nvSpPr>
          <p:spPr>
            <a:xfrm flipV="1">
              <a:off x="810" y="432"/>
              <a:ext cx="720" cy="0"/>
            </a:xfrm>
            <a:prstGeom prst="line">
              <a:avLst/>
            </a:prstGeom>
            <a:ln w="12700" cap="flat" cmpd="sng">
              <a:solidFill>
                <a:schemeClr val="tx1"/>
              </a:solidFill>
              <a:prstDash val="solid"/>
              <a:round/>
              <a:headEnd type="none" w="med" len="med"/>
              <a:tailEnd type="none" w="med" len="med"/>
            </a:ln>
          </p:spPr>
        </p:sp>
        <p:sp>
          <p:nvSpPr>
            <p:cNvPr id="120839" name="Line 8"/>
            <p:cNvSpPr/>
            <p:nvPr/>
          </p:nvSpPr>
          <p:spPr>
            <a:xfrm>
              <a:off x="792" y="414"/>
              <a:ext cx="762" cy="0"/>
            </a:xfrm>
            <a:prstGeom prst="line">
              <a:avLst/>
            </a:prstGeom>
            <a:ln w="12700" cap="flat" cmpd="sng">
              <a:solidFill>
                <a:schemeClr val="tx1"/>
              </a:solidFill>
              <a:prstDash val="solid"/>
              <a:round/>
              <a:headEnd type="none" w="med" len="med"/>
              <a:tailEnd type="none" w="med" len="med"/>
            </a:ln>
          </p:spPr>
        </p:sp>
      </p:grpSp>
      <p:sp>
        <p:nvSpPr>
          <p:cNvPr id="225289" name="Text Box 9"/>
          <p:cNvSpPr txBox="1"/>
          <p:nvPr/>
        </p:nvSpPr>
        <p:spPr>
          <a:xfrm>
            <a:off x="1031875" y="4203700"/>
            <a:ext cx="1150938" cy="519113"/>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B</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grpSp>
        <p:nvGrpSpPr>
          <p:cNvPr id="3" name="Group 10"/>
          <p:cNvGrpSpPr/>
          <p:nvPr/>
        </p:nvGrpSpPr>
        <p:grpSpPr>
          <a:xfrm>
            <a:off x="365125" y="3743325"/>
            <a:ext cx="2241550" cy="519113"/>
            <a:chOff x="656" y="2466"/>
            <a:chExt cx="1412" cy="327"/>
          </a:xfrm>
        </p:grpSpPr>
        <p:sp>
          <p:nvSpPr>
            <p:cNvPr id="120842" name="Text Box 11"/>
            <p:cNvSpPr txBox="1"/>
            <p:nvPr/>
          </p:nvSpPr>
          <p:spPr>
            <a:xfrm>
              <a:off x="656" y="2466"/>
              <a:ext cx="1412"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2)S</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=AB+AB</a:t>
              </a:r>
              <a:endParaRPr lang="en-US" altLang="zh-CN" sz="2800" i="0" dirty="0">
                <a:latin typeface="Times New Roman" panose="02020603050405020304" pitchFamily="18" charset="0"/>
                <a:ea typeface="宋体" panose="02010600030101010101" pitchFamily="2" charset="-122"/>
              </a:endParaRPr>
            </a:p>
          </p:txBody>
        </p:sp>
        <p:sp>
          <p:nvSpPr>
            <p:cNvPr id="120843" name="Line 12"/>
            <p:cNvSpPr/>
            <p:nvPr/>
          </p:nvSpPr>
          <p:spPr>
            <a:xfrm>
              <a:off x="1278" y="2544"/>
              <a:ext cx="126" cy="0"/>
            </a:xfrm>
            <a:prstGeom prst="line">
              <a:avLst/>
            </a:prstGeom>
            <a:ln w="12700" cap="flat" cmpd="sng">
              <a:solidFill>
                <a:schemeClr val="tx1"/>
              </a:solidFill>
              <a:prstDash val="solid"/>
              <a:round/>
              <a:headEnd type="none" w="med" len="med"/>
              <a:tailEnd type="none" w="med" len="med"/>
            </a:ln>
          </p:spPr>
        </p:sp>
        <p:sp>
          <p:nvSpPr>
            <p:cNvPr id="120844" name="Line 13"/>
            <p:cNvSpPr/>
            <p:nvPr/>
          </p:nvSpPr>
          <p:spPr>
            <a:xfrm>
              <a:off x="1854" y="2544"/>
              <a:ext cx="132" cy="0"/>
            </a:xfrm>
            <a:prstGeom prst="line">
              <a:avLst/>
            </a:prstGeom>
            <a:ln w="12700" cap="flat" cmpd="sng">
              <a:solidFill>
                <a:schemeClr val="tx1"/>
              </a:solidFill>
              <a:prstDash val="solid"/>
              <a:round/>
              <a:headEnd type="none" w="med" len="med"/>
              <a:tailEnd type="none" w="med" len="med"/>
            </a:ln>
          </p:spPr>
        </p:sp>
      </p:grpSp>
      <p:grpSp>
        <p:nvGrpSpPr>
          <p:cNvPr id="4" name="Group 14"/>
          <p:cNvGrpSpPr/>
          <p:nvPr/>
        </p:nvGrpSpPr>
        <p:grpSpPr>
          <a:xfrm>
            <a:off x="631825" y="4667250"/>
            <a:ext cx="1289050" cy="519113"/>
            <a:chOff x="812" y="3186"/>
            <a:chExt cx="812" cy="327"/>
          </a:xfrm>
        </p:grpSpPr>
        <p:sp>
          <p:nvSpPr>
            <p:cNvPr id="120846" name="Text Box 15"/>
            <p:cNvSpPr txBox="1"/>
            <p:nvPr/>
          </p:nvSpPr>
          <p:spPr>
            <a:xfrm>
              <a:off x="812" y="3186"/>
              <a:ext cx="812"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120847" name="Line 16"/>
            <p:cNvSpPr/>
            <p:nvPr/>
          </p:nvSpPr>
          <p:spPr>
            <a:xfrm>
              <a:off x="1266" y="3258"/>
              <a:ext cx="288" cy="0"/>
            </a:xfrm>
            <a:prstGeom prst="line">
              <a:avLst/>
            </a:prstGeom>
            <a:ln w="12700" cap="flat" cmpd="sng">
              <a:solidFill>
                <a:schemeClr val="tx1"/>
              </a:solidFill>
              <a:prstDash val="solid"/>
              <a:round/>
              <a:headEnd type="none" w="med" len="med"/>
              <a:tailEnd type="none" w="med" len="med"/>
            </a:ln>
          </p:spPr>
        </p:sp>
        <p:sp>
          <p:nvSpPr>
            <p:cNvPr id="120848" name="Line 17"/>
            <p:cNvSpPr/>
            <p:nvPr/>
          </p:nvSpPr>
          <p:spPr>
            <a:xfrm>
              <a:off x="1248" y="3240"/>
              <a:ext cx="324" cy="0"/>
            </a:xfrm>
            <a:prstGeom prst="line">
              <a:avLst/>
            </a:prstGeom>
            <a:ln w="12700" cap="flat" cmpd="sng">
              <a:solidFill>
                <a:schemeClr val="tx1"/>
              </a:solidFill>
              <a:prstDash val="solid"/>
              <a:round/>
              <a:headEnd type="none" w="med" len="med"/>
              <a:tailEnd type="none" w="med" len="med"/>
            </a:ln>
          </p:spPr>
        </p:sp>
      </p:grpSp>
      <p:grpSp>
        <p:nvGrpSpPr>
          <p:cNvPr id="5" name="Group 18"/>
          <p:cNvGrpSpPr/>
          <p:nvPr/>
        </p:nvGrpSpPr>
        <p:grpSpPr>
          <a:xfrm>
            <a:off x="641350" y="2676525"/>
            <a:ext cx="1289050" cy="519113"/>
            <a:chOff x="758" y="1866"/>
            <a:chExt cx="812" cy="327"/>
          </a:xfrm>
        </p:grpSpPr>
        <p:sp>
          <p:nvSpPr>
            <p:cNvPr id="120850" name="Text Box 19"/>
            <p:cNvSpPr txBox="1"/>
            <p:nvPr/>
          </p:nvSpPr>
          <p:spPr>
            <a:xfrm>
              <a:off x="758" y="1866"/>
              <a:ext cx="812"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120851" name="Line 20"/>
            <p:cNvSpPr/>
            <p:nvPr/>
          </p:nvSpPr>
          <p:spPr>
            <a:xfrm>
              <a:off x="1224" y="1938"/>
              <a:ext cx="300" cy="0"/>
            </a:xfrm>
            <a:prstGeom prst="line">
              <a:avLst/>
            </a:prstGeom>
            <a:ln w="12700" cap="flat" cmpd="sng">
              <a:solidFill>
                <a:schemeClr val="tx1"/>
              </a:solidFill>
              <a:prstDash val="solid"/>
              <a:round/>
              <a:headEnd type="none" w="med" len="med"/>
              <a:tailEnd type="none" w="med" len="med"/>
            </a:ln>
          </p:spPr>
        </p:sp>
        <p:sp>
          <p:nvSpPr>
            <p:cNvPr id="120852" name="Line 21"/>
            <p:cNvSpPr/>
            <p:nvPr/>
          </p:nvSpPr>
          <p:spPr>
            <a:xfrm>
              <a:off x="1218" y="1920"/>
              <a:ext cx="330" cy="0"/>
            </a:xfrm>
            <a:prstGeom prst="line">
              <a:avLst/>
            </a:prstGeom>
            <a:ln w="12700" cap="flat" cmpd="sng">
              <a:solidFill>
                <a:schemeClr val="tx1"/>
              </a:solidFill>
              <a:prstDash val="solid"/>
              <a:round/>
              <a:headEnd type="none" w="med" len="med"/>
              <a:tailEnd type="none" w="med" len="med"/>
            </a:ln>
          </p:spPr>
        </p:sp>
      </p:grpSp>
      <p:grpSp>
        <p:nvGrpSpPr>
          <p:cNvPr id="6" name="Group 22"/>
          <p:cNvGrpSpPr/>
          <p:nvPr/>
        </p:nvGrpSpPr>
        <p:grpSpPr>
          <a:xfrm>
            <a:off x="4038600" y="146050"/>
            <a:ext cx="4826000" cy="3132138"/>
            <a:chOff x="2538" y="380"/>
            <a:chExt cx="3040" cy="1973"/>
          </a:xfrm>
        </p:grpSpPr>
        <p:sp>
          <p:nvSpPr>
            <p:cNvPr id="120854" name="Line 23"/>
            <p:cNvSpPr/>
            <p:nvPr/>
          </p:nvSpPr>
          <p:spPr>
            <a:xfrm>
              <a:off x="4254" y="1414"/>
              <a:ext cx="660" cy="0"/>
            </a:xfrm>
            <a:prstGeom prst="line">
              <a:avLst/>
            </a:prstGeom>
            <a:ln w="12700" cap="flat" cmpd="sng">
              <a:solidFill>
                <a:schemeClr val="tx1"/>
              </a:solidFill>
              <a:prstDash val="solid"/>
              <a:round/>
              <a:headEnd type="none" w="med" len="med"/>
              <a:tailEnd type="none" w="med" len="med"/>
            </a:ln>
          </p:spPr>
        </p:sp>
        <p:sp>
          <p:nvSpPr>
            <p:cNvPr id="120855" name="Line 24"/>
            <p:cNvSpPr/>
            <p:nvPr/>
          </p:nvSpPr>
          <p:spPr>
            <a:xfrm>
              <a:off x="3728" y="1290"/>
              <a:ext cx="258" cy="0"/>
            </a:xfrm>
            <a:prstGeom prst="line">
              <a:avLst/>
            </a:prstGeom>
            <a:ln w="12700" cap="flat" cmpd="sng">
              <a:solidFill>
                <a:schemeClr val="tx1"/>
              </a:solidFill>
              <a:prstDash val="solid"/>
              <a:round/>
              <a:headEnd type="none" w="med" len="med"/>
              <a:tailEnd type="none" w="med" len="med"/>
            </a:ln>
          </p:spPr>
        </p:sp>
        <p:sp>
          <p:nvSpPr>
            <p:cNvPr id="120856" name="Rectangle 25"/>
            <p:cNvSpPr/>
            <p:nvPr/>
          </p:nvSpPr>
          <p:spPr>
            <a:xfrm>
              <a:off x="3989" y="458"/>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57" name="Rectangle 26"/>
            <p:cNvSpPr/>
            <p:nvPr/>
          </p:nvSpPr>
          <p:spPr>
            <a:xfrm>
              <a:off x="3989" y="1191"/>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58" name="Rectangle 27"/>
            <p:cNvSpPr/>
            <p:nvPr/>
          </p:nvSpPr>
          <p:spPr>
            <a:xfrm>
              <a:off x="3989" y="1920"/>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0859" name="Rectangle 28"/>
            <p:cNvSpPr/>
            <p:nvPr/>
          </p:nvSpPr>
          <p:spPr>
            <a:xfrm>
              <a:off x="4917" y="1113"/>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60" name="Oval 29"/>
            <p:cNvSpPr/>
            <p:nvPr/>
          </p:nvSpPr>
          <p:spPr>
            <a:xfrm>
              <a:off x="5177" y="1296"/>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61" name="Line 30"/>
            <p:cNvSpPr/>
            <p:nvPr/>
          </p:nvSpPr>
          <p:spPr>
            <a:xfrm>
              <a:off x="2868" y="570"/>
              <a:ext cx="1120" cy="0"/>
            </a:xfrm>
            <a:prstGeom prst="line">
              <a:avLst/>
            </a:prstGeom>
            <a:ln w="12700" cap="flat" cmpd="sng">
              <a:solidFill>
                <a:schemeClr val="tx1"/>
              </a:solidFill>
              <a:prstDash val="solid"/>
              <a:round/>
              <a:headEnd type="none" w="med" len="med"/>
              <a:tailEnd type="none" w="med" len="med"/>
            </a:ln>
          </p:spPr>
        </p:sp>
        <p:sp>
          <p:nvSpPr>
            <p:cNvPr id="120862" name="Line 31"/>
            <p:cNvSpPr/>
            <p:nvPr/>
          </p:nvSpPr>
          <p:spPr>
            <a:xfrm>
              <a:off x="5221" y="1316"/>
              <a:ext cx="267" cy="0"/>
            </a:xfrm>
            <a:prstGeom prst="line">
              <a:avLst/>
            </a:prstGeom>
            <a:ln w="12700" cap="flat" cmpd="sng">
              <a:solidFill>
                <a:schemeClr val="tx1"/>
              </a:solidFill>
              <a:prstDash val="solid"/>
              <a:round/>
              <a:headEnd type="none" w="med" len="med"/>
              <a:tailEnd type="none" w="med" len="med"/>
            </a:ln>
          </p:spPr>
        </p:sp>
        <p:sp>
          <p:nvSpPr>
            <p:cNvPr id="120863" name="Freeform 32"/>
            <p:cNvSpPr/>
            <p:nvPr/>
          </p:nvSpPr>
          <p:spPr>
            <a:xfrm>
              <a:off x="4254" y="669"/>
              <a:ext cx="656" cy="589"/>
            </a:xfrm>
            <a:custGeom>
              <a:avLst/>
              <a:gdLst/>
              <a:ahLst/>
              <a:cxnLst>
                <a:cxn ang="0">
                  <a:pos x="0" y="0"/>
                </a:cxn>
                <a:cxn ang="0">
                  <a:pos x="289" y="0"/>
                </a:cxn>
                <a:cxn ang="0">
                  <a:pos x="289" y="589"/>
                </a:cxn>
                <a:cxn ang="0">
                  <a:pos x="656" y="589"/>
                </a:cxn>
              </a:cxnLst>
              <a:pathLst>
                <a:path w="656" h="589">
                  <a:moveTo>
                    <a:pt x="0" y="0"/>
                  </a:moveTo>
                  <a:lnTo>
                    <a:pt x="289" y="0"/>
                  </a:lnTo>
                  <a:lnTo>
                    <a:pt x="289" y="589"/>
                  </a:lnTo>
                  <a:lnTo>
                    <a:pt x="656" y="589"/>
                  </a:lnTo>
                </a:path>
              </a:pathLst>
            </a:custGeom>
            <a:noFill/>
            <a:ln w="12700" cap="flat" cmpd="sng">
              <a:solidFill>
                <a:schemeClr val="tx1"/>
              </a:solidFill>
              <a:prstDash val="solid"/>
              <a:round/>
              <a:headEnd type="none" w="med" len="med"/>
              <a:tailEnd type="none" w="med" len="med"/>
            </a:ln>
          </p:spPr>
          <p:txBody>
            <a:bodyPr/>
            <a:p>
              <a:endParaRPr lang="zh-CN" altLang="en-US"/>
            </a:p>
          </p:txBody>
        </p:sp>
        <p:sp>
          <p:nvSpPr>
            <p:cNvPr id="120864" name="Text Box 33"/>
            <p:cNvSpPr txBox="1"/>
            <p:nvPr/>
          </p:nvSpPr>
          <p:spPr>
            <a:xfrm>
              <a:off x="2540" y="1134"/>
              <a:ext cx="244"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120865" name="Rectangle 34"/>
            <p:cNvSpPr/>
            <p:nvPr/>
          </p:nvSpPr>
          <p:spPr>
            <a:xfrm>
              <a:off x="5263" y="999"/>
              <a:ext cx="315"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H</a:t>
              </a:r>
              <a:endParaRPr lang="en-US" altLang="zh-CN" sz="2400" i="0" baseline="-25000" dirty="0">
                <a:latin typeface="Times New Roman" panose="02020603050405020304" pitchFamily="18" charset="0"/>
                <a:ea typeface="宋体" panose="02010600030101010101" pitchFamily="2" charset="-122"/>
              </a:endParaRPr>
            </a:p>
          </p:txBody>
        </p:sp>
        <p:sp>
          <p:nvSpPr>
            <p:cNvPr id="120866" name="Rectangle 35"/>
            <p:cNvSpPr/>
            <p:nvPr/>
          </p:nvSpPr>
          <p:spPr>
            <a:xfrm>
              <a:off x="2538" y="649"/>
              <a:ext cx="255"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120867" name="Text Box 36"/>
            <p:cNvSpPr txBox="1"/>
            <p:nvPr/>
          </p:nvSpPr>
          <p:spPr>
            <a:xfrm>
              <a:off x="3941" y="380"/>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0868" name="Text Box 37"/>
            <p:cNvSpPr txBox="1"/>
            <p:nvPr/>
          </p:nvSpPr>
          <p:spPr>
            <a:xfrm>
              <a:off x="3975" y="1124"/>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0869" name="Line 38"/>
            <p:cNvSpPr/>
            <p:nvPr/>
          </p:nvSpPr>
          <p:spPr>
            <a:xfrm flipH="1">
              <a:off x="3732" y="786"/>
              <a:ext cx="252" cy="0"/>
            </a:xfrm>
            <a:prstGeom prst="line">
              <a:avLst/>
            </a:prstGeom>
            <a:ln w="12700" cap="flat" cmpd="sng">
              <a:solidFill>
                <a:schemeClr val="tx1"/>
              </a:solidFill>
              <a:prstDash val="solid"/>
              <a:round/>
              <a:headEnd type="none" w="med" len="med"/>
              <a:tailEnd type="none" w="sm" len="lg"/>
            </a:ln>
          </p:spPr>
        </p:sp>
        <p:sp>
          <p:nvSpPr>
            <p:cNvPr id="120870" name="Line 39"/>
            <p:cNvSpPr/>
            <p:nvPr/>
          </p:nvSpPr>
          <p:spPr>
            <a:xfrm flipH="1">
              <a:off x="3732" y="2130"/>
              <a:ext cx="240" cy="0"/>
            </a:xfrm>
            <a:prstGeom prst="line">
              <a:avLst/>
            </a:prstGeom>
            <a:ln w="12700" cap="flat" cmpd="sng">
              <a:solidFill>
                <a:schemeClr val="tx1"/>
              </a:solidFill>
              <a:prstDash val="solid"/>
              <a:round/>
              <a:headEnd type="none" w="med" len="med"/>
              <a:tailEnd type="none" w="sm" len="lg"/>
            </a:ln>
          </p:spPr>
        </p:sp>
        <p:sp>
          <p:nvSpPr>
            <p:cNvPr id="120871" name="Text Box 40"/>
            <p:cNvSpPr txBox="1"/>
            <p:nvPr/>
          </p:nvSpPr>
          <p:spPr>
            <a:xfrm>
              <a:off x="5220" y="1814"/>
              <a:ext cx="336"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H</a:t>
              </a:r>
              <a:endParaRPr lang="en-US" altLang="zh-CN" sz="2400" i="0" baseline="-25000" dirty="0">
                <a:latin typeface="Times New Roman" panose="02020603050405020304" pitchFamily="18" charset="0"/>
                <a:ea typeface="宋体" panose="02010600030101010101" pitchFamily="2" charset="-122"/>
              </a:endParaRPr>
            </a:p>
          </p:txBody>
        </p:sp>
        <p:sp>
          <p:nvSpPr>
            <p:cNvPr id="120872" name="Oval 41"/>
            <p:cNvSpPr/>
            <p:nvPr/>
          </p:nvSpPr>
          <p:spPr>
            <a:xfrm>
              <a:off x="4249" y="1392"/>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73" name="Oval 42"/>
            <p:cNvSpPr/>
            <p:nvPr/>
          </p:nvSpPr>
          <p:spPr>
            <a:xfrm>
              <a:off x="4249" y="636"/>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74" name="Oval 43"/>
            <p:cNvSpPr/>
            <p:nvPr/>
          </p:nvSpPr>
          <p:spPr>
            <a:xfrm>
              <a:off x="4249" y="2112"/>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75" name="Text Box 44"/>
            <p:cNvSpPr txBox="1"/>
            <p:nvPr/>
          </p:nvSpPr>
          <p:spPr>
            <a:xfrm>
              <a:off x="4901" y="104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0876" name="Line 45"/>
            <p:cNvSpPr/>
            <p:nvPr/>
          </p:nvSpPr>
          <p:spPr>
            <a:xfrm>
              <a:off x="3744" y="786"/>
              <a:ext cx="0" cy="504"/>
            </a:xfrm>
            <a:prstGeom prst="line">
              <a:avLst/>
            </a:prstGeom>
            <a:ln w="12700" cap="flat" cmpd="sng">
              <a:solidFill>
                <a:schemeClr val="tx1"/>
              </a:solidFill>
              <a:prstDash val="solid"/>
              <a:round/>
              <a:headEnd type="none" w="med" len="med"/>
              <a:tailEnd type="none" w="sm" len="lg"/>
            </a:ln>
          </p:spPr>
        </p:sp>
        <p:sp>
          <p:nvSpPr>
            <p:cNvPr id="120877" name="Line 46"/>
            <p:cNvSpPr/>
            <p:nvPr/>
          </p:nvSpPr>
          <p:spPr>
            <a:xfrm>
              <a:off x="2862" y="1122"/>
              <a:ext cx="6" cy="402"/>
            </a:xfrm>
            <a:prstGeom prst="line">
              <a:avLst/>
            </a:prstGeom>
            <a:ln w="12700" cap="flat" cmpd="sng">
              <a:solidFill>
                <a:schemeClr val="tx1"/>
              </a:solidFill>
              <a:prstDash val="solid"/>
              <a:round/>
              <a:headEnd type="none" w="med" len="med"/>
              <a:tailEnd type="none" w="sm" len="lg"/>
            </a:ln>
          </p:spPr>
        </p:sp>
        <p:sp>
          <p:nvSpPr>
            <p:cNvPr id="120878" name="Line 47"/>
            <p:cNvSpPr/>
            <p:nvPr/>
          </p:nvSpPr>
          <p:spPr>
            <a:xfrm>
              <a:off x="2868" y="1530"/>
              <a:ext cx="1128" cy="0"/>
            </a:xfrm>
            <a:prstGeom prst="line">
              <a:avLst/>
            </a:prstGeom>
            <a:ln w="12700" cap="flat" cmpd="sng">
              <a:solidFill>
                <a:schemeClr val="tx1"/>
              </a:solidFill>
              <a:prstDash val="solid"/>
              <a:round/>
              <a:headEnd type="none" w="med" len="med"/>
              <a:tailEnd type="none" w="sm" len="lg"/>
            </a:ln>
          </p:spPr>
        </p:sp>
        <p:sp>
          <p:nvSpPr>
            <p:cNvPr id="120879" name="Line 48"/>
            <p:cNvSpPr/>
            <p:nvPr/>
          </p:nvSpPr>
          <p:spPr>
            <a:xfrm flipH="1">
              <a:off x="2670" y="954"/>
              <a:ext cx="462" cy="0"/>
            </a:xfrm>
            <a:prstGeom prst="line">
              <a:avLst/>
            </a:prstGeom>
            <a:ln w="12700" cap="flat" cmpd="sng">
              <a:solidFill>
                <a:schemeClr val="tx1"/>
              </a:solidFill>
              <a:prstDash val="solid"/>
              <a:round/>
              <a:headEnd type="none" w="med" len="med"/>
              <a:tailEnd type="none" w="sm" len="lg"/>
            </a:ln>
          </p:spPr>
        </p:sp>
        <p:sp>
          <p:nvSpPr>
            <p:cNvPr id="120880" name="Line 49"/>
            <p:cNvSpPr/>
            <p:nvPr/>
          </p:nvSpPr>
          <p:spPr>
            <a:xfrm rot="-5400000" flipH="1">
              <a:off x="3327" y="1713"/>
              <a:ext cx="834" cy="0"/>
            </a:xfrm>
            <a:prstGeom prst="line">
              <a:avLst/>
            </a:prstGeom>
            <a:ln w="12700" cap="flat" cmpd="sng">
              <a:solidFill>
                <a:schemeClr val="tx1"/>
              </a:solidFill>
              <a:prstDash val="solid"/>
              <a:round/>
              <a:headEnd type="none" w="med" len="med"/>
              <a:tailEnd type="none" w="sm" len="lg"/>
            </a:ln>
          </p:spPr>
        </p:sp>
        <p:sp>
          <p:nvSpPr>
            <p:cNvPr id="120881" name="Text Box 50"/>
            <p:cNvSpPr txBox="1"/>
            <p:nvPr/>
          </p:nvSpPr>
          <p:spPr>
            <a:xfrm>
              <a:off x="3662" y="1136"/>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120882" name="Text Box 51"/>
            <p:cNvSpPr txBox="1"/>
            <p:nvPr/>
          </p:nvSpPr>
          <p:spPr>
            <a:xfrm>
              <a:off x="2780" y="806"/>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120883" name="Text Box 52"/>
            <p:cNvSpPr txBox="1"/>
            <p:nvPr/>
          </p:nvSpPr>
          <p:spPr>
            <a:xfrm>
              <a:off x="3656" y="890"/>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120884" name="Rectangle 53"/>
            <p:cNvSpPr/>
            <p:nvPr/>
          </p:nvSpPr>
          <p:spPr>
            <a:xfrm>
              <a:off x="3129" y="826"/>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85" name="Text Box 54"/>
            <p:cNvSpPr txBox="1"/>
            <p:nvPr/>
          </p:nvSpPr>
          <p:spPr>
            <a:xfrm>
              <a:off x="3134" y="838"/>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0886" name="Oval 55"/>
            <p:cNvSpPr/>
            <p:nvPr/>
          </p:nvSpPr>
          <p:spPr>
            <a:xfrm>
              <a:off x="3389" y="102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87" name="Line 56"/>
            <p:cNvSpPr/>
            <p:nvPr/>
          </p:nvSpPr>
          <p:spPr>
            <a:xfrm>
              <a:off x="3432" y="1044"/>
              <a:ext cx="312" cy="0"/>
            </a:xfrm>
            <a:prstGeom prst="line">
              <a:avLst/>
            </a:prstGeom>
            <a:ln w="12700" cap="flat" cmpd="sng">
              <a:solidFill>
                <a:schemeClr val="tx1"/>
              </a:solidFill>
              <a:prstDash val="solid"/>
              <a:round/>
              <a:headEnd type="none" w="med" len="med"/>
              <a:tailEnd type="none" w="med" len="med"/>
            </a:ln>
          </p:spPr>
        </p:sp>
        <p:sp>
          <p:nvSpPr>
            <p:cNvPr id="120888" name="Line 57"/>
            <p:cNvSpPr/>
            <p:nvPr/>
          </p:nvSpPr>
          <p:spPr>
            <a:xfrm flipH="1">
              <a:off x="2662" y="1120"/>
              <a:ext cx="462" cy="0"/>
            </a:xfrm>
            <a:prstGeom prst="line">
              <a:avLst/>
            </a:prstGeom>
            <a:ln w="12700" cap="flat" cmpd="sng">
              <a:solidFill>
                <a:schemeClr val="tx1"/>
              </a:solidFill>
              <a:prstDash val="solid"/>
              <a:round/>
              <a:headEnd type="none" w="med" len="med"/>
              <a:tailEnd type="none" w="sm" len="lg"/>
            </a:ln>
          </p:spPr>
        </p:sp>
        <p:sp>
          <p:nvSpPr>
            <p:cNvPr id="120889" name="Line 58"/>
            <p:cNvSpPr/>
            <p:nvPr/>
          </p:nvSpPr>
          <p:spPr>
            <a:xfrm>
              <a:off x="2868" y="564"/>
              <a:ext cx="0" cy="390"/>
            </a:xfrm>
            <a:prstGeom prst="line">
              <a:avLst/>
            </a:prstGeom>
            <a:ln w="12700" cap="flat" cmpd="sng">
              <a:solidFill>
                <a:schemeClr val="tx1"/>
              </a:solidFill>
              <a:prstDash val="solid"/>
              <a:round/>
              <a:headEnd type="none" w="med" len="med"/>
              <a:tailEnd type="none" w="med" len="med"/>
            </a:ln>
          </p:spPr>
        </p:sp>
        <p:sp>
          <p:nvSpPr>
            <p:cNvPr id="120890" name="Text Box 59"/>
            <p:cNvSpPr txBox="1"/>
            <p:nvPr/>
          </p:nvSpPr>
          <p:spPr>
            <a:xfrm>
              <a:off x="2772" y="972"/>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120891" name="Line 60"/>
            <p:cNvSpPr/>
            <p:nvPr/>
          </p:nvSpPr>
          <p:spPr>
            <a:xfrm>
              <a:off x="4290" y="2136"/>
              <a:ext cx="1218" cy="0"/>
            </a:xfrm>
            <a:prstGeom prst="line">
              <a:avLst/>
            </a:prstGeom>
            <a:ln w="12700" cap="flat" cmpd="sng">
              <a:solidFill>
                <a:schemeClr val="tx1"/>
              </a:solidFill>
              <a:prstDash val="solid"/>
              <a:round/>
              <a:headEnd type="none" w="med" len="med"/>
              <a:tailEnd type="none" w="med" len="med"/>
            </a:ln>
          </p:spPr>
        </p:sp>
      </p:grpSp>
      <p:grpSp>
        <p:nvGrpSpPr>
          <p:cNvPr id="7" name="Group 122"/>
          <p:cNvGrpSpPr/>
          <p:nvPr/>
        </p:nvGrpSpPr>
        <p:grpSpPr>
          <a:xfrm>
            <a:off x="4365625" y="3370263"/>
            <a:ext cx="3438525" cy="2271712"/>
            <a:chOff x="2750" y="2123"/>
            <a:chExt cx="2166" cy="1431"/>
          </a:xfrm>
        </p:grpSpPr>
        <p:sp>
          <p:nvSpPr>
            <p:cNvPr id="120893" name="Line 62"/>
            <p:cNvSpPr/>
            <p:nvPr/>
          </p:nvSpPr>
          <p:spPr>
            <a:xfrm>
              <a:off x="4256" y="3168"/>
              <a:ext cx="660" cy="0"/>
            </a:xfrm>
            <a:prstGeom prst="line">
              <a:avLst/>
            </a:prstGeom>
            <a:ln w="12700" cap="flat" cmpd="sng">
              <a:solidFill>
                <a:schemeClr val="tx1"/>
              </a:solidFill>
              <a:prstDash val="solid"/>
              <a:round/>
              <a:headEnd type="none" w="med" len="med"/>
              <a:tailEnd type="none" w="med" len="med"/>
            </a:ln>
          </p:spPr>
        </p:sp>
        <p:sp>
          <p:nvSpPr>
            <p:cNvPr id="120894" name="Rectangle 63"/>
            <p:cNvSpPr/>
            <p:nvPr/>
          </p:nvSpPr>
          <p:spPr>
            <a:xfrm>
              <a:off x="3991" y="2212"/>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95" name="Rectangle 64"/>
            <p:cNvSpPr/>
            <p:nvPr/>
          </p:nvSpPr>
          <p:spPr>
            <a:xfrm>
              <a:off x="3991" y="2945"/>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96" name="Line 65"/>
            <p:cNvSpPr/>
            <p:nvPr/>
          </p:nvSpPr>
          <p:spPr>
            <a:xfrm>
              <a:off x="3074" y="2324"/>
              <a:ext cx="916" cy="0"/>
            </a:xfrm>
            <a:prstGeom prst="line">
              <a:avLst/>
            </a:prstGeom>
            <a:ln w="12700" cap="flat" cmpd="sng">
              <a:solidFill>
                <a:schemeClr val="tx1"/>
              </a:solidFill>
              <a:prstDash val="solid"/>
              <a:round/>
              <a:headEnd type="none" w="med" len="med"/>
              <a:tailEnd type="none" w="med" len="med"/>
            </a:ln>
          </p:spPr>
        </p:sp>
        <p:sp>
          <p:nvSpPr>
            <p:cNvPr id="120897" name="Line 66"/>
            <p:cNvSpPr/>
            <p:nvPr/>
          </p:nvSpPr>
          <p:spPr>
            <a:xfrm>
              <a:off x="4261" y="2410"/>
              <a:ext cx="615" cy="0"/>
            </a:xfrm>
            <a:prstGeom prst="line">
              <a:avLst/>
            </a:prstGeom>
            <a:ln w="12700" cap="flat" cmpd="sng">
              <a:solidFill>
                <a:schemeClr val="tx1"/>
              </a:solidFill>
              <a:prstDash val="solid"/>
              <a:round/>
              <a:headEnd type="none" w="med" len="med"/>
              <a:tailEnd type="none" w="med" len="med"/>
            </a:ln>
          </p:spPr>
        </p:sp>
        <p:sp>
          <p:nvSpPr>
            <p:cNvPr id="120898" name="Text Box 67"/>
            <p:cNvSpPr txBox="1"/>
            <p:nvPr/>
          </p:nvSpPr>
          <p:spPr>
            <a:xfrm>
              <a:off x="2752" y="3266"/>
              <a:ext cx="244"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120899" name="Rectangle 68"/>
            <p:cNvSpPr/>
            <p:nvPr/>
          </p:nvSpPr>
          <p:spPr>
            <a:xfrm>
              <a:off x="4551" y="2123"/>
              <a:ext cx="315"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H</a:t>
              </a:r>
              <a:endParaRPr lang="en-US" altLang="zh-CN" sz="2400" i="0" baseline="-25000" dirty="0">
                <a:latin typeface="Times New Roman" panose="02020603050405020304" pitchFamily="18" charset="0"/>
                <a:ea typeface="宋体" panose="02010600030101010101" pitchFamily="2" charset="-122"/>
              </a:endParaRPr>
            </a:p>
          </p:txBody>
        </p:sp>
        <p:sp>
          <p:nvSpPr>
            <p:cNvPr id="120900" name="Rectangle 69"/>
            <p:cNvSpPr/>
            <p:nvPr/>
          </p:nvSpPr>
          <p:spPr>
            <a:xfrm>
              <a:off x="2750" y="2781"/>
              <a:ext cx="255"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120901" name="Text Box 70"/>
            <p:cNvSpPr txBox="1"/>
            <p:nvPr/>
          </p:nvSpPr>
          <p:spPr>
            <a:xfrm>
              <a:off x="3943" y="2134"/>
              <a:ext cx="35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0902" name="Text Box 71"/>
            <p:cNvSpPr txBox="1"/>
            <p:nvPr/>
          </p:nvSpPr>
          <p:spPr>
            <a:xfrm>
              <a:off x="3977" y="2878"/>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0903" name="Line 72"/>
            <p:cNvSpPr/>
            <p:nvPr/>
          </p:nvSpPr>
          <p:spPr>
            <a:xfrm flipH="1">
              <a:off x="3218" y="2540"/>
              <a:ext cx="768" cy="0"/>
            </a:xfrm>
            <a:prstGeom prst="line">
              <a:avLst/>
            </a:prstGeom>
            <a:ln w="12700" cap="flat" cmpd="sng">
              <a:solidFill>
                <a:schemeClr val="tx1"/>
              </a:solidFill>
              <a:prstDash val="solid"/>
              <a:round/>
              <a:headEnd type="none" w="med" len="med"/>
              <a:tailEnd type="none" w="sm" len="lg"/>
            </a:ln>
          </p:spPr>
        </p:sp>
        <p:sp>
          <p:nvSpPr>
            <p:cNvPr id="120904" name="Text Box 73"/>
            <p:cNvSpPr txBox="1"/>
            <p:nvPr/>
          </p:nvSpPr>
          <p:spPr>
            <a:xfrm>
              <a:off x="4574" y="2842"/>
              <a:ext cx="336"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H</a:t>
              </a:r>
              <a:endParaRPr lang="en-US" altLang="zh-CN" sz="2400" i="0" baseline="-25000" dirty="0">
                <a:latin typeface="Times New Roman" panose="02020603050405020304" pitchFamily="18" charset="0"/>
                <a:ea typeface="宋体" panose="02010600030101010101" pitchFamily="2" charset="-122"/>
              </a:endParaRPr>
            </a:p>
          </p:txBody>
        </p:sp>
        <p:sp>
          <p:nvSpPr>
            <p:cNvPr id="120905" name="Oval 74"/>
            <p:cNvSpPr/>
            <p:nvPr/>
          </p:nvSpPr>
          <p:spPr>
            <a:xfrm>
              <a:off x="4251" y="3146"/>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906" name="Line 76"/>
            <p:cNvSpPr/>
            <p:nvPr/>
          </p:nvSpPr>
          <p:spPr>
            <a:xfrm flipH="1">
              <a:off x="2882" y="3086"/>
              <a:ext cx="462" cy="0"/>
            </a:xfrm>
            <a:prstGeom prst="line">
              <a:avLst/>
            </a:prstGeom>
            <a:ln w="12700" cap="flat" cmpd="sng">
              <a:solidFill>
                <a:schemeClr val="tx1"/>
              </a:solidFill>
              <a:prstDash val="solid"/>
              <a:round/>
              <a:headEnd type="none" w="med" len="med"/>
              <a:tailEnd type="none" w="sm" len="lg"/>
            </a:ln>
          </p:spPr>
        </p:sp>
        <p:sp>
          <p:nvSpPr>
            <p:cNvPr id="120907" name="Text Box 77"/>
            <p:cNvSpPr txBox="1"/>
            <p:nvPr/>
          </p:nvSpPr>
          <p:spPr>
            <a:xfrm>
              <a:off x="2992" y="2938"/>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120908" name="Rectangle 78"/>
            <p:cNvSpPr/>
            <p:nvPr/>
          </p:nvSpPr>
          <p:spPr>
            <a:xfrm>
              <a:off x="3341" y="2958"/>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909" name="Text Box 79"/>
            <p:cNvSpPr txBox="1"/>
            <p:nvPr/>
          </p:nvSpPr>
          <p:spPr>
            <a:xfrm>
              <a:off x="3328" y="2874"/>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0910" name="Oval 80"/>
            <p:cNvSpPr/>
            <p:nvPr/>
          </p:nvSpPr>
          <p:spPr>
            <a:xfrm>
              <a:off x="3601" y="3156"/>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911" name="Line 81"/>
            <p:cNvSpPr/>
            <p:nvPr/>
          </p:nvSpPr>
          <p:spPr>
            <a:xfrm>
              <a:off x="3644" y="3176"/>
              <a:ext cx="348" cy="0"/>
            </a:xfrm>
            <a:prstGeom prst="line">
              <a:avLst/>
            </a:prstGeom>
            <a:ln w="12700" cap="flat" cmpd="sng">
              <a:solidFill>
                <a:schemeClr val="tx1"/>
              </a:solidFill>
              <a:prstDash val="solid"/>
              <a:round/>
              <a:headEnd type="none" w="med" len="med"/>
              <a:tailEnd type="none" w="med" len="med"/>
            </a:ln>
          </p:spPr>
        </p:sp>
        <p:sp>
          <p:nvSpPr>
            <p:cNvPr id="120912" name="Line 82"/>
            <p:cNvSpPr/>
            <p:nvPr/>
          </p:nvSpPr>
          <p:spPr>
            <a:xfrm flipH="1">
              <a:off x="2874" y="3252"/>
              <a:ext cx="462" cy="0"/>
            </a:xfrm>
            <a:prstGeom prst="line">
              <a:avLst/>
            </a:prstGeom>
            <a:ln w="12700" cap="flat" cmpd="sng">
              <a:solidFill>
                <a:schemeClr val="tx1"/>
              </a:solidFill>
              <a:prstDash val="solid"/>
              <a:round/>
              <a:headEnd type="none" w="med" len="med"/>
              <a:tailEnd type="none" w="sm" len="lg"/>
            </a:ln>
          </p:spPr>
        </p:sp>
        <p:sp>
          <p:nvSpPr>
            <p:cNvPr id="120913" name="Line 83"/>
            <p:cNvSpPr/>
            <p:nvPr/>
          </p:nvSpPr>
          <p:spPr>
            <a:xfrm>
              <a:off x="3086" y="2324"/>
              <a:ext cx="6" cy="774"/>
            </a:xfrm>
            <a:prstGeom prst="line">
              <a:avLst/>
            </a:prstGeom>
            <a:ln w="12700" cap="flat" cmpd="sng">
              <a:solidFill>
                <a:schemeClr val="tx1"/>
              </a:solidFill>
              <a:prstDash val="solid"/>
              <a:round/>
              <a:headEnd type="none" w="med" len="med"/>
              <a:tailEnd type="none" w="med" len="med"/>
            </a:ln>
          </p:spPr>
        </p:sp>
        <p:sp>
          <p:nvSpPr>
            <p:cNvPr id="120914" name="Text Box 84"/>
            <p:cNvSpPr txBox="1"/>
            <p:nvPr/>
          </p:nvSpPr>
          <p:spPr>
            <a:xfrm>
              <a:off x="3140" y="3092"/>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120915" name="Line 85"/>
            <p:cNvSpPr/>
            <p:nvPr/>
          </p:nvSpPr>
          <p:spPr>
            <a:xfrm>
              <a:off x="3226" y="2542"/>
              <a:ext cx="0" cy="702"/>
            </a:xfrm>
            <a:prstGeom prst="line">
              <a:avLst/>
            </a:prstGeom>
            <a:ln w="12700" cap="flat" cmpd="sng">
              <a:solidFill>
                <a:schemeClr val="tx1"/>
              </a:solidFill>
              <a:prstDash val="solid"/>
              <a:round/>
              <a:headEnd type="none" w="med" len="med"/>
              <a:tailEnd type="none" w="med" len="med"/>
            </a:ln>
          </p:spPr>
        </p:sp>
      </p:grpSp>
      <p:grpSp>
        <p:nvGrpSpPr>
          <p:cNvPr id="8" name="Group 86"/>
          <p:cNvGrpSpPr/>
          <p:nvPr/>
        </p:nvGrpSpPr>
        <p:grpSpPr>
          <a:xfrm>
            <a:off x="4879975" y="5568950"/>
            <a:ext cx="2901950" cy="1016000"/>
            <a:chOff x="2666" y="3508"/>
            <a:chExt cx="1828" cy="640"/>
          </a:xfrm>
        </p:grpSpPr>
        <p:sp>
          <p:nvSpPr>
            <p:cNvPr id="120917" name="Rectangle 87"/>
            <p:cNvSpPr/>
            <p:nvPr/>
          </p:nvSpPr>
          <p:spPr>
            <a:xfrm>
              <a:off x="3282" y="3570"/>
              <a:ext cx="576" cy="576"/>
            </a:xfrm>
            <a:prstGeom prst="rect">
              <a:avLst/>
            </a:prstGeom>
            <a:solidFill>
              <a:srgbClr val="CCFFFF"/>
            </a:solidFill>
            <a:ln w="25400" cap="flat" cmpd="sng">
              <a:solidFill>
                <a:srgbClr val="FF00FF"/>
              </a:solidFill>
              <a:prstDash val="solid"/>
              <a:miter/>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20918" name="Line 88"/>
            <p:cNvSpPr/>
            <p:nvPr/>
          </p:nvSpPr>
          <p:spPr>
            <a:xfrm>
              <a:off x="2874" y="3708"/>
              <a:ext cx="414" cy="0"/>
            </a:xfrm>
            <a:prstGeom prst="line">
              <a:avLst/>
            </a:prstGeom>
            <a:ln w="12700" cap="flat" cmpd="sng">
              <a:solidFill>
                <a:schemeClr val="tx1"/>
              </a:solidFill>
              <a:prstDash val="solid"/>
              <a:round/>
              <a:headEnd type="none" w="med" len="med"/>
              <a:tailEnd type="none" w="med" len="med"/>
            </a:ln>
          </p:spPr>
        </p:sp>
        <p:sp>
          <p:nvSpPr>
            <p:cNvPr id="120919" name="Line 89"/>
            <p:cNvSpPr/>
            <p:nvPr/>
          </p:nvSpPr>
          <p:spPr>
            <a:xfrm>
              <a:off x="2874" y="3996"/>
              <a:ext cx="408" cy="0"/>
            </a:xfrm>
            <a:prstGeom prst="line">
              <a:avLst/>
            </a:prstGeom>
            <a:ln w="12700" cap="flat" cmpd="sng">
              <a:solidFill>
                <a:schemeClr val="tx1"/>
              </a:solidFill>
              <a:prstDash val="solid"/>
              <a:round/>
              <a:headEnd type="none" w="med" len="med"/>
              <a:tailEnd type="none" w="med" len="med"/>
            </a:ln>
          </p:spPr>
        </p:sp>
        <p:sp>
          <p:nvSpPr>
            <p:cNvPr id="120920" name="Line 90"/>
            <p:cNvSpPr/>
            <p:nvPr/>
          </p:nvSpPr>
          <p:spPr>
            <a:xfrm>
              <a:off x="3864" y="3696"/>
              <a:ext cx="426" cy="0"/>
            </a:xfrm>
            <a:prstGeom prst="line">
              <a:avLst/>
            </a:prstGeom>
            <a:ln w="12700" cap="flat" cmpd="sng">
              <a:solidFill>
                <a:schemeClr val="tx1"/>
              </a:solidFill>
              <a:prstDash val="solid"/>
              <a:round/>
              <a:headEnd type="none" w="med" len="med"/>
              <a:tailEnd type="none" w="med" len="med"/>
            </a:ln>
          </p:spPr>
        </p:sp>
        <p:sp>
          <p:nvSpPr>
            <p:cNvPr id="120921" name="Line 91"/>
            <p:cNvSpPr/>
            <p:nvPr/>
          </p:nvSpPr>
          <p:spPr>
            <a:xfrm>
              <a:off x="3858" y="3984"/>
              <a:ext cx="414" cy="0"/>
            </a:xfrm>
            <a:prstGeom prst="line">
              <a:avLst/>
            </a:prstGeom>
            <a:ln w="12700" cap="flat" cmpd="sng">
              <a:solidFill>
                <a:schemeClr val="tx1"/>
              </a:solidFill>
              <a:prstDash val="solid"/>
              <a:round/>
              <a:headEnd type="none" w="med" len="med"/>
              <a:tailEnd type="none" w="med" len="med"/>
            </a:ln>
          </p:spPr>
        </p:sp>
        <p:sp>
          <p:nvSpPr>
            <p:cNvPr id="120922" name="Text Box 92"/>
            <p:cNvSpPr txBox="1"/>
            <p:nvPr/>
          </p:nvSpPr>
          <p:spPr>
            <a:xfrm>
              <a:off x="2666" y="3566"/>
              <a:ext cx="255"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120923" name="Text Box 93"/>
            <p:cNvSpPr txBox="1"/>
            <p:nvPr/>
          </p:nvSpPr>
          <p:spPr>
            <a:xfrm>
              <a:off x="2678" y="3860"/>
              <a:ext cx="244"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120924" name="Text Box 94"/>
            <p:cNvSpPr txBox="1"/>
            <p:nvPr/>
          </p:nvSpPr>
          <p:spPr>
            <a:xfrm>
              <a:off x="4256" y="3548"/>
              <a:ext cx="22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S</a:t>
              </a:r>
              <a:endParaRPr lang="en-US" altLang="zh-CN" sz="2400" i="0" dirty="0">
                <a:latin typeface="Times New Roman" panose="02020603050405020304" pitchFamily="18" charset="0"/>
                <a:ea typeface="宋体" panose="02010600030101010101" pitchFamily="2" charset="-122"/>
              </a:endParaRPr>
            </a:p>
          </p:txBody>
        </p:sp>
        <p:sp>
          <p:nvSpPr>
            <p:cNvPr id="120925" name="Text Box 95"/>
            <p:cNvSpPr txBox="1"/>
            <p:nvPr/>
          </p:nvSpPr>
          <p:spPr>
            <a:xfrm>
              <a:off x="4250" y="3830"/>
              <a:ext cx="244"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120926" name="Text Box 96"/>
            <p:cNvSpPr txBox="1"/>
            <p:nvPr/>
          </p:nvSpPr>
          <p:spPr>
            <a:xfrm>
              <a:off x="3506" y="3830"/>
              <a:ext cx="3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CO</a:t>
              </a:r>
              <a:endParaRPr lang="en-US" altLang="zh-CN" sz="2400" i="0" dirty="0">
                <a:latin typeface="Times New Roman" panose="02020603050405020304" pitchFamily="18" charset="0"/>
                <a:ea typeface="宋体" panose="02010600030101010101" pitchFamily="2" charset="-122"/>
              </a:endParaRPr>
            </a:p>
          </p:txBody>
        </p:sp>
        <p:sp>
          <p:nvSpPr>
            <p:cNvPr id="120927" name="Text Box 97"/>
            <p:cNvSpPr txBox="1"/>
            <p:nvPr/>
          </p:nvSpPr>
          <p:spPr>
            <a:xfrm>
              <a:off x="3362" y="3508"/>
              <a:ext cx="404" cy="404"/>
            </a:xfrm>
            <a:prstGeom prst="rect">
              <a:avLst/>
            </a:prstGeom>
            <a:noFill/>
            <a:ln w="12700">
              <a:noFill/>
            </a:ln>
          </p:spPr>
          <p:txBody>
            <a:bodyPr wrap="none" anchor="t" anchorCtr="0">
              <a:spAutoFit/>
            </a:bodyPr>
            <a:p>
              <a:r>
                <a:rPr lang="el-GR" altLang="zh-CN" sz="3600" i="0" dirty="0">
                  <a:latin typeface="Times New Roman" panose="02020603050405020304" pitchFamily="18" charset="0"/>
                  <a:ea typeface="宋体" panose="02010600030101010101" pitchFamily="2" charset="-122"/>
                </a:rPr>
                <a:t>Σ</a:t>
              </a:r>
              <a:endParaRPr lang="el-GR" altLang="zh-CN" sz="3600" i="0" dirty="0">
                <a:latin typeface="Times New Roman" panose="02020603050405020304" pitchFamily="18" charset="0"/>
                <a:ea typeface="Times New Roman" panose="02020603050405020304" pitchFamily="18" charset="0"/>
              </a:endParaRPr>
            </a:p>
          </p:txBody>
        </p:sp>
      </p:grpSp>
      <p:grpSp>
        <p:nvGrpSpPr>
          <p:cNvPr id="9" name="Group 98"/>
          <p:cNvGrpSpPr/>
          <p:nvPr/>
        </p:nvGrpSpPr>
        <p:grpSpPr>
          <a:xfrm>
            <a:off x="984250" y="1085850"/>
            <a:ext cx="2959100" cy="519113"/>
            <a:chOff x="674" y="612"/>
            <a:chExt cx="1864" cy="327"/>
          </a:xfrm>
        </p:grpSpPr>
        <p:sp>
          <p:nvSpPr>
            <p:cNvPr id="120929" name="Text Box 99"/>
            <p:cNvSpPr txBox="1"/>
            <p:nvPr/>
          </p:nvSpPr>
          <p:spPr>
            <a:xfrm>
              <a:off x="674" y="612"/>
              <a:ext cx="1864"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=AB+BB+AB+AA</a:t>
              </a:r>
              <a:endParaRPr lang="en-US" altLang="zh-CN" sz="2800" i="0" dirty="0">
                <a:latin typeface="Times New Roman" panose="02020603050405020304" pitchFamily="18" charset="0"/>
                <a:ea typeface="宋体" panose="02010600030101010101" pitchFamily="2" charset="-122"/>
              </a:endParaRPr>
            </a:p>
          </p:txBody>
        </p:sp>
        <p:sp>
          <p:nvSpPr>
            <p:cNvPr id="120930" name="Line 100"/>
            <p:cNvSpPr/>
            <p:nvPr/>
          </p:nvSpPr>
          <p:spPr>
            <a:xfrm>
              <a:off x="870" y="690"/>
              <a:ext cx="120" cy="0"/>
            </a:xfrm>
            <a:prstGeom prst="line">
              <a:avLst/>
            </a:prstGeom>
            <a:ln w="12700" cap="flat" cmpd="sng">
              <a:solidFill>
                <a:schemeClr val="tx1"/>
              </a:solidFill>
              <a:prstDash val="solid"/>
              <a:round/>
              <a:headEnd type="none" w="med" len="med"/>
              <a:tailEnd type="none" w="med" len="med"/>
            </a:ln>
          </p:spPr>
        </p:sp>
        <p:sp>
          <p:nvSpPr>
            <p:cNvPr id="120931" name="Line 101"/>
            <p:cNvSpPr/>
            <p:nvPr/>
          </p:nvSpPr>
          <p:spPr>
            <a:xfrm>
              <a:off x="1296" y="690"/>
              <a:ext cx="114" cy="0"/>
            </a:xfrm>
            <a:prstGeom prst="line">
              <a:avLst/>
            </a:prstGeom>
            <a:ln w="12700" cap="flat" cmpd="sng">
              <a:solidFill>
                <a:schemeClr val="tx1"/>
              </a:solidFill>
              <a:prstDash val="solid"/>
              <a:round/>
              <a:headEnd type="none" w="med" len="med"/>
              <a:tailEnd type="none" w="med" len="med"/>
            </a:ln>
          </p:spPr>
        </p:sp>
        <p:sp>
          <p:nvSpPr>
            <p:cNvPr id="120932" name="Line 102"/>
            <p:cNvSpPr/>
            <p:nvPr/>
          </p:nvSpPr>
          <p:spPr>
            <a:xfrm>
              <a:off x="1884" y="690"/>
              <a:ext cx="108" cy="0"/>
            </a:xfrm>
            <a:prstGeom prst="line">
              <a:avLst/>
            </a:prstGeom>
            <a:ln w="12700" cap="flat" cmpd="sng">
              <a:solidFill>
                <a:schemeClr val="tx1"/>
              </a:solidFill>
              <a:prstDash val="solid"/>
              <a:round/>
              <a:headEnd type="none" w="med" len="med"/>
              <a:tailEnd type="none" w="med" len="med"/>
            </a:ln>
          </p:spPr>
        </p:sp>
        <p:sp>
          <p:nvSpPr>
            <p:cNvPr id="120933" name="Line 103"/>
            <p:cNvSpPr/>
            <p:nvPr/>
          </p:nvSpPr>
          <p:spPr>
            <a:xfrm>
              <a:off x="2322" y="690"/>
              <a:ext cx="126" cy="0"/>
            </a:xfrm>
            <a:prstGeom prst="line">
              <a:avLst/>
            </a:prstGeom>
            <a:ln w="12700" cap="flat" cmpd="sng">
              <a:solidFill>
                <a:schemeClr val="tx1"/>
              </a:solidFill>
              <a:prstDash val="solid"/>
              <a:round/>
              <a:headEnd type="none" w="med" len="med"/>
              <a:tailEnd type="none" w="med" len="med"/>
            </a:ln>
          </p:spPr>
        </p:sp>
        <p:sp>
          <p:nvSpPr>
            <p:cNvPr id="120934" name="Line 104"/>
            <p:cNvSpPr/>
            <p:nvPr/>
          </p:nvSpPr>
          <p:spPr>
            <a:xfrm>
              <a:off x="858" y="678"/>
              <a:ext cx="1602" cy="0"/>
            </a:xfrm>
            <a:prstGeom prst="line">
              <a:avLst/>
            </a:prstGeom>
            <a:ln w="12700" cap="flat" cmpd="sng">
              <a:solidFill>
                <a:schemeClr val="tx1"/>
              </a:solidFill>
              <a:prstDash val="solid"/>
              <a:round/>
              <a:headEnd type="none" w="med" len="med"/>
              <a:tailEnd type="none" w="med" len="med"/>
            </a:ln>
          </p:spPr>
        </p:sp>
        <p:sp>
          <p:nvSpPr>
            <p:cNvPr id="120935" name="Line 105"/>
            <p:cNvSpPr/>
            <p:nvPr/>
          </p:nvSpPr>
          <p:spPr>
            <a:xfrm>
              <a:off x="852" y="666"/>
              <a:ext cx="1614" cy="0"/>
            </a:xfrm>
            <a:prstGeom prst="line">
              <a:avLst/>
            </a:prstGeom>
            <a:ln w="12700" cap="flat" cmpd="sng">
              <a:solidFill>
                <a:schemeClr val="tx1"/>
              </a:solidFill>
              <a:prstDash val="solid"/>
              <a:round/>
              <a:headEnd type="none" w="med" len="med"/>
              <a:tailEnd type="none" w="med" len="med"/>
            </a:ln>
          </p:spPr>
        </p:sp>
      </p:grpSp>
      <p:grpSp>
        <p:nvGrpSpPr>
          <p:cNvPr id="10" name="Group 106"/>
          <p:cNvGrpSpPr/>
          <p:nvPr/>
        </p:nvGrpSpPr>
        <p:grpSpPr>
          <a:xfrm>
            <a:off x="993775" y="1600200"/>
            <a:ext cx="2941638" cy="519113"/>
            <a:chOff x="626" y="1008"/>
            <a:chExt cx="1853" cy="327"/>
          </a:xfrm>
        </p:grpSpPr>
        <p:sp>
          <p:nvSpPr>
            <p:cNvPr id="120937" name="Text Box 107"/>
            <p:cNvSpPr txBox="1"/>
            <p:nvPr/>
          </p:nvSpPr>
          <p:spPr>
            <a:xfrm>
              <a:off x="626" y="1008"/>
              <a:ext cx="1853"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=A(A+B)+B(A+B)</a:t>
              </a:r>
              <a:endParaRPr lang="en-US" altLang="zh-CN" sz="2800" i="0" dirty="0">
                <a:latin typeface="Times New Roman" panose="02020603050405020304" pitchFamily="18" charset="0"/>
                <a:ea typeface="宋体" panose="02010600030101010101" pitchFamily="2" charset="-122"/>
              </a:endParaRPr>
            </a:p>
          </p:txBody>
        </p:sp>
        <p:sp>
          <p:nvSpPr>
            <p:cNvPr id="120938" name="Line 108"/>
            <p:cNvSpPr/>
            <p:nvPr/>
          </p:nvSpPr>
          <p:spPr>
            <a:xfrm>
              <a:off x="1050" y="1086"/>
              <a:ext cx="132" cy="0"/>
            </a:xfrm>
            <a:prstGeom prst="line">
              <a:avLst/>
            </a:prstGeom>
            <a:ln w="12700" cap="flat" cmpd="sng">
              <a:solidFill>
                <a:schemeClr val="tx1"/>
              </a:solidFill>
              <a:prstDash val="solid"/>
              <a:round/>
              <a:headEnd type="none" w="med" len="med"/>
              <a:tailEnd type="none" w="med" len="med"/>
            </a:ln>
          </p:spPr>
        </p:sp>
        <p:sp>
          <p:nvSpPr>
            <p:cNvPr id="120939" name="Line 109"/>
            <p:cNvSpPr/>
            <p:nvPr/>
          </p:nvSpPr>
          <p:spPr>
            <a:xfrm>
              <a:off x="1902" y="1086"/>
              <a:ext cx="120" cy="0"/>
            </a:xfrm>
            <a:prstGeom prst="line">
              <a:avLst/>
            </a:prstGeom>
            <a:ln w="12700" cap="flat" cmpd="sng">
              <a:solidFill>
                <a:schemeClr val="tx1"/>
              </a:solidFill>
              <a:prstDash val="solid"/>
              <a:round/>
              <a:headEnd type="none" w="med" len="med"/>
              <a:tailEnd type="none" w="med" len="med"/>
            </a:ln>
          </p:spPr>
        </p:sp>
        <p:sp>
          <p:nvSpPr>
            <p:cNvPr id="120940" name="Line 110"/>
            <p:cNvSpPr/>
            <p:nvPr/>
          </p:nvSpPr>
          <p:spPr>
            <a:xfrm>
              <a:off x="1332" y="1086"/>
              <a:ext cx="126" cy="0"/>
            </a:xfrm>
            <a:prstGeom prst="line">
              <a:avLst/>
            </a:prstGeom>
            <a:ln w="12700" cap="flat" cmpd="sng">
              <a:solidFill>
                <a:schemeClr val="tx1"/>
              </a:solidFill>
              <a:prstDash val="solid"/>
              <a:round/>
              <a:headEnd type="none" w="med" len="med"/>
              <a:tailEnd type="none" w="med" len="med"/>
            </a:ln>
          </p:spPr>
        </p:sp>
        <p:sp>
          <p:nvSpPr>
            <p:cNvPr id="120941" name="Line 111"/>
            <p:cNvSpPr/>
            <p:nvPr/>
          </p:nvSpPr>
          <p:spPr>
            <a:xfrm>
              <a:off x="2190" y="1086"/>
              <a:ext cx="120" cy="0"/>
            </a:xfrm>
            <a:prstGeom prst="line">
              <a:avLst/>
            </a:prstGeom>
            <a:ln w="12700" cap="flat" cmpd="sng">
              <a:solidFill>
                <a:schemeClr val="tx1"/>
              </a:solidFill>
              <a:prstDash val="solid"/>
              <a:round/>
              <a:headEnd type="none" w="med" len="med"/>
              <a:tailEnd type="none" w="med" len="med"/>
            </a:ln>
          </p:spPr>
        </p:sp>
        <p:sp>
          <p:nvSpPr>
            <p:cNvPr id="120942" name="Line 112"/>
            <p:cNvSpPr/>
            <p:nvPr/>
          </p:nvSpPr>
          <p:spPr>
            <a:xfrm>
              <a:off x="846" y="1074"/>
              <a:ext cx="1530" cy="0"/>
            </a:xfrm>
            <a:prstGeom prst="line">
              <a:avLst/>
            </a:prstGeom>
            <a:ln w="12700" cap="flat" cmpd="sng">
              <a:solidFill>
                <a:schemeClr val="tx1"/>
              </a:solidFill>
              <a:prstDash val="solid"/>
              <a:round/>
              <a:headEnd type="none" w="med" len="med"/>
              <a:tailEnd type="none" w="med" len="med"/>
            </a:ln>
          </p:spPr>
        </p:sp>
        <p:sp>
          <p:nvSpPr>
            <p:cNvPr id="120943" name="Line 113"/>
            <p:cNvSpPr/>
            <p:nvPr/>
          </p:nvSpPr>
          <p:spPr>
            <a:xfrm>
              <a:off x="840" y="1062"/>
              <a:ext cx="1572" cy="0"/>
            </a:xfrm>
            <a:prstGeom prst="line">
              <a:avLst/>
            </a:prstGeom>
            <a:ln w="12700" cap="flat" cmpd="sng">
              <a:solidFill>
                <a:schemeClr val="tx1"/>
              </a:solidFill>
              <a:prstDash val="solid"/>
              <a:round/>
              <a:headEnd type="none" w="med" len="med"/>
              <a:tailEnd type="none" w="med" len="med"/>
            </a:ln>
          </p:spPr>
        </p:sp>
      </p:grpSp>
      <p:grpSp>
        <p:nvGrpSpPr>
          <p:cNvPr id="11" name="Group 114"/>
          <p:cNvGrpSpPr/>
          <p:nvPr/>
        </p:nvGrpSpPr>
        <p:grpSpPr>
          <a:xfrm>
            <a:off x="1022350" y="2159000"/>
            <a:ext cx="2132013" cy="519113"/>
            <a:chOff x="644" y="1360"/>
            <a:chExt cx="1343" cy="327"/>
          </a:xfrm>
        </p:grpSpPr>
        <p:sp>
          <p:nvSpPr>
            <p:cNvPr id="120945" name="Text Box 115"/>
            <p:cNvSpPr txBox="1"/>
            <p:nvPr/>
          </p:nvSpPr>
          <p:spPr>
            <a:xfrm>
              <a:off x="644" y="1360"/>
              <a:ext cx="1343"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AB</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B</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Times New Roman" panose="02020603050405020304" pitchFamily="18" charset="0"/>
              </a:endParaRPr>
            </a:p>
          </p:txBody>
        </p:sp>
        <p:sp>
          <p:nvSpPr>
            <p:cNvPr id="120946" name="Line 116"/>
            <p:cNvSpPr/>
            <p:nvPr/>
          </p:nvSpPr>
          <p:spPr>
            <a:xfrm>
              <a:off x="1020" y="1428"/>
              <a:ext cx="300" cy="0"/>
            </a:xfrm>
            <a:prstGeom prst="line">
              <a:avLst/>
            </a:prstGeom>
            <a:ln w="12700" cap="flat" cmpd="sng">
              <a:solidFill>
                <a:schemeClr val="tx1"/>
              </a:solidFill>
              <a:prstDash val="solid"/>
              <a:round/>
              <a:headEnd type="none" w="med" len="med"/>
              <a:tailEnd type="none" w="med" len="med"/>
            </a:ln>
          </p:spPr>
        </p:sp>
        <p:sp>
          <p:nvSpPr>
            <p:cNvPr id="120947" name="Line 117"/>
            <p:cNvSpPr/>
            <p:nvPr/>
          </p:nvSpPr>
          <p:spPr>
            <a:xfrm>
              <a:off x="1638" y="1428"/>
              <a:ext cx="246" cy="0"/>
            </a:xfrm>
            <a:prstGeom prst="line">
              <a:avLst/>
            </a:prstGeom>
            <a:ln w="12700" cap="flat" cmpd="sng">
              <a:solidFill>
                <a:schemeClr val="tx1"/>
              </a:solidFill>
              <a:prstDash val="solid"/>
              <a:round/>
              <a:headEnd type="none" w="med" len="med"/>
              <a:tailEnd type="none" w="med" len="med"/>
            </a:ln>
          </p:spPr>
        </p:sp>
        <p:sp>
          <p:nvSpPr>
            <p:cNvPr id="120948" name="Line 118"/>
            <p:cNvSpPr/>
            <p:nvPr/>
          </p:nvSpPr>
          <p:spPr>
            <a:xfrm>
              <a:off x="852" y="1410"/>
              <a:ext cx="474" cy="0"/>
            </a:xfrm>
            <a:prstGeom prst="line">
              <a:avLst/>
            </a:prstGeom>
            <a:ln w="12700" cap="flat" cmpd="sng">
              <a:solidFill>
                <a:schemeClr val="tx1"/>
              </a:solidFill>
              <a:prstDash val="solid"/>
              <a:round/>
              <a:headEnd type="none" w="med" len="med"/>
              <a:tailEnd type="none" w="med" len="med"/>
            </a:ln>
          </p:spPr>
        </p:sp>
        <p:sp>
          <p:nvSpPr>
            <p:cNvPr id="120949" name="Line 119"/>
            <p:cNvSpPr/>
            <p:nvPr/>
          </p:nvSpPr>
          <p:spPr>
            <a:xfrm>
              <a:off x="1416" y="1410"/>
              <a:ext cx="486" cy="0"/>
            </a:xfrm>
            <a:prstGeom prst="line">
              <a:avLst/>
            </a:prstGeom>
            <a:ln w="12700" cap="flat" cmpd="sng">
              <a:solidFill>
                <a:schemeClr val="tx1"/>
              </a:solidFill>
              <a:prstDash val="solid"/>
              <a:round/>
              <a:headEnd type="none" w="med" len="med"/>
              <a:tailEnd type="none" w="med" len="med"/>
            </a:ln>
          </p:spPr>
        </p:sp>
        <p:sp>
          <p:nvSpPr>
            <p:cNvPr id="120950" name="Line 120"/>
            <p:cNvSpPr/>
            <p:nvPr/>
          </p:nvSpPr>
          <p:spPr>
            <a:xfrm>
              <a:off x="852" y="1392"/>
              <a:ext cx="1062" cy="0"/>
            </a:xfrm>
            <a:prstGeom prst="line">
              <a:avLst/>
            </a:prstGeom>
            <a:ln w="12700" cap="flat" cmpd="sng">
              <a:solidFill>
                <a:schemeClr val="tx1"/>
              </a:solidFill>
              <a:prstDash val="solid"/>
              <a:round/>
              <a:headEnd type="none" w="med" len="med"/>
              <a:tailEnd type="none" w="med" len="med"/>
            </a:ln>
          </p:spPr>
        </p:sp>
      </p:grpSp>
      <p:sp>
        <p:nvSpPr>
          <p:cNvPr id="225401" name="Text Box 121"/>
          <p:cNvSpPr txBox="1"/>
          <p:nvPr/>
        </p:nvSpPr>
        <p:spPr>
          <a:xfrm>
            <a:off x="1619250" y="5924550"/>
            <a:ext cx="1828800" cy="519113"/>
          </a:xfrm>
          <a:prstGeom prst="rect">
            <a:avLst/>
          </a:prstGeom>
          <a:noFill/>
          <a:ln w="12700">
            <a:noFill/>
          </a:ln>
        </p:spPr>
        <p:txBody>
          <a:bodyPr wrap="none" anchor="t" anchorCtr="0">
            <a:spAutoFit/>
          </a:bodyPr>
          <a:p>
            <a:pPr>
              <a:buChar char="•"/>
            </a:pPr>
            <a:r>
              <a:rPr lang="zh-CN" altLang="en-US" sz="2800" i="0" dirty="0">
                <a:latin typeface="Times New Roman" panose="02020603050405020304" pitchFamily="18" charset="0"/>
                <a:ea typeface="宋体" panose="02010600030101010101" pitchFamily="2" charset="-122"/>
              </a:rPr>
              <a:t>逻辑符号</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 to="" calcmode="lin" valueType="num">
                                      <p:cBhvr>
                                        <p:cTn id="32" dur="1" fill="hold"/>
                                        <p:tgtEl>
                                          <p:spTgt spid="6"/>
                                        </p:tgtEl>
                                        <p:attrNameLst>
                                          <p:attrName>style.visibility</p:attrName>
                                        </p:attrNameLst>
                                      </p:cBhvr>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5289"/>
                                        </p:tgtEl>
                                        <p:attrNameLst>
                                          <p:attrName>style.visibility</p:attrName>
                                        </p:attrNameLst>
                                      </p:cBhvr>
                                      <p:to>
                                        <p:strVal val="visible"/>
                                      </p:to>
                                    </p:set>
                                    <p:animEffect transition="in" filter="wipe(left)">
                                      <p:cBhvr>
                                        <p:cTn id="42" dur="500"/>
                                        <p:tgtEl>
                                          <p:spTgt spid="22528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blinds(horizontal)">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25" presetClass="entr" presetSubtype="0" fill="hold" grpId="0" nodeType="clickEffect">
                                  <p:stCondLst>
                                    <p:cond delay="0"/>
                                  </p:stCondLst>
                                  <p:childTnLst>
                                    <p:set>
                                      <p:cBhvr>
                                        <p:cTn id="56" dur="1" fill="hold">
                                          <p:stCondLst>
                                            <p:cond delay="0"/>
                                          </p:stCondLst>
                                        </p:cTn>
                                        <p:tgtEl>
                                          <p:spTgt spid="225401"/>
                                        </p:tgtEl>
                                        <p:attrNameLst>
                                          <p:attrName>style.visibility</p:attrName>
                                        </p:attrNameLst>
                                      </p:cBhvr>
                                      <p:to>
                                        <p:strVal val="visible"/>
                                      </p:to>
                                    </p:set>
                                    <p:anim calcmode="lin" valueType="num">
                                      <p:cBhvr>
                                        <p:cTn id="57" dur="500" decel="50000" fill="hold">
                                          <p:stCondLst>
                                            <p:cond delay="0"/>
                                          </p:stCondLst>
                                        </p:cTn>
                                        <p:tgtEl>
                                          <p:spTgt spid="225401"/>
                                        </p:tgtEl>
                                        <p:attrNameLst>
                                          <p:attrName>style.rotation</p:attrName>
                                        </p:attrNameLst>
                                      </p:cBhvr>
                                      <p:tavLst>
                                        <p:tav tm="0">
                                          <p:val>
                                            <p:fltVal val="-90.000000"/>
                                          </p:val>
                                        </p:tav>
                                        <p:tav tm="100000">
                                          <p:val>
                                            <p:fltVal val="0.000000"/>
                                          </p:val>
                                        </p:tav>
                                      </p:tavLst>
                                    </p:anim>
                                    <p:anim calcmode="lin" valueType="num">
                                      <p:cBhvr>
                                        <p:cTn id="58" dur="500" decel="50000" fill="hold">
                                          <p:stCondLst>
                                            <p:cond delay="0"/>
                                          </p:stCondLst>
                                        </p:cTn>
                                        <p:tgtEl>
                                          <p:spTgt spid="225401"/>
                                        </p:tgtEl>
                                        <p:attrNameLst>
                                          <p:attrName>ppt_w</p:attrName>
                                        </p:attrNameLst>
                                      </p:cBhvr>
                                      <p:tavLst>
                                        <p:tav tm="0">
                                          <p:val>
                                            <p:strVal val="#ppt_w"/>
                                          </p:val>
                                        </p:tav>
                                        <p:tav tm="100000">
                                          <p:val>
                                            <p:strVal val="#ppt_w*.05"/>
                                          </p:val>
                                        </p:tav>
                                      </p:tavLst>
                                    </p:anim>
                                    <p:anim calcmode="lin" valueType="num">
                                      <p:cBhvr>
                                        <p:cTn id="59" dur="500" accel="50000" fill="hold">
                                          <p:stCondLst>
                                            <p:cond delay="500"/>
                                          </p:stCondLst>
                                        </p:cTn>
                                        <p:tgtEl>
                                          <p:spTgt spid="225401"/>
                                        </p:tgtEl>
                                        <p:attrNameLst>
                                          <p:attrName>ppt_w</p:attrName>
                                        </p:attrNameLst>
                                      </p:cBhvr>
                                      <p:tavLst>
                                        <p:tav tm="0">
                                          <p:val>
                                            <p:strVal val="#ppt_w*.05"/>
                                          </p:val>
                                        </p:tav>
                                        <p:tav tm="100000">
                                          <p:val>
                                            <p:strVal val="#ppt_w"/>
                                          </p:val>
                                        </p:tav>
                                      </p:tavLst>
                                    </p:anim>
                                    <p:anim calcmode="lin" valueType="num">
                                      <p:cBhvr>
                                        <p:cTn id="60" dur="1000" fill="hold"/>
                                        <p:tgtEl>
                                          <p:spTgt spid="225401"/>
                                        </p:tgtEl>
                                        <p:attrNameLst>
                                          <p:attrName>ppt_h</p:attrName>
                                        </p:attrNameLst>
                                      </p:cBhvr>
                                      <p:tavLst>
                                        <p:tav tm="0">
                                          <p:val>
                                            <p:strVal val="#ppt_h"/>
                                          </p:val>
                                        </p:tav>
                                        <p:tav tm="100000">
                                          <p:val>
                                            <p:strVal val="#ppt_h"/>
                                          </p:val>
                                        </p:tav>
                                      </p:tavLst>
                                    </p:anim>
                                    <p:anim calcmode="lin" valueType="num">
                                      <p:cBhvr>
                                        <p:cTn id="61" dur="500" decel="50000" fill="hold">
                                          <p:stCondLst>
                                            <p:cond delay="0"/>
                                          </p:stCondLst>
                                        </p:cTn>
                                        <p:tgtEl>
                                          <p:spTgt spid="225401"/>
                                        </p:tgtEl>
                                        <p:attrNameLst>
                                          <p:attrName>ppt_x</p:attrName>
                                        </p:attrNameLst>
                                      </p:cBhvr>
                                      <p:tavLst>
                                        <p:tav tm="0">
                                          <p:val>
                                            <p:strVal val="#ppt_x+.4"/>
                                          </p:val>
                                        </p:tav>
                                        <p:tav tm="100000">
                                          <p:val>
                                            <p:strVal val="#ppt_x"/>
                                          </p:val>
                                        </p:tav>
                                      </p:tavLst>
                                    </p:anim>
                                    <p:anim calcmode="lin" valueType="num">
                                      <p:cBhvr>
                                        <p:cTn id="62" dur="500" decel="50000" fill="hold">
                                          <p:stCondLst>
                                            <p:cond delay="0"/>
                                          </p:stCondLst>
                                        </p:cTn>
                                        <p:tgtEl>
                                          <p:spTgt spid="225401"/>
                                        </p:tgtEl>
                                        <p:attrNameLst>
                                          <p:attrName>ppt_y</p:attrName>
                                        </p:attrNameLst>
                                      </p:cBhvr>
                                      <p:tavLst>
                                        <p:tav tm="0">
                                          <p:val>
                                            <p:strVal val="#ppt_y-.2"/>
                                          </p:val>
                                        </p:tav>
                                        <p:tav tm="100000">
                                          <p:val>
                                            <p:strVal val="#ppt_y+.1"/>
                                          </p:val>
                                        </p:tav>
                                      </p:tavLst>
                                    </p:anim>
                                    <p:anim calcmode="lin" valueType="num">
                                      <p:cBhvr>
                                        <p:cTn id="63" dur="500" accel="50000" fill="hold">
                                          <p:stCondLst>
                                            <p:cond delay="500"/>
                                          </p:stCondLst>
                                        </p:cTn>
                                        <p:tgtEl>
                                          <p:spTgt spid="225401"/>
                                        </p:tgtEl>
                                        <p:attrNameLst>
                                          <p:attrName>ppt_y</p:attrName>
                                        </p:attrNameLst>
                                      </p:cBhvr>
                                      <p:tavLst>
                                        <p:tav tm="0">
                                          <p:val>
                                            <p:strVal val="#ppt_y+.1"/>
                                          </p:val>
                                        </p:tav>
                                        <p:tav tm="100000">
                                          <p:val>
                                            <p:strVal val="#ppt_y"/>
                                          </p:val>
                                        </p:tav>
                                      </p:tavLst>
                                    </p:anim>
                                    <p:animEffect transition="in" filter="fade">
                                      <p:cBhvr>
                                        <p:cTn id="64" dur="1000" decel="50000">
                                          <p:stCondLst>
                                            <p:cond delay="0"/>
                                          </p:stCondLst>
                                        </p:cTn>
                                        <p:tgtEl>
                                          <p:spTgt spid="225401"/>
                                        </p:tgtEl>
                                      </p:cBhvr>
                                    </p:animEffect>
                                  </p:childTnLst>
                                </p:cTn>
                              </p:par>
                            </p:childTnLst>
                          </p:cTn>
                        </p:par>
                      </p:childTnLst>
                    </p:cTn>
                  </p:par>
                  <p:par>
                    <p:cTn id="65" fill="hold">
                      <p:stCondLst>
                        <p:cond delay="indefinite"/>
                      </p:stCondLst>
                      <p:childTnLst>
                        <p:par>
                          <p:cTn id="66" fill="hold">
                            <p:stCondLst>
                              <p:cond delay="0"/>
                            </p:stCondLst>
                            <p:childTnLst>
                              <p:par>
                                <p:cTn id="67" presetID="24" presetClass="entr" presetSubtype="0" fill="hold" nodeType="clickEffect">
                                  <p:stCondLst>
                                    <p:cond delay="0"/>
                                  </p:stCondLst>
                                  <p:childTnLst>
                                    <p:set>
                                      <p:cBhvr>
                                        <p:cTn id="68" dur="1" fill="hold">
                                          <p:stCondLst>
                                            <p:cond delay="0"/>
                                          </p:stCondLst>
                                        </p:cTn>
                                        <p:tgtEl>
                                          <p:spTgt spid="8"/>
                                        </p:tgtEl>
                                        <p:attrNameLst>
                                          <p:attrName>style.visibility</p:attrName>
                                        </p:attrNameLst>
                                      </p:cBhvr>
                                      <p:to>
                                        <p:strVal val="visible"/>
                                      </p:to>
                                    </p:set>
                                    <p:anim to="" calcmode="lin" valueType="num">
                                      <p:cBhvr>
                                        <p:cTn id="69" dur="1" fill="hold"/>
                                        <p:tgtEl>
                                          <p:spTgt spid="8"/>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9" grpId="0"/>
      <p:bldP spid="225401"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Text Box 2"/>
          <p:cNvSpPr txBox="1"/>
          <p:nvPr/>
        </p:nvSpPr>
        <p:spPr>
          <a:xfrm>
            <a:off x="2565400" y="1052513"/>
            <a:ext cx="4321175" cy="519112"/>
          </a:xfrm>
          <a:prstGeom prst="rect">
            <a:avLst/>
          </a:prstGeom>
          <a:noFill/>
          <a:ln w="9525">
            <a:noFill/>
          </a:ln>
        </p:spPr>
        <p:txBody>
          <a:bodyPr anchor="t" anchorCtr="0">
            <a:spAutoFit/>
          </a:bodyPr>
          <a:p>
            <a:pPr>
              <a:spcBef>
                <a:spcPct val="50000"/>
              </a:spcBef>
            </a:pPr>
            <a:r>
              <a:rPr lang="en-US" altLang="zh-CN" sz="2800" b="1" i="0" dirty="0">
                <a:latin typeface="Times New Roman" panose="02020603050405020304" pitchFamily="18" charset="0"/>
                <a:ea typeface="宋体" panose="02010600030101010101" pitchFamily="2" charset="-122"/>
              </a:rPr>
              <a:t>2</a:t>
            </a:r>
            <a:r>
              <a:rPr lang="zh-CN" altLang="en-US" sz="2800" b="1"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一位全加器</a:t>
            </a:r>
            <a:endParaRPr lang="zh-CN" altLang="en-US" sz="2800" i="0" dirty="0">
              <a:latin typeface="Times New Roman" panose="02020603050405020304" pitchFamily="18" charset="0"/>
              <a:ea typeface="宋体" panose="02010600030101010101" pitchFamily="2" charset="-122"/>
            </a:endParaRPr>
          </a:p>
        </p:txBody>
      </p:sp>
      <p:sp>
        <p:nvSpPr>
          <p:cNvPr id="226307" name="Text Box 3"/>
          <p:cNvSpPr txBox="1"/>
          <p:nvPr/>
        </p:nvSpPr>
        <p:spPr>
          <a:xfrm>
            <a:off x="815975" y="2020888"/>
            <a:ext cx="7445375" cy="1887537"/>
          </a:xfrm>
          <a:prstGeom prst="rect">
            <a:avLst/>
          </a:prstGeom>
          <a:noFill/>
          <a:ln w="9525">
            <a:noFill/>
          </a:ln>
        </p:spPr>
        <p:txBody>
          <a:bodyPr anchor="t" anchorCtr="0">
            <a:spAutoFit/>
          </a:bodyPr>
          <a:p>
            <a:pPr marL="476250" indent="-476250">
              <a:lnSpc>
                <a:spcPct val="140000"/>
              </a:lnSpc>
              <a:spcBef>
                <a:spcPct val="50000"/>
              </a:spcBef>
            </a:pP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要完成一位</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被加数</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与</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加数</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及低位送来的</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进位</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三者相加，产生</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本位和</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及向高位的</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进位</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，因此该电路有</a:t>
            </a:r>
            <a:r>
              <a:rPr lang="en-US" altLang="zh-CN" sz="2800" i="0" dirty="0">
                <a:latin typeface="Times New Roman" panose="02020603050405020304" pitchFamily="18" charset="0"/>
                <a:ea typeface="宋体" panose="02010600030101010101" pitchFamily="2" charset="-122"/>
                <a:sym typeface="Monotype Sorts" pitchFamily="2" charset="2"/>
              </a:rPr>
              <a:t>3</a:t>
            </a:r>
            <a:r>
              <a:rPr lang="zh-CN" altLang="en-US" sz="2800" i="0" dirty="0">
                <a:latin typeface="Times New Roman" panose="02020603050405020304" pitchFamily="18" charset="0"/>
                <a:ea typeface="宋体" panose="02010600030101010101" pitchFamily="2" charset="-122"/>
                <a:sym typeface="Monotype Sorts" pitchFamily="2" charset="2"/>
              </a:rPr>
              <a:t>个输入，</a:t>
            </a:r>
            <a:r>
              <a:rPr lang="en-US" altLang="zh-CN" sz="2800" i="0" dirty="0">
                <a:latin typeface="Times New Roman" panose="02020603050405020304" pitchFamily="18" charset="0"/>
                <a:ea typeface="宋体" panose="02010600030101010101" pitchFamily="2" charset="-122"/>
                <a:sym typeface="Monotype Sorts" pitchFamily="2" charset="2"/>
              </a:rPr>
              <a:t>2</a:t>
            </a:r>
            <a:r>
              <a:rPr lang="zh-CN" altLang="en-US" sz="2800" i="0" dirty="0">
                <a:latin typeface="Times New Roman" panose="02020603050405020304" pitchFamily="18" charset="0"/>
                <a:ea typeface="宋体" panose="02010600030101010101" pitchFamily="2" charset="-122"/>
                <a:sym typeface="Monotype Sorts" pitchFamily="2" charset="2"/>
              </a:rPr>
              <a:t>个输出。</a:t>
            </a:r>
            <a:endParaRPr lang="zh-CN" altLang="en-US" sz="2800" i="0" dirty="0">
              <a:latin typeface="Times New Roman" panose="02020603050405020304" pitchFamily="18" charset="0"/>
              <a:ea typeface="宋体" panose="02010600030101010101" pitchFamily="2" charset="-122"/>
            </a:endParaRPr>
          </a:p>
        </p:txBody>
      </p:sp>
      <p:sp>
        <p:nvSpPr>
          <p:cNvPr id="226308" name="Rectangle 4"/>
          <p:cNvSpPr/>
          <p:nvPr/>
        </p:nvSpPr>
        <p:spPr>
          <a:xfrm>
            <a:off x="725488" y="3990975"/>
            <a:ext cx="7331075" cy="1758950"/>
          </a:xfrm>
          <a:prstGeom prst="rect">
            <a:avLst/>
          </a:prstGeom>
          <a:noFill/>
          <a:ln w="9525">
            <a:noFill/>
          </a:ln>
        </p:spPr>
        <p:txBody>
          <a:bodyPr anchor="t" anchorCtr="0">
            <a:spAutoFit/>
          </a:bodyPr>
          <a:p>
            <a:pPr marL="476250" indent="-476250">
              <a:lnSpc>
                <a:spcPct val="130000"/>
              </a:lnSpc>
            </a:pP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设“被加数”，“加数”和低位来的</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进位</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分别为</a:t>
            </a:r>
            <a:r>
              <a:rPr lang="en-US" altLang="zh-CN" sz="2800" dirty="0">
                <a:latin typeface="Times New Roman" panose="02020603050405020304" pitchFamily="18" charset="0"/>
                <a:ea typeface="宋体" panose="02010600030101010101" pitchFamily="2" charset="-122"/>
                <a:sym typeface="Monotype Sorts" pitchFamily="2" charset="2"/>
              </a:rPr>
              <a:t>A</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i="0" dirty="0">
                <a:latin typeface="Times New Roman" panose="02020603050405020304" pitchFamily="18" charset="0"/>
                <a:ea typeface="宋体" panose="02010600030101010101" pitchFamily="2" charset="-122"/>
                <a:sym typeface="Monotype Sorts" pitchFamily="2" charset="2"/>
              </a:rPr>
              <a:t>, </a:t>
            </a:r>
            <a:r>
              <a:rPr lang="en-US" altLang="zh-CN" sz="2800" dirty="0">
                <a:latin typeface="Times New Roman" panose="02020603050405020304" pitchFamily="18" charset="0"/>
                <a:ea typeface="宋体" panose="02010600030101010101" pitchFamily="2" charset="-122"/>
                <a:sym typeface="Monotype Sorts" pitchFamily="2" charset="2"/>
              </a:rPr>
              <a:t>B</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i="0" dirty="0">
                <a:latin typeface="Times New Roman" panose="02020603050405020304" pitchFamily="18" charset="0"/>
                <a:ea typeface="宋体" panose="02010600030101010101" pitchFamily="2" charset="-122"/>
                <a:sym typeface="Monotype Sorts" pitchFamily="2" charset="2"/>
              </a:rPr>
              <a:t>, </a:t>
            </a:r>
            <a:r>
              <a:rPr lang="en-US" altLang="zh-CN" sz="2800" dirty="0">
                <a:latin typeface="Times New Roman" panose="02020603050405020304" pitchFamily="18" charset="0"/>
                <a:ea typeface="宋体" panose="02010600030101010101" pitchFamily="2" charset="-122"/>
                <a:sym typeface="Monotype Sorts" pitchFamily="2" charset="2"/>
              </a:rPr>
              <a:t>C</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i="0" baseline="-25000" dirty="0">
                <a:latin typeface="Times New Roman" panose="02020603050405020304" pitchFamily="18" charset="0"/>
                <a:ea typeface="宋体" panose="02010600030101010101" pitchFamily="2" charset="-122"/>
                <a:sym typeface="Monotype Sorts" pitchFamily="2" charset="2"/>
              </a:rPr>
              <a:t>1</a:t>
            </a: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zh-CN" sz="2800" i="0" dirty="0">
                <a:latin typeface="Times New Roman" panose="02020603050405020304" pitchFamily="18" charset="0"/>
                <a:ea typeface="宋体" panose="02010600030101010101" pitchFamily="2" charset="-122"/>
                <a:sym typeface="Monotype Sorts" pitchFamily="2" charset="2"/>
              </a:rPr>
              <a:t>本位和"与向高位的"进位"分别为</a:t>
            </a:r>
            <a:r>
              <a:rPr lang="en-US" altLang="zh-CN" sz="2800" dirty="0">
                <a:latin typeface="Times New Roman" panose="02020603050405020304" pitchFamily="18" charset="0"/>
                <a:ea typeface="宋体" panose="02010600030101010101" pitchFamily="2" charset="-122"/>
                <a:sym typeface="Monotype Sorts" pitchFamily="2" charset="2"/>
              </a:rPr>
              <a:t>S</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i="0" dirty="0">
                <a:latin typeface="Times New Roman" panose="02020603050405020304" pitchFamily="18" charset="0"/>
                <a:ea typeface="宋体" panose="02010600030101010101" pitchFamily="2" charset="-122"/>
                <a:sym typeface="Monotype Sorts" pitchFamily="2" charset="2"/>
              </a:rPr>
              <a:t>, </a:t>
            </a:r>
            <a:r>
              <a:rPr lang="en-US" altLang="zh-CN" sz="2800" dirty="0">
                <a:latin typeface="Times New Roman" panose="02020603050405020304" pitchFamily="18" charset="0"/>
                <a:ea typeface="宋体" panose="02010600030101010101" pitchFamily="2" charset="-122"/>
                <a:sym typeface="Monotype Sorts" pitchFamily="2" charset="2"/>
              </a:rPr>
              <a:t>C</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i="0" dirty="0">
                <a:latin typeface="Times New Roman" panose="02020603050405020304" pitchFamily="18" charset="0"/>
                <a:ea typeface="宋体" panose="02010600030101010101" pitchFamily="2" charset="-122"/>
                <a:sym typeface="Monotype Sorts" pitchFamily="2" charset="2"/>
              </a:rPr>
              <a:t>.</a:t>
            </a:r>
            <a:endParaRPr lang="en-US" altLang="zh-CN" sz="2800" i="0" dirty="0">
              <a:latin typeface="Times New Roman" panose="02020603050405020304" pitchFamily="18" charset="0"/>
              <a:ea typeface="宋体" panose="02010600030101010101" pitchFamily="2" charset="-122"/>
              <a:sym typeface="Monotype Sorts"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6307">
                                            <p:txEl>
                                              <p:charRg st="0" end="69"/>
                                            </p:txEl>
                                          </p:spTgt>
                                        </p:tgtEl>
                                        <p:attrNameLst>
                                          <p:attrName>style.visibility</p:attrName>
                                        </p:attrNameLst>
                                      </p:cBhvr>
                                      <p:to>
                                        <p:strVal val="visible"/>
                                      </p:to>
                                    </p:set>
                                    <p:animEffect transition="in" filter="wipe(left)">
                                      <p:cBhvr>
                                        <p:cTn id="7" dur="500"/>
                                        <p:tgtEl>
                                          <p:spTgt spid="226307">
                                            <p:txEl>
                                              <p:charRg st="0" end="6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6308">
                                            <p:txEl>
                                              <p:charRg st="0" end="68"/>
                                            </p:txEl>
                                          </p:spTgt>
                                        </p:tgtEl>
                                        <p:attrNameLst>
                                          <p:attrName>style.visibility</p:attrName>
                                        </p:attrNameLst>
                                      </p:cBhvr>
                                      <p:to>
                                        <p:strVal val="visible"/>
                                      </p:to>
                                    </p:set>
                                    <p:animEffect transition="in" filter="wipe(left)">
                                      <p:cBhvr>
                                        <p:cTn id="12" dur="500"/>
                                        <p:tgtEl>
                                          <p:spTgt spid="226308">
                                            <p:txEl>
                                              <p:charRg st="0" end="6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build="p"/>
      <p:bldP spid="226308"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2025650" y="790575"/>
            <a:ext cx="4448175" cy="5478463"/>
            <a:chOff x="1276" y="498"/>
            <a:chExt cx="2802" cy="3451"/>
          </a:xfrm>
        </p:grpSpPr>
        <p:sp>
          <p:nvSpPr>
            <p:cNvPr id="122882" name="Text Box 3"/>
            <p:cNvSpPr txBox="1"/>
            <p:nvPr/>
          </p:nvSpPr>
          <p:spPr>
            <a:xfrm>
              <a:off x="1463" y="498"/>
              <a:ext cx="2470" cy="3451"/>
            </a:xfrm>
            <a:prstGeom prst="rect">
              <a:avLst/>
            </a:prstGeom>
            <a:noFill/>
            <a:ln w="9525">
              <a:noFill/>
            </a:ln>
          </p:spPr>
          <p:txBody>
            <a:bodyPr anchor="t" anchorCtr="0">
              <a:spAutoFit/>
            </a:bodyPr>
            <a:p>
              <a:pPr defTabSz="914400">
                <a:lnSpc>
                  <a:spcPct val="140000"/>
                </a:lnSpc>
                <a:tabLst>
                  <a:tab pos="2470150" algn="l"/>
                  <a:tab pos="3244850" algn="l"/>
                </a:tabLst>
              </a:pPr>
              <a:r>
                <a:rPr lang="en-US" altLang="zh-CN" sz="2800" dirty="0">
                  <a:latin typeface="Times New Roman" panose="02020603050405020304" pitchFamily="18" charset="0"/>
                  <a:ea typeface="宋体" panose="02010600030101010101" pitchFamily="2" charset="-122"/>
                  <a:sym typeface="Monotype Sorts" pitchFamily="2" charset="2"/>
                </a:rPr>
                <a:t>A</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dirty="0">
                  <a:latin typeface="Times New Roman" panose="02020603050405020304" pitchFamily="18" charset="0"/>
                  <a:ea typeface="宋体" panose="02010600030101010101" pitchFamily="2" charset="-122"/>
                  <a:sym typeface="Monotype Sorts" pitchFamily="2" charset="2"/>
                </a:rPr>
                <a:t>    B</a:t>
              </a:r>
              <a:r>
                <a:rPr lang="en-US" altLang="zh-CN" sz="2800" baseline="-25000" dirty="0">
                  <a:latin typeface="Times New Roman" panose="02020603050405020304" pitchFamily="18" charset="0"/>
                  <a:ea typeface="宋体" panose="02010600030101010101" pitchFamily="2" charset="-122"/>
                  <a:sym typeface="Monotype Sorts" pitchFamily="2" charset="2"/>
                </a:rPr>
                <a:t>i  </a:t>
              </a:r>
              <a:r>
                <a:rPr lang="en-US" altLang="zh-CN" sz="2800" dirty="0">
                  <a:latin typeface="Times New Roman" panose="02020603050405020304" pitchFamily="18" charset="0"/>
                  <a:ea typeface="宋体" panose="02010600030101010101" pitchFamily="2" charset="-122"/>
                  <a:sym typeface="Monotype Sorts" pitchFamily="2" charset="2"/>
                </a:rPr>
                <a:t>  C</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i="0" baseline="-25000" dirty="0">
                  <a:latin typeface="Times New Roman" panose="02020603050405020304" pitchFamily="18" charset="0"/>
                  <a:ea typeface="宋体" panose="02010600030101010101" pitchFamily="2" charset="-122"/>
                  <a:sym typeface="Monotype Sorts" pitchFamily="2" charset="2"/>
                </a:rPr>
                <a:t>1</a:t>
              </a:r>
              <a:r>
                <a:rPr lang="en-US" altLang="zh-CN" sz="280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sym typeface="Monotype Sorts" pitchFamily="2" charset="2"/>
                </a:rPr>
                <a:t>S</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dirty="0">
                  <a:latin typeface="Times New Roman" panose="02020603050405020304" pitchFamily="18" charset="0"/>
                  <a:ea typeface="宋体" panose="02010600030101010101" pitchFamily="2" charset="-122"/>
                  <a:sym typeface="Monotype Sorts" pitchFamily="2" charset="2"/>
                </a:rPr>
                <a:t>	 C</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i="0" dirty="0">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0      0      0	0	 0</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0      0      1	1	 0</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0      1      0	1	 0</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0      1      1	0	 1</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1      0      0	1	 0</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1      0      1	0	 1</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1      1      0	0	 1</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1      1      1	1	 1</a:t>
              </a:r>
              <a:endParaRPr lang="en-US" altLang="zh-CN" sz="2800" i="0" dirty="0">
                <a:latin typeface="Times New Roman" panose="02020603050405020304" pitchFamily="18" charset="0"/>
                <a:ea typeface="宋体" panose="02010600030101010101" pitchFamily="2" charset="-122"/>
              </a:endParaRPr>
            </a:p>
          </p:txBody>
        </p:sp>
        <p:grpSp>
          <p:nvGrpSpPr>
            <p:cNvPr id="122883" name="Group 4"/>
            <p:cNvGrpSpPr/>
            <p:nvPr/>
          </p:nvGrpSpPr>
          <p:grpSpPr>
            <a:xfrm>
              <a:off x="1276" y="590"/>
              <a:ext cx="2802" cy="3344"/>
              <a:chOff x="1432" y="590"/>
              <a:chExt cx="2491" cy="3344"/>
            </a:xfrm>
          </p:grpSpPr>
          <p:sp>
            <p:nvSpPr>
              <p:cNvPr id="122884" name="Line 5"/>
              <p:cNvSpPr/>
              <p:nvPr/>
            </p:nvSpPr>
            <p:spPr>
              <a:xfrm>
                <a:off x="1432" y="590"/>
                <a:ext cx="2368" cy="0"/>
              </a:xfrm>
              <a:prstGeom prst="line">
                <a:avLst/>
              </a:prstGeom>
              <a:ln w="9525" cap="flat" cmpd="sng">
                <a:solidFill>
                  <a:schemeClr val="tx1"/>
                </a:solidFill>
                <a:prstDash val="solid"/>
                <a:round/>
                <a:headEnd type="none" w="med" len="med"/>
                <a:tailEnd type="none" w="med" len="med"/>
              </a:ln>
            </p:spPr>
          </p:sp>
          <p:sp>
            <p:nvSpPr>
              <p:cNvPr id="122885" name="Line 6"/>
              <p:cNvSpPr/>
              <p:nvPr/>
            </p:nvSpPr>
            <p:spPr>
              <a:xfrm>
                <a:off x="1432" y="967"/>
                <a:ext cx="2401" cy="0"/>
              </a:xfrm>
              <a:prstGeom prst="line">
                <a:avLst/>
              </a:prstGeom>
              <a:ln w="9525" cap="flat" cmpd="sng">
                <a:solidFill>
                  <a:schemeClr val="tx1"/>
                </a:solidFill>
                <a:prstDash val="solid"/>
                <a:round/>
                <a:headEnd type="none" w="med" len="med"/>
                <a:tailEnd type="none" w="med" len="med"/>
              </a:ln>
            </p:spPr>
          </p:sp>
          <p:sp>
            <p:nvSpPr>
              <p:cNvPr id="122886" name="Line 7"/>
              <p:cNvSpPr/>
              <p:nvPr/>
            </p:nvSpPr>
            <p:spPr>
              <a:xfrm>
                <a:off x="1432" y="3934"/>
                <a:ext cx="2491" cy="0"/>
              </a:xfrm>
              <a:prstGeom prst="line">
                <a:avLst/>
              </a:prstGeom>
              <a:ln w="9525" cap="flat" cmpd="sng">
                <a:solidFill>
                  <a:schemeClr val="tx1"/>
                </a:solidFill>
                <a:prstDash val="solid"/>
                <a:round/>
                <a:headEnd type="none" w="med" len="med"/>
                <a:tailEnd type="none" w="med" len="med"/>
              </a:ln>
            </p:spPr>
          </p:sp>
        </p:grpSp>
        <p:sp>
          <p:nvSpPr>
            <p:cNvPr id="122887" name="Line 8"/>
            <p:cNvSpPr/>
            <p:nvPr/>
          </p:nvSpPr>
          <p:spPr>
            <a:xfrm>
              <a:off x="2722" y="612"/>
              <a:ext cx="0" cy="3311"/>
            </a:xfrm>
            <a:prstGeom prst="line">
              <a:avLst/>
            </a:prstGeom>
            <a:ln w="9525" cap="flat" cmpd="sng">
              <a:solidFill>
                <a:schemeClr val="tx1"/>
              </a:solidFill>
              <a:prstDash val="solid"/>
              <a:round/>
              <a:headEnd type="none" w="med" len="med"/>
              <a:tailEnd type="none" w="med" len="med"/>
            </a:ln>
          </p:spPr>
        </p:sp>
      </p:grpSp>
      <p:sp>
        <p:nvSpPr>
          <p:cNvPr id="122888" name="Text Box 9"/>
          <p:cNvSpPr txBox="1"/>
          <p:nvPr/>
        </p:nvSpPr>
        <p:spPr>
          <a:xfrm>
            <a:off x="425450" y="401638"/>
            <a:ext cx="3384550"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第一步：建立真值表</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Text Box 2"/>
          <p:cNvSpPr txBox="1"/>
          <p:nvPr/>
        </p:nvSpPr>
        <p:spPr>
          <a:xfrm>
            <a:off x="1547813" y="598488"/>
            <a:ext cx="5451475"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第二步：写出</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最小项之</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表达式；</a:t>
            </a:r>
            <a:endParaRPr lang="zh-CN" altLang="en-US" sz="2800" i="0" dirty="0">
              <a:latin typeface="Times New Roman" panose="02020603050405020304" pitchFamily="18" charset="0"/>
              <a:ea typeface="宋体" panose="02010600030101010101" pitchFamily="2" charset="-122"/>
            </a:endParaRPr>
          </a:p>
        </p:txBody>
      </p:sp>
      <p:sp>
        <p:nvSpPr>
          <p:cNvPr id="228355" name="Text Box 3"/>
          <p:cNvSpPr txBox="1"/>
          <p:nvPr/>
        </p:nvSpPr>
        <p:spPr>
          <a:xfrm>
            <a:off x="2994025" y="1069975"/>
            <a:ext cx="2600325" cy="519113"/>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i</a:t>
            </a:r>
            <a:r>
              <a:rPr lang="en-US" altLang="zh-CN"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m</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(1, 2, 4, 7)</a:t>
            </a:r>
            <a:endParaRPr lang="en-US" altLang="zh-CN" sz="2800" i="0" dirty="0">
              <a:latin typeface="Times New Roman" panose="02020603050405020304" pitchFamily="18" charset="0"/>
              <a:ea typeface="宋体" panose="02010600030101010101" pitchFamily="2" charset="-122"/>
            </a:endParaRPr>
          </a:p>
        </p:txBody>
      </p:sp>
      <p:sp>
        <p:nvSpPr>
          <p:cNvPr id="228356" name="Text Box 4"/>
          <p:cNvSpPr txBox="1"/>
          <p:nvPr/>
        </p:nvSpPr>
        <p:spPr>
          <a:xfrm>
            <a:off x="2994025" y="1670050"/>
            <a:ext cx="2638425" cy="519113"/>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baseline="-25000" dirty="0">
                <a:latin typeface="Times New Roman" panose="02020603050405020304" pitchFamily="18" charset="0"/>
                <a:ea typeface="宋体" panose="02010600030101010101" pitchFamily="2" charset="-122"/>
              </a:rPr>
              <a:t>i</a:t>
            </a:r>
            <a:r>
              <a:rPr lang="en-US" altLang="zh-CN"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m</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(3, 5, 6, 7)</a:t>
            </a:r>
            <a:endParaRPr lang="en-US" altLang="zh-CN" sz="2800" i="0" dirty="0">
              <a:latin typeface="Times New Roman" panose="02020603050405020304" pitchFamily="18" charset="0"/>
              <a:ea typeface="宋体" panose="02010600030101010101" pitchFamily="2" charset="-122"/>
            </a:endParaRPr>
          </a:p>
        </p:txBody>
      </p:sp>
      <p:sp>
        <p:nvSpPr>
          <p:cNvPr id="228357" name="Text Box 5"/>
          <p:cNvSpPr txBox="1"/>
          <p:nvPr/>
        </p:nvSpPr>
        <p:spPr>
          <a:xfrm>
            <a:off x="1547813" y="2289175"/>
            <a:ext cx="5518150" cy="519113"/>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第三步：化简并转换成适当形式；</a:t>
            </a:r>
            <a:endParaRPr lang="zh-CN" altLang="en-US" sz="2800" i="0" dirty="0">
              <a:latin typeface="Times New Roman" panose="02020603050405020304" pitchFamily="18" charset="0"/>
              <a:ea typeface="宋体" panose="02010600030101010101" pitchFamily="2" charset="-122"/>
            </a:endParaRPr>
          </a:p>
        </p:txBody>
      </p:sp>
      <p:grpSp>
        <p:nvGrpSpPr>
          <p:cNvPr id="2" name="Group 6"/>
          <p:cNvGrpSpPr/>
          <p:nvPr/>
        </p:nvGrpSpPr>
        <p:grpSpPr>
          <a:xfrm>
            <a:off x="1312863" y="2797175"/>
            <a:ext cx="2828925" cy="2535238"/>
            <a:chOff x="827" y="1762"/>
            <a:chExt cx="1782" cy="1597"/>
          </a:xfrm>
        </p:grpSpPr>
        <p:sp>
          <p:nvSpPr>
            <p:cNvPr id="123910" name="Rectangle 7"/>
            <p:cNvSpPr/>
            <p:nvPr/>
          </p:nvSpPr>
          <p:spPr>
            <a:xfrm>
              <a:off x="2294" y="2315"/>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11" name="Rectangle 8"/>
            <p:cNvSpPr/>
            <p:nvPr/>
          </p:nvSpPr>
          <p:spPr>
            <a:xfrm>
              <a:off x="1259" y="2263"/>
              <a:ext cx="1281" cy="700"/>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912" name="Line 9"/>
            <p:cNvSpPr/>
            <p:nvPr/>
          </p:nvSpPr>
          <p:spPr>
            <a:xfrm flipH="1" flipV="1">
              <a:off x="1030" y="2019"/>
              <a:ext cx="244" cy="244"/>
            </a:xfrm>
            <a:prstGeom prst="line">
              <a:avLst/>
            </a:prstGeom>
            <a:ln w="12700" cap="flat" cmpd="sng">
              <a:solidFill>
                <a:schemeClr val="tx1"/>
              </a:solidFill>
              <a:prstDash val="solid"/>
              <a:round/>
              <a:headEnd type="none" w="med" len="med"/>
              <a:tailEnd type="none" w="med" len="med"/>
            </a:ln>
          </p:spPr>
        </p:sp>
        <p:sp>
          <p:nvSpPr>
            <p:cNvPr id="123913" name="Line 10"/>
            <p:cNvSpPr/>
            <p:nvPr/>
          </p:nvSpPr>
          <p:spPr>
            <a:xfrm>
              <a:off x="1273" y="2619"/>
              <a:ext cx="1277" cy="0"/>
            </a:xfrm>
            <a:prstGeom prst="line">
              <a:avLst/>
            </a:prstGeom>
            <a:ln w="9525" cap="flat" cmpd="sng">
              <a:solidFill>
                <a:schemeClr val="tx1"/>
              </a:solidFill>
              <a:prstDash val="solid"/>
              <a:round/>
              <a:headEnd type="none" w="med" len="med"/>
              <a:tailEnd type="none" w="med" len="med"/>
            </a:ln>
          </p:spPr>
        </p:sp>
        <p:sp>
          <p:nvSpPr>
            <p:cNvPr id="123914" name="Line 11"/>
            <p:cNvSpPr/>
            <p:nvPr/>
          </p:nvSpPr>
          <p:spPr>
            <a:xfrm>
              <a:off x="1597" y="2264"/>
              <a:ext cx="0" cy="711"/>
            </a:xfrm>
            <a:prstGeom prst="line">
              <a:avLst/>
            </a:prstGeom>
            <a:ln w="9525" cap="flat" cmpd="sng">
              <a:solidFill>
                <a:schemeClr val="tx1"/>
              </a:solidFill>
              <a:prstDash val="solid"/>
              <a:round/>
              <a:headEnd type="none" w="med" len="med"/>
              <a:tailEnd type="none" w="med" len="med"/>
            </a:ln>
          </p:spPr>
        </p:sp>
        <p:sp>
          <p:nvSpPr>
            <p:cNvPr id="123915" name="Text Box 12"/>
            <p:cNvSpPr txBox="1"/>
            <p:nvPr/>
          </p:nvSpPr>
          <p:spPr>
            <a:xfrm>
              <a:off x="1261" y="1962"/>
              <a:ext cx="134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123916" name="Text Box 13"/>
            <p:cNvSpPr txBox="1"/>
            <p:nvPr/>
          </p:nvSpPr>
          <p:spPr>
            <a:xfrm>
              <a:off x="1006" y="2295"/>
              <a:ext cx="184" cy="650"/>
            </a:xfrm>
            <a:prstGeom prst="rect">
              <a:avLst/>
            </a:prstGeom>
            <a:noFill/>
            <a:ln w="9525">
              <a:noFill/>
            </a:ln>
          </p:spPr>
          <p:txBody>
            <a:bodyPr anchor="t" anchorCtr="0">
              <a:spAutoFit/>
            </a:bodyPr>
            <a:p>
              <a:pPr defTabSz="914400">
                <a:lnSpc>
                  <a:spcPct val="11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p:txBody>
        </p:sp>
        <p:sp>
          <p:nvSpPr>
            <p:cNvPr id="123917" name="Text Box 14"/>
            <p:cNvSpPr txBox="1"/>
            <p:nvPr/>
          </p:nvSpPr>
          <p:spPr>
            <a:xfrm>
              <a:off x="1005" y="1762"/>
              <a:ext cx="511"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baseline="-25000" dirty="0">
                  <a:latin typeface="Times New Roman" panose="02020603050405020304" pitchFamily="18" charset="0"/>
                  <a:ea typeface="宋体" panose="02010600030101010101" pitchFamily="2" charset="-122"/>
                </a:rPr>
                <a:t>i</a:t>
              </a:r>
              <a:r>
                <a:rPr lang="en-US" altLang="zh-CN" sz="2800" i="0" dirty="0">
                  <a:latin typeface="Times New Roman" panose="02020603050405020304" pitchFamily="18" charset="0"/>
                  <a:ea typeface="宋体" panose="02010600030101010101" pitchFamily="2" charset="-122"/>
                </a:rPr>
                <a:t>B</a:t>
              </a:r>
              <a:r>
                <a:rPr lang="en-US" altLang="zh-CN" sz="2800" baseline="-25000" dirty="0">
                  <a:latin typeface="Times New Roman" panose="02020603050405020304" pitchFamily="18" charset="0"/>
                  <a:ea typeface="宋体" panose="02010600030101010101" pitchFamily="2" charset="-122"/>
                </a:rPr>
                <a:t>i</a:t>
              </a:r>
              <a:endParaRPr lang="en-US" altLang="zh-CN" sz="2800" baseline="-25000" dirty="0">
                <a:latin typeface="Times New Roman" panose="02020603050405020304" pitchFamily="18" charset="0"/>
                <a:ea typeface="宋体" panose="02010600030101010101" pitchFamily="2" charset="-122"/>
              </a:endParaRPr>
            </a:p>
          </p:txBody>
        </p:sp>
        <p:sp>
          <p:nvSpPr>
            <p:cNvPr id="123918" name="Text Box 15"/>
            <p:cNvSpPr txBox="1"/>
            <p:nvPr/>
          </p:nvSpPr>
          <p:spPr>
            <a:xfrm>
              <a:off x="827" y="2006"/>
              <a:ext cx="43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baseline="-25000" dirty="0">
                  <a:latin typeface="Times New Roman" panose="02020603050405020304" pitchFamily="18" charset="0"/>
                  <a:ea typeface="宋体" panose="02010600030101010101" pitchFamily="2" charset="-122"/>
                </a:rPr>
                <a:t>i-</a:t>
              </a:r>
              <a:r>
                <a:rPr lang="en-US" altLang="zh-CN" sz="2800" i="0" baseline="-25000" dirty="0">
                  <a:latin typeface="Times New Roman" panose="02020603050405020304" pitchFamily="18" charset="0"/>
                  <a:ea typeface="宋体" panose="02010600030101010101" pitchFamily="2" charset="-122"/>
                </a:rPr>
                <a:t>1</a:t>
              </a:r>
              <a:endParaRPr lang="en-US" altLang="zh-CN" sz="2800" baseline="-25000" dirty="0">
                <a:latin typeface="Times New Roman" panose="02020603050405020304" pitchFamily="18" charset="0"/>
                <a:ea typeface="宋体" panose="02010600030101010101" pitchFamily="2" charset="-122"/>
              </a:endParaRPr>
            </a:p>
          </p:txBody>
        </p:sp>
        <p:sp>
          <p:nvSpPr>
            <p:cNvPr id="123919" name="Line 16"/>
            <p:cNvSpPr/>
            <p:nvPr/>
          </p:nvSpPr>
          <p:spPr>
            <a:xfrm>
              <a:off x="1909" y="2264"/>
              <a:ext cx="0" cy="711"/>
            </a:xfrm>
            <a:prstGeom prst="line">
              <a:avLst/>
            </a:prstGeom>
            <a:ln w="9525" cap="flat" cmpd="sng">
              <a:solidFill>
                <a:schemeClr val="tx1"/>
              </a:solidFill>
              <a:prstDash val="solid"/>
              <a:round/>
              <a:headEnd type="none" w="med" len="med"/>
              <a:tailEnd type="none" w="med" len="med"/>
            </a:ln>
          </p:spPr>
        </p:sp>
        <p:sp>
          <p:nvSpPr>
            <p:cNvPr id="123920" name="Line 17"/>
            <p:cNvSpPr/>
            <p:nvPr/>
          </p:nvSpPr>
          <p:spPr>
            <a:xfrm>
              <a:off x="2218" y="2257"/>
              <a:ext cx="0" cy="711"/>
            </a:xfrm>
            <a:prstGeom prst="line">
              <a:avLst/>
            </a:prstGeom>
            <a:ln w="9525" cap="flat" cmpd="sng">
              <a:solidFill>
                <a:schemeClr val="tx1"/>
              </a:solidFill>
              <a:prstDash val="solid"/>
              <a:round/>
              <a:headEnd type="none" w="med" len="med"/>
              <a:tailEnd type="none" w="med" len="med"/>
            </a:ln>
          </p:spPr>
        </p:sp>
        <p:sp>
          <p:nvSpPr>
            <p:cNvPr id="123921" name="Text Box 18"/>
            <p:cNvSpPr txBox="1"/>
            <p:nvPr/>
          </p:nvSpPr>
          <p:spPr>
            <a:xfrm>
              <a:off x="1951" y="2604"/>
              <a:ext cx="254"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22" name="Rectangle 19"/>
            <p:cNvSpPr/>
            <p:nvPr/>
          </p:nvSpPr>
          <p:spPr>
            <a:xfrm>
              <a:off x="1638" y="230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23" name="Text Box 20"/>
            <p:cNvSpPr txBox="1"/>
            <p:nvPr/>
          </p:nvSpPr>
          <p:spPr>
            <a:xfrm>
              <a:off x="1327" y="2593"/>
              <a:ext cx="254"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24" name="Rectangle 21"/>
            <p:cNvSpPr/>
            <p:nvPr/>
          </p:nvSpPr>
          <p:spPr>
            <a:xfrm>
              <a:off x="1795" y="3032"/>
              <a:ext cx="283"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i</a:t>
              </a:r>
              <a:endParaRPr lang="en-US" altLang="zh-CN" sz="2800" baseline="-25000" dirty="0">
                <a:latin typeface="Times New Roman" panose="02020603050405020304" pitchFamily="18" charset="0"/>
                <a:ea typeface="宋体" panose="02010600030101010101" pitchFamily="2" charset="-122"/>
              </a:endParaRPr>
            </a:p>
          </p:txBody>
        </p:sp>
      </p:grpSp>
      <p:grpSp>
        <p:nvGrpSpPr>
          <p:cNvPr id="3" name="Group 22"/>
          <p:cNvGrpSpPr/>
          <p:nvPr/>
        </p:nvGrpSpPr>
        <p:grpSpPr>
          <a:xfrm>
            <a:off x="5073650" y="2767013"/>
            <a:ext cx="2917825" cy="2501900"/>
            <a:chOff x="3196" y="1743"/>
            <a:chExt cx="1838" cy="1576"/>
          </a:xfrm>
        </p:grpSpPr>
        <p:sp>
          <p:nvSpPr>
            <p:cNvPr id="123926" name="Text Box 23"/>
            <p:cNvSpPr txBox="1"/>
            <p:nvPr/>
          </p:nvSpPr>
          <p:spPr>
            <a:xfrm>
              <a:off x="3408" y="1743"/>
              <a:ext cx="511"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baseline="-25000" dirty="0">
                  <a:latin typeface="Times New Roman" panose="02020603050405020304" pitchFamily="18" charset="0"/>
                  <a:ea typeface="宋体" panose="02010600030101010101" pitchFamily="2" charset="-122"/>
                </a:rPr>
                <a:t>i</a:t>
              </a:r>
              <a:r>
                <a:rPr lang="en-US" altLang="zh-CN" sz="2800" i="0" dirty="0">
                  <a:latin typeface="Times New Roman" panose="02020603050405020304" pitchFamily="18" charset="0"/>
                  <a:ea typeface="宋体" panose="02010600030101010101" pitchFamily="2" charset="-122"/>
                </a:rPr>
                <a:t>B</a:t>
              </a:r>
              <a:r>
                <a:rPr lang="en-US" altLang="zh-CN" sz="2800" baseline="-25000" dirty="0">
                  <a:latin typeface="Times New Roman" panose="02020603050405020304" pitchFamily="18" charset="0"/>
                  <a:ea typeface="宋体" panose="02010600030101010101" pitchFamily="2" charset="-122"/>
                </a:rPr>
                <a:t>i</a:t>
              </a:r>
              <a:endParaRPr lang="en-US" altLang="zh-CN" sz="2800" baseline="-25000" dirty="0">
                <a:latin typeface="Times New Roman" panose="02020603050405020304" pitchFamily="18" charset="0"/>
                <a:ea typeface="宋体" panose="02010600030101010101" pitchFamily="2" charset="-122"/>
              </a:endParaRPr>
            </a:p>
          </p:txBody>
        </p:sp>
        <p:sp>
          <p:nvSpPr>
            <p:cNvPr id="123927" name="Oval 24"/>
            <p:cNvSpPr/>
            <p:nvPr/>
          </p:nvSpPr>
          <p:spPr>
            <a:xfrm>
              <a:off x="4389" y="2676"/>
              <a:ext cx="577" cy="267"/>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928" name="Oval 25"/>
            <p:cNvSpPr/>
            <p:nvPr/>
          </p:nvSpPr>
          <p:spPr>
            <a:xfrm>
              <a:off x="4365" y="2332"/>
              <a:ext cx="255" cy="589"/>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929" name="Oval 26"/>
            <p:cNvSpPr/>
            <p:nvPr/>
          </p:nvSpPr>
          <p:spPr>
            <a:xfrm>
              <a:off x="4047" y="2664"/>
              <a:ext cx="577" cy="267"/>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930" name="Rectangle 27"/>
            <p:cNvSpPr/>
            <p:nvPr/>
          </p:nvSpPr>
          <p:spPr>
            <a:xfrm>
              <a:off x="4396" y="2274"/>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31" name="Rectangle 28"/>
            <p:cNvSpPr/>
            <p:nvPr/>
          </p:nvSpPr>
          <p:spPr>
            <a:xfrm>
              <a:off x="3696" y="2267"/>
              <a:ext cx="1281" cy="700"/>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932" name="Line 29"/>
            <p:cNvSpPr/>
            <p:nvPr/>
          </p:nvSpPr>
          <p:spPr>
            <a:xfrm flipH="1" flipV="1">
              <a:off x="3455" y="2011"/>
              <a:ext cx="244" cy="244"/>
            </a:xfrm>
            <a:prstGeom prst="line">
              <a:avLst/>
            </a:prstGeom>
            <a:ln w="12700" cap="flat" cmpd="sng">
              <a:solidFill>
                <a:schemeClr val="tx1"/>
              </a:solidFill>
              <a:prstDash val="solid"/>
              <a:round/>
              <a:headEnd type="none" w="med" len="med"/>
              <a:tailEnd type="none" w="med" len="med"/>
            </a:ln>
          </p:spPr>
        </p:sp>
        <p:sp>
          <p:nvSpPr>
            <p:cNvPr id="123933" name="Line 30"/>
            <p:cNvSpPr/>
            <p:nvPr/>
          </p:nvSpPr>
          <p:spPr>
            <a:xfrm>
              <a:off x="3710" y="2611"/>
              <a:ext cx="1277" cy="0"/>
            </a:xfrm>
            <a:prstGeom prst="line">
              <a:avLst/>
            </a:prstGeom>
            <a:ln w="9525" cap="flat" cmpd="sng">
              <a:solidFill>
                <a:schemeClr val="tx1"/>
              </a:solidFill>
              <a:prstDash val="solid"/>
              <a:round/>
              <a:headEnd type="none" w="med" len="med"/>
              <a:tailEnd type="none" w="med" len="med"/>
            </a:ln>
          </p:spPr>
        </p:sp>
        <p:sp>
          <p:nvSpPr>
            <p:cNvPr id="123934" name="Line 31"/>
            <p:cNvSpPr/>
            <p:nvPr/>
          </p:nvSpPr>
          <p:spPr>
            <a:xfrm>
              <a:off x="4022" y="2256"/>
              <a:ext cx="0" cy="711"/>
            </a:xfrm>
            <a:prstGeom prst="line">
              <a:avLst/>
            </a:prstGeom>
            <a:ln w="9525" cap="flat" cmpd="sng">
              <a:solidFill>
                <a:schemeClr val="tx1"/>
              </a:solidFill>
              <a:prstDash val="solid"/>
              <a:round/>
              <a:headEnd type="none" w="med" len="med"/>
              <a:tailEnd type="none" w="med" len="med"/>
            </a:ln>
          </p:spPr>
        </p:sp>
        <p:sp>
          <p:nvSpPr>
            <p:cNvPr id="123935" name="Text Box 32"/>
            <p:cNvSpPr txBox="1"/>
            <p:nvPr/>
          </p:nvSpPr>
          <p:spPr>
            <a:xfrm>
              <a:off x="3686" y="1954"/>
              <a:ext cx="134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123936" name="Text Box 33"/>
            <p:cNvSpPr txBox="1"/>
            <p:nvPr/>
          </p:nvSpPr>
          <p:spPr>
            <a:xfrm>
              <a:off x="3431" y="2287"/>
              <a:ext cx="184" cy="650"/>
            </a:xfrm>
            <a:prstGeom prst="rect">
              <a:avLst/>
            </a:prstGeom>
            <a:noFill/>
            <a:ln w="9525">
              <a:noFill/>
            </a:ln>
          </p:spPr>
          <p:txBody>
            <a:bodyPr anchor="t" anchorCtr="0">
              <a:spAutoFit/>
            </a:bodyPr>
            <a:p>
              <a:pPr defTabSz="914400">
                <a:lnSpc>
                  <a:spcPct val="11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p:txBody>
        </p:sp>
        <p:sp>
          <p:nvSpPr>
            <p:cNvPr id="123937" name="Line 34"/>
            <p:cNvSpPr/>
            <p:nvPr/>
          </p:nvSpPr>
          <p:spPr>
            <a:xfrm>
              <a:off x="4334" y="2256"/>
              <a:ext cx="0" cy="711"/>
            </a:xfrm>
            <a:prstGeom prst="line">
              <a:avLst/>
            </a:prstGeom>
            <a:ln w="9525" cap="flat" cmpd="sng">
              <a:solidFill>
                <a:schemeClr val="tx1"/>
              </a:solidFill>
              <a:prstDash val="solid"/>
              <a:round/>
              <a:headEnd type="none" w="med" len="med"/>
              <a:tailEnd type="none" w="med" len="med"/>
            </a:ln>
          </p:spPr>
        </p:sp>
        <p:sp>
          <p:nvSpPr>
            <p:cNvPr id="123938" name="Line 35"/>
            <p:cNvSpPr/>
            <p:nvPr/>
          </p:nvSpPr>
          <p:spPr>
            <a:xfrm>
              <a:off x="4667" y="2267"/>
              <a:ext cx="0" cy="711"/>
            </a:xfrm>
            <a:prstGeom prst="line">
              <a:avLst/>
            </a:prstGeom>
            <a:ln w="9525" cap="flat" cmpd="sng">
              <a:solidFill>
                <a:schemeClr val="tx1"/>
              </a:solidFill>
              <a:prstDash val="solid"/>
              <a:round/>
              <a:headEnd type="none" w="med" len="med"/>
              <a:tailEnd type="none" w="med" len="med"/>
            </a:ln>
          </p:spPr>
        </p:sp>
        <p:sp>
          <p:nvSpPr>
            <p:cNvPr id="123939" name="Text Box 36"/>
            <p:cNvSpPr txBox="1"/>
            <p:nvPr/>
          </p:nvSpPr>
          <p:spPr>
            <a:xfrm>
              <a:off x="4685" y="2574"/>
              <a:ext cx="254"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40" name="Rectangle 37"/>
            <p:cNvSpPr/>
            <p:nvPr/>
          </p:nvSpPr>
          <p:spPr>
            <a:xfrm>
              <a:off x="4385" y="2627"/>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41" name="Text Box 38"/>
            <p:cNvSpPr txBox="1"/>
            <p:nvPr/>
          </p:nvSpPr>
          <p:spPr>
            <a:xfrm>
              <a:off x="4063" y="2574"/>
              <a:ext cx="254"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42" name="Rectangle 39"/>
            <p:cNvSpPr/>
            <p:nvPr/>
          </p:nvSpPr>
          <p:spPr>
            <a:xfrm>
              <a:off x="4287" y="2992"/>
              <a:ext cx="307"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baseline="-25000" dirty="0">
                  <a:latin typeface="Times New Roman" panose="02020603050405020304" pitchFamily="18" charset="0"/>
                  <a:ea typeface="宋体" panose="02010600030101010101" pitchFamily="2" charset="-122"/>
                </a:rPr>
                <a:t>i</a:t>
              </a:r>
              <a:endParaRPr lang="en-US" altLang="zh-CN" sz="2800" baseline="-25000" dirty="0">
                <a:latin typeface="Times New Roman" panose="02020603050405020304" pitchFamily="18" charset="0"/>
                <a:ea typeface="宋体" panose="02010600030101010101" pitchFamily="2" charset="-122"/>
              </a:endParaRPr>
            </a:p>
          </p:txBody>
        </p:sp>
        <p:sp>
          <p:nvSpPr>
            <p:cNvPr id="123943" name="Text Box 40"/>
            <p:cNvSpPr txBox="1"/>
            <p:nvPr/>
          </p:nvSpPr>
          <p:spPr>
            <a:xfrm>
              <a:off x="3196" y="1944"/>
              <a:ext cx="43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baseline="-25000" dirty="0">
                  <a:latin typeface="Times New Roman" panose="02020603050405020304" pitchFamily="18" charset="0"/>
                  <a:ea typeface="宋体" panose="02010600030101010101" pitchFamily="2" charset="-122"/>
                </a:rPr>
                <a:t>i-</a:t>
              </a:r>
              <a:r>
                <a:rPr lang="en-US" altLang="zh-CN" sz="2800" i="0" baseline="-25000" dirty="0">
                  <a:latin typeface="Times New Roman" panose="02020603050405020304" pitchFamily="18" charset="0"/>
                  <a:ea typeface="宋体" panose="02010600030101010101" pitchFamily="2" charset="-122"/>
                </a:rPr>
                <a:t>1</a:t>
              </a:r>
              <a:endParaRPr lang="en-US" altLang="zh-CN" sz="2800" baseline="-25000" dirty="0">
                <a:latin typeface="Times New Roman" panose="02020603050405020304" pitchFamily="18" charset="0"/>
                <a:ea typeface="宋体" panose="02010600030101010101" pitchFamily="2" charset="-122"/>
              </a:endParaRPr>
            </a:p>
          </p:txBody>
        </p:sp>
      </p:grpSp>
      <p:graphicFrame>
        <p:nvGraphicFramePr>
          <p:cNvPr id="228393" name="Object 41"/>
          <p:cNvGraphicFramePr>
            <a:graphicFrameLocks noChangeAspect="1"/>
          </p:cNvGraphicFramePr>
          <p:nvPr/>
        </p:nvGraphicFramePr>
        <p:xfrm>
          <a:off x="1401763" y="5440363"/>
          <a:ext cx="6694487" cy="457200"/>
        </p:xfrm>
        <a:graphic>
          <a:graphicData uri="http://schemas.openxmlformats.org/presentationml/2006/ole">
            <mc:AlternateContent xmlns:mc="http://schemas.openxmlformats.org/markup-compatibility/2006">
              <mc:Choice xmlns:v="urn:schemas-microsoft-com:vml" Requires="v">
                <p:oleObj spid="_x0000_s3296" name="" r:id="rId1" imgW="6692900" imgH="457200" progId="Equation.3">
                  <p:embed/>
                </p:oleObj>
              </mc:Choice>
              <mc:Fallback>
                <p:oleObj name="" r:id="rId1" imgW="6692900" imgH="457200" progId="Equation.3">
                  <p:embed/>
                  <p:pic>
                    <p:nvPicPr>
                      <p:cNvPr id="0" name="图片 3295"/>
                      <p:cNvPicPr/>
                      <p:nvPr/>
                    </p:nvPicPr>
                    <p:blipFill>
                      <a:blip r:embed="rId2"/>
                      <a:stretch>
                        <a:fillRect/>
                      </a:stretch>
                    </p:blipFill>
                    <p:spPr>
                      <a:xfrm>
                        <a:off x="1401763" y="5440363"/>
                        <a:ext cx="6694487" cy="457200"/>
                      </a:xfrm>
                      <a:prstGeom prst="rect">
                        <a:avLst/>
                      </a:prstGeom>
                      <a:noFill/>
                      <a:ln w="38100">
                        <a:noFill/>
                        <a:miter/>
                      </a:ln>
                    </p:spPr>
                  </p:pic>
                </p:oleObj>
              </mc:Fallback>
            </mc:AlternateContent>
          </a:graphicData>
        </a:graphic>
      </p:graphicFrame>
      <p:graphicFrame>
        <p:nvGraphicFramePr>
          <p:cNvPr id="228394" name="Object 42"/>
          <p:cNvGraphicFramePr>
            <a:graphicFrameLocks noChangeAspect="1"/>
          </p:cNvGraphicFramePr>
          <p:nvPr/>
        </p:nvGraphicFramePr>
        <p:xfrm>
          <a:off x="1390650" y="6000750"/>
          <a:ext cx="3822700" cy="430213"/>
        </p:xfrm>
        <a:graphic>
          <a:graphicData uri="http://schemas.openxmlformats.org/presentationml/2006/ole">
            <mc:AlternateContent xmlns:mc="http://schemas.openxmlformats.org/markup-compatibility/2006">
              <mc:Choice xmlns:v="urn:schemas-microsoft-com:vml" Requires="v">
                <p:oleObj spid="_x0000_s3295" name="" r:id="rId3" imgW="3822700" imgH="431800" progId="Equation.3">
                  <p:embed/>
                </p:oleObj>
              </mc:Choice>
              <mc:Fallback>
                <p:oleObj name="" r:id="rId3" imgW="3822700" imgH="431800" progId="Equation.3">
                  <p:embed/>
                  <p:pic>
                    <p:nvPicPr>
                      <p:cNvPr id="0" name="图片 3294"/>
                      <p:cNvPicPr/>
                      <p:nvPr/>
                    </p:nvPicPr>
                    <p:blipFill>
                      <a:blip r:embed="rId4"/>
                      <a:stretch>
                        <a:fillRect/>
                      </a:stretch>
                    </p:blipFill>
                    <p:spPr>
                      <a:xfrm>
                        <a:off x="1390650" y="6000750"/>
                        <a:ext cx="3822700" cy="4302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8354"/>
                                        </p:tgtEl>
                                        <p:attrNameLst>
                                          <p:attrName>style.visibility</p:attrName>
                                        </p:attrNameLst>
                                      </p:cBhvr>
                                      <p:to>
                                        <p:strVal val="visible"/>
                                      </p:to>
                                    </p:set>
                                    <p:animEffect transition="in" filter="wipe(left)">
                                      <p:cBhvr>
                                        <p:cTn id="7" dur="500"/>
                                        <p:tgtEl>
                                          <p:spTgt spid="2283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8355">
                                            <p:txEl>
                                              <p:charRg st="0" end="18"/>
                                            </p:txEl>
                                          </p:spTgt>
                                        </p:tgtEl>
                                        <p:attrNameLst>
                                          <p:attrName>style.visibility</p:attrName>
                                        </p:attrNameLst>
                                      </p:cBhvr>
                                      <p:to>
                                        <p:strVal val="visible"/>
                                      </p:to>
                                    </p:set>
                                    <p:animEffect transition="in" filter="wipe(left)">
                                      <p:cBhvr>
                                        <p:cTn id="12" dur="500"/>
                                        <p:tgtEl>
                                          <p:spTgt spid="228355">
                                            <p:txEl>
                                              <p:charRg st="0" end="1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8356">
                                            <p:txEl>
                                              <p:charRg st="0" end="18"/>
                                            </p:txEl>
                                          </p:spTgt>
                                        </p:tgtEl>
                                        <p:attrNameLst>
                                          <p:attrName>style.visibility</p:attrName>
                                        </p:attrNameLst>
                                      </p:cBhvr>
                                      <p:to>
                                        <p:strVal val="visible"/>
                                      </p:to>
                                    </p:set>
                                    <p:animEffect transition="in" filter="wipe(left)">
                                      <p:cBhvr>
                                        <p:cTn id="17" dur="500"/>
                                        <p:tgtEl>
                                          <p:spTgt spid="228356">
                                            <p:txEl>
                                              <p:charRg st="0" end="1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8357">
                                            <p:txEl>
                                              <p:charRg st="0" end="16"/>
                                            </p:txEl>
                                          </p:spTgt>
                                        </p:tgtEl>
                                        <p:attrNameLst>
                                          <p:attrName>style.visibility</p:attrName>
                                        </p:attrNameLst>
                                      </p:cBhvr>
                                      <p:to>
                                        <p:strVal val="visible"/>
                                      </p:to>
                                    </p:set>
                                    <p:animEffect transition="in" filter="wipe(left)">
                                      <p:cBhvr>
                                        <p:cTn id="22" dur="500"/>
                                        <p:tgtEl>
                                          <p:spTgt spid="228357">
                                            <p:txEl>
                                              <p:charRg st="0" end="1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ox(ou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ox(ou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8393"/>
                                        </p:tgtEl>
                                        <p:attrNameLst>
                                          <p:attrName>style.visibility</p:attrName>
                                        </p:attrNameLst>
                                      </p:cBhvr>
                                      <p:to>
                                        <p:strVal val="visible"/>
                                      </p:to>
                                    </p:set>
                                    <p:animEffect transition="in" filter="wipe(left)">
                                      <p:cBhvr>
                                        <p:cTn id="37" dur="500"/>
                                        <p:tgtEl>
                                          <p:spTgt spid="22839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8394"/>
                                        </p:tgtEl>
                                        <p:attrNameLst>
                                          <p:attrName>style.visibility</p:attrName>
                                        </p:attrNameLst>
                                      </p:cBhvr>
                                      <p:to>
                                        <p:strVal val="visible"/>
                                      </p:to>
                                    </p:set>
                                    <p:animEffect transition="in" filter="wipe(left)">
                                      <p:cBhvr>
                                        <p:cTn id="42" dur="500"/>
                                        <p:tgtEl>
                                          <p:spTgt spid="228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4" grpId="0"/>
      <p:bldP spid="228355" grpId="0" build="p"/>
      <p:bldP spid="228356" grpId="0" build="p"/>
      <p:bldP spid="228357"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Text Box 2"/>
          <p:cNvSpPr txBox="1"/>
          <p:nvPr/>
        </p:nvSpPr>
        <p:spPr>
          <a:xfrm>
            <a:off x="776288" y="723900"/>
            <a:ext cx="7567612" cy="1630363"/>
          </a:xfrm>
          <a:prstGeom prst="rect">
            <a:avLst/>
          </a:prstGeom>
          <a:noFill/>
          <a:ln w="9525">
            <a:noFill/>
          </a:ln>
        </p:spPr>
        <p:txBody>
          <a:bodyPr anchor="t" anchorCtr="0">
            <a:spAutoFit/>
          </a:bodyPr>
          <a:p>
            <a:pPr indent="669925">
              <a:lnSpc>
                <a:spcPct val="120000"/>
              </a:lnSpc>
              <a:spcBef>
                <a:spcPct val="50000"/>
              </a:spcBef>
            </a:pPr>
            <a:r>
              <a:rPr lang="zh-CN" altLang="en-US" sz="2800" i="0" dirty="0">
                <a:latin typeface="Times New Roman" panose="02020603050405020304" pitchFamily="18" charset="0"/>
                <a:ea typeface="宋体" panose="02010600030101010101" pitchFamily="2" charset="-122"/>
              </a:rPr>
              <a:t>如果用</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门来实现，则需要</a:t>
            </a:r>
            <a:r>
              <a:rPr lang="en-US" altLang="zh-CN" sz="2800" i="0" dirty="0">
                <a:latin typeface="Times New Roman" panose="02020603050405020304" pitchFamily="18" charset="0"/>
                <a:ea typeface="宋体" panose="02010600030101010101" pitchFamily="2" charset="-122"/>
              </a:rPr>
              <a:t>9</a:t>
            </a:r>
            <a:r>
              <a:rPr lang="zh-CN" altLang="en-US" sz="2800" i="0" dirty="0">
                <a:latin typeface="Times New Roman" panose="02020603050405020304" pitchFamily="18" charset="0"/>
                <a:ea typeface="宋体" panose="02010600030101010101" pitchFamily="2" charset="-122"/>
              </a:rPr>
              <a:t>个</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个</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门，数量较多。若采用其它门电路，可将输出函数表达式作适当转换。</a:t>
            </a:r>
            <a:endParaRPr lang="zh-CN" altLang="en-US" sz="2800" i="0" dirty="0">
              <a:latin typeface="Times New Roman" panose="02020603050405020304" pitchFamily="18" charset="0"/>
              <a:ea typeface="宋体" panose="02010600030101010101" pitchFamily="2" charset="-122"/>
            </a:endParaRPr>
          </a:p>
        </p:txBody>
      </p:sp>
      <p:graphicFrame>
        <p:nvGraphicFramePr>
          <p:cNvPr id="229379" name="Object 3"/>
          <p:cNvGraphicFramePr>
            <a:graphicFrameLocks noChangeAspect="1"/>
          </p:cNvGraphicFramePr>
          <p:nvPr/>
        </p:nvGraphicFramePr>
        <p:xfrm>
          <a:off x="1138238" y="2535238"/>
          <a:ext cx="6694487" cy="457200"/>
        </p:xfrm>
        <a:graphic>
          <a:graphicData uri="http://schemas.openxmlformats.org/presentationml/2006/ole">
            <mc:AlternateContent xmlns:mc="http://schemas.openxmlformats.org/markup-compatibility/2006">
              <mc:Choice xmlns:v="urn:schemas-microsoft-com:vml" Requires="v">
                <p:oleObj spid="_x0000_s3288" name="" r:id="rId1" imgW="6692900" imgH="457200" progId="Equation.3">
                  <p:embed/>
                </p:oleObj>
              </mc:Choice>
              <mc:Fallback>
                <p:oleObj name="" r:id="rId1" imgW="6692900" imgH="457200" progId="Equation.3">
                  <p:embed/>
                  <p:pic>
                    <p:nvPicPr>
                      <p:cNvPr id="0" name="图片 3287"/>
                      <p:cNvPicPr/>
                      <p:nvPr/>
                    </p:nvPicPr>
                    <p:blipFill>
                      <a:blip r:embed="rId2"/>
                      <a:stretch>
                        <a:fillRect/>
                      </a:stretch>
                    </p:blipFill>
                    <p:spPr>
                      <a:xfrm>
                        <a:off x="1138238" y="2535238"/>
                        <a:ext cx="6694487" cy="457200"/>
                      </a:xfrm>
                      <a:prstGeom prst="rect">
                        <a:avLst/>
                      </a:prstGeom>
                      <a:noFill/>
                      <a:ln w="38100">
                        <a:noFill/>
                        <a:miter/>
                      </a:ln>
                    </p:spPr>
                  </p:pic>
                </p:oleObj>
              </mc:Fallback>
            </mc:AlternateContent>
          </a:graphicData>
        </a:graphic>
      </p:graphicFrame>
      <p:graphicFrame>
        <p:nvGraphicFramePr>
          <p:cNvPr id="229380" name="Object 4"/>
          <p:cNvGraphicFramePr>
            <a:graphicFrameLocks noChangeAspect="1"/>
          </p:cNvGraphicFramePr>
          <p:nvPr/>
        </p:nvGraphicFramePr>
        <p:xfrm>
          <a:off x="1546225" y="3155950"/>
          <a:ext cx="4216400" cy="493713"/>
        </p:xfrm>
        <a:graphic>
          <a:graphicData uri="http://schemas.openxmlformats.org/presentationml/2006/ole">
            <mc:AlternateContent xmlns:mc="http://schemas.openxmlformats.org/markup-compatibility/2006">
              <mc:Choice xmlns:v="urn:schemas-microsoft-com:vml" Requires="v">
                <p:oleObj spid="_x0000_s3292" name="" r:id="rId3" imgW="4216400" imgH="495300" progId="Equation.3">
                  <p:embed/>
                </p:oleObj>
              </mc:Choice>
              <mc:Fallback>
                <p:oleObj name="" r:id="rId3" imgW="4216400" imgH="495300" progId="Equation.3">
                  <p:embed/>
                  <p:pic>
                    <p:nvPicPr>
                      <p:cNvPr id="0" name="图片 3291"/>
                      <p:cNvPicPr/>
                      <p:nvPr/>
                    </p:nvPicPr>
                    <p:blipFill>
                      <a:blip r:embed="rId4"/>
                      <a:stretch>
                        <a:fillRect/>
                      </a:stretch>
                    </p:blipFill>
                    <p:spPr>
                      <a:xfrm>
                        <a:off x="1546225" y="3155950"/>
                        <a:ext cx="4216400" cy="493713"/>
                      </a:xfrm>
                      <a:prstGeom prst="rect">
                        <a:avLst/>
                      </a:prstGeom>
                      <a:noFill/>
                      <a:ln w="38100">
                        <a:noFill/>
                        <a:miter/>
                      </a:ln>
                    </p:spPr>
                  </p:pic>
                </p:oleObj>
              </mc:Fallback>
            </mc:AlternateContent>
          </a:graphicData>
        </a:graphic>
      </p:graphicFrame>
      <p:graphicFrame>
        <p:nvGraphicFramePr>
          <p:cNvPr id="229381" name="Object 5"/>
          <p:cNvGraphicFramePr>
            <a:graphicFrameLocks noChangeAspect="1"/>
          </p:cNvGraphicFramePr>
          <p:nvPr/>
        </p:nvGraphicFramePr>
        <p:xfrm>
          <a:off x="1577975" y="3811588"/>
          <a:ext cx="2349500" cy="430212"/>
        </p:xfrm>
        <a:graphic>
          <a:graphicData uri="http://schemas.openxmlformats.org/presentationml/2006/ole">
            <mc:AlternateContent xmlns:mc="http://schemas.openxmlformats.org/markup-compatibility/2006">
              <mc:Choice xmlns:v="urn:schemas-microsoft-com:vml" Requires="v">
                <p:oleObj spid="_x0000_s3289" name="" r:id="rId5" imgW="2349500" imgH="431800" progId="Equation.3">
                  <p:embed/>
                </p:oleObj>
              </mc:Choice>
              <mc:Fallback>
                <p:oleObj name="" r:id="rId5" imgW="2349500" imgH="431800" progId="Equation.3">
                  <p:embed/>
                  <p:pic>
                    <p:nvPicPr>
                      <p:cNvPr id="0" name="图片 3288"/>
                      <p:cNvPicPr/>
                      <p:nvPr/>
                    </p:nvPicPr>
                    <p:blipFill>
                      <a:blip r:embed="rId6"/>
                      <a:stretch>
                        <a:fillRect/>
                      </a:stretch>
                    </p:blipFill>
                    <p:spPr>
                      <a:xfrm>
                        <a:off x="1577975" y="3811588"/>
                        <a:ext cx="2349500" cy="430212"/>
                      </a:xfrm>
                      <a:prstGeom prst="rect">
                        <a:avLst/>
                      </a:prstGeom>
                      <a:noFill/>
                      <a:ln w="38100">
                        <a:noFill/>
                        <a:miter/>
                      </a:ln>
                    </p:spPr>
                  </p:pic>
                </p:oleObj>
              </mc:Fallback>
            </mc:AlternateContent>
          </a:graphicData>
        </a:graphic>
      </p:graphicFrame>
      <p:graphicFrame>
        <p:nvGraphicFramePr>
          <p:cNvPr id="229382" name="Object 6"/>
          <p:cNvGraphicFramePr>
            <a:graphicFrameLocks noChangeAspect="1"/>
          </p:cNvGraphicFramePr>
          <p:nvPr/>
        </p:nvGraphicFramePr>
        <p:xfrm>
          <a:off x="1173163" y="4740275"/>
          <a:ext cx="6380162" cy="604838"/>
        </p:xfrm>
        <a:graphic>
          <a:graphicData uri="http://schemas.openxmlformats.org/presentationml/2006/ole">
            <mc:AlternateContent xmlns:mc="http://schemas.openxmlformats.org/markup-compatibility/2006">
              <mc:Choice xmlns:v="urn:schemas-microsoft-com:vml" Requires="v">
                <p:oleObj spid="_x0000_s3290" name="" r:id="rId7" imgW="2679700" imgH="254000" progId="Equation.3">
                  <p:embed/>
                </p:oleObj>
              </mc:Choice>
              <mc:Fallback>
                <p:oleObj name="" r:id="rId7" imgW="2679700" imgH="254000" progId="Equation.3">
                  <p:embed/>
                  <p:pic>
                    <p:nvPicPr>
                      <p:cNvPr id="0" name="图片 3289"/>
                      <p:cNvPicPr/>
                      <p:nvPr/>
                    </p:nvPicPr>
                    <p:blipFill>
                      <a:blip r:embed="rId8"/>
                      <a:stretch>
                        <a:fillRect/>
                      </a:stretch>
                    </p:blipFill>
                    <p:spPr>
                      <a:xfrm>
                        <a:off x="1173163" y="4740275"/>
                        <a:ext cx="6380162" cy="604838"/>
                      </a:xfrm>
                      <a:prstGeom prst="rect">
                        <a:avLst/>
                      </a:prstGeom>
                      <a:noFill/>
                      <a:ln w="38100">
                        <a:noFill/>
                        <a:miter/>
                      </a:ln>
                    </p:spPr>
                  </p:pic>
                </p:oleObj>
              </mc:Fallback>
            </mc:AlternateContent>
          </a:graphicData>
        </a:graphic>
      </p:graphicFrame>
      <p:graphicFrame>
        <p:nvGraphicFramePr>
          <p:cNvPr id="229383" name="Object 7"/>
          <p:cNvGraphicFramePr>
            <a:graphicFrameLocks noChangeAspect="1"/>
          </p:cNvGraphicFramePr>
          <p:nvPr/>
        </p:nvGraphicFramePr>
        <p:xfrm>
          <a:off x="1590675" y="5446713"/>
          <a:ext cx="5575300" cy="457200"/>
        </p:xfrm>
        <a:graphic>
          <a:graphicData uri="http://schemas.openxmlformats.org/presentationml/2006/ole">
            <mc:AlternateContent xmlns:mc="http://schemas.openxmlformats.org/markup-compatibility/2006">
              <mc:Choice xmlns:v="urn:schemas-microsoft-com:vml" Requires="v">
                <p:oleObj spid="_x0000_s3293" name="" r:id="rId9" imgW="5575300" imgH="457200" progId="Equation.3">
                  <p:embed/>
                </p:oleObj>
              </mc:Choice>
              <mc:Fallback>
                <p:oleObj name="" r:id="rId9" imgW="5575300" imgH="457200" progId="Equation.3">
                  <p:embed/>
                  <p:pic>
                    <p:nvPicPr>
                      <p:cNvPr id="0" name="图片 3292"/>
                      <p:cNvPicPr/>
                      <p:nvPr/>
                    </p:nvPicPr>
                    <p:blipFill>
                      <a:blip r:embed="rId10"/>
                      <a:stretch>
                        <a:fillRect/>
                      </a:stretch>
                    </p:blipFill>
                    <p:spPr>
                      <a:xfrm>
                        <a:off x="1590675" y="5446713"/>
                        <a:ext cx="5575300" cy="457200"/>
                      </a:xfrm>
                      <a:prstGeom prst="rect">
                        <a:avLst/>
                      </a:prstGeom>
                      <a:noFill/>
                      <a:ln w="38100">
                        <a:noFill/>
                        <a:miter/>
                      </a:ln>
                    </p:spPr>
                  </p:pic>
                </p:oleObj>
              </mc:Fallback>
            </mc:AlternateContent>
          </a:graphicData>
        </a:graphic>
      </p:graphicFrame>
      <p:graphicFrame>
        <p:nvGraphicFramePr>
          <p:cNvPr id="229384" name="Object 8"/>
          <p:cNvGraphicFramePr>
            <a:graphicFrameLocks noChangeAspect="1"/>
          </p:cNvGraphicFramePr>
          <p:nvPr/>
        </p:nvGraphicFramePr>
        <p:xfrm>
          <a:off x="1597025" y="6086475"/>
          <a:ext cx="3162300" cy="430213"/>
        </p:xfrm>
        <a:graphic>
          <a:graphicData uri="http://schemas.openxmlformats.org/presentationml/2006/ole">
            <mc:AlternateContent xmlns:mc="http://schemas.openxmlformats.org/markup-compatibility/2006">
              <mc:Choice xmlns:v="urn:schemas-microsoft-com:vml" Requires="v">
                <p:oleObj spid="_x0000_s3291" name="" r:id="rId11" imgW="3162300" imgH="431800" progId="Equation.3">
                  <p:embed/>
                </p:oleObj>
              </mc:Choice>
              <mc:Fallback>
                <p:oleObj name="" r:id="rId11" imgW="3162300" imgH="431800" progId="Equation.3">
                  <p:embed/>
                  <p:pic>
                    <p:nvPicPr>
                      <p:cNvPr id="0" name="图片 3290"/>
                      <p:cNvPicPr/>
                      <p:nvPr/>
                    </p:nvPicPr>
                    <p:blipFill>
                      <a:blip r:embed="rId12"/>
                      <a:stretch>
                        <a:fillRect/>
                      </a:stretch>
                    </p:blipFill>
                    <p:spPr>
                      <a:xfrm>
                        <a:off x="1597025" y="6086475"/>
                        <a:ext cx="3162300" cy="430213"/>
                      </a:xfrm>
                      <a:prstGeom prst="rect">
                        <a:avLst/>
                      </a:prstGeom>
                      <a:noFill/>
                      <a:ln w="38100">
                        <a:noFill/>
                        <a:miter/>
                      </a:ln>
                    </p:spPr>
                  </p:pic>
                </p:oleObj>
              </mc:Fallback>
            </mc:AlternateContent>
          </a:graphicData>
        </a:graphic>
      </p:graphicFrame>
      <p:graphicFrame>
        <p:nvGraphicFramePr>
          <p:cNvPr id="229385" name="Object 9"/>
          <p:cNvGraphicFramePr>
            <a:graphicFrameLocks noChangeAspect="1"/>
          </p:cNvGraphicFramePr>
          <p:nvPr/>
        </p:nvGraphicFramePr>
        <p:xfrm>
          <a:off x="1158875" y="4273550"/>
          <a:ext cx="3822700" cy="430213"/>
        </p:xfrm>
        <a:graphic>
          <a:graphicData uri="http://schemas.openxmlformats.org/presentationml/2006/ole">
            <mc:AlternateContent xmlns:mc="http://schemas.openxmlformats.org/markup-compatibility/2006">
              <mc:Choice xmlns:v="urn:schemas-microsoft-com:vml" Requires="v">
                <p:oleObj spid="_x0000_s3294" name="" r:id="rId13" imgW="3822700" imgH="431800" progId="Equation.3">
                  <p:embed/>
                </p:oleObj>
              </mc:Choice>
              <mc:Fallback>
                <p:oleObj name="" r:id="rId13" imgW="3822700" imgH="431800" progId="Equation.3">
                  <p:embed/>
                  <p:pic>
                    <p:nvPicPr>
                      <p:cNvPr id="0" name="图片 3293"/>
                      <p:cNvPicPr/>
                      <p:nvPr/>
                    </p:nvPicPr>
                    <p:blipFill>
                      <a:blip r:embed="rId14"/>
                      <a:stretch>
                        <a:fillRect/>
                      </a:stretch>
                    </p:blipFill>
                    <p:spPr>
                      <a:xfrm>
                        <a:off x="1158875" y="4273550"/>
                        <a:ext cx="3822700" cy="4302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9379"/>
                                        </p:tgtEl>
                                        <p:attrNameLst>
                                          <p:attrName>style.visibility</p:attrName>
                                        </p:attrNameLst>
                                      </p:cBhvr>
                                      <p:to>
                                        <p:strVal val="visible"/>
                                      </p:to>
                                    </p:set>
                                    <p:animEffect transition="in" filter="wipe(left)">
                                      <p:cBhvr>
                                        <p:cTn id="7" dur="500"/>
                                        <p:tgtEl>
                                          <p:spTgt spid="2293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9380"/>
                                        </p:tgtEl>
                                        <p:attrNameLst>
                                          <p:attrName>style.visibility</p:attrName>
                                        </p:attrNameLst>
                                      </p:cBhvr>
                                      <p:to>
                                        <p:strVal val="visible"/>
                                      </p:to>
                                    </p:set>
                                    <p:animEffect transition="in" filter="wipe(left)">
                                      <p:cBhvr>
                                        <p:cTn id="12" dur="500"/>
                                        <p:tgtEl>
                                          <p:spTgt spid="2293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9381"/>
                                        </p:tgtEl>
                                        <p:attrNameLst>
                                          <p:attrName>style.visibility</p:attrName>
                                        </p:attrNameLst>
                                      </p:cBhvr>
                                      <p:to>
                                        <p:strVal val="visible"/>
                                      </p:to>
                                    </p:set>
                                    <p:animEffect transition="in" filter="wipe(left)">
                                      <p:cBhvr>
                                        <p:cTn id="17" dur="500"/>
                                        <p:tgtEl>
                                          <p:spTgt spid="2293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9385"/>
                                        </p:tgtEl>
                                        <p:attrNameLst>
                                          <p:attrName>style.visibility</p:attrName>
                                        </p:attrNameLst>
                                      </p:cBhvr>
                                      <p:to>
                                        <p:strVal val="visible"/>
                                      </p:to>
                                    </p:set>
                                    <p:animEffect transition="in" filter="wipe(left)">
                                      <p:cBhvr>
                                        <p:cTn id="22" dur="500"/>
                                        <p:tgtEl>
                                          <p:spTgt spid="22938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9382"/>
                                        </p:tgtEl>
                                        <p:attrNameLst>
                                          <p:attrName>style.visibility</p:attrName>
                                        </p:attrNameLst>
                                      </p:cBhvr>
                                      <p:to>
                                        <p:strVal val="visible"/>
                                      </p:to>
                                    </p:set>
                                    <p:animEffect transition="in" filter="wipe(left)">
                                      <p:cBhvr>
                                        <p:cTn id="27" dur="500"/>
                                        <p:tgtEl>
                                          <p:spTgt spid="22938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9383"/>
                                        </p:tgtEl>
                                        <p:attrNameLst>
                                          <p:attrName>style.visibility</p:attrName>
                                        </p:attrNameLst>
                                      </p:cBhvr>
                                      <p:to>
                                        <p:strVal val="visible"/>
                                      </p:to>
                                    </p:set>
                                    <p:animEffect transition="in" filter="wipe(left)">
                                      <p:cBhvr>
                                        <p:cTn id="32" dur="500"/>
                                        <p:tgtEl>
                                          <p:spTgt spid="22938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9384"/>
                                        </p:tgtEl>
                                        <p:attrNameLst>
                                          <p:attrName>style.visibility</p:attrName>
                                        </p:attrNameLst>
                                      </p:cBhvr>
                                      <p:to>
                                        <p:strVal val="visible"/>
                                      </p:to>
                                    </p:set>
                                    <p:animEffect transition="in" filter="wipe(left)">
                                      <p:cBhvr>
                                        <p:cTn id="37" dur="500"/>
                                        <p:tgtEl>
                                          <p:spTgt spid="229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Text Box 2"/>
          <p:cNvSpPr txBox="1"/>
          <p:nvPr/>
        </p:nvSpPr>
        <p:spPr>
          <a:xfrm>
            <a:off x="1531938" y="944563"/>
            <a:ext cx="3384550"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第四步：画出电路图</a:t>
            </a:r>
            <a:endParaRPr lang="zh-CN" altLang="en-US" sz="2800" i="0" dirty="0">
              <a:latin typeface="Times New Roman" panose="02020603050405020304" pitchFamily="18" charset="0"/>
              <a:ea typeface="宋体" panose="02010600030101010101" pitchFamily="2" charset="-122"/>
            </a:endParaRPr>
          </a:p>
        </p:txBody>
      </p:sp>
      <p:grpSp>
        <p:nvGrpSpPr>
          <p:cNvPr id="2" name="Group 3"/>
          <p:cNvGrpSpPr/>
          <p:nvPr/>
        </p:nvGrpSpPr>
        <p:grpSpPr>
          <a:xfrm>
            <a:off x="1211263" y="1779588"/>
            <a:ext cx="6607175" cy="3959225"/>
            <a:chOff x="799" y="1109"/>
            <a:chExt cx="4162" cy="2494"/>
          </a:xfrm>
        </p:grpSpPr>
        <p:sp>
          <p:nvSpPr>
            <p:cNvPr id="125955" name="Line 4"/>
            <p:cNvSpPr/>
            <p:nvPr/>
          </p:nvSpPr>
          <p:spPr>
            <a:xfrm>
              <a:off x="1122" y="1544"/>
              <a:ext cx="557" cy="0"/>
            </a:xfrm>
            <a:prstGeom prst="line">
              <a:avLst/>
            </a:prstGeom>
            <a:ln w="19050" cap="flat" cmpd="sng">
              <a:solidFill>
                <a:srgbClr val="3333FF"/>
              </a:solidFill>
              <a:prstDash val="solid"/>
              <a:round/>
              <a:headEnd type="none" w="med" len="med"/>
              <a:tailEnd type="none" w="sm" len="lg"/>
            </a:ln>
          </p:spPr>
        </p:sp>
        <p:sp>
          <p:nvSpPr>
            <p:cNvPr id="125956" name="Line 5"/>
            <p:cNvSpPr/>
            <p:nvPr/>
          </p:nvSpPr>
          <p:spPr>
            <a:xfrm>
              <a:off x="4123" y="2989"/>
              <a:ext cx="590" cy="0"/>
            </a:xfrm>
            <a:prstGeom prst="line">
              <a:avLst/>
            </a:prstGeom>
            <a:ln w="19050" cap="flat" cmpd="sng">
              <a:solidFill>
                <a:srgbClr val="3333FF"/>
              </a:solidFill>
              <a:prstDash val="solid"/>
              <a:round/>
              <a:headEnd type="none" w="med" len="med"/>
              <a:tailEnd type="none" w="sm" len="lg"/>
            </a:ln>
          </p:spPr>
        </p:sp>
        <p:sp>
          <p:nvSpPr>
            <p:cNvPr id="125957" name="Freeform 6"/>
            <p:cNvSpPr/>
            <p:nvPr/>
          </p:nvSpPr>
          <p:spPr>
            <a:xfrm>
              <a:off x="3345" y="3089"/>
              <a:ext cx="534" cy="311"/>
            </a:xfrm>
            <a:custGeom>
              <a:avLst/>
              <a:gdLst/>
              <a:ahLst/>
              <a:cxnLst>
                <a:cxn ang="0">
                  <a:pos x="0" y="311"/>
                </a:cxn>
                <a:cxn ang="0">
                  <a:pos x="266" y="311"/>
                </a:cxn>
                <a:cxn ang="0">
                  <a:pos x="266" y="0"/>
                </a:cxn>
                <a:cxn ang="0">
                  <a:pos x="534" y="0"/>
                </a:cxn>
              </a:cxnLst>
              <a:pathLst>
                <a:path w="467" h="311">
                  <a:moveTo>
                    <a:pt x="0" y="311"/>
                  </a:moveTo>
                  <a:lnTo>
                    <a:pt x="233" y="311"/>
                  </a:lnTo>
                  <a:lnTo>
                    <a:pt x="233" y="0"/>
                  </a:lnTo>
                  <a:lnTo>
                    <a:pt x="467"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25958" name="Freeform 7"/>
            <p:cNvSpPr/>
            <p:nvPr/>
          </p:nvSpPr>
          <p:spPr>
            <a:xfrm>
              <a:off x="1133" y="1300"/>
              <a:ext cx="1890" cy="1166"/>
            </a:xfrm>
            <a:custGeom>
              <a:avLst/>
              <a:gdLst/>
              <a:ahLst/>
              <a:cxnLst>
                <a:cxn ang="0">
                  <a:pos x="0" y="0"/>
                </a:cxn>
                <a:cxn ang="0">
                  <a:pos x="567" y="0"/>
                </a:cxn>
                <a:cxn ang="0">
                  <a:pos x="567" y="122"/>
                </a:cxn>
                <a:cxn ang="0">
                  <a:pos x="1534" y="122"/>
                </a:cxn>
                <a:cxn ang="0">
                  <a:pos x="1534" y="1166"/>
                </a:cxn>
                <a:cxn ang="0">
                  <a:pos x="1890" y="1166"/>
                </a:cxn>
              </a:cxnLst>
              <a:pathLst>
                <a:path w="1890" h="1166">
                  <a:moveTo>
                    <a:pt x="0" y="0"/>
                  </a:moveTo>
                  <a:lnTo>
                    <a:pt x="567" y="0"/>
                  </a:lnTo>
                  <a:lnTo>
                    <a:pt x="567" y="122"/>
                  </a:lnTo>
                  <a:lnTo>
                    <a:pt x="1534" y="122"/>
                  </a:lnTo>
                  <a:lnTo>
                    <a:pt x="1534" y="1166"/>
                  </a:lnTo>
                  <a:lnTo>
                    <a:pt x="1890" y="1166"/>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25959" name="Rectangle 8"/>
            <p:cNvSpPr/>
            <p:nvPr/>
          </p:nvSpPr>
          <p:spPr>
            <a:xfrm>
              <a:off x="1666" y="1213"/>
              <a:ext cx="267" cy="433"/>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60" name="Rectangle 9"/>
            <p:cNvSpPr/>
            <p:nvPr/>
          </p:nvSpPr>
          <p:spPr>
            <a:xfrm>
              <a:off x="3045" y="1482"/>
              <a:ext cx="267" cy="433"/>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61" name="Rectangle 10"/>
            <p:cNvSpPr/>
            <p:nvPr/>
          </p:nvSpPr>
          <p:spPr>
            <a:xfrm>
              <a:off x="3023" y="2359"/>
              <a:ext cx="267" cy="433"/>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62" name="Rectangle 11"/>
            <p:cNvSpPr/>
            <p:nvPr/>
          </p:nvSpPr>
          <p:spPr>
            <a:xfrm>
              <a:off x="3023" y="3170"/>
              <a:ext cx="267" cy="433"/>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63" name="Rectangle 12"/>
            <p:cNvSpPr/>
            <p:nvPr/>
          </p:nvSpPr>
          <p:spPr>
            <a:xfrm>
              <a:off x="3812" y="2759"/>
              <a:ext cx="267" cy="433"/>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64" name="Line 13"/>
            <p:cNvSpPr/>
            <p:nvPr/>
          </p:nvSpPr>
          <p:spPr>
            <a:xfrm>
              <a:off x="2667" y="1578"/>
              <a:ext cx="389" cy="0"/>
            </a:xfrm>
            <a:prstGeom prst="line">
              <a:avLst/>
            </a:prstGeom>
            <a:ln w="19050" cap="flat" cmpd="sng">
              <a:solidFill>
                <a:srgbClr val="3333FF"/>
              </a:solidFill>
              <a:prstDash val="solid"/>
              <a:round/>
              <a:headEnd type="none" w="med" len="med"/>
              <a:tailEnd type="none" w="sm" len="lg"/>
            </a:ln>
          </p:spPr>
        </p:sp>
        <p:sp>
          <p:nvSpPr>
            <p:cNvPr id="125965" name="Line 14"/>
            <p:cNvSpPr/>
            <p:nvPr/>
          </p:nvSpPr>
          <p:spPr>
            <a:xfrm>
              <a:off x="1056" y="1811"/>
              <a:ext cx="1978" cy="0"/>
            </a:xfrm>
            <a:prstGeom prst="line">
              <a:avLst/>
            </a:prstGeom>
            <a:ln w="19050" cap="flat" cmpd="sng">
              <a:solidFill>
                <a:srgbClr val="3333FF"/>
              </a:solidFill>
              <a:prstDash val="solid"/>
              <a:round/>
              <a:headEnd type="none" w="med" len="med"/>
              <a:tailEnd type="none" w="sm" len="lg"/>
            </a:ln>
          </p:spPr>
        </p:sp>
        <p:sp>
          <p:nvSpPr>
            <p:cNvPr id="125966" name="Freeform 15"/>
            <p:cNvSpPr/>
            <p:nvPr/>
          </p:nvSpPr>
          <p:spPr>
            <a:xfrm>
              <a:off x="1899" y="1822"/>
              <a:ext cx="1111" cy="878"/>
            </a:xfrm>
            <a:custGeom>
              <a:avLst/>
              <a:gdLst/>
              <a:ahLst/>
              <a:cxnLst>
                <a:cxn ang="0">
                  <a:pos x="0" y="0"/>
                </a:cxn>
                <a:cxn ang="0">
                  <a:pos x="0" y="878"/>
                </a:cxn>
                <a:cxn ang="0">
                  <a:pos x="1111" y="878"/>
                </a:cxn>
              </a:cxnLst>
              <a:pathLst>
                <a:path w="1111" h="900">
                  <a:moveTo>
                    <a:pt x="0" y="0"/>
                  </a:moveTo>
                  <a:lnTo>
                    <a:pt x="0" y="900"/>
                  </a:lnTo>
                  <a:lnTo>
                    <a:pt x="1111" y="90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25967" name="Freeform 16"/>
            <p:cNvSpPr/>
            <p:nvPr/>
          </p:nvSpPr>
          <p:spPr>
            <a:xfrm>
              <a:off x="1556" y="1556"/>
              <a:ext cx="1466" cy="1733"/>
            </a:xfrm>
            <a:custGeom>
              <a:avLst/>
              <a:gdLst/>
              <a:ahLst/>
              <a:cxnLst>
                <a:cxn ang="0">
                  <a:pos x="0" y="0"/>
                </a:cxn>
                <a:cxn ang="0">
                  <a:pos x="0" y="1733"/>
                </a:cxn>
                <a:cxn ang="0">
                  <a:pos x="1466" y="1733"/>
                </a:cxn>
              </a:cxnLst>
              <a:pathLst>
                <a:path w="1578" h="1778">
                  <a:moveTo>
                    <a:pt x="0" y="0"/>
                  </a:moveTo>
                  <a:lnTo>
                    <a:pt x="0" y="1778"/>
                  </a:lnTo>
                  <a:lnTo>
                    <a:pt x="1578" y="1778"/>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25968" name="Freeform 17"/>
            <p:cNvSpPr/>
            <p:nvPr/>
          </p:nvSpPr>
          <p:spPr>
            <a:xfrm>
              <a:off x="1312" y="1311"/>
              <a:ext cx="1712" cy="2200"/>
            </a:xfrm>
            <a:custGeom>
              <a:avLst/>
              <a:gdLst/>
              <a:ahLst/>
              <a:cxnLst>
                <a:cxn ang="0">
                  <a:pos x="0" y="0"/>
                </a:cxn>
                <a:cxn ang="0">
                  <a:pos x="0" y="2200"/>
                </a:cxn>
                <a:cxn ang="0">
                  <a:pos x="1712" y="2200"/>
                </a:cxn>
              </a:cxnLst>
              <a:pathLst>
                <a:path w="1578" h="1778">
                  <a:moveTo>
                    <a:pt x="0" y="0"/>
                  </a:moveTo>
                  <a:lnTo>
                    <a:pt x="0" y="1778"/>
                  </a:lnTo>
                  <a:lnTo>
                    <a:pt x="1578" y="1778"/>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25969" name="Oval 18"/>
            <p:cNvSpPr/>
            <p:nvPr/>
          </p:nvSpPr>
          <p:spPr>
            <a:xfrm>
              <a:off x="3290" y="2545"/>
              <a:ext cx="69" cy="69"/>
            </a:xfrm>
            <a:prstGeom prst="ellipse">
              <a:avLst/>
            </a:prstGeom>
            <a:solidFill>
              <a:schemeClr val="bg1"/>
            </a:solidFill>
            <a:ln w="1905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70" name="Oval 19"/>
            <p:cNvSpPr/>
            <p:nvPr/>
          </p:nvSpPr>
          <p:spPr>
            <a:xfrm>
              <a:off x="3290" y="3367"/>
              <a:ext cx="69" cy="69"/>
            </a:xfrm>
            <a:prstGeom prst="ellipse">
              <a:avLst/>
            </a:prstGeom>
            <a:solidFill>
              <a:schemeClr val="bg1"/>
            </a:solidFill>
            <a:ln w="1905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71" name="Oval 20"/>
            <p:cNvSpPr/>
            <p:nvPr/>
          </p:nvSpPr>
          <p:spPr>
            <a:xfrm>
              <a:off x="4068" y="2955"/>
              <a:ext cx="69" cy="69"/>
            </a:xfrm>
            <a:prstGeom prst="ellipse">
              <a:avLst/>
            </a:prstGeom>
            <a:solidFill>
              <a:schemeClr val="bg1"/>
            </a:solidFill>
            <a:ln w="1905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72" name="Oval 21"/>
            <p:cNvSpPr/>
            <p:nvPr/>
          </p:nvSpPr>
          <p:spPr>
            <a:xfrm>
              <a:off x="2634" y="1545"/>
              <a:ext cx="69" cy="69"/>
            </a:xfrm>
            <a:prstGeom prst="ellipse">
              <a:avLst/>
            </a:prstGeom>
            <a:solidFill>
              <a:srgbClr val="FF00FF"/>
            </a:solidFill>
            <a:ln w="1905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73" name="Oval 22"/>
            <p:cNvSpPr/>
            <p:nvPr/>
          </p:nvSpPr>
          <p:spPr>
            <a:xfrm>
              <a:off x="1523" y="1511"/>
              <a:ext cx="69" cy="69"/>
            </a:xfrm>
            <a:prstGeom prst="ellipse">
              <a:avLst/>
            </a:prstGeom>
            <a:solidFill>
              <a:srgbClr val="FF00FF"/>
            </a:solidFill>
            <a:ln w="1905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74" name="Oval 23"/>
            <p:cNvSpPr/>
            <p:nvPr/>
          </p:nvSpPr>
          <p:spPr>
            <a:xfrm>
              <a:off x="1278" y="1267"/>
              <a:ext cx="69" cy="69"/>
            </a:xfrm>
            <a:prstGeom prst="ellipse">
              <a:avLst/>
            </a:prstGeom>
            <a:solidFill>
              <a:srgbClr val="FF00FF"/>
            </a:solidFill>
            <a:ln w="1905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75" name="Oval 24"/>
            <p:cNvSpPr/>
            <p:nvPr/>
          </p:nvSpPr>
          <p:spPr>
            <a:xfrm>
              <a:off x="1867" y="1778"/>
              <a:ext cx="69" cy="69"/>
            </a:xfrm>
            <a:prstGeom prst="ellipse">
              <a:avLst/>
            </a:prstGeom>
            <a:solidFill>
              <a:srgbClr val="FF00FF"/>
            </a:solidFill>
            <a:ln w="1905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76" name="Freeform 25"/>
            <p:cNvSpPr/>
            <p:nvPr/>
          </p:nvSpPr>
          <p:spPr>
            <a:xfrm>
              <a:off x="3356" y="2578"/>
              <a:ext cx="456" cy="278"/>
            </a:xfrm>
            <a:custGeom>
              <a:avLst/>
              <a:gdLst/>
              <a:ahLst/>
              <a:cxnLst>
                <a:cxn ang="0">
                  <a:pos x="0" y="0"/>
                </a:cxn>
                <a:cxn ang="0">
                  <a:pos x="278" y="0"/>
                </a:cxn>
                <a:cxn ang="0">
                  <a:pos x="278" y="278"/>
                </a:cxn>
                <a:cxn ang="0">
                  <a:pos x="456" y="278"/>
                </a:cxn>
              </a:cxnLst>
              <a:pathLst>
                <a:path w="456" h="233">
                  <a:moveTo>
                    <a:pt x="0" y="0"/>
                  </a:moveTo>
                  <a:lnTo>
                    <a:pt x="278" y="0"/>
                  </a:lnTo>
                  <a:lnTo>
                    <a:pt x="278" y="233"/>
                  </a:lnTo>
                  <a:lnTo>
                    <a:pt x="456" y="233"/>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25977" name="Line 26"/>
            <p:cNvSpPr/>
            <p:nvPr/>
          </p:nvSpPr>
          <p:spPr>
            <a:xfrm>
              <a:off x="3312" y="1700"/>
              <a:ext cx="1401" cy="0"/>
            </a:xfrm>
            <a:prstGeom prst="line">
              <a:avLst/>
            </a:prstGeom>
            <a:ln w="19050" cap="flat" cmpd="sng">
              <a:solidFill>
                <a:srgbClr val="3333FF"/>
              </a:solidFill>
              <a:prstDash val="solid"/>
              <a:round/>
              <a:headEnd type="none" w="med" len="med"/>
              <a:tailEnd type="none" w="sm" len="lg"/>
            </a:ln>
          </p:spPr>
        </p:sp>
        <p:sp>
          <p:nvSpPr>
            <p:cNvPr id="125978" name="Text Box 27"/>
            <p:cNvSpPr txBox="1"/>
            <p:nvPr/>
          </p:nvSpPr>
          <p:spPr>
            <a:xfrm>
              <a:off x="4654" y="1476"/>
              <a:ext cx="270"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i</a:t>
              </a:r>
              <a:endParaRPr lang="en-US" altLang="zh-CN" sz="2800" dirty="0">
                <a:latin typeface="Times New Roman" panose="02020603050405020304" pitchFamily="18" charset="0"/>
                <a:ea typeface="宋体" panose="02010600030101010101" pitchFamily="2" charset="-122"/>
              </a:endParaRPr>
            </a:p>
          </p:txBody>
        </p:sp>
        <p:sp>
          <p:nvSpPr>
            <p:cNvPr id="125979" name="Text Box 28"/>
            <p:cNvSpPr txBox="1"/>
            <p:nvPr/>
          </p:nvSpPr>
          <p:spPr>
            <a:xfrm>
              <a:off x="4654" y="2810"/>
              <a:ext cx="307"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a:t>
              </a:r>
              <a:r>
                <a:rPr lang="en-US" altLang="zh-CN" sz="2800" baseline="-25000" dirty="0">
                  <a:latin typeface="Times New Roman" panose="02020603050405020304" pitchFamily="18" charset="0"/>
                  <a:ea typeface="宋体" panose="02010600030101010101" pitchFamily="2" charset="-122"/>
                </a:rPr>
                <a:t>i</a:t>
              </a:r>
              <a:endParaRPr lang="en-US" altLang="zh-CN" sz="2800" dirty="0">
                <a:latin typeface="Times New Roman" panose="02020603050405020304" pitchFamily="18" charset="0"/>
                <a:ea typeface="宋体" panose="02010600030101010101" pitchFamily="2" charset="-122"/>
              </a:endParaRPr>
            </a:p>
          </p:txBody>
        </p:sp>
        <p:sp>
          <p:nvSpPr>
            <p:cNvPr id="125980" name="Text Box 29"/>
            <p:cNvSpPr txBox="1"/>
            <p:nvPr/>
          </p:nvSpPr>
          <p:spPr>
            <a:xfrm>
              <a:off x="3010" y="3097"/>
              <a:ext cx="29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5981" name="Text Box 30"/>
            <p:cNvSpPr txBox="1"/>
            <p:nvPr/>
          </p:nvSpPr>
          <p:spPr>
            <a:xfrm>
              <a:off x="3010" y="2285"/>
              <a:ext cx="29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5982" name="Text Box 31"/>
            <p:cNvSpPr txBox="1"/>
            <p:nvPr/>
          </p:nvSpPr>
          <p:spPr>
            <a:xfrm>
              <a:off x="3799" y="2685"/>
              <a:ext cx="29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5983" name="Text Box 32"/>
            <p:cNvSpPr txBox="1"/>
            <p:nvPr/>
          </p:nvSpPr>
          <p:spPr>
            <a:xfrm>
              <a:off x="3021" y="1420"/>
              <a:ext cx="354"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5984" name="Text Box 33"/>
            <p:cNvSpPr txBox="1"/>
            <p:nvPr/>
          </p:nvSpPr>
          <p:spPr>
            <a:xfrm>
              <a:off x="1643" y="1142"/>
              <a:ext cx="354"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5985" name="Text Box 34"/>
            <p:cNvSpPr txBox="1"/>
            <p:nvPr/>
          </p:nvSpPr>
          <p:spPr>
            <a:xfrm>
              <a:off x="898" y="1109"/>
              <a:ext cx="295"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A</a:t>
              </a:r>
              <a:r>
                <a:rPr lang="en-US" altLang="zh-CN" sz="2800" baseline="-25000" dirty="0">
                  <a:latin typeface="Times New Roman" panose="02020603050405020304" pitchFamily="18" charset="0"/>
                  <a:ea typeface="宋体" panose="02010600030101010101" pitchFamily="2" charset="-122"/>
                </a:rPr>
                <a:t>i</a:t>
              </a:r>
              <a:endParaRPr lang="en-US" altLang="zh-CN" sz="2800" dirty="0">
                <a:latin typeface="Times New Roman" panose="02020603050405020304" pitchFamily="18" charset="0"/>
                <a:ea typeface="宋体" panose="02010600030101010101" pitchFamily="2" charset="-122"/>
              </a:endParaRPr>
            </a:p>
          </p:txBody>
        </p:sp>
        <p:sp>
          <p:nvSpPr>
            <p:cNvPr id="125986" name="Text Box 35"/>
            <p:cNvSpPr txBox="1"/>
            <p:nvPr/>
          </p:nvSpPr>
          <p:spPr>
            <a:xfrm>
              <a:off x="799" y="1643"/>
              <a:ext cx="434"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a:t>
              </a:r>
              <a:r>
                <a:rPr lang="en-US" altLang="zh-CN" sz="2800" baseline="-25000" dirty="0">
                  <a:latin typeface="Times New Roman" panose="02020603050405020304" pitchFamily="18" charset="0"/>
                  <a:ea typeface="宋体" panose="02010600030101010101" pitchFamily="2" charset="-122"/>
                </a:rPr>
                <a:t>i-</a:t>
              </a:r>
              <a:r>
                <a:rPr lang="en-US" altLang="zh-CN" sz="2800" i="0" baseline="-25000" dirty="0">
                  <a:latin typeface="Times New Roman" panose="02020603050405020304" pitchFamily="18" charset="0"/>
                  <a:ea typeface="宋体" panose="02010600030101010101" pitchFamily="2" charset="-122"/>
                </a:rPr>
                <a:t>1</a:t>
              </a:r>
              <a:endParaRPr lang="en-US" altLang="zh-CN" sz="2800" dirty="0">
                <a:latin typeface="Times New Roman" panose="02020603050405020304" pitchFamily="18" charset="0"/>
                <a:ea typeface="宋体" panose="02010600030101010101" pitchFamily="2" charset="-122"/>
              </a:endParaRPr>
            </a:p>
          </p:txBody>
        </p:sp>
        <p:sp>
          <p:nvSpPr>
            <p:cNvPr id="125987" name="Text Box 36"/>
            <p:cNvSpPr txBox="1"/>
            <p:nvPr/>
          </p:nvSpPr>
          <p:spPr>
            <a:xfrm>
              <a:off x="854" y="1364"/>
              <a:ext cx="295"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B</a:t>
              </a:r>
              <a:r>
                <a:rPr lang="en-US" altLang="zh-CN" sz="2800" baseline="-25000" dirty="0">
                  <a:latin typeface="Times New Roman" panose="02020603050405020304" pitchFamily="18" charset="0"/>
                  <a:ea typeface="宋体" panose="02010600030101010101" pitchFamily="2" charset="-122"/>
                </a:rPr>
                <a:t>i</a:t>
              </a:r>
              <a:endParaRPr lang="en-US" altLang="zh-CN" sz="280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Text Box 2"/>
          <p:cNvSpPr txBox="1"/>
          <p:nvPr/>
        </p:nvSpPr>
        <p:spPr>
          <a:xfrm>
            <a:off x="736600" y="523875"/>
            <a:ext cx="2416175"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用半加器实现</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126978" name="Text Box 3"/>
          <p:cNvSpPr txBox="1"/>
          <p:nvPr/>
        </p:nvSpPr>
        <p:spPr>
          <a:xfrm>
            <a:off x="760413" y="1530350"/>
            <a:ext cx="184150" cy="519113"/>
          </a:xfrm>
          <a:prstGeom prst="rect">
            <a:avLst/>
          </a:prstGeom>
          <a:noFill/>
          <a:ln w="12700">
            <a:noFill/>
          </a:ln>
        </p:spPr>
        <p:txBody>
          <a:bodyPr wrap="none" anchor="t" anchorCtr="0">
            <a:spAutoFit/>
          </a:bodyPr>
          <a:p>
            <a:endParaRPr lang="zh-CN" altLang="zh-CN" sz="2800" i="0" dirty="0">
              <a:latin typeface="Times New Roman" panose="02020603050405020304" pitchFamily="18" charset="0"/>
              <a:ea typeface="宋体" panose="02010600030101010101" pitchFamily="2" charset="-122"/>
            </a:endParaRPr>
          </a:p>
        </p:txBody>
      </p:sp>
      <p:graphicFrame>
        <p:nvGraphicFramePr>
          <p:cNvPr id="231428" name="Object 4"/>
          <p:cNvGraphicFramePr>
            <a:graphicFrameLocks noGrp="1" noChangeAspect="1"/>
          </p:cNvGraphicFramePr>
          <p:nvPr>
            <p:ph sz="quarter" idx="1"/>
          </p:nvPr>
        </p:nvGraphicFramePr>
        <p:xfrm>
          <a:off x="461963" y="1509713"/>
          <a:ext cx="6305550" cy="434975"/>
        </p:xfrm>
        <a:graphic>
          <a:graphicData uri="http://schemas.openxmlformats.org/presentationml/2006/ole">
            <mc:AlternateContent xmlns:mc="http://schemas.openxmlformats.org/markup-compatibility/2006">
              <mc:Choice xmlns:v="urn:schemas-microsoft-com:vml" Requires="v">
                <p:oleObj spid="_x0000_s3297" name="" r:id="rId1" imgW="6692900" imgH="457200" progId="Equation.3">
                  <p:embed/>
                </p:oleObj>
              </mc:Choice>
              <mc:Fallback>
                <p:oleObj name="" r:id="rId1" imgW="6692900" imgH="457200" progId="Equation.3">
                  <p:embed/>
                  <p:pic>
                    <p:nvPicPr>
                      <p:cNvPr id="0" name="图片 3296"/>
                      <p:cNvPicPr/>
                      <p:nvPr/>
                    </p:nvPicPr>
                    <p:blipFill>
                      <a:blip r:embed="rId2"/>
                      <a:stretch>
                        <a:fillRect/>
                      </a:stretch>
                    </p:blipFill>
                    <p:spPr>
                      <a:xfrm>
                        <a:off x="461963" y="1509713"/>
                        <a:ext cx="6305550" cy="434975"/>
                      </a:xfrm>
                      <a:prstGeom prst="rect">
                        <a:avLst/>
                      </a:prstGeom>
                      <a:noFill/>
                      <a:ln w="38100">
                        <a:miter/>
                      </a:ln>
                    </p:spPr>
                  </p:pic>
                </p:oleObj>
              </mc:Fallback>
            </mc:AlternateContent>
          </a:graphicData>
        </a:graphic>
      </p:graphicFrame>
      <p:graphicFrame>
        <p:nvGraphicFramePr>
          <p:cNvPr id="231429" name="Object 5"/>
          <p:cNvGraphicFramePr>
            <a:graphicFrameLocks noGrp="1" noChangeAspect="1"/>
          </p:cNvGraphicFramePr>
          <p:nvPr>
            <p:ph sz="quarter" idx="2"/>
          </p:nvPr>
        </p:nvGraphicFramePr>
        <p:xfrm>
          <a:off x="785813" y="2905125"/>
          <a:ext cx="2647950" cy="588963"/>
        </p:xfrm>
        <a:graphic>
          <a:graphicData uri="http://schemas.openxmlformats.org/presentationml/2006/ole">
            <mc:AlternateContent xmlns:mc="http://schemas.openxmlformats.org/markup-compatibility/2006">
              <mc:Choice xmlns:v="urn:schemas-microsoft-com:vml" Requires="v">
                <p:oleObj spid="_x0000_s3298" name="" r:id="rId3" imgW="1143000" imgH="254000" progId="Equation.3">
                  <p:embed/>
                </p:oleObj>
              </mc:Choice>
              <mc:Fallback>
                <p:oleObj name="" r:id="rId3" imgW="1143000" imgH="254000" progId="Equation.3">
                  <p:embed/>
                  <p:pic>
                    <p:nvPicPr>
                      <p:cNvPr id="0" name="图片 3297"/>
                      <p:cNvPicPr/>
                      <p:nvPr/>
                    </p:nvPicPr>
                    <p:blipFill>
                      <a:blip r:embed="rId4"/>
                      <a:stretch>
                        <a:fillRect/>
                      </a:stretch>
                    </p:blipFill>
                    <p:spPr>
                      <a:xfrm>
                        <a:off x="785813" y="2905125"/>
                        <a:ext cx="2647950" cy="588963"/>
                      </a:xfrm>
                      <a:prstGeom prst="rect">
                        <a:avLst/>
                      </a:prstGeom>
                      <a:noFill/>
                      <a:ln w="38100">
                        <a:miter/>
                      </a:ln>
                    </p:spPr>
                  </p:pic>
                </p:oleObj>
              </mc:Fallback>
            </mc:AlternateContent>
          </a:graphicData>
        </a:graphic>
      </p:graphicFrame>
      <p:graphicFrame>
        <p:nvGraphicFramePr>
          <p:cNvPr id="231430" name="Object 6"/>
          <p:cNvGraphicFramePr>
            <a:graphicFrameLocks noGrp="1" noChangeAspect="1"/>
          </p:cNvGraphicFramePr>
          <p:nvPr>
            <p:ph sz="quarter" idx="3"/>
          </p:nvPr>
        </p:nvGraphicFramePr>
        <p:xfrm>
          <a:off x="785813" y="2178050"/>
          <a:ext cx="5173662" cy="546100"/>
        </p:xfrm>
        <a:graphic>
          <a:graphicData uri="http://schemas.openxmlformats.org/presentationml/2006/ole">
            <mc:AlternateContent xmlns:mc="http://schemas.openxmlformats.org/markup-compatibility/2006">
              <mc:Choice xmlns:v="urn:schemas-microsoft-com:vml" Requires="v">
                <p:oleObj spid="_x0000_s3301" name="" r:id="rId5" imgW="2286000" imgH="241300" progId="Equation.3">
                  <p:embed/>
                </p:oleObj>
              </mc:Choice>
              <mc:Fallback>
                <p:oleObj name="" r:id="rId5" imgW="2286000" imgH="241300" progId="Equation.3">
                  <p:embed/>
                  <p:pic>
                    <p:nvPicPr>
                      <p:cNvPr id="0" name="图片 3300"/>
                      <p:cNvPicPr/>
                      <p:nvPr/>
                    </p:nvPicPr>
                    <p:blipFill>
                      <a:blip r:embed="rId6"/>
                      <a:stretch>
                        <a:fillRect/>
                      </a:stretch>
                    </p:blipFill>
                    <p:spPr>
                      <a:xfrm>
                        <a:off x="785813" y="2178050"/>
                        <a:ext cx="5173662" cy="546100"/>
                      </a:xfrm>
                      <a:prstGeom prst="rect">
                        <a:avLst/>
                      </a:prstGeom>
                      <a:noFill/>
                      <a:ln w="38100">
                        <a:miter/>
                      </a:ln>
                    </p:spPr>
                  </p:pic>
                </p:oleObj>
              </mc:Fallback>
            </mc:AlternateContent>
          </a:graphicData>
        </a:graphic>
      </p:graphicFrame>
      <p:graphicFrame>
        <p:nvGraphicFramePr>
          <p:cNvPr id="231431" name="Object 7"/>
          <p:cNvGraphicFramePr>
            <a:graphicFrameLocks noGrp="1" noChangeAspect="1"/>
          </p:cNvGraphicFramePr>
          <p:nvPr>
            <p:ph sz="quarter" idx="4"/>
          </p:nvPr>
        </p:nvGraphicFramePr>
        <p:xfrm>
          <a:off x="449263" y="4310063"/>
          <a:ext cx="5749925" cy="539750"/>
        </p:xfrm>
        <a:graphic>
          <a:graphicData uri="http://schemas.openxmlformats.org/presentationml/2006/ole">
            <mc:AlternateContent xmlns:mc="http://schemas.openxmlformats.org/markup-compatibility/2006">
              <mc:Choice xmlns:v="urn:schemas-microsoft-com:vml" Requires="v">
                <p:oleObj spid="_x0000_s3302" name="" r:id="rId7" imgW="2705100" imgH="254000" progId="Equation.3">
                  <p:embed/>
                </p:oleObj>
              </mc:Choice>
              <mc:Fallback>
                <p:oleObj name="" r:id="rId7" imgW="2705100" imgH="254000" progId="Equation.3">
                  <p:embed/>
                  <p:pic>
                    <p:nvPicPr>
                      <p:cNvPr id="0" name="图片 3301"/>
                      <p:cNvPicPr/>
                      <p:nvPr/>
                    </p:nvPicPr>
                    <p:blipFill>
                      <a:blip r:embed="rId8"/>
                      <a:stretch>
                        <a:fillRect/>
                      </a:stretch>
                    </p:blipFill>
                    <p:spPr>
                      <a:xfrm>
                        <a:off x="449263" y="4310063"/>
                        <a:ext cx="5749925" cy="539750"/>
                      </a:xfrm>
                      <a:prstGeom prst="rect">
                        <a:avLst/>
                      </a:prstGeom>
                      <a:noFill/>
                      <a:ln w="38100">
                        <a:miter/>
                      </a:ln>
                    </p:spPr>
                  </p:pic>
                </p:oleObj>
              </mc:Fallback>
            </mc:AlternateContent>
          </a:graphicData>
        </a:graphic>
      </p:graphicFrame>
      <p:graphicFrame>
        <p:nvGraphicFramePr>
          <p:cNvPr id="231432" name="Object 8"/>
          <p:cNvGraphicFramePr>
            <a:graphicFrameLocks noChangeAspect="1"/>
          </p:cNvGraphicFramePr>
          <p:nvPr/>
        </p:nvGraphicFramePr>
        <p:xfrm>
          <a:off x="804863" y="5045075"/>
          <a:ext cx="5678487" cy="606425"/>
        </p:xfrm>
        <a:graphic>
          <a:graphicData uri="http://schemas.openxmlformats.org/presentationml/2006/ole">
            <mc:AlternateContent xmlns:mc="http://schemas.openxmlformats.org/markup-compatibility/2006">
              <mc:Choice xmlns:v="urn:schemas-microsoft-com:vml" Requires="v">
                <p:oleObj spid="_x0000_s3299" name="" r:id="rId9" imgW="2260600" imgH="241300" progId="Equation.3">
                  <p:embed/>
                </p:oleObj>
              </mc:Choice>
              <mc:Fallback>
                <p:oleObj name="" r:id="rId9" imgW="2260600" imgH="241300" progId="Equation.3">
                  <p:embed/>
                  <p:pic>
                    <p:nvPicPr>
                      <p:cNvPr id="0" name="图片 3298"/>
                      <p:cNvPicPr/>
                      <p:nvPr/>
                    </p:nvPicPr>
                    <p:blipFill>
                      <a:blip r:embed="rId10"/>
                      <a:stretch>
                        <a:fillRect/>
                      </a:stretch>
                    </p:blipFill>
                    <p:spPr>
                      <a:xfrm>
                        <a:off x="804863" y="5045075"/>
                        <a:ext cx="5678487" cy="606425"/>
                      </a:xfrm>
                      <a:prstGeom prst="rect">
                        <a:avLst/>
                      </a:prstGeom>
                      <a:noFill/>
                      <a:ln w="38100">
                        <a:noFill/>
                        <a:miter/>
                      </a:ln>
                    </p:spPr>
                  </p:pic>
                </p:oleObj>
              </mc:Fallback>
            </mc:AlternateContent>
          </a:graphicData>
        </a:graphic>
      </p:graphicFrame>
      <p:graphicFrame>
        <p:nvGraphicFramePr>
          <p:cNvPr id="231433" name="Object 9"/>
          <p:cNvGraphicFramePr>
            <a:graphicFrameLocks noChangeAspect="1"/>
          </p:cNvGraphicFramePr>
          <p:nvPr/>
        </p:nvGraphicFramePr>
        <p:xfrm>
          <a:off x="801688" y="3584575"/>
          <a:ext cx="1873250" cy="603250"/>
        </p:xfrm>
        <a:graphic>
          <a:graphicData uri="http://schemas.openxmlformats.org/presentationml/2006/ole">
            <mc:AlternateContent xmlns:mc="http://schemas.openxmlformats.org/markup-compatibility/2006">
              <mc:Choice xmlns:v="urn:schemas-microsoft-com:vml" Requires="v">
                <p:oleObj spid="_x0000_s3303" name="" r:id="rId11" imgW="748665" imgH="241300" progId="Equation.3">
                  <p:embed/>
                </p:oleObj>
              </mc:Choice>
              <mc:Fallback>
                <p:oleObj name="" r:id="rId11" imgW="748665" imgH="241300" progId="Equation.3">
                  <p:embed/>
                  <p:pic>
                    <p:nvPicPr>
                      <p:cNvPr id="0" name="图片 3302"/>
                      <p:cNvPicPr/>
                      <p:nvPr/>
                    </p:nvPicPr>
                    <p:blipFill>
                      <a:blip r:embed="rId12"/>
                      <a:stretch>
                        <a:fillRect/>
                      </a:stretch>
                    </p:blipFill>
                    <p:spPr>
                      <a:xfrm>
                        <a:off x="801688" y="3584575"/>
                        <a:ext cx="1873250" cy="603250"/>
                      </a:xfrm>
                      <a:prstGeom prst="rect">
                        <a:avLst/>
                      </a:prstGeom>
                      <a:noFill/>
                      <a:ln w="38100">
                        <a:noFill/>
                        <a:miter/>
                      </a:ln>
                    </p:spPr>
                  </p:pic>
                </p:oleObj>
              </mc:Fallback>
            </mc:AlternateContent>
          </a:graphicData>
        </a:graphic>
      </p:graphicFrame>
      <p:graphicFrame>
        <p:nvGraphicFramePr>
          <p:cNvPr id="231434" name="Object 10"/>
          <p:cNvGraphicFramePr>
            <a:graphicFrameLocks noChangeAspect="1"/>
          </p:cNvGraphicFramePr>
          <p:nvPr/>
        </p:nvGraphicFramePr>
        <p:xfrm>
          <a:off x="846138" y="5737225"/>
          <a:ext cx="2446337" cy="628650"/>
        </p:xfrm>
        <a:graphic>
          <a:graphicData uri="http://schemas.openxmlformats.org/presentationml/2006/ole">
            <mc:AlternateContent xmlns:mc="http://schemas.openxmlformats.org/markup-compatibility/2006">
              <mc:Choice xmlns:v="urn:schemas-microsoft-com:vml" Requires="v">
                <p:oleObj spid="_x0000_s3300" name="" r:id="rId13" imgW="939165" imgH="241300" progId="Equation.3">
                  <p:embed/>
                </p:oleObj>
              </mc:Choice>
              <mc:Fallback>
                <p:oleObj name="" r:id="rId13" imgW="939165" imgH="241300" progId="Equation.3">
                  <p:embed/>
                  <p:pic>
                    <p:nvPicPr>
                      <p:cNvPr id="0" name="图片 3299"/>
                      <p:cNvPicPr/>
                      <p:nvPr/>
                    </p:nvPicPr>
                    <p:blipFill>
                      <a:blip r:embed="rId14"/>
                      <a:stretch>
                        <a:fillRect/>
                      </a:stretch>
                    </p:blipFill>
                    <p:spPr>
                      <a:xfrm>
                        <a:off x="846138" y="5737225"/>
                        <a:ext cx="2446337" cy="628650"/>
                      </a:xfrm>
                      <a:prstGeom prst="rect">
                        <a:avLst/>
                      </a:prstGeom>
                      <a:noFill/>
                      <a:ln w="38100">
                        <a:noFill/>
                        <a:miter/>
                      </a:ln>
                    </p:spPr>
                  </p:pic>
                </p:oleObj>
              </mc:Fallback>
            </mc:AlternateContent>
          </a:graphicData>
        </a:graphic>
      </p:graphicFrame>
      <p:grpSp>
        <p:nvGrpSpPr>
          <p:cNvPr id="2" name="Group 11"/>
          <p:cNvGrpSpPr/>
          <p:nvPr/>
        </p:nvGrpSpPr>
        <p:grpSpPr>
          <a:xfrm>
            <a:off x="3121025" y="393700"/>
            <a:ext cx="3236913" cy="946150"/>
            <a:chOff x="1322" y="2898"/>
            <a:chExt cx="1829" cy="596"/>
          </a:xfrm>
        </p:grpSpPr>
        <p:sp>
          <p:nvSpPr>
            <p:cNvPr id="126987" name="Text Box 12"/>
            <p:cNvSpPr txBox="1"/>
            <p:nvPr/>
          </p:nvSpPr>
          <p:spPr>
            <a:xfrm>
              <a:off x="1322" y="2898"/>
              <a:ext cx="1829" cy="596"/>
            </a:xfrm>
            <a:prstGeom prst="rect">
              <a:avLst/>
            </a:prstGeom>
            <a:noFill/>
            <a:ln w="1270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 = AB +AB=A</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B</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 = AB</a:t>
              </a:r>
              <a:endParaRPr lang="en-US" altLang="zh-CN" sz="2800" i="0" dirty="0">
                <a:latin typeface="Times New Roman" panose="02020603050405020304" pitchFamily="18" charset="0"/>
                <a:ea typeface="宋体" panose="02010600030101010101" pitchFamily="2" charset="-122"/>
              </a:endParaRPr>
            </a:p>
          </p:txBody>
        </p:sp>
        <p:sp>
          <p:nvSpPr>
            <p:cNvPr id="126988" name="Line 13"/>
            <p:cNvSpPr/>
            <p:nvPr/>
          </p:nvSpPr>
          <p:spPr>
            <a:xfrm>
              <a:off x="1860" y="2952"/>
              <a:ext cx="144" cy="0"/>
            </a:xfrm>
            <a:prstGeom prst="line">
              <a:avLst/>
            </a:prstGeom>
            <a:ln w="12700" cap="flat" cmpd="sng">
              <a:solidFill>
                <a:schemeClr val="tx1"/>
              </a:solidFill>
              <a:prstDash val="solid"/>
              <a:round/>
              <a:headEnd type="none" w="med" len="med"/>
              <a:tailEnd type="none" w="sm" len="lg"/>
            </a:ln>
          </p:spPr>
        </p:sp>
        <p:sp>
          <p:nvSpPr>
            <p:cNvPr id="126989" name="Line 14"/>
            <p:cNvSpPr/>
            <p:nvPr/>
          </p:nvSpPr>
          <p:spPr>
            <a:xfrm>
              <a:off x="2496" y="2952"/>
              <a:ext cx="132" cy="0"/>
            </a:xfrm>
            <a:prstGeom prst="line">
              <a:avLst/>
            </a:prstGeom>
            <a:ln w="12700" cap="flat" cmpd="sng">
              <a:solidFill>
                <a:schemeClr val="tx1"/>
              </a:solidFill>
              <a:prstDash val="solid"/>
              <a:round/>
              <a:headEnd type="none" w="med" len="med"/>
              <a:tailEnd type="none" w="sm"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1428"/>
                                        </p:tgtEl>
                                        <p:attrNameLst>
                                          <p:attrName>style.visibility</p:attrName>
                                        </p:attrNameLst>
                                      </p:cBhvr>
                                      <p:to>
                                        <p:strVal val="visible"/>
                                      </p:to>
                                    </p:set>
                                    <p:animEffect transition="in" filter="wipe(left)">
                                      <p:cBhvr>
                                        <p:cTn id="12" dur="500"/>
                                        <p:tgtEl>
                                          <p:spTgt spid="2314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1430"/>
                                        </p:tgtEl>
                                        <p:attrNameLst>
                                          <p:attrName>style.visibility</p:attrName>
                                        </p:attrNameLst>
                                      </p:cBhvr>
                                      <p:to>
                                        <p:strVal val="visible"/>
                                      </p:to>
                                    </p:set>
                                    <p:animEffect transition="in" filter="wipe(left)">
                                      <p:cBhvr>
                                        <p:cTn id="17" dur="500"/>
                                        <p:tgtEl>
                                          <p:spTgt spid="2314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1429"/>
                                        </p:tgtEl>
                                        <p:attrNameLst>
                                          <p:attrName>style.visibility</p:attrName>
                                        </p:attrNameLst>
                                      </p:cBhvr>
                                      <p:to>
                                        <p:strVal val="visible"/>
                                      </p:to>
                                    </p:set>
                                    <p:animEffect transition="in" filter="wipe(left)">
                                      <p:cBhvr>
                                        <p:cTn id="22" dur="500"/>
                                        <p:tgtEl>
                                          <p:spTgt spid="2314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31433"/>
                                        </p:tgtEl>
                                        <p:attrNameLst>
                                          <p:attrName>style.visibility</p:attrName>
                                        </p:attrNameLst>
                                      </p:cBhvr>
                                      <p:to>
                                        <p:strVal val="visible"/>
                                      </p:to>
                                    </p:set>
                                    <p:animEffect transition="in" filter="wipe(left)">
                                      <p:cBhvr>
                                        <p:cTn id="27" dur="500"/>
                                        <p:tgtEl>
                                          <p:spTgt spid="23143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31431"/>
                                        </p:tgtEl>
                                        <p:attrNameLst>
                                          <p:attrName>style.visibility</p:attrName>
                                        </p:attrNameLst>
                                      </p:cBhvr>
                                      <p:to>
                                        <p:strVal val="visible"/>
                                      </p:to>
                                    </p:set>
                                    <p:animEffect transition="in" filter="wipe(left)">
                                      <p:cBhvr>
                                        <p:cTn id="32" dur="500"/>
                                        <p:tgtEl>
                                          <p:spTgt spid="23143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1432"/>
                                        </p:tgtEl>
                                        <p:attrNameLst>
                                          <p:attrName>style.visibility</p:attrName>
                                        </p:attrNameLst>
                                      </p:cBhvr>
                                      <p:to>
                                        <p:strVal val="visible"/>
                                      </p:to>
                                    </p:set>
                                    <p:animEffect transition="in" filter="wipe(left)">
                                      <p:cBhvr>
                                        <p:cTn id="37" dur="500"/>
                                        <p:tgtEl>
                                          <p:spTgt spid="2314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31434"/>
                                        </p:tgtEl>
                                        <p:attrNameLst>
                                          <p:attrName>style.visibility</p:attrName>
                                        </p:attrNameLst>
                                      </p:cBhvr>
                                      <p:to>
                                        <p:strVal val="visible"/>
                                      </p:to>
                                    </p:set>
                                    <p:animEffect transition="in" filter="wipe(left)">
                                      <p:cBhvr>
                                        <p:cTn id="42" dur="500"/>
                                        <p:tgtEl>
                                          <p:spTgt spid="231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2530475" y="4625975"/>
            <a:ext cx="3032125" cy="1012825"/>
            <a:chOff x="2674" y="2914"/>
            <a:chExt cx="1910" cy="638"/>
          </a:xfrm>
        </p:grpSpPr>
        <p:sp>
          <p:nvSpPr>
            <p:cNvPr id="128002" name="Text Box 3"/>
            <p:cNvSpPr txBox="1"/>
            <p:nvPr/>
          </p:nvSpPr>
          <p:spPr>
            <a:xfrm>
              <a:off x="2678" y="3258"/>
              <a:ext cx="387"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i-1</a:t>
              </a:r>
              <a:endParaRPr lang="en-US" altLang="zh-CN" sz="2400" i="0" baseline="-25000" dirty="0">
                <a:latin typeface="Times New Roman" panose="02020603050405020304" pitchFamily="18" charset="0"/>
                <a:ea typeface="宋体" panose="02010600030101010101" pitchFamily="2" charset="-122"/>
              </a:endParaRPr>
            </a:p>
          </p:txBody>
        </p:sp>
        <p:sp>
          <p:nvSpPr>
            <p:cNvPr id="128003" name="Rectangle 4"/>
            <p:cNvSpPr/>
            <p:nvPr/>
          </p:nvSpPr>
          <p:spPr>
            <a:xfrm>
              <a:off x="3336" y="2976"/>
              <a:ext cx="576" cy="576"/>
            </a:xfrm>
            <a:prstGeom prst="rect">
              <a:avLst/>
            </a:prstGeom>
            <a:solidFill>
              <a:srgbClr val="CCFFFF"/>
            </a:solidFill>
            <a:ln w="25400" cap="flat" cmpd="sng">
              <a:solidFill>
                <a:srgbClr val="FF00FF"/>
              </a:solidFill>
              <a:prstDash val="solid"/>
              <a:miter/>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28004" name="Line 5"/>
            <p:cNvSpPr/>
            <p:nvPr/>
          </p:nvSpPr>
          <p:spPr>
            <a:xfrm>
              <a:off x="2928" y="3114"/>
              <a:ext cx="414" cy="0"/>
            </a:xfrm>
            <a:prstGeom prst="line">
              <a:avLst/>
            </a:prstGeom>
            <a:ln w="12700" cap="flat" cmpd="sng">
              <a:solidFill>
                <a:schemeClr val="tx1"/>
              </a:solidFill>
              <a:prstDash val="solid"/>
              <a:round/>
              <a:headEnd type="none" w="med" len="med"/>
              <a:tailEnd type="none" w="med" len="med"/>
            </a:ln>
          </p:spPr>
        </p:sp>
        <p:sp>
          <p:nvSpPr>
            <p:cNvPr id="128005" name="Line 6"/>
            <p:cNvSpPr/>
            <p:nvPr/>
          </p:nvSpPr>
          <p:spPr>
            <a:xfrm>
              <a:off x="2928" y="3402"/>
              <a:ext cx="408" cy="0"/>
            </a:xfrm>
            <a:prstGeom prst="line">
              <a:avLst/>
            </a:prstGeom>
            <a:ln w="12700" cap="flat" cmpd="sng">
              <a:solidFill>
                <a:schemeClr val="tx1"/>
              </a:solidFill>
              <a:prstDash val="solid"/>
              <a:round/>
              <a:headEnd type="none" w="med" len="med"/>
              <a:tailEnd type="none" w="med" len="med"/>
            </a:ln>
          </p:spPr>
        </p:sp>
        <p:sp>
          <p:nvSpPr>
            <p:cNvPr id="128006" name="Line 7"/>
            <p:cNvSpPr/>
            <p:nvPr/>
          </p:nvSpPr>
          <p:spPr>
            <a:xfrm>
              <a:off x="3918" y="3102"/>
              <a:ext cx="426" cy="0"/>
            </a:xfrm>
            <a:prstGeom prst="line">
              <a:avLst/>
            </a:prstGeom>
            <a:ln w="12700" cap="flat" cmpd="sng">
              <a:solidFill>
                <a:schemeClr val="tx1"/>
              </a:solidFill>
              <a:prstDash val="solid"/>
              <a:round/>
              <a:headEnd type="none" w="med" len="med"/>
              <a:tailEnd type="none" w="med" len="med"/>
            </a:ln>
          </p:spPr>
        </p:sp>
        <p:sp>
          <p:nvSpPr>
            <p:cNvPr id="128007" name="Line 8"/>
            <p:cNvSpPr/>
            <p:nvPr/>
          </p:nvSpPr>
          <p:spPr>
            <a:xfrm>
              <a:off x="3912" y="3390"/>
              <a:ext cx="414" cy="0"/>
            </a:xfrm>
            <a:prstGeom prst="line">
              <a:avLst/>
            </a:prstGeom>
            <a:ln w="12700" cap="flat" cmpd="sng">
              <a:solidFill>
                <a:schemeClr val="tx1"/>
              </a:solidFill>
              <a:prstDash val="solid"/>
              <a:round/>
              <a:headEnd type="none" w="med" len="med"/>
              <a:tailEnd type="none" w="med" len="med"/>
            </a:ln>
          </p:spPr>
        </p:sp>
        <p:sp>
          <p:nvSpPr>
            <p:cNvPr id="128008" name="Text Box 9"/>
            <p:cNvSpPr txBox="1"/>
            <p:nvPr/>
          </p:nvSpPr>
          <p:spPr>
            <a:xfrm flipH="1">
              <a:off x="2674" y="2948"/>
              <a:ext cx="356" cy="288"/>
            </a:xfrm>
            <a:prstGeom prst="rect">
              <a:avLst/>
            </a:prstGeom>
            <a:noFill/>
            <a:ln w="12700">
              <a:noFill/>
            </a:ln>
          </p:spPr>
          <p:txBody>
            <a:bodyPr anchor="t" anchorCtr="0">
              <a:spAutoFit/>
            </a:bodyPr>
            <a:p>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endParaRPr lang="en-US" altLang="zh-CN" sz="2400" i="0" baseline="-25000" dirty="0">
                <a:latin typeface="Times New Roman" panose="02020603050405020304" pitchFamily="18" charset="0"/>
                <a:ea typeface="宋体" panose="02010600030101010101" pitchFamily="2" charset="-122"/>
              </a:endParaRPr>
            </a:p>
          </p:txBody>
        </p:sp>
        <p:sp>
          <p:nvSpPr>
            <p:cNvPr id="128009" name="Text Box 10"/>
            <p:cNvSpPr txBox="1"/>
            <p:nvPr/>
          </p:nvSpPr>
          <p:spPr>
            <a:xfrm>
              <a:off x="2684" y="3098"/>
              <a:ext cx="280"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a:t>
              </a:r>
              <a:endParaRPr lang="en-US" altLang="zh-CN" sz="2400" i="0" baseline="-25000" dirty="0">
                <a:latin typeface="Times New Roman" panose="02020603050405020304" pitchFamily="18" charset="0"/>
                <a:ea typeface="宋体" panose="02010600030101010101" pitchFamily="2" charset="-122"/>
              </a:endParaRPr>
            </a:p>
          </p:txBody>
        </p:sp>
        <p:sp>
          <p:nvSpPr>
            <p:cNvPr id="128010" name="Text Box 11"/>
            <p:cNvSpPr txBox="1"/>
            <p:nvPr/>
          </p:nvSpPr>
          <p:spPr>
            <a:xfrm>
              <a:off x="4310" y="2954"/>
              <a:ext cx="259"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i</a:t>
              </a:r>
              <a:endParaRPr lang="en-US" altLang="zh-CN" sz="2400" i="0" baseline="-25000" dirty="0">
                <a:latin typeface="Times New Roman" panose="02020603050405020304" pitchFamily="18" charset="0"/>
                <a:ea typeface="宋体" panose="02010600030101010101" pitchFamily="2" charset="-122"/>
              </a:endParaRPr>
            </a:p>
          </p:txBody>
        </p:sp>
        <p:sp>
          <p:nvSpPr>
            <p:cNvPr id="128011" name="Text Box 12"/>
            <p:cNvSpPr txBox="1"/>
            <p:nvPr/>
          </p:nvSpPr>
          <p:spPr>
            <a:xfrm>
              <a:off x="4304" y="3236"/>
              <a:ext cx="280"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i</a:t>
              </a:r>
              <a:endParaRPr lang="en-US" altLang="zh-CN" sz="2400" i="0" baseline="-25000" dirty="0">
                <a:latin typeface="Times New Roman" panose="02020603050405020304" pitchFamily="18" charset="0"/>
                <a:ea typeface="宋体" panose="02010600030101010101" pitchFamily="2" charset="-122"/>
              </a:endParaRPr>
            </a:p>
          </p:txBody>
        </p:sp>
        <p:sp>
          <p:nvSpPr>
            <p:cNvPr id="128012" name="Text Box 13"/>
            <p:cNvSpPr txBox="1"/>
            <p:nvPr/>
          </p:nvSpPr>
          <p:spPr>
            <a:xfrm>
              <a:off x="3560" y="3236"/>
              <a:ext cx="3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CO</a:t>
              </a:r>
              <a:endParaRPr lang="en-US" altLang="zh-CN" sz="2400" i="0" dirty="0">
                <a:latin typeface="Times New Roman" panose="02020603050405020304" pitchFamily="18" charset="0"/>
                <a:ea typeface="宋体" panose="02010600030101010101" pitchFamily="2" charset="-122"/>
              </a:endParaRPr>
            </a:p>
          </p:txBody>
        </p:sp>
        <p:sp>
          <p:nvSpPr>
            <p:cNvPr id="128013" name="Text Box 14"/>
            <p:cNvSpPr txBox="1"/>
            <p:nvPr/>
          </p:nvSpPr>
          <p:spPr>
            <a:xfrm>
              <a:off x="3416" y="2914"/>
              <a:ext cx="404" cy="404"/>
            </a:xfrm>
            <a:prstGeom prst="rect">
              <a:avLst/>
            </a:prstGeom>
            <a:noFill/>
            <a:ln w="12700">
              <a:noFill/>
            </a:ln>
          </p:spPr>
          <p:txBody>
            <a:bodyPr wrap="none" anchor="t" anchorCtr="0">
              <a:spAutoFit/>
            </a:bodyPr>
            <a:p>
              <a:r>
                <a:rPr lang="el-GR" altLang="zh-CN" sz="3600" i="0" dirty="0">
                  <a:latin typeface="Times New Roman" panose="02020603050405020304" pitchFamily="18" charset="0"/>
                  <a:ea typeface="宋体" panose="02010600030101010101" pitchFamily="2" charset="-122"/>
                </a:rPr>
                <a:t>Σ</a:t>
              </a:r>
              <a:endParaRPr lang="el-GR" altLang="zh-CN" sz="3600" i="0" dirty="0">
                <a:latin typeface="Times New Roman" panose="02020603050405020304" pitchFamily="18" charset="0"/>
                <a:ea typeface="Times New Roman" panose="02020603050405020304" pitchFamily="18" charset="0"/>
              </a:endParaRPr>
            </a:p>
          </p:txBody>
        </p:sp>
        <p:sp>
          <p:nvSpPr>
            <p:cNvPr id="128014" name="Line 15"/>
            <p:cNvSpPr/>
            <p:nvPr/>
          </p:nvSpPr>
          <p:spPr>
            <a:xfrm>
              <a:off x="2940" y="3258"/>
              <a:ext cx="402" cy="0"/>
            </a:xfrm>
            <a:prstGeom prst="line">
              <a:avLst/>
            </a:prstGeom>
            <a:ln w="12700" cap="flat" cmpd="sng">
              <a:solidFill>
                <a:schemeClr val="tx1"/>
              </a:solidFill>
              <a:prstDash val="solid"/>
              <a:round/>
              <a:headEnd type="none" w="med" len="med"/>
              <a:tailEnd type="none" w="med" len="med"/>
            </a:ln>
          </p:spPr>
        </p:sp>
      </p:grpSp>
      <p:sp>
        <p:nvSpPr>
          <p:cNvPr id="128015" name="Line 16"/>
          <p:cNvSpPr/>
          <p:nvPr/>
        </p:nvSpPr>
        <p:spPr>
          <a:xfrm>
            <a:off x="6496050" y="1704975"/>
            <a:ext cx="0" cy="0"/>
          </a:xfrm>
          <a:prstGeom prst="line">
            <a:avLst/>
          </a:prstGeom>
          <a:ln w="12700">
            <a:noFill/>
          </a:ln>
        </p:spPr>
      </p:sp>
      <p:grpSp>
        <p:nvGrpSpPr>
          <p:cNvPr id="3" name="Group 17"/>
          <p:cNvGrpSpPr/>
          <p:nvPr/>
        </p:nvGrpSpPr>
        <p:grpSpPr>
          <a:xfrm>
            <a:off x="1209675" y="1336675"/>
            <a:ext cx="5924550" cy="2273300"/>
            <a:chOff x="1302" y="494"/>
            <a:chExt cx="3732" cy="1432"/>
          </a:xfrm>
        </p:grpSpPr>
        <p:sp>
          <p:nvSpPr>
            <p:cNvPr id="128017" name="Rectangle 18"/>
            <p:cNvSpPr/>
            <p:nvPr/>
          </p:nvSpPr>
          <p:spPr>
            <a:xfrm>
              <a:off x="3114" y="666"/>
              <a:ext cx="576" cy="576"/>
            </a:xfrm>
            <a:prstGeom prst="rect">
              <a:avLst/>
            </a:prstGeom>
            <a:solidFill>
              <a:srgbClr val="CCFFFF"/>
            </a:solidFill>
            <a:ln w="25400" cap="flat" cmpd="sng">
              <a:solidFill>
                <a:srgbClr val="FF00FF"/>
              </a:solidFill>
              <a:prstDash val="solid"/>
              <a:miter/>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28018" name="Line 19"/>
            <p:cNvSpPr/>
            <p:nvPr/>
          </p:nvSpPr>
          <p:spPr>
            <a:xfrm>
              <a:off x="2706" y="804"/>
              <a:ext cx="414" cy="0"/>
            </a:xfrm>
            <a:prstGeom prst="line">
              <a:avLst/>
            </a:prstGeom>
            <a:ln w="12700" cap="flat" cmpd="sng">
              <a:solidFill>
                <a:schemeClr val="tx1"/>
              </a:solidFill>
              <a:prstDash val="solid"/>
              <a:round/>
              <a:headEnd type="none" w="med" len="med"/>
              <a:tailEnd type="none" w="med" len="med"/>
            </a:ln>
          </p:spPr>
        </p:sp>
        <p:sp>
          <p:nvSpPr>
            <p:cNvPr id="128019" name="Line 20"/>
            <p:cNvSpPr/>
            <p:nvPr/>
          </p:nvSpPr>
          <p:spPr>
            <a:xfrm>
              <a:off x="2874" y="1092"/>
              <a:ext cx="240" cy="0"/>
            </a:xfrm>
            <a:prstGeom prst="line">
              <a:avLst/>
            </a:prstGeom>
            <a:ln w="12700" cap="flat" cmpd="sng">
              <a:solidFill>
                <a:schemeClr val="tx1"/>
              </a:solidFill>
              <a:prstDash val="solid"/>
              <a:round/>
              <a:headEnd type="none" w="med" len="med"/>
              <a:tailEnd type="none" w="med" len="med"/>
            </a:ln>
          </p:spPr>
        </p:sp>
        <p:sp>
          <p:nvSpPr>
            <p:cNvPr id="128020" name="Line 21"/>
            <p:cNvSpPr/>
            <p:nvPr/>
          </p:nvSpPr>
          <p:spPr>
            <a:xfrm>
              <a:off x="3696" y="792"/>
              <a:ext cx="1272" cy="0"/>
            </a:xfrm>
            <a:prstGeom prst="line">
              <a:avLst/>
            </a:prstGeom>
            <a:ln w="12700" cap="flat" cmpd="sng">
              <a:solidFill>
                <a:schemeClr val="tx1"/>
              </a:solidFill>
              <a:prstDash val="solid"/>
              <a:round/>
              <a:headEnd type="none" w="med" len="med"/>
              <a:tailEnd type="none" w="med" len="med"/>
            </a:ln>
          </p:spPr>
        </p:sp>
        <p:sp>
          <p:nvSpPr>
            <p:cNvPr id="128021" name="Line 22"/>
            <p:cNvSpPr/>
            <p:nvPr/>
          </p:nvSpPr>
          <p:spPr>
            <a:xfrm>
              <a:off x="3690" y="1080"/>
              <a:ext cx="414" cy="0"/>
            </a:xfrm>
            <a:prstGeom prst="line">
              <a:avLst/>
            </a:prstGeom>
            <a:ln w="12700" cap="flat" cmpd="sng">
              <a:solidFill>
                <a:schemeClr val="tx1"/>
              </a:solidFill>
              <a:prstDash val="solid"/>
              <a:round/>
              <a:headEnd type="none" w="med" len="med"/>
              <a:tailEnd type="none" w="med" len="med"/>
            </a:ln>
          </p:spPr>
        </p:sp>
        <p:sp>
          <p:nvSpPr>
            <p:cNvPr id="128022" name="Text Box 23"/>
            <p:cNvSpPr txBox="1"/>
            <p:nvPr/>
          </p:nvSpPr>
          <p:spPr>
            <a:xfrm>
              <a:off x="2726" y="812"/>
              <a:ext cx="387"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i-1</a:t>
              </a:r>
              <a:endParaRPr lang="en-US" altLang="zh-CN" sz="2400" baseline="-25000" dirty="0">
                <a:latin typeface="Times New Roman" panose="02020603050405020304" pitchFamily="18" charset="0"/>
                <a:ea typeface="宋体" panose="02010600030101010101" pitchFamily="2" charset="-122"/>
              </a:endParaRPr>
            </a:p>
          </p:txBody>
        </p:sp>
        <p:sp>
          <p:nvSpPr>
            <p:cNvPr id="128023" name="Text Box 24"/>
            <p:cNvSpPr txBox="1"/>
            <p:nvPr/>
          </p:nvSpPr>
          <p:spPr>
            <a:xfrm>
              <a:off x="4748" y="494"/>
              <a:ext cx="248"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S</a:t>
              </a:r>
              <a:r>
                <a:rPr lang="en-US" altLang="zh-CN" sz="2400" baseline="-25000" dirty="0">
                  <a:latin typeface="Times New Roman" panose="02020603050405020304" pitchFamily="18" charset="0"/>
                  <a:ea typeface="宋体" panose="02010600030101010101" pitchFamily="2" charset="-122"/>
                </a:rPr>
                <a:t>i</a:t>
              </a:r>
              <a:endParaRPr lang="en-US" altLang="zh-CN" sz="2400" baseline="-25000" dirty="0">
                <a:latin typeface="Times New Roman" panose="02020603050405020304" pitchFamily="18" charset="0"/>
                <a:ea typeface="宋体" panose="02010600030101010101" pitchFamily="2" charset="-122"/>
              </a:endParaRPr>
            </a:p>
          </p:txBody>
        </p:sp>
        <p:sp>
          <p:nvSpPr>
            <p:cNvPr id="128024" name="Text Box 25"/>
            <p:cNvSpPr txBox="1"/>
            <p:nvPr/>
          </p:nvSpPr>
          <p:spPr>
            <a:xfrm>
              <a:off x="4754" y="1350"/>
              <a:ext cx="280"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i</a:t>
              </a:r>
              <a:endParaRPr lang="en-US" altLang="zh-CN" sz="2400" baseline="-25000" dirty="0">
                <a:latin typeface="Times New Roman" panose="02020603050405020304" pitchFamily="18" charset="0"/>
                <a:ea typeface="宋体" panose="02010600030101010101" pitchFamily="2" charset="-122"/>
              </a:endParaRPr>
            </a:p>
          </p:txBody>
        </p:sp>
        <p:sp>
          <p:nvSpPr>
            <p:cNvPr id="128025" name="Text Box 26"/>
            <p:cNvSpPr txBox="1"/>
            <p:nvPr/>
          </p:nvSpPr>
          <p:spPr>
            <a:xfrm>
              <a:off x="3338" y="926"/>
              <a:ext cx="3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CO</a:t>
              </a:r>
              <a:endParaRPr lang="en-US" altLang="zh-CN" sz="2400" i="0" dirty="0">
                <a:latin typeface="Times New Roman" panose="02020603050405020304" pitchFamily="18" charset="0"/>
                <a:ea typeface="宋体" panose="02010600030101010101" pitchFamily="2" charset="-122"/>
              </a:endParaRPr>
            </a:p>
          </p:txBody>
        </p:sp>
        <p:sp>
          <p:nvSpPr>
            <p:cNvPr id="128026" name="Text Box 27"/>
            <p:cNvSpPr txBox="1"/>
            <p:nvPr/>
          </p:nvSpPr>
          <p:spPr>
            <a:xfrm>
              <a:off x="3194" y="604"/>
              <a:ext cx="404" cy="404"/>
            </a:xfrm>
            <a:prstGeom prst="rect">
              <a:avLst/>
            </a:prstGeom>
            <a:noFill/>
            <a:ln w="12700">
              <a:noFill/>
            </a:ln>
          </p:spPr>
          <p:txBody>
            <a:bodyPr wrap="none" anchor="t" anchorCtr="0">
              <a:spAutoFit/>
            </a:bodyPr>
            <a:p>
              <a:r>
                <a:rPr lang="el-GR" altLang="zh-CN" sz="3600" i="0" dirty="0">
                  <a:latin typeface="Times New Roman" panose="02020603050405020304" pitchFamily="18" charset="0"/>
                  <a:ea typeface="宋体" panose="02010600030101010101" pitchFamily="2" charset="-122"/>
                </a:rPr>
                <a:t>Σ</a:t>
              </a:r>
              <a:endParaRPr lang="el-GR" altLang="zh-CN" sz="3600" i="0" dirty="0">
                <a:latin typeface="Times New Roman" panose="02020603050405020304" pitchFamily="18" charset="0"/>
                <a:ea typeface="Times New Roman" panose="02020603050405020304" pitchFamily="18" charset="0"/>
              </a:endParaRPr>
            </a:p>
          </p:txBody>
        </p:sp>
        <p:sp>
          <p:nvSpPr>
            <p:cNvPr id="128027" name="Rectangle 28"/>
            <p:cNvSpPr/>
            <p:nvPr/>
          </p:nvSpPr>
          <p:spPr>
            <a:xfrm>
              <a:off x="1710" y="678"/>
              <a:ext cx="576" cy="576"/>
            </a:xfrm>
            <a:prstGeom prst="rect">
              <a:avLst/>
            </a:prstGeom>
            <a:solidFill>
              <a:srgbClr val="CCFFFF"/>
            </a:solidFill>
            <a:ln w="25400" cap="flat" cmpd="sng">
              <a:solidFill>
                <a:srgbClr val="FF00FF"/>
              </a:solidFill>
              <a:prstDash val="solid"/>
              <a:miter/>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28028" name="Line 29"/>
            <p:cNvSpPr/>
            <p:nvPr/>
          </p:nvSpPr>
          <p:spPr>
            <a:xfrm>
              <a:off x="1302" y="816"/>
              <a:ext cx="414" cy="0"/>
            </a:xfrm>
            <a:prstGeom prst="line">
              <a:avLst/>
            </a:prstGeom>
            <a:ln w="12700" cap="flat" cmpd="sng">
              <a:solidFill>
                <a:schemeClr val="tx1"/>
              </a:solidFill>
              <a:prstDash val="solid"/>
              <a:round/>
              <a:headEnd type="none" w="med" len="med"/>
              <a:tailEnd type="none" w="med" len="med"/>
            </a:ln>
          </p:spPr>
        </p:sp>
        <p:sp>
          <p:nvSpPr>
            <p:cNvPr id="128029" name="Line 30"/>
            <p:cNvSpPr/>
            <p:nvPr/>
          </p:nvSpPr>
          <p:spPr>
            <a:xfrm>
              <a:off x="1302" y="1104"/>
              <a:ext cx="408" cy="0"/>
            </a:xfrm>
            <a:prstGeom prst="line">
              <a:avLst/>
            </a:prstGeom>
            <a:ln w="12700" cap="flat" cmpd="sng">
              <a:solidFill>
                <a:schemeClr val="tx1"/>
              </a:solidFill>
              <a:prstDash val="solid"/>
              <a:round/>
              <a:headEnd type="none" w="med" len="med"/>
              <a:tailEnd type="none" w="med" len="med"/>
            </a:ln>
          </p:spPr>
        </p:sp>
        <p:sp>
          <p:nvSpPr>
            <p:cNvPr id="128030" name="Line 31"/>
            <p:cNvSpPr/>
            <p:nvPr/>
          </p:nvSpPr>
          <p:spPr>
            <a:xfrm>
              <a:off x="2292" y="804"/>
              <a:ext cx="426" cy="0"/>
            </a:xfrm>
            <a:prstGeom prst="line">
              <a:avLst/>
            </a:prstGeom>
            <a:ln w="12700" cap="flat" cmpd="sng">
              <a:solidFill>
                <a:schemeClr val="tx1"/>
              </a:solidFill>
              <a:prstDash val="solid"/>
              <a:round/>
              <a:headEnd type="none" w="med" len="med"/>
              <a:tailEnd type="none" w="med" len="med"/>
            </a:ln>
          </p:spPr>
        </p:sp>
        <p:sp>
          <p:nvSpPr>
            <p:cNvPr id="128031" name="Line 32"/>
            <p:cNvSpPr/>
            <p:nvPr/>
          </p:nvSpPr>
          <p:spPr>
            <a:xfrm>
              <a:off x="2286" y="1092"/>
              <a:ext cx="222" cy="0"/>
            </a:xfrm>
            <a:prstGeom prst="line">
              <a:avLst/>
            </a:prstGeom>
            <a:ln w="12700" cap="flat" cmpd="sng">
              <a:solidFill>
                <a:schemeClr val="tx1"/>
              </a:solidFill>
              <a:prstDash val="solid"/>
              <a:round/>
              <a:headEnd type="none" w="med" len="med"/>
              <a:tailEnd type="none" w="med" len="med"/>
            </a:ln>
          </p:spPr>
        </p:sp>
        <p:sp>
          <p:nvSpPr>
            <p:cNvPr id="128032" name="Text Box 33"/>
            <p:cNvSpPr txBox="1"/>
            <p:nvPr/>
          </p:nvSpPr>
          <p:spPr>
            <a:xfrm>
              <a:off x="1326" y="548"/>
              <a:ext cx="329" cy="288"/>
            </a:xfrm>
            <a:prstGeom prst="rect">
              <a:avLst/>
            </a:prstGeom>
            <a:noFill/>
            <a:ln w="12700">
              <a:noFill/>
            </a:ln>
          </p:spPr>
          <p:txBody>
            <a:bodyPr anchor="t" anchorCtr="0">
              <a:spAutoFit/>
            </a:bodyPr>
            <a:p>
              <a:r>
                <a:rPr lang="en-US" altLang="zh-CN" sz="2400"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i</a:t>
              </a:r>
              <a:endParaRPr lang="en-US" altLang="zh-CN" sz="2400" baseline="-25000" dirty="0">
                <a:latin typeface="Times New Roman" panose="02020603050405020304" pitchFamily="18" charset="0"/>
                <a:ea typeface="宋体" panose="02010600030101010101" pitchFamily="2" charset="-122"/>
              </a:endParaRPr>
            </a:p>
          </p:txBody>
        </p:sp>
        <p:sp>
          <p:nvSpPr>
            <p:cNvPr id="128033" name="Text Box 34"/>
            <p:cNvSpPr txBox="1"/>
            <p:nvPr/>
          </p:nvSpPr>
          <p:spPr>
            <a:xfrm>
              <a:off x="1322" y="836"/>
              <a:ext cx="340" cy="288"/>
            </a:xfrm>
            <a:prstGeom prst="rect">
              <a:avLst/>
            </a:prstGeom>
            <a:noFill/>
            <a:ln w="12700">
              <a:noFill/>
            </a:ln>
          </p:spPr>
          <p:txBody>
            <a:bodyPr anchor="t" anchorCtr="0">
              <a:spAutoFit/>
            </a:bodyPr>
            <a:p>
              <a:r>
                <a:rPr lang="en-US" altLang="zh-CN" sz="2400" dirty="0">
                  <a:latin typeface="Times New Roman" panose="02020603050405020304" pitchFamily="18" charset="0"/>
                  <a:ea typeface="宋体" panose="02010600030101010101" pitchFamily="2" charset="-122"/>
                </a:rPr>
                <a:t>B</a:t>
              </a:r>
              <a:r>
                <a:rPr lang="en-US" altLang="zh-CN" sz="2400" baseline="-25000" dirty="0">
                  <a:latin typeface="Times New Roman" panose="02020603050405020304" pitchFamily="18" charset="0"/>
                  <a:ea typeface="宋体" panose="02010600030101010101" pitchFamily="2" charset="-122"/>
                </a:rPr>
                <a:t>i</a:t>
              </a:r>
              <a:endParaRPr lang="en-US" altLang="zh-CN" sz="2400" baseline="-25000" dirty="0">
                <a:latin typeface="Times New Roman" panose="02020603050405020304" pitchFamily="18" charset="0"/>
                <a:ea typeface="宋体" panose="02010600030101010101" pitchFamily="2" charset="-122"/>
              </a:endParaRPr>
            </a:p>
          </p:txBody>
        </p:sp>
        <p:sp>
          <p:nvSpPr>
            <p:cNvPr id="128034" name="Text Box 35"/>
            <p:cNvSpPr txBox="1"/>
            <p:nvPr/>
          </p:nvSpPr>
          <p:spPr>
            <a:xfrm>
              <a:off x="1934" y="938"/>
              <a:ext cx="383" cy="288"/>
            </a:xfrm>
            <a:prstGeom prst="rect">
              <a:avLst/>
            </a:prstGeom>
            <a:noFill/>
            <a:ln w="12700">
              <a:noFill/>
            </a:ln>
          </p:spPr>
          <p:txBody>
            <a:bodyPr anchor="t" anchorCtr="0">
              <a:spAutoFit/>
            </a:bodyPr>
            <a:p>
              <a:r>
                <a:rPr lang="en-US" altLang="zh-CN" sz="2400" i="0" dirty="0">
                  <a:latin typeface="Times New Roman" panose="02020603050405020304" pitchFamily="18" charset="0"/>
                  <a:ea typeface="宋体" panose="02010600030101010101" pitchFamily="2" charset="-122"/>
                </a:rPr>
                <a:t>CO</a:t>
              </a:r>
              <a:endParaRPr lang="en-US" altLang="zh-CN" sz="2400" i="0" dirty="0">
                <a:latin typeface="Times New Roman" panose="02020603050405020304" pitchFamily="18" charset="0"/>
                <a:ea typeface="宋体" panose="02010600030101010101" pitchFamily="2" charset="-122"/>
              </a:endParaRPr>
            </a:p>
          </p:txBody>
        </p:sp>
        <p:sp>
          <p:nvSpPr>
            <p:cNvPr id="128035" name="Text Box 36"/>
            <p:cNvSpPr txBox="1"/>
            <p:nvPr/>
          </p:nvSpPr>
          <p:spPr>
            <a:xfrm>
              <a:off x="1790" y="616"/>
              <a:ext cx="404" cy="404"/>
            </a:xfrm>
            <a:prstGeom prst="rect">
              <a:avLst/>
            </a:prstGeom>
            <a:noFill/>
            <a:ln w="12700">
              <a:noFill/>
            </a:ln>
          </p:spPr>
          <p:txBody>
            <a:bodyPr anchor="t" anchorCtr="0">
              <a:spAutoFit/>
            </a:bodyPr>
            <a:p>
              <a:r>
                <a:rPr lang="el-GR" altLang="zh-CN" sz="3600" i="0" dirty="0">
                  <a:latin typeface="Times New Roman" panose="02020603050405020304" pitchFamily="18" charset="0"/>
                  <a:ea typeface="宋体" panose="02010600030101010101" pitchFamily="2" charset="-122"/>
                </a:rPr>
                <a:t>Σ</a:t>
              </a:r>
              <a:endParaRPr lang="el-GR" altLang="zh-CN" sz="3600" i="0" dirty="0">
                <a:latin typeface="Times New Roman" panose="02020603050405020304" pitchFamily="18" charset="0"/>
                <a:ea typeface="Times New Roman" panose="02020603050405020304" pitchFamily="18" charset="0"/>
              </a:endParaRPr>
            </a:p>
          </p:txBody>
        </p:sp>
        <p:grpSp>
          <p:nvGrpSpPr>
            <p:cNvPr id="128036" name="Group 37"/>
            <p:cNvGrpSpPr/>
            <p:nvPr/>
          </p:nvGrpSpPr>
          <p:grpSpPr>
            <a:xfrm>
              <a:off x="4400" y="1311"/>
              <a:ext cx="580" cy="615"/>
              <a:chOff x="4400" y="1311"/>
              <a:chExt cx="580" cy="615"/>
            </a:xfrm>
          </p:grpSpPr>
          <p:grpSp>
            <p:nvGrpSpPr>
              <p:cNvPr id="128037" name="Group 38"/>
              <p:cNvGrpSpPr/>
              <p:nvPr/>
            </p:nvGrpSpPr>
            <p:grpSpPr>
              <a:xfrm>
                <a:off x="4400" y="1311"/>
                <a:ext cx="351" cy="615"/>
                <a:chOff x="4400" y="1311"/>
                <a:chExt cx="351" cy="615"/>
              </a:xfrm>
            </p:grpSpPr>
            <p:sp>
              <p:nvSpPr>
                <p:cNvPr id="128038" name="Rectangle 39"/>
                <p:cNvSpPr/>
                <p:nvPr/>
              </p:nvSpPr>
              <p:spPr>
                <a:xfrm>
                  <a:off x="4422" y="1350"/>
                  <a:ext cx="300" cy="576"/>
                </a:xfrm>
                <a:prstGeom prst="rect">
                  <a:avLst/>
                </a:prstGeom>
                <a:solidFill>
                  <a:srgbClr val="CCFFFF"/>
                </a:solidFill>
                <a:ln w="12700" cap="flat" cmpd="sng">
                  <a:solidFill>
                    <a:srgbClr val="FF00FF"/>
                  </a:solidFill>
                  <a:prstDash val="solid"/>
                  <a:miter/>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28039" name="Text Box 40"/>
                <p:cNvSpPr txBox="1"/>
                <p:nvPr/>
              </p:nvSpPr>
              <p:spPr>
                <a:xfrm>
                  <a:off x="4400" y="1311"/>
                  <a:ext cx="351"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grpSp>
          <p:sp>
            <p:nvSpPr>
              <p:cNvPr id="128040" name="Line 41"/>
              <p:cNvSpPr/>
              <p:nvPr/>
            </p:nvSpPr>
            <p:spPr>
              <a:xfrm>
                <a:off x="4728" y="1638"/>
                <a:ext cx="252" cy="0"/>
              </a:xfrm>
              <a:prstGeom prst="line">
                <a:avLst/>
              </a:prstGeom>
              <a:ln w="12700" cap="flat" cmpd="sng">
                <a:solidFill>
                  <a:schemeClr val="tx1"/>
                </a:solidFill>
                <a:prstDash val="solid"/>
                <a:round/>
                <a:headEnd type="none" w="med" len="med"/>
                <a:tailEnd type="none" w="med" len="med"/>
              </a:ln>
            </p:spPr>
          </p:sp>
        </p:grpSp>
        <p:sp>
          <p:nvSpPr>
            <p:cNvPr id="128041" name="Line 42"/>
            <p:cNvSpPr/>
            <p:nvPr/>
          </p:nvSpPr>
          <p:spPr>
            <a:xfrm>
              <a:off x="4098" y="1080"/>
              <a:ext cx="0" cy="402"/>
            </a:xfrm>
            <a:prstGeom prst="line">
              <a:avLst/>
            </a:prstGeom>
            <a:ln w="12700" cap="flat" cmpd="sng">
              <a:solidFill>
                <a:schemeClr val="tx1"/>
              </a:solidFill>
              <a:prstDash val="solid"/>
              <a:round/>
              <a:headEnd type="none" w="med" len="med"/>
              <a:tailEnd type="none" w="med" len="med"/>
            </a:ln>
          </p:spPr>
        </p:sp>
        <p:sp>
          <p:nvSpPr>
            <p:cNvPr id="128042" name="Line 43"/>
            <p:cNvSpPr/>
            <p:nvPr/>
          </p:nvSpPr>
          <p:spPr>
            <a:xfrm>
              <a:off x="4098" y="1482"/>
              <a:ext cx="330" cy="0"/>
            </a:xfrm>
            <a:prstGeom prst="line">
              <a:avLst/>
            </a:prstGeom>
            <a:ln w="12700" cap="flat" cmpd="sng">
              <a:solidFill>
                <a:schemeClr val="tx1"/>
              </a:solidFill>
              <a:prstDash val="solid"/>
              <a:round/>
              <a:headEnd type="none" w="med" len="med"/>
              <a:tailEnd type="none" w="med" len="med"/>
            </a:ln>
          </p:spPr>
        </p:sp>
        <p:sp>
          <p:nvSpPr>
            <p:cNvPr id="128043" name="Line 44"/>
            <p:cNvSpPr/>
            <p:nvPr/>
          </p:nvSpPr>
          <p:spPr>
            <a:xfrm flipH="1">
              <a:off x="2502" y="1782"/>
              <a:ext cx="1920" cy="0"/>
            </a:xfrm>
            <a:prstGeom prst="line">
              <a:avLst/>
            </a:prstGeom>
            <a:ln w="12700" cap="flat" cmpd="sng">
              <a:solidFill>
                <a:schemeClr val="tx1"/>
              </a:solidFill>
              <a:prstDash val="solid"/>
              <a:round/>
              <a:headEnd type="none" w="med" len="med"/>
              <a:tailEnd type="none" w="med" len="med"/>
            </a:ln>
          </p:spPr>
        </p:sp>
        <p:sp>
          <p:nvSpPr>
            <p:cNvPr id="128044" name="Line 45"/>
            <p:cNvSpPr/>
            <p:nvPr/>
          </p:nvSpPr>
          <p:spPr>
            <a:xfrm flipV="1">
              <a:off x="2508" y="1098"/>
              <a:ext cx="0" cy="684"/>
            </a:xfrm>
            <a:prstGeom prst="line">
              <a:avLst/>
            </a:prstGeom>
            <a:ln w="12700" cap="flat" cmpd="sng">
              <a:solidFill>
                <a:schemeClr val="tx1"/>
              </a:solidFill>
              <a:prstDash val="solid"/>
              <a:round/>
              <a:headEnd type="none" w="med" len="med"/>
              <a:tailEnd type="none" w="med" len="med"/>
            </a:ln>
          </p:spPr>
        </p:sp>
        <p:graphicFrame>
          <p:nvGraphicFramePr>
            <p:cNvPr id="128045" name="Object 46"/>
            <p:cNvGraphicFramePr>
              <a:graphicFrameLocks noChangeAspect="1"/>
            </p:cNvGraphicFramePr>
            <p:nvPr/>
          </p:nvGraphicFramePr>
          <p:xfrm>
            <a:off x="2326" y="854"/>
            <a:ext cx="312" cy="296"/>
          </p:xfrm>
          <a:graphic>
            <a:graphicData uri="http://schemas.openxmlformats.org/presentationml/2006/ole">
              <mc:AlternateContent xmlns:mc="http://schemas.openxmlformats.org/markup-compatibility/2006">
                <mc:Choice xmlns:v="urn:schemas-microsoft-com:vml" Requires="v">
                  <p:oleObj spid="_x0000_s3304" name="" r:id="rId1" imgW="254000" imgH="241300" progId="Equation.3">
                    <p:embed/>
                  </p:oleObj>
                </mc:Choice>
                <mc:Fallback>
                  <p:oleObj name="" r:id="rId1" imgW="254000" imgH="241300" progId="Equation.3">
                    <p:embed/>
                    <p:pic>
                      <p:nvPicPr>
                        <p:cNvPr id="0" name="图片 3303"/>
                        <p:cNvPicPr/>
                        <p:nvPr/>
                      </p:nvPicPr>
                      <p:blipFill>
                        <a:blip r:embed="rId2"/>
                        <a:stretch>
                          <a:fillRect/>
                        </a:stretch>
                      </p:blipFill>
                      <p:spPr>
                        <a:xfrm>
                          <a:off x="2326" y="854"/>
                          <a:ext cx="312" cy="296"/>
                        </a:xfrm>
                        <a:prstGeom prst="rect">
                          <a:avLst/>
                        </a:prstGeom>
                        <a:noFill/>
                        <a:ln w="38100">
                          <a:noFill/>
                          <a:miter/>
                        </a:ln>
                      </p:spPr>
                    </p:pic>
                  </p:oleObj>
                </mc:Fallback>
              </mc:AlternateContent>
            </a:graphicData>
          </a:graphic>
        </p:graphicFrame>
        <p:graphicFrame>
          <p:nvGraphicFramePr>
            <p:cNvPr id="128046" name="Object 47"/>
            <p:cNvGraphicFramePr>
              <a:graphicFrameLocks noChangeAspect="1"/>
            </p:cNvGraphicFramePr>
            <p:nvPr/>
          </p:nvGraphicFramePr>
          <p:xfrm>
            <a:off x="2356" y="544"/>
            <a:ext cx="292" cy="292"/>
          </p:xfrm>
          <a:graphic>
            <a:graphicData uri="http://schemas.openxmlformats.org/presentationml/2006/ole">
              <mc:AlternateContent xmlns:mc="http://schemas.openxmlformats.org/markup-compatibility/2006">
                <mc:Choice xmlns:v="urn:schemas-microsoft-com:vml" Requires="v">
                  <p:oleObj spid="_x0000_s3305" name="" r:id="rId3" imgW="241300" imgH="241300" progId="Equation.3">
                    <p:embed/>
                  </p:oleObj>
                </mc:Choice>
                <mc:Fallback>
                  <p:oleObj name="" r:id="rId3" imgW="241300" imgH="241300" progId="Equation.3">
                    <p:embed/>
                    <p:pic>
                      <p:nvPicPr>
                        <p:cNvPr id="0" name="图片 3304"/>
                        <p:cNvPicPr/>
                        <p:nvPr/>
                      </p:nvPicPr>
                      <p:blipFill>
                        <a:blip r:embed="rId4"/>
                        <a:stretch>
                          <a:fillRect/>
                        </a:stretch>
                      </p:blipFill>
                      <p:spPr>
                        <a:xfrm>
                          <a:off x="2356" y="544"/>
                          <a:ext cx="292" cy="292"/>
                        </a:xfrm>
                        <a:prstGeom prst="rect">
                          <a:avLst/>
                        </a:prstGeom>
                        <a:noFill/>
                        <a:ln w="38100">
                          <a:noFill/>
                          <a:miter/>
                        </a:ln>
                      </p:spPr>
                    </p:pic>
                  </p:oleObj>
                </mc:Fallback>
              </mc:AlternateContent>
            </a:graphicData>
          </a:graphic>
        </p:graphicFrame>
      </p:grpSp>
      <p:sp>
        <p:nvSpPr>
          <p:cNvPr id="232496" name="Text Box 48"/>
          <p:cNvSpPr txBox="1"/>
          <p:nvPr/>
        </p:nvSpPr>
        <p:spPr>
          <a:xfrm>
            <a:off x="812800" y="647700"/>
            <a:ext cx="3838575"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用半加器实现的电路图</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232497" name="Text Box 49"/>
          <p:cNvSpPr txBox="1"/>
          <p:nvPr/>
        </p:nvSpPr>
        <p:spPr>
          <a:xfrm>
            <a:off x="1327150" y="3886200"/>
            <a:ext cx="1704975"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逻辑符号</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2496"/>
                                        </p:tgtEl>
                                        <p:attrNameLst>
                                          <p:attrName>style.visibility</p:attrName>
                                        </p:attrNameLst>
                                      </p:cBhvr>
                                      <p:to>
                                        <p:strVal val="visible"/>
                                      </p:to>
                                    </p:set>
                                    <p:animEffect transition="in" filter="wipe(left)">
                                      <p:cBhvr>
                                        <p:cTn id="7" dur="500"/>
                                        <p:tgtEl>
                                          <p:spTgt spid="232496"/>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1" fill="hold"/>
                                        <p:tgtEl>
                                          <p:spTgt spid="3"/>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0" nodeType="clickEffect">
                                  <p:stCondLst>
                                    <p:cond delay="0"/>
                                  </p:stCondLst>
                                  <p:iterate type="lt">
                                    <p:tmPct val="5000"/>
                                  </p:iterate>
                                  <p:childTnLst>
                                    <p:set>
                                      <p:cBhvr>
                                        <p:cTn id="16" dur="1" fill="hold">
                                          <p:stCondLst>
                                            <p:cond delay="0"/>
                                          </p:stCondLst>
                                        </p:cTn>
                                        <p:tgtEl>
                                          <p:spTgt spid="232497"/>
                                        </p:tgtEl>
                                        <p:attrNameLst>
                                          <p:attrName>style.visibility</p:attrName>
                                        </p:attrNameLst>
                                      </p:cBhvr>
                                      <p:to>
                                        <p:strVal val="visible"/>
                                      </p:to>
                                    </p:set>
                                    <p:anim calcmode="lin" valueType="num">
                                      <p:cBhvr>
                                        <p:cTn id="17" dur="1000" fill="hold"/>
                                        <p:tgtEl>
                                          <p:spTgt spid="232497"/>
                                        </p:tgtEl>
                                        <p:attrNameLst>
                                          <p:attrName>ppt_w</p:attrName>
                                        </p:attrNameLst>
                                      </p:cBhvr>
                                      <p:tavLst>
                                        <p:tav tm="0">
                                          <p:val>
                                            <p:fltVal val="0.000000"/>
                                          </p:val>
                                        </p:tav>
                                        <p:tav tm="100000">
                                          <p:val>
                                            <p:strVal val="#ppt_w"/>
                                          </p:val>
                                        </p:tav>
                                      </p:tavLst>
                                    </p:anim>
                                    <p:anim calcmode="lin" valueType="num">
                                      <p:cBhvr>
                                        <p:cTn id="18" dur="1000" fill="hold"/>
                                        <p:tgtEl>
                                          <p:spTgt spid="232497"/>
                                        </p:tgtEl>
                                        <p:attrNameLst>
                                          <p:attrName>ppt_h</p:attrName>
                                        </p:attrNameLst>
                                      </p:cBhvr>
                                      <p:tavLst>
                                        <p:tav tm="0">
                                          <p:val>
                                            <p:fltVal val="0.000000"/>
                                          </p:val>
                                        </p:tav>
                                        <p:tav tm="100000">
                                          <p:val>
                                            <p:strVal val="#ppt_h"/>
                                          </p:val>
                                        </p:tav>
                                      </p:tavLst>
                                    </p:anim>
                                    <p:anim calcmode="lin" valueType="num">
                                      <p:cBhvr>
                                        <p:cTn id="19" dur="1000" fill="hold"/>
                                        <p:tgtEl>
                                          <p:spTgt spid="232497"/>
                                        </p:tgtEl>
                                        <p:attrNameLst>
                                          <p:attrName>style.rotation</p:attrName>
                                        </p:attrNameLst>
                                      </p:cBhvr>
                                      <p:tavLst>
                                        <p:tav tm="0">
                                          <p:val>
                                            <p:fltVal val="90.000000"/>
                                          </p:val>
                                        </p:tav>
                                        <p:tav tm="100000">
                                          <p:val>
                                            <p:fltVal val="0.000000"/>
                                          </p:val>
                                        </p:tav>
                                      </p:tavLst>
                                    </p:anim>
                                    <p:animEffect transition="in" filter="fade">
                                      <p:cBhvr>
                                        <p:cTn id="20" dur="1000"/>
                                        <p:tgtEl>
                                          <p:spTgt spid="232497"/>
                                        </p:tgtEl>
                                      </p:cBhvr>
                                    </p:animEffect>
                                  </p:childTnLst>
                                </p:cTn>
                              </p:par>
                            </p:childTnLst>
                          </p:cTn>
                        </p:par>
                      </p:childTnLst>
                    </p:cTn>
                  </p:par>
                  <p:par>
                    <p:cTn id="21" fill="hold">
                      <p:stCondLst>
                        <p:cond delay="indefinite"/>
                      </p:stCondLst>
                      <p:childTnLst>
                        <p:par>
                          <p:cTn id="22" fill="hold">
                            <p:stCondLst>
                              <p:cond delay="0"/>
                            </p:stCondLst>
                            <p:childTnLst>
                              <p:par>
                                <p:cTn id="23" presetID="24"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to="" calcmode="lin" valueType="num">
                                      <p:cBhvr>
                                        <p:cTn id="25"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96" grpId="0"/>
      <p:bldP spid="232497"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0079" name="Text Box 47"/>
          <p:cNvSpPr txBox="1">
            <a:spLocks noChangeArrowheads="1"/>
          </p:cNvSpPr>
          <p:nvPr/>
        </p:nvSpPr>
        <p:spPr bwMode="auto">
          <a:xfrm>
            <a:off x="247650" y="400050"/>
            <a:ext cx="8458200" cy="519113"/>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2800" b="1" i="0" kern="1200" cap="none" spc="0" normalizeH="0" baseline="0" noProof="0">
                <a:latin typeface="Times New Roman" panose="02020603050405020304" pitchFamily="18" charset="0"/>
                <a:ea typeface="宋体" panose="02010600030101010101" pitchFamily="2" charset="-122"/>
                <a:cs typeface="+mn-cs"/>
              </a:rPr>
              <a:t>                           </a:t>
            </a:r>
            <a:r>
              <a:rPr kumimoji="1" lang="en-US" altLang="zh-CN" sz="2800" i="0" kern="1200" cap="none" spc="0" normalizeH="0" baseline="0" noProof="0">
                <a:latin typeface="Times New Roman" panose="02020603050405020304" pitchFamily="18" charset="0"/>
                <a:ea typeface="宋体" panose="02010600030101010101" pitchFamily="2" charset="-122"/>
                <a:cs typeface="+mn-cs"/>
              </a:rPr>
              <a:t>3</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a:t>
            </a:r>
            <a:r>
              <a:rPr kumimoji="1" lang="zh-CN" altLang="en-US" sz="2800"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超前进位加法器</a:t>
            </a:r>
            <a:endParaRPr kumimoji="1" lang="zh-CN" altLang="en-US" sz="2400"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00080" name="Text Box 48"/>
          <p:cNvSpPr txBox="1"/>
          <p:nvPr/>
        </p:nvSpPr>
        <p:spPr>
          <a:xfrm>
            <a:off x="323850" y="981075"/>
            <a:ext cx="6480175" cy="457200"/>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楷体_GB2312" pitchFamily="49" charset="-122"/>
              </a:rPr>
              <a:t>串行进位加法器：</a:t>
            </a:r>
            <a:endParaRPr lang="zh-CN" altLang="en-US" sz="2400" i="0" dirty="0">
              <a:latin typeface="Times New Roman" panose="02020603050405020304" pitchFamily="18" charset="0"/>
              <a:ea typeface="楷体_GB2312" pitchFamily="49" charset="-122"/>
            </a:endParaRPr>
          </a:p>
        </p:txBody>
      </p:sp>
      <p:sp>
        <p:nvSpPr>
          <p:cNvPr id="300081" name="Text Box 49"/>
          <p:cNvSpPr txBox="1"/>
          <p:nvPr/>
        </p:nvSpPr>
        <p:spPr>
          <a:xfrm>
            <a:off x="217488" y="2535238"/>
            <a:ext cx="8926512" cy="1187450"/>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楷体_GB2312" pitchFamily="49" charset="-122"/>
              </a:rPr>
              <a:t>        </a:t>
            </a:r>
            <a:r>
              <a:rPr lang="zh-CN" altLang="en-US" sz="2400" i="0" dirty="0">
                <a:latin typeface="Times New Roman" panose="02020603050405020304" pitchFamily="18" charset="0"/>
                <a:ea typeface="楷体_GB2312" pitchFamily="49" charset="-122"/>
              </a:rPr>
              <a:t>如图所示电路为</a:t>
            </a:r>
            <a:r>
              <a:rPr lang="en-US" altLang="zh-CN" sz="2400" i="0" dirty="0">
                <a:latin typeface="Times New Roman" panose="02020603050405020304" pitchFamily="18" charset="0"/>
                <a:ea typeface="楷体_GB2312" pitchFamily="49" charset="-122"/>
              </a:rPr>
              <a:t>4</a:t>
            </a:r>
            <a:r>
              <a:rPr lang="zh-CN" altLang="en-US" sz="2400" i="0" dirty="0">
                <a:latin typeface="Times New Roman" panose="02020603050405020304" pitchFamily="18" charset="0"/>
                <a:ea typeface="楷体_GB2312" pitchFamily="49" charset="-122"/>
              </a:rPr>
              <a:t>位全加器，由于低位的进位输出接到高位的进位输入，故为串行进位加法器。串行进位加法器结构简单，但运算速度慢。应用在对运算速度要求不高的场合。</a:t>
            </a:r>
            <a:endParaRPr lang="zh-CN" altLang="en-US" sz="2400" i="0" dirty="0">
              <a:latin typeface="Times New Roman" panose="02020603050405020304" pitchFamily="18" charset="0"/>
              <a:ea typeface="楷体_GB2312" pitchFamily="49" charset="-122"/>
            </a:endParaRPr>
          </a:p>
        </p:txBody>
      </p:sp>
      <p:sp>
        <p:nvSpPr>
          <p:cNvPr id="300082" name="Text Box 50"/>
          <p:cNvSpPr txBox="1"/>
          <p:nvPr/>
        </p:nvSpPr>
        <p:spPr>
          <a:xfrm>
            <a:off x="179388" y="1412875"/>
            <a:ext cx="8713787" cy="1187450"/>
          </a:xfrm>
          <a:prstGeom prst="rect">
            <a:avLst/>
          </a:prstGeom>
          <a:noFill/>
          <a:ln w="9525">
            <a:noFill/>
          </a:ln>
        </p:spPr>
        <p:txBody>
          <a:bodyPr anchor="t" anchorCtr="0">
            <a:spAutoFit/>
          </a:bodyPr>
          <a:p>
            <a:pPr>
              <a:spcBef>
                <a:spcPct val="50000"/>
              </a:spcBef>
            </a:pPr>
            <a:r>
              <a:rPr lang="en-US" altLang="zh-CN" sz="2400" i="0" dirty="0">
                <a:solidFill>
                  <a:srgbClr val="FFFFFF"/>
                </a:solidFill>
                <a:latin typeface="Times New Roman" panose="02020603050405020304" pitchFamily="18" charset="0"/>
                <a:ea typeface="楷体_GB2312" pitchFamily="49" charset="-122"/>
              </a:rPr>
              <a:t>        </a:t>
            </a:r>
            <a:r>
              <a:rPr lang="zh-CN" altLang="en-US" sz="2400" i="0" dirty="0">
                <a:latin typeface="Times New Roman" panose="02020603050405020304" pitchFamily="18" charset="0"/>
                <a:ea typeface="楷体_GB2312" pitchFamily="49" charset="-122"/>
              </a:rPr>
              <a:t>两个多位二进制数相加，必须利用全加器，</a:t>
            </a:r>
            <a:r>
              <a:rPr lang="en-US" altLang="zh-CN" sz="2400" i="0" dirty="0">
                <a:latin typeface="Times New Roman" panose="02020603050405020304" pitchFamily="18" charset="0"/>
                <a:ea typeface="楷体_GB2312" pitchFamily="49" charset="-122"/>
              </a:rPr>
              <a:t>1</a:t>
            </a:r>
            <a:r>
              <a:rPr lang="zh-CN" altLang="en-US" sz="2400" i="0" dirty="0">
                <a:latin typeface="Times New Roman" panose="02020603050405020304" pitchFamily="18" charset="0"/>
                <a:ea typeface="楷体_GB2312" pitchFamily="49" charset="-122"/>
              </a:rPr>
              <a:t>位二进制数相加用</a:t>
            </a:r>
            <a:r>
              <a:rPr lang="en-US" altLang="zh-CN" sz="2400" i="0" dirty="0">
                <a:latin typeface="Times New Roman" panose="02020603050405020304" pitchFamily="18" charset="0"/>
                <a:ea typeface="楷体_GB2312" pitchFamily="49" charset="-122"/>
              </a:rPr>
              <a:t>1</a:t>
            </a:r>
            <a:r>
              <a:rPr lang="zh-CN" altLang="en-US" sz="2400" i="0" dirty="0">
                <a:latin typeface="Times New Roman" panose="02020603050405020304" pitchFamily="18" charset="0"/>
                <a:ea typeface="楷体_GB2312" pitchFamily="49" charset="-122"/>
              </a:rPr>
              <a:t>个全加器，</a:t>
            </a:r>
            <a:r>
              <a:rPr lang="en-US" altLang="zh-CN" sz="2400" dirty="0">
                <a:latin typeface="Times New Roman" panose="02020603050405020304" pitchFamily="18" charset="0"/>
                <a:ea typeface="楷体_GB2312" pitchFamily="49" charset="-122"/>
              </a:rPr>
              <a:t>n </a:t>
            </a:r>
            <a:r>
              <a:rPr lang="zh-CN" altLang="en-US" sz="2400" i="0" dirty="0">
                <a:latin typeface="Times New Roman" panose="02020603050405020304" pitchFamily="18" charset="0"/>
                <a:ea typeface="楷体_GB2312" pitchFamily="49" charset="-122"/>
              </a:rPr>
              <a:t>位二进制数相加用</a:t>
            </a:r>
            <a:r>
              <a:rPr lang="en-US" altLang="zh-CN" sz="2400" dirty="0">
                <a:latin typeface="Times New Roman" panose="02020603050405020304" pitchFamily="18" charset="0"/>
                <a:ea typeface="楷体_GB2312" pitchFamily="49" charset="-122"/>
              </a:rPr>
              <a:t>n</a:t>
            </a:r>
            <a:r>
              <a:rPr lang="zh-CN" altLang="en-US" sz="2400" i="0" dirty="0">
                <a:latin typeface="Times New Roman" panose="02020603050405020304" pitchFamily="18" charset="0"/>
                <a:ea typeface="楷体_GB2312" pitchFamily="49" charset="-122"/>
              </a:rPr>
              <a:t>个全加器。只要将低位的进位输出接到高位的进位输入</a:t>
            </a:r>
            <a:endParaRPr lang="zh-CN" altLang="en-US" sz="2400" i="0" dirty="0">
              <a:latin typeface="Times New Roman" panose="02020603050405020304" pitchFamily="18" charset="0"/>
              <a:ea typeface="楷体_GB2312" pitchFamily="49" charset="-122"/>
            </a:endParaRPr>
          </a:p>
        </p:txBody>
      </p:sp>
      <p:grpSp>
        <p:nvGrpSpPr>
          <p:cNvPr id="2" name="Group 51"/>
          <p:cNvGrpSpPr/>
          <p:nvPr/>
        </p:nvGrpSpPr>
        <p:grpSpPr>
          <a:xfrm>
            <a:off x="1041400" y="3960813"/>
            <a:ext cx="6723063" cy="2384425"/>
            <a:chOff x="295" y="2387"/>
            <a:chExt cx="4491" cy="1876"/>
          </a:xfrm>
        </p:grpSpPr>
        <p:pic>
          <p:nvPicPr>
            <p:cNvPr id="129030" name="Picture 52"/>
            <p:cNvPicPr>
              <a:picLocks noChangeAspect="1"/>
            </p:cNvPicPr>
            <p:nvPr/>
          </p:nvPicPr>
          <p:blipFill>
            <a:blip r:embed="rId1"/>
            <a:stretch>
              <a:fillRect/>
            </a:stretch>
          </p:blipFill>
          <p:spPr>
            <a:xfrm>
              <a:off x="295" y="2387"/>
              <a:ext cx="4491" cy="1811"/>
            </a:xfrm>
            <a:prstGeom prst="rect">
              <a:avLst/>
            </a:prstGeom>
            <a:noFill/>
            <a:ln w="57150" cap="flat" cmpd="thickThin">
              <a:solidFill>
                <a:srgbClr val="FF3399"/>
              </a:solidFill>
              <a:prstDash val="solid"/>
              <a:miter/>
              <a:headEnd type="none" w="med" len="med"/>
              <a:tailEnd type="none" w="med" len="med"/>
            </a:ln>
          </p:spPr>
        </p:pic>
        <p:sp>
          <p:nvSpPr>
            <p:cNvPr id="129031" name="Rectangle 53"/>
            <p:cNvSpPr/>
            <p:nvPr/>
          </p:nvSpPr>
          <p:spPr>
            <a:xfrm>
              <a:off x="3920" y="3903"/>
              <a:ext cx="123" cy="360"/>
            </a:xfrm>
            <a:prstGeom prst="rect">
              <a:avLst/>
            </a:prstGeom>
            <a:noFill/>
            <a:ln w="9525">
              <a:noFill/>
            </a:ln>
          </p:spPr>
          <p:txBody>
            <a:bodyPr wrap="none" anchor="t" anchorCtr="0">
              <a:spAutoFit/>
            </a:bodyPr>
            <a:p>
              <a:endParaRPr lang="zh-CN" altLang="zh-CN" sz="2400" b="1" i="0" dirty="0">
                <a:latin typeface="Times New Roman" panose="02020603050405020304" pitchFamily="18" charset="0"/>
                <a:ea typeface="楷体_GB2312"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0079">
                                            <p:txEl>
                                              <p:charRg st="0" end="37"/>
                                            </p:txEl>
                                          </p:spTgt>
                                        </p:tgtEl>
                                        <p:attrNameLst>
                                          <p:attrName>style.visibility</p:attrName>
                                        </p:attrNameLst>
                                      </p:cBhvr>
                                      <p:to>
                                        <p:strVal val="visible"/>
                                      </p:to>
                                    </p:set>
                                    <p:anim calcmode="lin" valueType="num">
                                      <p:cBhvr additive="base">
                                        <p:cTn id="7" dur="500" fill="hold"/>
                                        <p:tgtEl>
                                          <p:spTgt spid="300079">
                                            <p:txEl>
                                              <p:charRg st="0" end="37"/>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0079">
                                            <p:txEl>
                                              <p:charRg st="0" end="37"/>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00080"/>
                                        </p:tgtEl>
                                        <p:attrNameLst>
                                          <p:attrName>style.visibility</p:attrName>
                                        </p:attrNameLst>
                                      </p:cBhvr>
                                      <p:to>
                                        <p:strVal val="visible"/>
                                      </p:to>
                                    </p:set>
                                    <p:animEffect transition="in" filter="wipe(left)">
                                      <p:cBhvr>
                                        <p:cTn id="13" dur="1000"/>
                                        <p:tgtEl>
                                          <p:spTgt spid="300080"/>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grpId="0" nodeType="clickEffect">
                                  <p:stCondLst>
                                    <p:cond delay="0"/>
                                  </p:stCondLst>
                                  <p:childTnLst>
                                    <p:set>
                                      <p:cBhvr>
                                        <p:cTn id="17" dur="1" fill="hold">
                                          <p:stCondLst>
                                            <p:cond delay="0"/>
                                          </p:stCondLst>
                                        </p:cTn>
                                        <p:tgtEl>
                                          <p:spTgt spid="300082"/>
                                        </p:tgtEl>
                                        <p:attrNameLst>
                                          <p:attrName>style.visibility</p:attrName>
                                        </p:attrNameLst>
                                      </p:cBhvr>
                                      <p:to>
                                        <p:strVal val="visible"/>
                                      </p:to>
                                    </p:set>
                                    <p:animEffect transition="in" filter="barn(inHorizontal)">
                                      <p:cBhvr>
                                        <p:cTn id="18" dur="1000"/>
                                        <p:tgtEl>
                                          <p:spTgt spid="300082"/>
                                        </p:tgtEl>
                                      </p:cBhvr>
                                    </p:animEffect>
                                  </p:childTnLst>
                                </p:cTn>
                              </p:par>
                            </p:childTnLst>
                          </p:cTn>
                        </p:par>
                      </p:childTnLst>
                    </p:cTn>
                  </p:par>
                  <p:par>
                    <p:cTn id="19" fill="hold">
                      <p:stCondLst>
                        <p:cond delay="indefinite"/>
                      </p:stCondLst>
                      <p:childTnLst>
                        <p:par>
                          <p:cTn id="20" fill="hold">
                            <p:stCondLst>
                              <p:cond delay="0"/>
                            </p:stCondLst>
                            <p:childTnLst>
                              <p:par>
                                <p:cTn id="21" presetID="29" presetClass="entr" presetSubtype="0" fill="hold" grpId="0" nodeType="clickEffect">
                                  <p:stCondLst>
                                    <p:cond delay="0"/>
                                  </p:stCondLst>
                                  <p:childTnLst>
                                    <p:set>
                                      <p:cBhvr>
                                        <p:cTn id="22" dur="1" fill="hold">
                                          <p:stCondLst>
                                            <p:cond delay="0"/>
                                          </p:stCondLst>
                                        </p:cTn>
                                        <p:tgtEl>
                                          <p:spTgt spid="300081"/>
                                        </p:tgtEl>
                                        <p:attrNameLst>
                                          <p:attrName>style.visibility</p:attrName>
                                        </p:attrNameLst>
                                      </p:cBhvr>
                                      <p:to>
                                        <p:strVal val="visible"/>
                                      </p:to>
                                    </p:set>
                                    <p:anim calcmode="lin" valueType="num">
                                      <p:cBhvr>
                                        <p:cTn id="23" dur="1000" fill="hold"/>
                                        <p:tgtEl>
                                          <p:spTgt spid="300081"/>
                                        </p:tgtEl>
                                        <p:attrNameLst>
                                          <p:attrName>ppt_x</p:attrName>
                                        </p:attrNameLst>
                                      </p:cBhvr>
                                      <p:tavLst>
                                        <p:tav tm="0">
                                          <p:val>
                                            <p:strVal val="#ppt_x-.2"/>
                                          </p:val>
                                        </p:tav>
                                        <p:tav tm="100000">
                                          <p:val>
                                            <p:strVal val="#ppt_x"/>
                                          </p:val>
                                        </p:tav>
                                      </p:tavLst>
                                    </p:anim>
                                    <p:anim calcmode="lin" valueType="num">
                                      <p:cBhvr>
                                        <p:cTn id="24" dur="1000" fill="hold"/>
                                        <p:tgtEl>
                                          <p:spTgt spid="300081"/>
                                        </p:tgtEl>
                                        <p:attrNameLst>
                                          <p:attrName>ppt_y</p:attrName>
                                        </p:attrNameLst>
                                      </p:cBhvr>
                                      <p:tavLst>
                                        <p:tav tm="0">
                                          <p:val>
                                            <p:strVal val="#ppt_y"/>
                                          </p:val>
                                        </p:tav>
                                        <p:tav tm="100000">
                                          <p:val>
                                            <p:strVal val="#ppt_y"/>
                                          </p:val>
                                        </p:tav>
                                      </p:tavLst>
                                    </p:anim>
                                    <p:animEffect transition="in" filter="wipe(right)" prLst="gradientSize: 0.1">
                                      <p:cBhvr>
                                        <p:cTn id="25" dur="1000"/>
                                        <p:tgtEl>
                                          <p:spTgt spid="30008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dissolve">
                                      <p:cBhvr>
                                        <p:cTn id="3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79" grpId="0" build="p"/>
      <p:bldP spid="300080" grpId="0"/>
      <p:bldP spid="300081" grpId="0"/>
      <p:bldP spid="300082"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95" name="Text Box 47"/>
          <p:cNvSpPr txBox="1"/>
          <p:nvPr/>
        </p:nvSpPr>
        <p:spPr>
          <a:xfrm>
            <a:off x="233363" y="703263"/>
            <a:ext cx="8618537" cy="1187450"/>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宋体" panose="02010600030101010101" pitchFamily="2" charset="-122"/>
              </a:rPr>
              <a:t>提高工作速度的途径：设法减小进位信号的传递时间。使进位信号不逐级传递，而是运算开始时，即可得到各位的进位信号，采用这个原理构成的加法器，就是超前进位加法器。</a:t>
            </a:r>
            <a:endParaRPr lang="zh-CN" altLang="en-US" sz="2400" i="0" dirty="0">
              <a:latin typeface="Times New Roman" panose="02020603050405020304" pitchFamily="18" charset="0"/>
              <a:ea typeface="宋体" panose="02010600030101010101" pitchFamily="2" charset="-122"/>
            </a:endParaRPr>
          </a:p>
        </p:txBody>
      </p:sp>
      <p:graphicFrame>
        <p:nvGraphicFramePr>
          <p:cNvPr id="104496" name="Group 48"/>
          <p:cNvGraphicFramePr>
            <a:graphicFrameLocks noGrp="1"/>
          </p:cNvGraphicFramePr>
          <p:nvPr/>
        </p:nvGraphicFramePr>
        <p:xfrm>
          <a:off x="360363" y="2109788"/>
          <a:ext cx="3960813" cy="3695700"/>
        </p:xfrm>
        <a:graphic>
          <a:graphicData uri="http://schemas.openxmlformats.org/drawingml/2006/table">
            <a:tbl>
              <a:tblPr/>
              <a:tblGrid>
                <a:gridCol w="665162"/>
                <a:gridCol w="658813"/>
                <a:gridCol w="879475"/>
                <a:gridCol w="820737"/>
                <a:gridCol w="936625"/>
              </a:tblGrid>
              <a:tr h="403225">
                <a:tc gridSpan="3">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输    入</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cPr/>
                </a:tc>
                <a:tc hMerge="1">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输    出</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cPr/>
                </a:tc>
              </a:tr>
              <a:tr h="3032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Ai</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Bi</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Ci-1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Si</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Ci</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2952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2936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2952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3032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2936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2952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2936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r>
              <a:tr h="2952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r>
            </a:tbl>
          </a:graphicData>
        </a:graphic>
      </p:graphicFrame>
      <p:sp>
        <p:nvSpPr>
          <p:cNvPr id="104576" name="Text Box 128"/>
          <p:cNvSpPr txBox="1"/>
          <p:nvPr/>
        </p:nvSpPr>
        <p:spPr>
          <a:xfrm>
            <a:off x="4373563" y="1936750"/>
            <a:ext cx="4537075" cy="1955800"/>
          </a:xfrm>
          <a:prstGeom prst="rect">
            <a:avLst/>
          </a:prstGeom>
          <a:noFill/>
          <a:ln w="9525">
            <a:noFill/>
          </a:ln>
        </p:spPr>
        <p:txBody>
          <a:bodyPr anchor="t" anchorCtr="0">
            <a:spAutoFit/>
          </a:bodyPr>
          <a:p>
            <a:pPr>
              <a:spcBef>
                <a:spcPct val="5000"/>
              </a:spcBef>
            </a:pPr>
            <a:r>
              <a:rPr lang="en-US" altLang="zh-CN" sz="2400" i="0" dirty="0">
                <a:solidFill>
                  <a:srgbClr val="FFFFFF"/>
                </a:solidFill>
                <a:latin typeface="Times New Roman" panose="02020603050405020304" pitchFamily="18" charset="0"/>
                <a:ea typeface="楷体_GB2312" pitchFamily="49" charset="-122"/>
              </a:rPr>
              <a:t>        </a:t>
            </a:r>
            <a:r>
              <a:rPr lang="zh-CN" altLang="en-US" sz="2400" i="0" dirty="0">
                <a:latin typeface="宋体" panose="02010600030101010101" pitchFamily="2" charset="-122"/>
                <a:ea typeface="宋体" panose="02010600030101010101" pitchFamily="2" charset="-122"/>
              </a:rPr>
              <a:t>由全加器真值表可知，高位的进位信号的产生是在两种情况下：</a:t>
            </a:r>
            <a:r>
              <a:rPr lang="zh-CN" altLang="en-US" sz="2400" i="0" dirty="0">
                <a:solidFill>
                  <a:srgbClr val="0000FF"/>
                </a:solidFill>
                <a:latin typeface="宋体" panose="02010600030101010101" pitchFamily="2" charset="-122"/>
                <a:ea typeface="宋体" panose="02010600030101010101" pitchFamily="2" charset="-122"/>
              </a:rPr>
              <a:t>①在</a:t>
            </a:r>
            <a:r>
              <a:rPr lang="en-US" altLang="zh-CN" sz="2400" i="0" dirty="0">
                <a:solidFill>
                  <a:srgbClr val="0000FF"/>
                </a:solidFill>
                <a:latin typeface="宋体" panose="02010600030101010101" pitchFamily="2" charset="-122"/>
                <a:ea typeface="宋体" panose="02010600030101010101" pitchFamily="2" charset="-122"/>
              </a:rPr>
              <a:t>Ai</a:t>
            </a:r>
            <a:r>
              <a:rPr lang="en-US" altLang="zh-CN" sz="2400" i="0" dirty="0">
                <a:solidFill>
                  <a:srgbClr val="0000FF"/>
                </a:solidFill>
                <a:latin typeface="宋体" panose="02010600030101010101" pitchFamily="2" charset="-122"/>
                <a:ea typeface="Times New Roman" panose="02020603050405020304" pitchFamily="18" charset="0"/>
              </a:rPr>
              <a:t>·</a:t>
            </a:r>
            <a:r>
              <a:rPr lang="en-US" altLang="zh-CN" sz="2400" i="0" dirty="0">
                <a:solidFill>
                  <a:srgbClr val="0000FF"/>
                </a:solidFill>
                <a:latin typeface="宋体" panose="02010600030101010101" pitchFamily="2" charset="-122"/>
                <a:ea typeface="宋体" panose="02010600030101010101" pitchFamily="2" charset="-122"/>
              </a:rPr>
              <a:t>Bi</a:t>
            </a:r>
            <a:r>
              <a:rPr lang="zh-CN" altLang="en-US" sz="2400" i="0" dirty="0">
                <a:solidFill>
                  <a:srgbClr val="0000FF"/>
                </a:solidFill>
                <a:latin typeface="宋体" panose="02010600030101010101" pitchFamily="2" charset="-122"/>
                <a:ea typeface="宋体" panose="02010600030101010101" pitchFamily="2" charset="-122"/>
              </a:rPr>
              <a:t>＝</a:t>
            </a:r>
            <a:r>
              <a:rPr lang="en-US" altLang="zh-CN" sz="2400" i="0" dirty="0">
                <a:solidFill>
                  <a:srgbClr val="0000FF"/>
                </a:solidFill>
                <a:latin typeface="宋体" panose="02010600030101010101" pitchFamily="2" charset="-122"/>
                <a:ea typeface="宋体" panose="02010600030101010101" pitchFamily="2" charset="-122"/>
              </a:rPr>
              <a:t>1</a:t>
            </a:r>
            <a:r>
              <a:rPr lang="zh-CN" altLang="en-US" sz="2400" i="0" dirty="0">
                <a:solidFill>
                  <a:srgbClr val="0000FF"/>
                </a:solidFill>
                <a:latin typeface="宋体" panose="02010600030101010101" pitchFamily="2" charset="-122"/>
                <a:ea typeface="宋体" panose="02010600030101010101" pitchFamily="2" charset="-122"/>
              </a:rPr>
              <a:t>；</a:t>
            </a:r>
            <a:endParaRPr lang="zh-CN" altLang="en-US" sz="2400" i="0" dirty="0">
              <a:solidFill>
                <a:srgbClr val="0000FF"/>
              </a:solidFill>
              <a:latin typeface="宋体" panose="02010600030101010101" pitchFamily="2" charset="-122"/>
              <a:ea typeface="宋体" panose="02010600030101010101" pitchFamily="2" charset="-122"/>
            </a:endParaRPr>
          </a:p>
          <a:p>
            <a:pPr>
              <a:spcBef>
                <a:spcPct val="5000"/>
              </a:spcBef>
            </a:pPr>
            <a:r>
              <a:rPr lang="zh-CN" altLang="en-US" sz="2400" i="0" dirty="0">
                <a:solidFill>
                  <a:srgbClr val="0000FF"/>
                </a:solidFill>
                <a:latin typeface="宋体" panose="02010600030101010101" pitchFamily="2" charset="-122"/>
                <a:ea typeface="宋体" panose="02010600030101010101" pitchFamily="2" charset="-122"/>
              </a:rPr>
              <a:t>   ②在</a:t>
            </a:r>
            <a:r>
              <a:rPr lang="en-US" altLang="zh-CN" sz="2400" i="0" dirty="0">
                <a:solidFill>
                  <a:srgbClr val="0000FF"/>
                </a:solidFill>
                <a:latin typeface="宋体" panose="02010600030101010101" pitchFamily="2" charset="-122"/>
                <a:ea typeface="宋体" panose="02010600030101010101" pitchFamily="2" charset="-122"/>
              </a:rPr>
              <a:t>Ai</a:t>
            </a:r>
            <a:r>
              <a:rPr lang="zh-CN" altLang="en-US" sz="2400" i="0" dirty="0">
                <a:solidFill>
                  <a:srgbClr val="0000FF"/>
                </a:solidFill>
                <a:latin typeface="宋体" panose="02010600030101010101" pitchFamily="2" charset="-122"/>
                <a:ea typeface="宋体" panose="02010600030101010101" pitchFamily="2" charset="-122"/>
              </a:rPr>
              <a:t>＋</a:t>
            </a:r>
            <a:r>
              <a:rPr lang="en-US" altLang="zh-CN" sz="2400" i="0" dirty="0">
                <a:solidFill>
                  <a:srgbClr val="0000FF"/>
                </a:solidFill>
                <a:latin typeface="宋体" panose="02010600030101010101" pitchFamily="2" charset="-122"/>
                <a:ea typeface="宋体" panose="02010600030101010101" pitchFamily="2" charset="-122"/>
              </a:rPr>
              <a:t>Bi</a:t>
            </a:r>
            <a:r>
              <a:rPr lang="zh-CN" altLang="en-US" sz="2400" i="0" dirty="0">
                <a:solidFill>
                  <a:srgbClr val="0000FF"/>
                </a:solidFill>
                <a:latin typeface="宋体" panose="02010600030101010101" pitchFamily="2" charset="-122"/>
                <a:ea typeface="宋体" panose="02010600030101010101" pitchFamily="2" charset="-122"/>
              </a:rPr>
              <a:t>＝</a:t>
            </a:r>
            <a:r>
              <a:rPr lang="en-US" altLang="zh-CN" sz="2400" i="0" dirty="0">
                <a:solidFill>
                  <a:srgbClr val="0000FF"/>
                </a:solidFill>
                <a:latin typeface="宋体" panose="02010600030101010101" pitchFamily="2" charset="-122"/>
                <a:ea typeface="宋体" panose="02010600030101010101" pitchFamily="2" charset="-122"/>
              </a:rPr>
              <a:t>1</a:t>
            </a:r>
            <a:r>
              <a:rPr lang="zh-CN" altLang="en-US" sz="2400" i="0" dirty="0">
                <a:solidFill>
                  <a:srgbClr val="0000FF"/>
                </a:solidFill>
                <a:latin typeface="宋体" panose="02010600030101010101" pitchFamily="2" charset="-122"/>
                <a:ea typeface="宋体" panose="02010600030101010101" pitchFamily="2" charset="-122"/>
              </a:rPr>
              <a:t>且</a:t>
            </a:r>
            <a:r>
              <a:rPr lang="en-US" altLang="zh-CN" sz="2400" i="0" dirty="0">
                <a:solidFill>
                  <a:srgbClr val="0000FF"/>
                </a:solidFill>
                <a:latin typeface="宋体" panose="02010600030101010101" pitchFamily="2" charset="-122"/>
                <a:ea typeface="宋体" panose="02010600030101010101" pitchFamily="2" charset="-122"/>
              </a:rPr>
              <a:t>Ci-1</a:t>
            </a:r>
            <a:r>
              <a:rPr lang="zh-CN" altLang="en-US" sz="2400" i="0" dirty="0">
                <a:solidFill>
                  <a:srgbClr val="0000FF"/>
                </a:solidFill>
                <a:latin typeface="宋体" panose="02010600030101010101" pitchFamily="2" charset="-122"/>
                <a:ea typeface="宋体" panose="02010600030101010101" pitchFamily="2" charset="-122"/>
              </a:rPr>
              <a:t>＝</a:t>
            </a:r>
            <a:r>
              <a:rPr lang="en-US" altLang="zh-CN" sz="2400" i="0" dirty="0">
                <a:solidFill>
                  <a:srgbClr val="0000FF"/>
                </a:solidFill>
                <a:latin typeface="宋体" panose="02010600030101010101" pitchFamily="2" charset="-122"/>
                <a:ea typeface="宋体" panose="02010600030101010101" pitchFamily="2" charset="-122"/>
              </a:rPr>
              <a:t>1</a:t>
            </a:r>
            <a:r>
              <a:rPr lang="zh-CN" altLang="en-US" sz="2400" i="0" dirty="0">
                <a:latin typeface="宋体" panose="02010600030101010101" pitchFamily="2" charset="-122"/>
                <a:ea typeface="宋体" panose="02010600030101010101" pitchFamily="2" charset="-122"/>
              </a:rPr>
              <a:t>。</a:t>
            </a:r>
            <a:endParaRPr lang="zh-CN" altLang="en-US" sz="2400" i="0" dirty="0">
              <a:latin typeface="宋体" panose="02010600030101010101" pitchFamily="2" charset="-122"/>
              <a:ea typeface="宋体" panose="02010600030101010101" pitchFamily="2" charset="-122"/>
            </a:endParaRPr>
          </a:p>
          <a:p>
            <a:pPr>
              <a:spcBef>
                <a:spcPct val="5000"/>
              </a:spcBef>
            </a:pPr>
            <a:r>
              <a:rPr lang="zh-CN" altLang="en-US" sz="2400" i="0" dirty="0">
                <a:latin typeface="宋体" panose="02010600030101010101" pitchFamily="2" charset="-122"/>
                <a:ea typeface="宋体" panose="02010600030101010101" pitchFamily="2" charset="-122"/>
              </a:rPr>
              <a:t>故向高位的进位信号为</a:t>
            </a:r>
            <a:endParaRPr lang="zh-CN" altLang="en-US" sz="2400" i="0" dirty="0">
              <a:latin typeface="宋体" panose="02010600030101010101" pitchFamily="2" charset="-122"/>
              <a:ea typeface="宋体" panose="02010600030101010101" pitchFamily="2" charset="-122"/>
            </a:endParaRPr>
          </a:p>
        </p:txBody>
      </p:sp>
      <p:graphicFrame>
        <p:nvGraphicFramePr>
          <p:cNvPr id="104577" name="Object 129"/>
          <p:cNvGraphicFramePr>
            <a:graphicFrameLocks noChangeAspect="1"/>
          </p:cNvGraphicFramePr>
          <p:nvPr/>
        </p:nvGraphicFramePr>
        <p:xfrm>
          <a:off x="5005388" y="4090988"/>
          <a:ext cx="3436937" cy="533400"/>
        </p:xfrm>
        <a:graphic>
          <a:graphicData uri="http://schemas.openxmlformats.org/presentationml/2006/ole">
            <mc:AlternateContent xmlns:mc="http://schemas.openxmlformats.org/markup-compatibility/2006">
              <mc:Choice xmlns:v="urn:schemas-microsoft-com:vml" Requires="v">
                <p:oleObj spid="_x0000_s3306" name="" r:id="rId1" imgW="1473200" imgH="228600" progId="Equation.3">
                  <p:embed/>
                </p:oleObj>
              </mc:Choice>
              <mc:Fallback>
                <p:oleObj name="" r:id="rId1" imgW="1473200" imgH="228600" progId="Equation.3">
                  <p:embed/>
                  <p:pic>
                    <p:nvPicPr>
                      <p:cNvPr id="0" name="图片 3305"/>
                      <p:cNvPicPr/>
                      <p:nvPr/>
                    </p:nvPicPr>
                    <p:blipFill>
                      <a:blip r:embed="rId2"/>
                      <a:stretch>
                        <a:fillRect/>
                      </a:stretch>
                    </p:blipFill>
                    <p:spPr>
                      <a:xfrm>
                        <a:off x="5005388" y="4090988"/>
                        <a:ext cx="3436937" cy="533400"/>
                      </a:xfrm>
                      <a:prstGeom prst="rect">
                        <a:avLst/>
                      </a:prstGeom>
                      <a:solidFill>
                        <a:srgbClr val="FFFFFF"/>
                      </a:solidFill>
                      <a:ln w="57150" cap="flat" cmpd="thickThin">
                        <a:solidFill>
                          <a:srgbClr val="FF3399"/>
                        </a:solidFill>
                        <a:prstDash val="solid"/>
                        <a:miter/>
                        <a:headEnd type="none" w="med" len="med"/>
                        <a:tailEnd type="none" w="med" len="med"/>
                      </a:ln>
                    </p:spPr>
                  </p:pic>
                </p:oleObj>
              </mc:Fallback>
            </mc:AlternateContent>
          </a:graphicData>
        </a:graphic>
      </p:graphicFrame>
      <p:sp>
        <p:nvSpPr>
          <p:cNvPr id="104578" name="Rectangle 130"/>
          <p:cNvSpPr/>
          <p:nvPr/>
        </p:nvSpPr>
        <p:spPr>
          <a:xfrm>
            <a:off x="4486275" y="4864100"/>
            <a:ext cx="4438650" cy="1098550"/>
          </a:xfrm>
          <a:prstGeom prst="rect">
            <a:avLst/>
          </a:prstGeom>
          <a:noFill/>
          <a:ln w="9525">
            <a:noFill/>
          </a:ln>
        </p:spPr>
        <p:txBody>
          <a:bodyPr anchor="ctr" anchorCtr="0"/>
          <a:p>
            <a:r>
              <a:rPr lang="zh-CN" altLang="en-US" sz="2400" i="0" dirty="0">
                <a:latin typeface="宋体" panose="02010600030101010101" pitchFamily="2" charset="-122"/>
                <a:ea typeface="宋体" panose="02010600030101010101" pitchFamily="2" charset="-122"/>
              </a:rPr>
              <a:t>设</a:t>
            </a:r>
            <a:r>
              <a:rPr lang="en-US" altLang="zh-CN" sz="2400" i="0" dirty="0">
                <a:latin typeface="宋体" panose="02010600030101010101" pitchFamily="2" charset="-122"/>
                <a:ea typeface="宋体" panose="02010600030101010101" pitchFamily="2" charset="-122"/>
              </a:rPr>
              <a:t>G</a:t>
            </a:r>
            <a:r>
              <a:rPr lang="en-US" altLang="zh-CN" sz="2400" i="0" baseline="-25000" dirty="0">
                <a:latin typeface="宋体" panose="02010600030101010101" pitchFamily="2" charset="-122"/>
                <a:ea typeface="宋体" panose="02010600030101010101" pitchFamily="2" charset="-122"/>
              </a:rPr>
              <a:t>i</a:t>
            </a:r>
            <a:r>
              <a:rPr lang="zh-CN" altLang="en-US" sz="2400" i="0" dirty="0">
                <a:latin typeface="宋体" panose="02010600030101010101" pitchFamily="2" charset="-122"/>
                <a:ea typeface="宋体" panose="02010600030101010101" pitchFamily="2" charset="-122"/>
              </a:rPr>
              <a:t>＝</a:t>
            </a:r>
            <a:r>
              <a:rPr lang="en-US" altLang="zh-CN" sz="2400" i="0" dirty="0">
                <a:latin typeface="宋体" panose="02010600030101010101" pitchFamily="2" charset="-122"/>
                <a:ea typeface="宋体" panose="02010600030101010101" pitchFamily="2" charset="-122"/>
              </a:rPr>
              <a:t>A</a:t>
            </a:r>
            <a:r>
              <a:rPr lang="en-US" altLang="zh-CN" sz="2400" i="0" baseline="-25000" dirty="0">
                <a:latin typeface="宋体" panose="02010600030101010101" pitchFamily="2" charset="-122"/>
                <a:ea typeface="宋体" panose="02010600030101010101" pitchFamily="2" charset="-122"/>
              </a:rPr>
              <a:t>i</a:t>
            </a:r>
            <a:r>
              <a:rPr lang="en-US" altLang="zh-CN" sz="2400" i="0" dirty="0">
                <a:latin typeface="宋体" panose="02010600030101010101" pitchFamily="2" charset="-122"/>
                <a:ea typeface="宋体" panose="02010600030101010101" pitchFamily="2" charset="-122"/>
              </a:rPr>
              <a:t>B</a:t>
            </a:r>
            <a:r>
              <a:rPr lang="en-US" altLang="zh-CN" sz="2400" i="0" baseline="-25000" dirty="0">
                <a:latin typeface="宋体" panose="02010600030101010101" pitchFamily="2" charset="-122"/>
                <a:ea typeface="宋体" panose="02010600030101010101" pitchFamily="2" charset="-122"/>
              </a:rPr>
              <a:t>i</a:t>
            </a:r>
            <a:r>
              <a:rPr lang="zh-CN" altLang="en-US" sz="2400" i="0" dirty="0">
                <a:latin typeface="宋体" panose="02010600030101010101" pitchFamily="2" charset="-122"/>
                <a:ea typeface="宋体" panose="02010600030101010101" pitchFamily="2" charset="-122"/>
              </a:rPr>
              <a:t>为进位生成函数，</a:t>
            </a:r>
            <a:br>
              <a:rPr lang="zh-CN" altLang="en-US" sz="2400" i="0" dirty="0">
                <a:latin typeface="宋体" panose="02010600030101010101" pitchFamily="2" charset="-122"/>
                <a:ea typeface="宋体" panose="02010600030101010101" pitchFamily="2" charset="-122"/>
              </a:rPr>
            </a:br>
            <a:r>
              <a:rPr lang="en-US" altLang="zh-CN" sz="2400" i="0" dirty="0">
                <a:latin typeface="宋体" panose="02010600030101010101" pitchFamily="2" charset="-122"/>
                <a:ea typeface="宋体" panose="02010600030101010101" pitchFamily="2" charset="-122"/>
              </a:rPr>
              <a:t>P</a:t>
            </a:r>
            <a:r>
              <a:rPr lang="en-US" altLang="zh-CN" sz="2400" i="0" baseline="-25000" dirty="0">
                <a:latin typeface="宋体" panose="02010600030101010101" pitchFamily="2" charset="-122"/>
                <a:ea typeface="宋体" panose="02010600030101010101" pitchFamily="2" charset="-122"/>
              </a:rPr>
              <a:t>i</a:t>
            </a:r>
            <a:r>
              <a:rPr lang="zh-CN" altLang="en-US" sz="2400" i="0" dirty="0">
                <a:latin typeface="宋体" panose="02010600030101010101" pitchFamily="2" charset="-122"/>
                <a:ea typeface="宋体" panose="02010600030101010101" pitchFamily="2" charset="-122"/>
              </a:rPr>
              <a:t>＝ </a:t>
            </a:r>
            <a:r>
              <a:rPr lang="en-US" altLang="zh-CN" sz="2400" i="0" dirty="0">
                <a:latin typeface="宋体" panose="02010600030101010101" pitchFamily="2" charset="-122"/>
                <a:ea typeface="宋体" panose="02010600030101010101" pitchFamily="2" charset="-122"/>
              </a:rPr>
              <a:t>A</a:t>
            </a:r>
            <a:r>
              <a:rPr lang="en-US" altLang="zh-CN" sz="2400" i="0" baseline="-25000" dirty="0">
                <a:latin typeface="宋体" panose="02010600030101010101" pitchFamily="2" charset="-122"/>
                <a:ea typeface="宋体" panose="02010600030101010101" pitchFamily="2" charset="-122"/>
              </a:rPr>
              <a:t>i</a:t>
            </a:r>
            <a:r>
              <a:rPr lang="zh-CN" altLang="en-US" sz="2400" i="0" dirty="0">
                <a:latin typeface="宋体" panose="02010600030101010101" pitchFamily="2" charset="-122"/>
                <a:ea typeface="宋体" panose="02010600030101010101" pitchFamily="2" charset="-122"/>
              </a:rPr>
              <a:t>＋</a:t>
            </a:r>
            <a:r>
              <a:rPr lang="en-US" altLang="zh-CN" sz="2400" i="0" dirty="0">
                <a:latin typeface="宋体" panose="02010600030101010101" pitchFamily="2" charset="-122"/>
                <a:ea typeface="宋体" panose="02010600030101010101" pitchFamily="2" charset="-122"/>
              </a:rPr>
              <a:t>B</a:t>
            </a:r>
            <a:r>
              <a:rPr lang="en-US" altLang="zh-CN" sz="2400" i="0" baseline="-25000" dirty="0">
                <a:latin typeface="宋体" panose="02010600030101010101" pitchFamily="2" charset="-122"/>
                <a:ea typeface="宋体" panose="02010600030101010101" pitchFamily="2" charset="-122"/>
              </a:rPr>
              <a:t>i</a:t>
            </a:r>
            <a:r>
              <a:rPr lang="zh-CN" altLang="en-US" sz="2400" i="0" dirty="0">
                <a:latin typeface="宋体" panose="02010600030101010101" pitchFamily="2" charset="-122"/>
                <a:ea typeface="宋体" panose="02010600030101010101" pitchFamily="2" charset="-122"/>
              </a:rPr>
              <a:t>为进位传递函数。</a:t>
            </a:r>
            <a:endParaRPr lang="zh-CN" altLang="en-US" sz="2400" i="0" dirty="0">
              <a:latin typeface="宋体" panose="02010600030101010101" pitchFamily="2" charset="-122"/>
              <a:ea typeface="宋体" panose="02010600030101010101" pitchFamily="2" charset="-122"/>
            </a:endParaRPr>
          </a:p>
        </p:txBody>
      </p:sp>
      <p:graphicFrame>
        <p:nvGraphicFramePr>
          <p:cNvPr id="104579" name="Object 131"/>
          <p:cNvGraphicFramePr>
            <a:graphicFrameLocks noChangeAspect="1"/>
          </p:cNvGraphicFramePr>
          <p:nvPr/>
        </p:nvGraphicFramePr>
        <p:xfrm>
          <a:off x="558800" y="6124575"/>
          <a:ext cx="3460750" cy="500063"/>
        </p:xfrm>
        <a:graphic>
          <a:graphicData uri="http://schemas.openxmlformats.org/presentationml/2006/ole">
            <mc:AlternateContent xmlns:mc="http://schemas.openxmlformats.org/markup-compatibility/2006">
              <mc:Choice xmlns:v="urn:schemas-microsoft-com:vml" Requires="v">
                <p:oleObj spid="_x0000_s3307" name="" r:id="rId3" imgW="1574800" imgH="228600" progId="Equation.3">
                  <p:embed/>
                </p:oleObj>
              </mc:Choice>
              <mc:Fallback>
                <p:oleObj name="" r:id="rId3" imgW="1574800" imgH="228600" progId="Equation.3">
                  <p:embed/>
                  <p:pic>
                    <p:nvPicPr>
                      <p:cNvPr id="0" name="图片 3306"/>
                      <p:cNvPicPr/>
                      <p:nvPr/>
                    </p:nvPicPr>
                    <p:blipFill>
                      <a:blip r:embed="rId4"/>
                      <a:stretch>
                        <a:fillRect/>
                      </a:stretch>
                    </p:blipFill>
                    <p:spPr>
                      <a:xfrm>
                        <a:off x="558800" y="6124575"/>
                        <a:ext cx="3460750" cy="500063"/>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4495">
                                            <p:txEl>
                                              <p:charRg st="0" end="79"/>
                                            </p:txEl>
                                          </p:spTgt>
                                        </p:tgtEl>
                                        <p:attrNameLst>
                                          <p:attrName>style.visibility</p:attrName>
                                        </p:attrNameLst>
                                      </p:cBhvr>
                                      <p:to>
                                        <p:strVal val="visible"/>
                                      </p:to>
                                    </p:set>
                                    <p:anim calcmode="lin" valueType="num">
                                      <p:cBhvr additive="base">
                                        <p:cTn id="7" dur="500" fill="hold"/>
                                        <p:tgtEl>
                                          <p:spTgt spid="104495">
                                            <p:txEl>
                                              <p:charRg st="0" end="79"/>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4495">
                                            <p:txEl>
                                              <p:charRg st="0" end="79"/>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04496"/>
                                        </p:tgtEl>
                                        <p:attrNameLst>
                                          <p:attrName>style.visibility</p:attrName>
                                        </p:attrNameLst>
                                      </p:cBhvr>
                                      <p:to>
                                        <p:strVal val="visible"/>
                                      </p:to>
                                    </p:set>
                                    <p:animEffect transition="in" filter="fade">
                                      <p:cBhvr>
                                        <p:cTn id="13" dur="1000"/>
                                        <p:tgtEl>
                                          <p:spTgt spid="104496"/>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04576"/>
                                        </p:tgtEl>
                                        <p:attrNameLst>
                                          <p:attrName>style.visibility</p:attrName>
                                        </p:attrNameLst>
                                      </p:cBhvr>
                                      <p:to>
                                        <p:strVal val="visible"/>
                                      </p:to>
                                    </p:set>
                                    <p:animEffect transition="in" filter="box(in)">
                                      <p:cBhvr>
                                        <p:cTn id="18" dur="1000"/>
                                        <p:tgtEl>
                                          <p:spTgt spid="10457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4577"/>
                                        </p:tgtEl>
                                        <p:attrNameLst>
                                          <p:attrName>style.visibility</p:attrName>
                                        </p:attrNameLst>
                                      </p:cBhvr>
                                      <p:to>
                                        <p:strVal val="visible"/>
                                      </p:to>
                                    </p:set>
                                    <p:animEffect transition="in" filter="fade">
                                      <p:cBhvr>
                                        <p:cTn id="23" dur="1000"/>
                                        <p:tgtEl>
                                          <p:spTgt spid="104577"/>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04578"/>
                                        </p:tgtEl>
                                        <p:attrNameLst>
                                          <p:attrName>style.visibility</p:attrName>
                                        </p:attrNameLst>
                                      </p:cBhvr>
                                      <p:to>
                                        <p:strVal val="visible"/>
                                      </p:to>
                                    </p:set>
                                    <p:animEffect transition="in" filter="box(in)">
                                      <p:cBhvr>
                                        <p:cTn id="28" dur="1000"/>
                                        <p:tgtEl>
                                          <p:spTgt spid="10457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04579"/>
                                        </p:tgtEl>
                                        <p:attrNameLst>
                                          <p:attrName>style.visibility</p:attrName>
                                        </p:attrNameLst>
                                      </p:cBhvr>
                                      <p:to>
                                        <p:strVal val="visible"/>
                                      </p:to>
                                    </p:set>
                                    <p:animEffect transition="in" filter="wipe(left)">
                                      <p:cBhvr>
                                        <p:cTn id="33" dur="500"/>
                                        <p:tgtEl>
                                          <p:spTgt spid="104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95" grpId="0" build="p"/>
      <p:bldP spid="104576" grpId="0"/>
      <p:bldP spid="104578"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01058" name="Object 2"/>
          <p:cNvGraphicFramePr>
            <a:graphicFrameLocks noChangeAspect="1"/>
          </p:cNvGraphicFramePr>
          <p:nvPr/>
        </p:nvGraphicFramePr>
        <p:xfrm>
          <a:off x="588963" y="3821113"/>
          <a:ext cx="7550150" cy="2276475"/>
        </p:xfrm>
        <a:graphic>
          <a:graphicData uri="http://schemas.openxmlformats.org/presentationml/2006/ole">
            <mc:AlternateContent xmlns:mc="http://schemas.openxmlformats.org/markup-compatibility/2006">
              <mc:Choice xmlns:v="urn:schemas-microsoft-com:vml" Requires="v">
                <p:oleObj spid="_x0000_s3308" name="" r:id="rId1" imgW="3540760" imgH="982345" progId="Equation.3">
                  <p:embed/>
                </p:oleObj>
              </mc:Choice>
              <mc:Fallback>
                <p:oleObj name="" r:id="rId1" imgW="3540760" imgH="982345" progId="Equation.3">
                  <p:embed/>
                  <p:pic>
                    <p:nvPicPr>
                      <p:cNvPr id="0" name="图片 3307"/>
                      <p:cNvPicPr/>
                      <p:nvPr/>
                    </p:nvPicPr>
                    <p:blipFill>
                      <a:blip r:embed="rId2">
                        <a:clrChange>
                          <a:clrFrom>
                            <a:srgbClr val="000000"/>
                          </a:clrFrom>
                          <a:clrTo>
                            <a:srgbClr val="000000"/>
                          </a:clrTo>
                        </a:clrChange>
                      </a:blip>
                      <a:stretch>
                        <a:fillRect/>
                      </a:stretch>
                    </p:blipFill>
                    <p:spPr>
                      <a:xfrm>
                        <a:off x="588963" y="3821113"/>
                        <a:ext cx="7550150" cy="2276475"/>
                      </a:xfrm>
                      <a:prstGeom prst="rect">
                        <a:avLst/>
                      </a:prstGeom>
                      <a:noFill/>
                      <a:ln w="38100">
                        <a:noFill/>
                        <a:miter/>
                      </a:ln>
                    </p:spPr>
                  </p:pic>
                </p:oleObj>
              </mc:Fallback>
            </mc:AlternateContent>
          </a:graphicData>
        </a:graphic>
      </p:graphicFrame>
      <p:sp>
        <p:nvSpPr>
          <p:cNvPr id="301059" name="Text Box 3"/>
          <p:cNvSpPr txBox="1">
            <a:spLocks noChangeArrowheads="1"/>
          </p:cNvSpPr>
          <p:nvPr/>
        </p:nvSpPr>
        <p:spPr bwMode="auto">
          <a:xfrm>
            <a:off x="7013575" y="1689100"/>
            <a:ext cx="1839913" cy="94615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2800" b="1" i="0" kern="1200" cap="none" spc="0" normalizeH="0" baseline="0" noProof="0">
                <a:latin typeface="Times New Roman" panose="02020603050405020304" pitchFamily="18" charset="0"/>
                <a:ea typeface="宋体" panose="02010600030101010101" pitchFamily="2" charset="-122"/>
                <a:cs typeface="+mn-cs"/>
              </a:rPr>
              <a:t>   </a:t>
            </a: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全加器的逻辑图</a:t>
            </a:r>
            <a:endPar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2" name="Group 4"/>
          <p:cNvGrpSpPr/>
          <p:nvPr/>
        </p:nvGrpSpPr>
        <p:grpSpPr>
          <a:xfrm>
            <a:off x="1273175" y="811213"/>
            <a:ext cx="5715000" cy="2819400"/>
            <a:chOff x="240" y="0"/>
            <a:chExt cx="3600" cy="1776"/>
          </a:xfrm>
        </p:grpSpPr>
        <p:sp>
          <p:nvSpPr>
            <p:cNvPr id="131076" name="Text Box 5"/>
            <p:cNvSpPr txBox="1"/>
            <p:nvPr/>
          </p:nvSpPr>
          <p:spPr>
            <a:xfrm>
              <a:off x="268" y="0"/>
              <a:ext cx="52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i-1</a:t>
              </a:r>
              <a:endParaRPr lang="en-US" altLang="zh-CN" sz="2400" i="0" dirty="0">
                <a:latin typeface="Times New Roman" panose="02020603050405020304" pitchFamily="18" charset="0"/>
                <a:ea typeface="宋体" panose="02010600030101010101" pitchFamily="2" charset="-122"/>
              </a:endParaRPr>
            </a:p>
          </p:txBody>
        </p:sp>
        <p:sp>
          <p:nvSpPr>
            <p:cNvPr id="131077" name="Text Box 6"/>
            <p:cNvSpPr txBox="1"/>
            <p:nvPr/>
          </p:nvSpPr>
          <p:spPr>
            <a:xfrm>
              <a:off x="3360" y="432"/>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31078" name="Line 7"/>
            <p:cNvSpPr/>
            <p:nvPr/>
          </p:nvSpPr>
          <p:spPr>
            <a:xfrm>
              <a:off x="940" y="1248"/>
              <a:ext cx="295" cy="0"/>
            </a:xfrm>
            <a:prstGeom prst="line">
              <a:avLst/>
            </a:prstGeom>
            <a:ln w="9525" cap="flat" cmpd="sng">
              <a:solidFill>
                <a:schemeClr val="tx1"/>
              </a:solidFill>
              <a:prstDash val="solid"/>
              <a:round/>
              <a:headEnd type="none" w="med" len="med"/>
              <a:tailEnd type="none" w="med" len="med"/>
            </a:ln>
          </p:spPr>
        </p:sp>
        <p:sp>
          <p:nvSpPr>
            <p:cNvPr id="131079" name="Line 8"/>
            <p:cNvSpPr/>
            <p:nvPr/>
          </p:nvSpPr>
          <p:spPr>
            <a:xfrm>
              <a:off x="809" y="1440"/>
              <a:ext cx="419" cy="0"/>
            </a:xfrm>
            <a:prstGeom prst="line">
              <a:avLst/>
            </a:prstGeom>
            <a:ln w="9525" cap="flat" cmpd="sng">
              <a:solidFill>
                <a:schemeClr val="tx1"/>
              </a:solidFill>
              <a:prstDash val="solid"/>
              <a:round/>
              <a:headEnd type="none" w="med" len="med"/>
              <a:tailEnd type="none" w="med" len="med"/>
            </a:ln>
          </p:spPr>
        </p:sp>
        <p:sp>
          <p:nvSpPr>
            <p:cNvPr id="131080" name="Text Box 9"/>
            <p:cNvSpPr txBox="1"/>
            <p:nvPr/>
          </p:nvSpPr>
          <p:spPr>
            <a:xfrm>
              <a:off x="240" y="336"/>
              <a:ext cx="36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31081" name="Text Box 10"/>
            <p:cNvSpPr txBox="1"/>
            <p:nvPr/>
          </p:nvSpPr>
          <p:spPr>
            <a:xfrm>
              <a:off x="240" y="672"/>
              <a:ext cx="46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31082" name="Rectangle 11"/>
            <p:cNvSpPr/>
            <p:nvPr/>
          </p:nvSpPr>
          <p:spPr>
            <a:xfrm>
              <a:off x="1228" y="1104"/>
              <a:ext cx="347" cy="587"/>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083" name="Text Box 12"/>
            <p:cNvSpPr txBox="1"/>
            <p:nvPr/>
          </p:nvSpPr>
          <p:spPr>
            <a:xfrm>
              <a:off x="1281" y="1296"/>
              <a:ext cx="26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sp>
          <p:nvSpPr>
            <p:cNvPr id="131084" name="Text Box 13"/>
            <p:cNvSpPr txBox="1"/>
            <p:nvPr/>
          </p:nvSpPr>
          <p:spPr>
            <a:xfrm>
              <a:off x="3312" y="1344"/>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31085" name="Rectangle 14"/>
            <p:cNvSpPr/>
            <p:nvPr/>
          </p:nvSpPr>
          <p:spPr>
            <a:xfrm>
              <a:off x="2044" y="85"/>
              <a:ext cx="347" cy="587"/>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086" name="Text Box 15"/>
            <p:cNvSpPr txBox="1"/>
            <p:nvPr/>
          </p:nvSpPr>
          <p:spPr>
            <a:xfrm>
              <a:off x="2097" y="84"/>
              <a:ext cx="331"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31087" name="Rectangle 16"/>
            <p:cNvSpPr/>
            <p:nvPr/>
          </p:nvSpPr>
          <p:spPr>
            <a:xfrm>
              <a:off x="2033" y="757"/>
              <a:ext cx="347" cy="587"/>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088" name="Text Box 17"/>
            <p:cNvSpPr txBox="1"/>
            <p:nvPr/>
          </p:nvSpPr>
          <p:spPr>
            <a:xfrm>
              <a:off x="2086" y="768"/>
              <a:ext cx="26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sp>
          <p:nvSpPr>
            <p:cNvPr id="131089" name="Rectangle 18"/>
            <p:cNvSpPr/>
            <p:nvPr/>
          </p:nvSpPr>
          <p:spPr>
            <a:xfrm>
              <a:off x="2812" y="949"/>
              <a:ext cx="347" cy="587"/>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090" name="Text Box 19"/>
            <p:cNvSpPr txBox="1"/>
            <p:nvPr/>
          </p:nvSpPr>
          <p:spPr>
            <a:xfrm>
              <a:off x="2865" y="1079"/>
              <a:ext cx="36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131091" name="Rectangle 20"/>
            <p:cNvSpPr/>
            <p:nvPr/>
          </p:nvSpPr>
          <p:spPr>
            <a:xfrm>
              <a:off x="1228" y="325"/>
              <a:ext cx="347" cy="587"/>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092" name="Text Box 21"/>
            <p:cNvSpPr txBox="1"/>
            <p:nvPr/>
          </p:nvSpPr>
          <p:spPr>
            <a:xfrm>
              <a:off x="1276" y="325"/>
              <a:ext cx="331"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31093" name="Line 22"/>
            <p:cNvSpPr/>
            <p:nvPr/>
          </p:nvSpPr>
          <p:spPr>
            <a:xfrm flipH="1">
              <a:off x="508" y="528"/>
              <a:ext cx="720" cy="0"/>
            </a:xfrm>
            <a:prstGeom prst="line">
              <a:avLst/>
            </a:prstGeom>
            <a:ln w="9525" cap="flat" cmpd="sng">
              <a:solidFill>
                <a:schemeClr val="tx1"/>
              </a:solidFill>
              <a:prstDash val="solid"/>
              <a:round/>
              <a:headEnd type="none" w="med" len="med"/>
              <a:tailEnd type="none" w="med" len="med"/>
            </a:ln>
          </p:spPr>
        </p:sp>
        <p:sp>
          <p:nvSpPr>
            <p:cNvPr id="131094" name="Line 23"/>
            <p:cNvSpPr/>
            <p:nvPr/>
          </p:nvSpPr>
          <p:spPr>
            <a:xfrm flipH="1">
              <a:off x="508" y="768"/>
              <a:ext cx="720" cy="0"/>
            </a:xfrm>
            <a:prstGeom prst="line">
              <a:avLst/>
            </a:prstGeom>
            <a:ln w="9525" cap="flat" cmpd="sng">
              <a:solidFill>
                <a:schemeClr val="tx1"/>
              </a:solidFill>
              <a:prstDash val="solid"/>
              <a:round/>
              <a:headEnd type="none" w="med" len="med"/>
              <a:tailEnd type="none" w="med" len="med"/>
            </a:ln>
          </p:spPr>
        </p:sp>
        <p:sp>
          <p:nvSpPr>
            <p:cNvPr id="131095" name="Line 24"/>
            <p:cNvSpPr/>
            <p:nvPr/>
          </p:nvSpPr>
          <p:spPr>
            <a:xfrm flipV="1">
              <a:off x="940" y="528"/>
              <a:ext cx="0" cy="725"/>
            </a:xfrm>
            <a:prstGeom prst="line">
              <a:avLst/>
            </a:prstGeom>
            <a:ln w="9525" cap="flat" cmpd="sng">
              <a:solidFill>
                <a:schemeClr val="tx1"/>
              </a:solidFill>
              <a:prstDash val="solid"/>
              <a:round/>
              <a:headEnd type="none" w="med" len="med"/>
              <a:tailEnd type="none" w="med" len="med"/>
            </a:ln>
          </p:spPr>
        </p:sp>
        <p:sp>
          <p:nvSpPr>
            <p:cNvPr id="131096" name="Line 25"/>
            <p:cNvSpPr/>
            <p:nvPr/>
          </p:nvSpPr>
          <p:spPr>
            <a:xfrm flipV="1">
              <a:off x="796" y="783"/>
              <a:ext cx="0" cy="657"/>
            </a:xfrm>
            <a:prstGeom prst="line">
              <a:avLst/>
            </a:prstGeom>
            <a:ln w="9525" cap="flat" cmpd="sng">
              <a:solidFill>
                <a:schemeClr val="tx1"/>
              </a:solidFill>
              <a:prstDash val="solid"/>
              <a:round/>
              <a:headEnd type="none" w="med" len="med"/>
              <a:tailEnd type="none" w="med" len="med"/>
            </a:ln>
          </p:spPr>
        </p:sp>
        <p:sp>
          <p:nvSpPr>
            <p:cNvPr id="131097" name="Line 26"/>
            <p:cNvSpPr/>
            <p:nvPr/>
          </p:nvSpPr>
          <p:spPr>
            <a:xfrm flipH="1">
              <a:off x="508" y="240"/>
              <a:ext cx="1536" cy="0"/>
            </a:xfrm>
            <a:prstGeom prst="line">
              <a:avLst/>
            </a:prstGeom>
            <a:ln w="9525" cap="flat" cmpd="sng">
              <a:solidFill>
                <a:schemeClr val="tx1"/>
              </a:solidFill>
              <a:prstDash val="solid"/>
              <a:round/>
              <a:headEnd type="none" w="med" len="med"/>
              <a:tailEnd type="none" w="med" len="med"/>
            </a:ln>
          </p:spPr>
        </p:sp>
        <p:sp>
          <p:nvSpPr>
            <p:cNvPr id="131098" name="Line 27"/>
            <p:cNvSpPr/>
            <p:nvPr/>
          </p:nvSpPr>
          <p:spPr>
            <a:xfrm>
              <a:off x="1584" y="576"/>
              <a:ext cx="476" cy="0"/>
            </a:xfrm>
            <a:prstGeom prst="line">
              <a:avLst/>
            </a:prstGeom>
            <a:ln w="9525" cap="flat" cmpd="sng">
              <a:solidFill>
                <a:schemeClr val="tx1"/>
              </a:solidFill>
              <a:prstDash val="solid"/>
              <a:round/>
              <a:headEnd type="none" w="med" len="med"/>
              <a:tailEnd type="none" w="med" len="med"/>
            </a:ln>
          </p:spPr>
        </p:sp>
        <p:sp>
          <p:nvSpPr>
            <p:cNvPr id="131099" name="Line 28"/>
            <p:cNvSpPr/>
            <p:nvPr/>
          </p:nvSpPr>
          <p:spPr>
            <a:xfrm>
              <a:off x="2380" y="1056"/>
              <a:ext cx="432" cy="0"/>
            </a:xfrm>
            <a:prstGeom prst="line">
              <a:avLst/>
            </a:prstGeom>
            <a:ln w="9525" cap="flat" cmpd="sng">
              <a:solidFill>
                <a:schemeClr val="tx1"/>
              </a:solidFill>
              <a:prstDash val="solid"/>
              <a:round/>
              <a:headEnd type="none" w="med" len="med"/>
              <a:tailEnd type="none" w="med" len="med"/>
            </a:ln>
          </p:spPr>
        </p:sp>
        <p:sp>
          <p:nvSpPr>
            <p:cNvPr id="131100" name="Line 29"/>
            <p:cNvSpPr/>
            <p:nvPr/>
          </p:nvSpPr>
          <p:spPr>
            <a:xfrm>
              <a:off x="1584" y="1392"/>
              <a:ext cx="1224" cy="0"/>
            </a:xfrm>
            <a:prstGeom prst="line">
              <a:avLst/>
            </a:prstGeom>
            <a:ln w="9525" cap="flat" cmpd="sng">
              <a:solidFill>
                <a:schemeClr val="tx1"/>
              </a:solidFill>
              <a:prstDash val="solid"/>
              <a:round/>
              <a:headEnd type="none" w="med" len="med"/>
              <a:tailEnd type="none" w="med" len="med"/>
            </a:ln>
          </p:spPr>
        </p:sp>
        <p:sp>
          <p:nvSpPr>
            <p:cNvPr id="131101" name="Line 30"/>
            <p:cNvSpPr/>
            <p:nvPr/>
          </p:nvSpPr>
          <p:spPr>
            <a:xfrm>
              <a:off x="1804" y="864"/>
              <a:ext cx="227" cy="0"/>
            </a:xfrm>
            <a:prstGeom prst="line">
              <a:avLst/>
            </a:prstGeom>
            <a:ln w="9525" cap="flat" cmpd="sng">
              <a:solidFill>
                <a:schemeClr val="tx1"/>
              </a:solidFill>
              <a:prstDash val="solid"/>
              <a:round/>
              <a:headEnd type="none" w="med" len="med"/>
              <a:tailEnd type="none" w="med" len="med"/>
            </a:ln>
          </p:spPr>
        </p:sp>
        <p:sp>
          <p:nvSpPr>
            <p:cNvPr id="131102" name="Line 31"/>
            <p:cNvSpPr/>
            <p:nvPr/>
          </p:nvSpPr>
          <p:spPr>
            <a:xfrm>
              <a:off x="1724" y="1152"/>
              <a:ext cx="317" cy="0"/>
            </a:xfrm>
            <a:prstGeom prst="line">
              <a:avLst/>
            </a:prstGeom>
            <a:ln w="9525" cap="flat" cmpd="sng">
              <a:solidFill>
                <a:schemeClr val="tx1"/>
              </a:solidFill>
              <a:prstDash val="solid"/>
              <a:round/>
              <a:headEnd type="none" w="med" len="med"/>
              <a:tailEnd type="none" w="med" len="med"/>
            </a:ln>
          </p:spPr>
        </p:sp>
        <p:sp>
          <p:nvSpPr>
            <p:cNvPr id="131103" name="Line 32"/>
            <p:cNvSpPr/>
            <p:nvPr/>
          </p:nvSpPr>
          <p:spPr>
            <a:xfrm flipV="1">
              <a:off x="1708" y="576"/>
              <a:ext cx="0" cy="1134"/>
            </a:xfrm>
            <a:prstGeom prst="line">
              <a:avLst/>
            </a:prstGeom>
            <a:ln w="9525" cap="flat" cmpd="sng">
              <a:solidFill>
                <a:schemeClr val="tx1"/>
              </a:solidFill>
              <a:prstDash val="solid"/>
              <a:round/>
              <a:headEnd type="none" w="med" len="med"/>
              <a:tailEnd type="none" w="med" len="med"/>
            </a:ln>
          </p:spPr>
        </p:sp>
        <p:sp>
          <p:nvSpPr>
            <p:cNvPr id="131104" name="Line 33"/>
            <p:cNvSpPr/>
            <p:nvPr/>
          </p:nvSpPr>
          <p:spPr>
            <a:xfrm flipV="1">
              <a:off x="1804" y="240"/>
              <a:ext cx="0" cy="635"/>
            </a:xfrm>
            <a:prstGeom prst="line">
              <a:avLst/>
            </a:prstGeom>
            <a:ln w="9525" cap="flat" cmpd="sng">
              <a:solidFill>
                <a:schemeClr val="tx1"/>
              </a:solidFill>
              <a:prstDash val="solid"/>
              <a:round/>
              <a:headEnd type="none" w="med" len="med"/>
              <a:tailEnd type="none" w="med" len="med"/>
            </a:ln>
          </p:spPr>
        </p:sp>
        <p:sp>
          <p:nvSpPr>
            <p:cNvPr id="131105" name="Line 34"/>
            <p:cNvSpPr/>
            <p:nvPr/>
          </p:nvSpPr>
          <p:spPr>
            <a:xfrm>
              <a:off x="2524" y="1392"/>
              <a:ext cx="0" cy="340"/>
            </a:xfrm>
            <a:prstGeom prst="line">
              <a:avLst/>
            </a:prstGeom>
            <a:ln w="9525" cap="flat" cmpd="sng">
              <a:solidFill>
                <a:schemeClr val="tx1"/>
              </a:solidFill>
              <a:prstDash val="solid"/>
              <a:round/>
              <a:headEnd type="none" w="med" len="med"/>
              <a:tailEnd type="none" w="med" len="med"/>
            </a:ln>
          </p:spPr>
        </p:sp>
        <p:sp>
          <p:nvSpPr>
            <p:cNvPr id="131106" name="Line 35"/>
            <p:cNvSpPr/>
            <p:nvPr/>
          </p:nvSpPr>
          <p:spPr>
            <a:xfrm>
              <a:off x="2400" y="384"/>
              <a:ext cx="1224" cy="0"/>
            </a:xfrm>
            <a:prstGeom prst="line">
              <a:avLst/>
            </a:prstGeom>
            <a:ln w="9525" cap="flat" cmpd="sng">
              <a:solidFill>
                <a:schemeClr val="tx1"/>
              </a:solidFill>
              <a:prstDash val="solid"/>
              <a:round/>
              <a:headEnd type="none" w="med" len="med"/>
              <a:tailEnd type="none" w="med" len="med"/>
            </a:ln>
          </p:spPr>
        </p:sp>
        <p:sp>
          <p:nvSpPr>
            <p:cNvPr id="131107" name="Line 36"/>
            <p:cNvSpPr/>
            <p:nvPr/>
          </p:nvSpPr>
          <p:spPr>
            <a:xfrm>
              <a:off x="3168" y="1248"/>
              <a:ext cx="510" cy="0"/>
            </a:xfrm>
            <a:prstGeom prst="line">
              <a:avLst/>
            </a:prstGeom>
            <a:ln w="9525" cap="flat" cmpd="sng">
              <a:solidFill>
                <a:schemeClr val="tx1"/>
              </a:solidFill>
              <a:prstDash val="solid"/>
              <a:round/>
              <a:headEnd type="none" w="med" len="med"/>
              <a:tailEnd type="none" w="med" len="med"/>
            </a:ln>
          </p:spPr>
        </p:sp>
        <p:sp>
          <p:nvSpPr>
            <p:cNvPr id="131108" name="Text Box 37"/>
            <p:cNvSpPr txBox="1"/>
            <p:nvPr/>
          </p:nvSpPr>
          <p:spPr>
            <a:xfrm>
              <a:off x="1728" y="1488"/>
              <a:ext cx="576"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31109" name="Text Box 38"/>
            <p:cNvSpPr txBox="1"/>
            <p:nvPr/>
          </p:nvSpPr>
          <p:spPr>
            <a:xfrm>
              <a:off x="2544" y="1488"/>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31110" name="Oval 39"/>
            <p:cNvSpPr/>
            <p:nvPr/>
          </p:nvSpPr>
          <p:spPr>
            <a:xfrm>
              <a:off x="915" y="505"/>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111" name="Oval 40"/>
            <p:cNvSpPr/>
            <p:nvPr/>
          </p:nvSpPr>
          <p:spPr>
            <a:xfrm>
              <a:off x="768" y="748"/>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112" name="Oval 41"/>
            <p:cNvSpPr/>
            <p:nvPr/>
          </p:nvSpPr>
          <p:spPr>
            <a:xfrm>
              <a:off x="1779" y="215"/>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113" name="Oval 42"/>
            <p:cNvSpPr/>
            <p:nvPr/>
          </p:nvSpPr>
          <p:spPr>
            <a:xfrm>
              <a:off x="1680" y="555"/>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114" name="Oval 43"/>
            <p:cNvSpPr/>
            <p:nvPr/>
          </p:nvSpPr>
          <p:spPr>
            <a:xfrm>
              <a:off x="1682" y="1128"/>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115" name="Oval 44"/>
            <p:cNvSpPr/>
            <p:nvPr/>
          </p:nvSpPr>
          <p:spPr>
            <a:xfrm>
              <a:off x="2499" y="136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1059"/>
                                        </p:tgtEl>
                                        <p:attrNameLst>
                                          <p:attrName>style.visibility</p:attrName>
                                        </p:attrNameLst>
                                      </p:cBhvr>
                                      <p:to>
                                        <p:strVal val="visible"/>
                                      </p:to>
                                    </p:set>
                                    <p:anim calcmode="lin" valueType="num">
                                      <p:cBhvr additive="base">
                                        <p:cTn id="13" dur="500" fill="hold"/>
                                        <p:tgtEl>
                                          <p:spTgt spid="301059"/>
                                        </p:tgtEl>
                                        <p:attrNameLst>
                                          <p:attrName>ppt_x</p:attrName>
                                        </p:attrNameLst>
                                      </p:cBhvr>
                                      <p:tavLst>
                                        <p:tav tm="0">
                                          <p:val>
                                            <p:strVal val="0-#ppt_w/2"/>
                                          </p:val>
                                        </p:tav>
                                        <p:tav tm="100000">
                                          <p:val>
                                            <p:strVal val="#ppt_x"/>
                                          </p:val>
                                        </p:tav>
                                      </p:tavLst>
                                    </p:anim>
                                    <p:anim calcmode="lin" valueType="num">
                                      <p:cBhvr additive="base">
                                        <p:cTn id="14" dur="500" fill="hold"/>
                                        <p:tgtEl>
                                          <p:spTgt spid="30105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01058"/>
                                        </p:tgtEl>
                                        <p:attrNameLst>
                                          <p:attrName>style.visibility</p:attrName>
                                        </p:attrNameLst>
                                      </p:cBhvr>
                                      <p:to>
                                        <p:strVal val="visible"/>
                                      </p:to>
                                    </p:set>
                                    <p:anim calcmode="lin" valueType="num">
                                      <p:cBhvr additive="base">
                                        <p:cTn id="19" dur="500" fill="hold"/>
                                        <p:tgtEl>
                                          <p:spTgt spid="301058"/>
                                        </p:tgtEl>
                                        <p:attrNameLst>
                                          <p:attrName>ppt_x</p:attrName>
                                        </p:attrNameLst>
                                      </p:cBhvr>
                                      <p:tavLst>
                                        <p:tav tm="0">
                                          <p:val>
                                            <p:strVal val="0-#ppt_w/2"/>
                                          </p:val>
                                        </p:tav>
                                        <p:tav tm="100000">
                                          <p:val>
                                            <p:strVal val="#ppt_x"/>
                                          </p:val>
                                        </p:tav>
                                      </p:tavLst>
                                    </p:anim>
                                    <p:anim calcmode="lin" valueType="num">
                                      <p:cBhvr additive="base">
                                        <p:cTn id="20" dur="500" fill="hold"/>
                                        <p:tgtEl>
                                          <p:spTgt spid="3010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9"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5474" name="Object 2"/>
          <p:cNvGraphicFramePr>
            <a:graphicFrameLocks noChangeAspect="1"/>
          </p:cNvGraphicFramePr>
          <p:nvPr/>
        </p:nvGraphicFramePr>
        <p:xfrm>
          <a:off x="1292225" y="936625"/>
          <a:ext cx="2073275" cy="539750"/>
        </p:xfrm>
        <a:graphic>
          <a:graphicData uri="http://schemas.openxmlformats.org/presentationml/2006/ole">
            <mc:AlternateContent xmlns:mc="http://schemas.openxmlformats.org/markup-compatibility/2006">
              <mc:Choice xmlns:v="urn:schemas-microsoft-com:vml" Requires="v">
                <p:oleObj spid="_x0000_s3310" name="" r:id="rId1" imgW="972820" imgH="233680" progId="Equation.3">
                  <p:embed/>
                </p:oleObj>
              </mc:Choice>
              <mc:Fallback>
                <p:oleObj name="" r:id="rId1" imgW="972820" imgH="233680" progId="Equation.3">
                  <p:embed/>
                  <p:pic>
                    <p:nvPicPr>
                      <p:cNvPr id="0" name="图片 3309"/>
                      <p:cNvPicPr/>
                      <p:nvPr/>
                    </p:nvPicPr>
                    <p:blipFill>
                      <a:blip r:embed="rId2">
                        <a:clrChange>
                          <a:clrFrom>
                            <a:srgbClr val="000000"/>
                          </a:clrFrom>
                          <a:clrTo>
                            <a:srgbClr val="000000"/>
                          </a:clrTo>
                        </a:clrChange>
                      </a:blip>
                      <a:stretch>
                        <a:fillRect/>
                      </a:stretch>
                    </p:blipFill>
                    <p:spPr>
                      <a:xfrm>
                        <a:off x="1292225" y="936625"/>
                        <a:ext cx="2073275" cy="539750"/>
                      </a:xfrm>
                      <a:prstGeom prst="rect">
                        <a:avLst/>
                      </a:prstGeom>
                      <a:noFill/>
                      <a:ln w="38100">
                        <a:noFill/>
                        <a:miter/>
                      </a:ln>
                    </p:spPr>
                  </p:pic>
                </p:oleObj>
              </mc:Fallback>
            </mc:AlternateContent>
          </a:graphicData>
        </a:graphic>
      </p:graphicFrame>
      <p:sp>
        <p:nvSpPr>
          <p:cNvPr id="105476" name="Text Box 4"/>
          <p:cNvSpPr txBox="1"/>
          <p:nvPr/>
        </p:nvSpPr>
        <p:spPr>
          <a:xfrm>
            <a:off x="4219575" y="938213"/>
            <a:ext cx="3151188" cy="457200"/>
          </a:xfrm>
          <a:prstGeom prst="rect">
            <a:avLst/>
          </a:prstGeom>
          <a:noFill/>
          <a:ln w="9525">
            <a:noFill/>
          </a:ln>
        </p:spPr>
        <p:txBody>
          <a:bodyPr anchor="t" anchorCtr="0">
            <a:spAutoFit/>
          </a:bodyPr>
          <a:p>
            <a:pPr>
              <a:spcBef>
                <a:spcPct val="50000"/>
              </a:spcBef>
            </a:pPr>
            <a:r>
              <a:rPr lang="zh-CN" altLang="en-US" sz="2400" b="1" u="sng" dirty="0">
                <a:solidFill>
                  <a:srgbClr val="3333FF"/>
                </a:solidFill>
                <a:latin typeface="Times New Roman" panose="02020603050405020304" pitchFamily="18" charset="0"/>
                <a:ea typeface="宋体" panose="02010600030101010101" pitchFamily="2" charset="-122"/>
              </a:rPr>
              <a:t>进位传递公式</a:t>
            </a:r>
            <a:endParaRPr lang="zh-CN" altLang="en-US" sz="2400" b="1" u="sng" dirty="0">
              <a:solidFill>
                <a:srgbClr val="3333FF"/>
              </a:solidFill>
              <a:latin typeface="Times New Roman" panose="02020603050405020304" pitchFamily="18" charset="0"/>
              <a:ea typeface="宋体" panose="02010600030101010101" pitchFamily="2" charset="-122"/>
            </a:endParaRPr>
          </a:p>
        </p:txBody>
      </p:sp>
      <p:graphicFrame>
        <p:nvGraphicFramePr>
          <p:cNvPr id="105477" name="Object 5"/>
          <p:cNvGraphicFramePr>
            <a:graphicFrameLocks noChangeAspect="1"/>
          </p:cNvGraphicFramePr>
          <p:nvPr/>
        </p:nvGraphicFramePr>
        <p:xfrm>
          <a:off x="652463" y="1766888"/>
          <a:ext cx="8243887" cy="3851275"/>
        </p:xfrm>
        <a:graphic>
          <a:graphicData uri="http://schemas.openxmlformats.org/presentationml/2006/ole">
            <mc:AlternateContent xmlns:mc="http://schemas.openxmlformats.org/markup-compatibility/2006">
              <mc:Choice xmlns:v="urn:schemas-microsoft-com:vml" Requires="v">
                <p:oleObj spid="_x0000_s3311" name="" r:id="rId3" imgW="3774440" imgH="1644015" progId="Equation.3">
                  <p:embed/>
                </p:oleObj>
              </mc:Choice>
              <mc:Fallback>
                <p:oleObj name="" r:id="rId3" imgW="3774440" imgH="1644015" progId="Equation.3">
                  <p:embed/>
                  <p:pic>
                    <p:nvPicPr>
                      <p:cNvPr id="0" name="图片 3310"/>
                      <p:cNvPicPr/>
                      <p:nvPr/>
                    </p:nvPicPr>
                    <p:blipFill>
                      <a:blip r:embed="rId4">
                        <a:clrChange>
                          <a:clrFrom>
                            <a:srgbClr val="000000"/>
                          </a:clrFrom>
                          <a:clrTo>
                            <a:srgbClr val="000000"/>
                          </a:clrTo>
                        </a:clrChange>
                      </a:blip>
                      <a:stretch>
                        <a:fillRect/>
                      </a:stretch>
                    </p:blipFill>
                    <p:spPr>
                      <a:xfrm>
                        <a:off x="652463" y="1766888"/>
                        <a:ext cx="8243887" cy="3851275"/>
                      </a:xfrm>
                      <a:prstGeom prst="rect">
                        <a:avLst/>
                      </a:prstGeom>
                      <a:noFill/>
                      <a:ln w="38100">
                        <a:noFill/>
                        <a:miter/>
                      </a:ln>
                    </p:spPr>
                  </p:pic>
                </p:oleObj>
              </mc:Fallback>
            </mc:AlternateContent>
          </a:graphicData>
        </a:graphic>
      </p:graphicFrame>
      <p:graphicFrame>
        <p:nvGraphicFramePr>
          <p:cNvPr id="105478" name="Object 6"/>
          <p:cNvGraphicFramePr>
            <a:graphicFrameLocks noChangeAspect="1"/>
          </p:cNvGraphicFramePr>
          <p:nvPr/>
        </p:nvGraphicFramePr>
        <p:xfrm>
          <a:off x="700088" y="5448300"/>
          <a:ext cx="6989762" cy="1062038"/>
        </p:xfrm>
        <a:graphic>
          <a:graphicData uri="http://schemas.openxmlformats.org/presentationml/2006/ole">
            <mc:AlternateContent xmlns:mc="http://schemas.openxmlformats.org/markup-compatibility/2006">
              <mc:Choice xmlns:v="urn:schemas-microsoft-com:vml" Requires="v">
                <p:oleObj spid="_x0000_s3309" name="" r:id="rId5" imgW="3009900" imgH="457200" progId="Equation.3">
                  <p:embed/>
                </p:oleObj>
              </mc:Choice>
              <mc:Fallback>
                <p:oleObj name="" r:id="rId5" imgW="3009900" imgH="457200" progId="Equation.3">
                  <p:embed/>
                  <p:pic>
                    <p:nvPicPr>
                      <p:cNvPr id="0" name="图片 3308"/>
                      <p:cNvPicPr/>
                      <p:nvPr/>
                    </p:nvPicPr>
                    <p:blipFill>
                      <a:blip r:embed="rId6"/>
                      <a:stretch>
                        <a:fillRect/>
                      </a:stretch>
                    </p:blipFill>
                    <p:spPr>
                      <a:xfrm>
                        <a:off x="700088" y="5448300"/>
                        <a:ext cx="6989762" cy="106203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5474"/>
                                        </p:tgtEl>
                                        <p:attrNameLst>
                                          <p:attrName>style.visibility</p:attrName>
                                        </p:attrNameLst>
                                      </p:cBhvr>
                                      <p:to>
                                        <p:strVal val="visible"/>
                                      </p:to>
                                    </p:set>
                                    <p:anim calcmode="lin" valueType="num">
                                      <p:cBhvr additive="base">
                                        <p:cTn id="7" dur="500" fill="hold"/>
                                        <p:tgtEl>
                                          <p:spTgt spid="105474"/>
                                        </p:tgtEl>
                                        <p:attrNameLst>
                                          <p:attrName>ppt_x</p:attrName>
                                        </p:attrNameLst>
                                      </p:cBhvr>
                                      <p:tavLst>
                                        <p:tav tm="0">
                                          <p:val>
                                            <p:strVal val="0-#ppt_w/2"/>
                                          </p:val>
                                        </p:tav>
                                        <p:tav tm="100000">
                                          <p:val>
                                            <p:strVal val="#ppt_x"/>
                                          </p:val>
                                        </p:tav>
                                      </p:tavLst>
                                    </p:anim>
                                    <p:anim calcmode="lin" valueType="num">
                                      <p:cBhvr additive="base">
                                        <p:cTn id="8" dur="500" fill="hold"/>
                                        <p:tgtEl>
                                          <p:spTgt spid="1054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5476"/>
                                        </p:tgtEl>
                                        <p:attrNameLst>
                                          <p:attrName>style.visibility</p:attrName>
                                        </p:attrNameLst>
                                      </p:cBhvr>
                                      <p:to>
                                        <p:strVal val="visible"/>
                                      </p:to>
                                    </p:set>
                                    <p:anim calcmode="lin" valueType="num">
                                      <p:cBhvr additive="base">
                                        <p:cTn id="13" dur="500" fill="hold"/>
                                        <p:tgtEl>
                                          <p:spTgt spid="105476"/>
                                        </p:tgtEl>
                                        <p:attrNameLst>
                                          <p:attrName>ppt_x</p:attrName>
                                        </p:attrNameLst>
                                      </p:cBhvr>
                                      <p:tavLst>
                                        <p:tav tm="0">
                                          <p:val>
                                            <p:strVal val="0-#ppt_w/2"/>
                                          </p:val>
                                        </p:tav>
                                        <p:tav tm="100000">
                                          <p:val>
                                            <p:strVal val="#ppt_x"/>
                                          </p:val>
                                        </p:tav>
                                      </p:tavLst>
                                    </p:anim>
                                    <p:anim calcmode="lin" valueType="num">
                                      <p:cBhvr additive="base">
                                        <p:cTn id="14" dur="500" fill="hold"/>
                                        <p:tgtEl>
                                          <p:spTgt spid="10547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05477"/>
                                        </p:tgtEl>
                                        <p:attrNameLst>
                                          <p:attrName>style.visibility</p:attrName>
                                        </p:attrNameLst>
                                      </p:cBhvr>
                                      <p:to>
                                        <p:strVal val="visible"/>
                                      </p:to>
                                    </p:set>
                                    <p:anim calcmode="lin" valueType="num">
                                      <p:cBhvr additive="base">
                                        <p:cTn id="19" dur="500" fill="hold"/>
                                        <p:tgtEl>
                                          <p:spTgt spid="105477"/>
                                        </p:tgtEl>
                                        <p:attrNameLst>
                                          <p:attrName>ppt_x</p:attrName>
                                        </p:attrNameLst>
                                      </p:cBhvr>
                                      <p:tavLst>
                                        <p:tav tm="0">
                                          <p:val>
                                            <p:strVal val="0-#ppt_w/2"/>
                                          </p:val>
                                        </p:tav>
                                        <p:tav tm="100000">
                                          <p:val>
                                            <p:strVal val="#ppt_x"/>
                                          </p:val>
                                        </p:tav>
                                      </p:tavLst>
                                    </p:anim>
                                    <p:anim calcmode="lin" valueType="num">
                                      <p:cBhvr additive="base">
                                        <p:cTn id="20" dur="500" fill="hold"/>
                                        <p:tgtEl>
                                          <p:spTgt spid="10547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05478"/>
                                        </p:tgtEl>
                                        <p:attrNameLst>
                                          <p:attrName>style.visibility</p:attrName>
                                        </p:attrNameLst>
                                      </p:cBhvr>
                                      <p:to>
                                        <p:strVal val="visible"/>
                                      </p:to>
                                    </p:set>
                                    <p:animEffect transition="in" filter="blinds(horizontal)">
                                      <p:cBhvr>
                                        <p:cTn id="25" dur="500"/>
                                        <p:tgtEl>
                                          <p:spTgt spid="105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6"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3121" name="Group 77"/>
          <p:cNvGrpSpPr/>
          <p:nvPr/>
        </p:nvGrpSpPr>
        <p:grpSpPr>
          <a:xfrm>
            <a:off x="107950" y="1165225"/>
            <a:ext cx="9177338" cy="4002088"/>
            <a:chOff x="68" y="734"/>
            <a:chExt cx="5781" cy="2521"/>
          </a:xfrm>
        </p:grpSpPr>
        <p:sp>
          <p:nvSpPr>
            <p:cNvPr id="106498" name="Text Box 2"/>
            <p:cNvSpPr txBox="1">
              <a:spLocks noChangeArrowheads="1"/>
            </p:cNvSpPr>
            <p:nvPr/>
          </p:nvSpPr>
          <p:spPr bwMode="auto">
            <a:xfrm>
              <a:off x="1152" y="2928"/>
              <a:ext cx="3840" cy="327"/>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sz="28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四位二进制超前进位加法电路</a:t>
              </a:r>
              <a:endParaRPr kumimoji="1" lang="zh-CN" altLang="en-US" sz="24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33123" name="Line 4"/>
            <p:cNvSpPr/>
            <p:nvPr/>
          </p:nvSpPr>
          <p:spPr>
            <a:xfrm>
              <a:off x="1471" y="1502"/>
              <a:ext cx="0" cy="589"/>
            </a:xfrm>
            <a:prstGeom prst="line">
              <a:avLst/>
            </a:prstGeom>
            <a:ln w="9525" cap="flat" cmpd="sng">
              <a:solidFill>
                <a:schemeClr val="tx1"/>
              </a:solidFill>
              <a:prstDash val="solid"/>
              <a:round/>
              <a:headEnd type="none" w="med" len="med"/>
              <a:tailEnd type="none" w="med" len="med"/>
            </a:ln>
          </p:spPr>
        </p:sp>
        <p:sp>
          <p:nvSpPr>
            <p:cNvPr id="133124" name="Text Box 5"/>
            <p:cNvSpPr txBox="1"/>
            <p:nvPr/>
          </p:nvSpPr>
          <p:spPr>
            <a:xfrm>
              <a:off x="1144" y="2078"/>
              <a:ext cx="816"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P</a:t>
              </a:r>
              <a:r>
                <a:rPr lang="en-US" altLang="zh-CN" i="0" baseline="-25000" dirty="0">
                  <a:latin typeface="Times New Roman" panose="02020603050405020304" pitchFamily="18" charset="0"/>
                  <a:ea typeface="宋体" panose="02010600030101010101" pitchFamily="2" charset="-122"/>
                </a:rPr>
                <a:t>0</a:t>
              </a:r>
              <a:r>
                <a:rPr lang="en-US" altLang="zh-CN" i="0" dirty="0">
                  <a:latin typeface="Times New Roman" panose="02020603050405020304" pitchFamily="18" charset="0"/>
                  <a:ea typeface="宋体" panose="02010600030101010101" pitchFamily="2" charset="-122"/>
                </a:rPr>
                <a:t>G</a:t>
              </a:r>
              <a:r>
                <a:rPr lang="en-US" altLang="zh-CN" i="0" baseline="-25000" dirty="0">
                  <a:latin typeface="Times New Roman" panose="02020603050405020304" pitchFamily="18" charset="0"/>
                  <a:ea typeface="宋体" panose="02010600030101010101" pitchFamily="2" charset="-122"/>
                </a:rPr>
                <a:t>0</a:t>
              </a:r>
              <a:r>
                <a:rPr lang="en-US" altLang="zh-CN" i="0" dirty="0">
                  <a:latin typeface="Times New Roman" panose="02020603050405020304" pitchFamily="18" charset="0"/>
                  <a:ea typeface="宋体" panose="02010600030101010101" pitchFamily="2" charset="-122"/>
                </a:rPr>
                <a:t>C</a:t>
              </a:r>
              <a:r>
                <a:rPr lang="en-US" altLang="zh-CN" i="0" baseline="-25000" dirty="0">
                  <a:latin typeface="Times New Roman" panose="02020603050405020304" pitchFamily="18" charset="0"/>
                  <a:ea typeface="宋体" panose="02010600030101010101" pitchFamily="2" charset="-122"/>
                </a:rPr>
                <a:t>0</a:t>
              </a:r>
              <a:endParaRPr lang="en-US" altLang="zh-CN" i="0" baseline="-25000" dirty="0">
                <a:latin typeface="Times New Roman" panose="02020603050405020304" pitchFamily="18" charset="0"/>
                <a:ea typeface="宋体" panose="02010600030101010101" pitchFamily="2" charset="-122"/>
              </a:endParaRPr>
            </a:p>
          </p:txBody>
        </p:sp>
        <p:sp>
          <p:nvSpPr>
            <p:cNvPr id="133125" name="Text Box 6"/>
            <p:cNvSpPr txBox="1"/>
            <p:nvPr/>
          </p:nvSpPr>
          <p:spPr>
            <a:xfrm>
              <a:off x="4841" y="1694"/>
              <a:ext cx="52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33126" name="Text Box 7"/>
            <p:cNvSpPr txBox="1"/>
            <p:nvPr/>
          </p:nvSpPr>
          <p:spPr>
            <a:xfrm>
              <a:off x="3497" y="1694"/>
              <a:ext cx="52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133127" name="Text Box 8"/>
            <p:cNvSpPr txBox="1"/>
            <p:nvPr/>
          </p:nvSpPr>
          <p:spPr>
            <a:xfrm>
              <a:off x="2056" y="1694"/>
              <a:ext cx="52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33128" name="Text Box 9"/>
            <p:cNvSpPr txBox="1"/>
            <p:nvPr/>
          </p:nvSpPr>
          <p:spPr>
            <a:xfrm>
              <a:off x="712" y="1742"/>
              <a:ext cx="52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33129" name="Text Box 10"/>
            <p:cNvSpPr txBox="1"/>
            <p:nvPr/>
          </p:nvSpPr>
          <p:spPr>
            <a:xfrm>
              <a:off x="376" y="734"/>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0 </a:t>
              </a:r>
              <a:r>
                <a:rPr lang="en-US" altLang="zh-CN" sz="2400" i="0" dirty="0">
                  <a:latin typeface="Times New Roman" panose="02020603050405020304" pitchFamily="18" charset="0"/>
                  <a:ea typeface="宋体" panose="02010600030101010101" pitchFamily="2" charset="-122"/>
                </a:rPr>
                <a:t> B</a:t>
              </a:r>
              <a:r>
                <a:rPr lang="en-US" altLang="zh-CN" sz="24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33130" name="Text Box 11"/>
            <p:cNvSpPr txBox="1"/>
            <p:nvPr/>
          </p:nvSpPr>
          <p:spPr>
            <a:xfrm>
              <a:off x="1768" y="734"/>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1 </a:t>
              </a:r>
              <a:r>
                <a:rPr lang="en-US" altLang="zh-CN" sz="2400" i="0" dirty="0">
                  <a:latin typeface="Times New Roman" panose="02020603050405020304" pitchFamily="18" charset="0"/>
                  <a:ea typeface="宋体" panose="02010600030101010101" pitchFamily="2" charset="-122"/>
                </a:rPr>
                <a:t> B</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33131" name="Text Box 12"/>
            <p:cNvSpPr txBox="1"/>
            <p:nvPr/>
          </p:nvSpPr>
          <p:spPr>
            <a:xfrm>
              <a:off x="3113" y="734"/>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2</a:t>
              </a:r>
              <a:r>
                <a:rPr lang="en-US" altLang="zh-CN" sz="2400" i="0" dirty="0">
                  <a:latin typeface="Times New Roman" panose="02020603050405020304" pitchFamily="18" charset="0"/>
                  <a:ea typeface="宋体" panose="02010600030101010101" pitchFamily="2" charset="-122"/>
                </a:rPr>
                <a:t>  B</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133132" name="Text Box 13"/>
            <p:cNvSpPr txBox="1"/>
            <p:nvPr/>
          </p:nvSpPr>
          <p:spPr>
            <a:xfrm>
              <a:off x="4457" y="734"/>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3</a:t>
              </a:r>
              <a:r>
                <a:rPr lang="en-US" altLang="zh-CN" sz="2400" i="0" dirty="0">
                  <a:latin typeface="Times New Roman" panose="02020603050405020304" pitchFamily="18" charset="0"/>
                  <a:ea typeface="宋体" panose="02010600030101010101" pitchFamily="2" charset="-122"/>
                </a:rPr>
                <a:t>  B</a:t>
              </a:r>
              <a:r>
                <a:rPr lang="en-US" altLang="zh-CN" sz="2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grpSp>
          <p:nvGrpSpPr>
            <p:cNvPr id="133133" name="Group 14"/>
            <p:cNvGrpSpPr/>
            <p:nvPr/>
          </p:nvGrpSpPr>
          <p:grpSpPr>
            <a:xfrm>
              <a:off x="223" y="1016"/>
              <a:ext cx="1161" cy="1062"/>
              <a:chOff x="240" y="637"/>
              <a:chExt cx="1161" cy="1062"/>
            </a:xfrm>
          </p:grpSpPr>
          <p:sp>
            <p:nvSpPr>
              <p:cNvPr id="133134" name="Line 15"/>
              <p:cNvSpPr/>
              <p:nvPr/>
            </p:nvSpPr>
            <p:spPr>
              <a:xfrm>
                <a:off x="528" y="637"/>
                <a:ext cx="0" cy="227"/>
              </a:xfrm>
              <a:prstGeom prst="line">
                <a:avLst/>
              </a:prstGeom>
              <a:ln w="9525" cap="flat" cmpd="sng">
                <a:solidFill>
                  <a:schemeClr val="tx1"/>
                </a:solidFill>
                <a:prstDash val="solid"/>
                <a:round/>
                <a:headEnd type="none" w="med" len="med"/>
                <a:tailEnd type="triangle" w="lg" len="lg"/>
              </a:ln>
            </p:spPr>
          </p:sp>
          <p:grpSp>
            <p:nvGrpSpPr>
              <p:cNvPr id="133135" name="Group 16"/>
              <p:cNvGrpSpPr/>
              <p:nvPr/>
            </p:nvGrpSpPr>
            <p:grpSpPr>
              <a:xfrm>
                <a:off x="240" y="864"/>
                <a:ext cx="907" cy="453"/>
                <a:chOff x="240" y="864"/>
                <a:chExt cx="907" cy="453"/>
              </a:xfrm>
            </p:grpSpPr>
            <p:sp>
              <p:nvSpPr>
                <p:cNvPr id="133136" name="Rectangle 17"/>
                <p:cNvSpPr/>
                <p:nvPr/>
              </p:nvSpPr>
              <p:spPr>
                <a:xfrm>
                  <a:off x="240" y="864"/>
                  <a:ext cx="907" cy="453"/>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3137" name="Text Box 18"/>
                <p:cNvSpPr txBox="1"/>
                <p:nvPr/>
              </p:nvSpPr>
              <p:spPr>
                <a:xfrm>
                  <a:off x="288" y="960"/>
                  <a:ext cx="768" cy="288"/>
                </a:xfrm>
                <a:prstGeom prst="rect">
                  <a:avLst/>
                </a:prstGeom>
                <a:noFill/>
                <a:ln w="9525">
                  <a:noFill/>
                </a:ln>
              </p:spPr>
              <p:txBody>
                <a:bodyPr anchor="t" anchorCtr="0">
                  <a:spAutoFit/>
                </a:bodyPr>
                <a:p>
                  <a:pPr algn="ctr">
                    <a:spcBef>
                      <a:spcPct val="50000"/>
                    </a:spcBef>
                  </a:pPr>
                  <a:r>
                    <a:rPr lang="zh-CN" altLang="en-US" sz="2400" i="0" dirty="0">
                      <a:latin typeface="Times New Roman" panose="02020603050405020304" pitchFamily="18" charset="0"/>
                      <a:ea typeface="宋体" panose="02010600030101010101" pitchFamily="2" charset="-122"/>
                    </a:rPr>
                    <a:t>全加器</a:t>
                  </a:r>
                  <a:endParaRPr lang="zh-CN" altLang="en-US" sz="2400" i="0" dirty="0">
                    <a:latin typeface="Times New Roman" panose="02020603050405020304" pitchFamily="18" charset="0"/>
                    <a:ea typeface="宋体" panose="02010600030101010101" pitchFamily="2" charset="-122"/>
                  </a:endParaRPr>
                </a:p>
              </p:txBody>
            </p:sp>
          </p:grpSp>
          <p:sp>
            <p:nvSpPr>
              <p:cNvPr id="133138" name="Line 19"/>
              <p:cNvSpPr/>
              <p:nvPr/>
            </p:nvSpPr>
            <p:spPr>
              <a:xfrm>
                <a:off x="816" y="637"/>
                <a:ext cx="0" cy="227"/>
              </a:xfrm>
              <a:prstGeom prst="line">
                <a:avLst/>
              </a:prstGeom>
              <a:ln w="9525" cap="flat" cmpd="sng">
                <a:solidFill>
                  <a:schemeClr val="tx1"/>
                </a:solidFill>
                <a:prstDash val="solid"/>
                <a:round/>
                <a:headEnd type="none" w="med" len="med"/>
                <a:tailEnd type="triangle" w="lg" len="lg"/>
              </a:ln>
            </p:spPr>
          </p:sp>
          <p:sp>
            <p:nvSpPr>
              <p:cNvPr id="133139" name="Line 20"/>
              <p:cNvSpPr/>
              <p:nvPr/>
            </p:nvSpPr>
            <p:spPr>
              <a:xfrm>
                <a:off x="672" y="1309"/>
                <a:ext cx="0" cy="227"/>
              </a:xfrm>
              <a:prstGeom prst="line">
                <a:avLst/>
              </a:prstGeom>
              <a:ln w="9525" cap="flat" cmpd="sng">
                <a:solidFill>
                  <a:schemeClr val="tx1"/>
                </a:solidFill>
                <a:prstDash val="solid"/>
                <a:round/>
                <a:headEnd type="none" w="med" len="med"/>
                <a:tailEnd type="triangle" w="lg" len="lg"/>
              </a:ln>
            </p:spPr>
          </p:sp>
          <p:sp>
            <p:nvSpPr>
              <p:cNvPr id="133140" name="Line 21"/>
              <p:cNvSpPr/>
              <p:nvPr/>
            </p:nvSpPr>
            <p:spPr>
              <a:xfrm>
                <a:off x="1296" y="1200"/>
                <a:ext cx="0" cy="499"/>
              </a:xfrm>
              <a:prstGeom prst="line">
                <a:avLst/>
              </a:prstGeom>
              <a:ln w="9525" cap="flat" cmpd="sng">
                <a:solidFill>
                  <a:schemeClr val="tx1"/>
                </a:solidFill>
                <a:prstDash val="solid"/>
                <a:round/>
                <a:headEnd type="none" w="med" len="med"/>
                <a:tailEnd type="triangle" w="lg" len="lg"/>
              </a:ln>
            </p:spPr>
          </p:sp>
          <p:sp>
            <p:nvSpPr>
              <p:cNvPr id="133141" name="Line 22"/>
              <p:cNvSpPr/>
              <p:nvPr/>
            </p:nvSpPr>
            <p:spPr>
              <a:xfrm>
                <a:off x="1392" y="1008"/>
                <a:ext cx="0" cy="680"/>
              </a:xfrm>
              <a:prstGeom prst="line">
                <a:avLst/>
              </a:prstGeom>
              <a:ln w="9525" cap="flat" cmpd="sng">
                <a:solidFill>
                  <a:schemeClr val="tx1"/>
                </a:solidFill>
                <a:prstDash val="solid"/>
                <a:round/>
                <a:headEnd type="none" w="med" len="med"/>
                <a:tailEnd type="triangle" w="lg" len="lg"/>
              </a:ln>
            </p:spPr>
          </p:sp>
          <p:sp>
            <p:nvSpPr>
              <p:cNvPr id="133142" name="Line 23"/>
              <p:cNvSpPr/>
              <p:nvPr/>
            </p:nvSpPr>
            <p:spPr>
              <a:xfrm>
                <a:off x="1152" y="1008"/>
                <a:ext cx="249" cy="0"/>
              </a:xfrm>
              <a:prstGeom prst="line">
                <a:avLst/>
              </a:prstGeom>
              <a:ln w="9525" cap="flat" cmpd="sng">
                <a:solidFill>
                  <a:schemeClr val="tx1"/>
                </a:solidFill>
                <a:prstDash val="solid"/>
                <a:round/>
                <a:headEnd type="none" w="med" len="med"/>
                <a:tailEnd type="none" w="med" len="med"/>
              </a:ln>
            </p:spPr>
          </p:sp>
          <p:sp>
            <p:nvSpPr>
              <p:cNvPr id="133143" name="Line 24"/>
              <p:cNvSpPr/>
              <p:nvPr/>
            </p:nvSpPr>
            <p:spPr>
              <a:xfrm>
                <a:off x="1152" y="1200"/>
                <a:ext cx="159" cy="0"/>
              </a:xfrm>
              <a:prstGeom prst="line">
                <a:avLst/>
              </a:prstGeom>
              <a:ln w="9525" cap="flat" cmpd="sng">
                <a:solidFill>
                  <a:schemeClr val="tx1"/>
                </a:solidFill>
                <a:prstDash val="solid"/>
                <a:round/>
                <a:headEnd type="none" w="med" len="med"/>
                <a:tailEnd type="none" w="med" len="med"/>
              </a:ln>
            </p:spPr>
          </p:sp>
        </p:grpSp>
        <p:grpSp>
          <p:nvGrpSpPr>
            <p:cNvPr id="133144" name="Group 25"/>
            <p:cNvGrpSpPr/>
            <p:nvPr/>
          </p:nvGrpSpPr>
          <p:grpSpPr>
            <a:xfrm>
              <a:off x="1615" y="1016"/>
              <a:ext cx="1161" cy="1062"/>
              <a:chOff x="240" y="637"/>
              <a:chExt cx="1161" cy="1062"/>
            </a:xfrm>
          </p:grpSpPr>
          <p:sp>
            <p:nvSpPr>
              <p:cNvPr id="133145" name="Line 26"/>
              <p:cNvSpPr/>
              <p:nvPr/>
            </p:nvSpPr>
            <p:spPr>
              <a:xfrm>
                <a:off x="528" y="637"/>
                <a:ext cx="0" cy="227"/>
              </a:xfrm>
              <a:prstGeom prst="line">
                <a:avLst/>
              </a:prstGeom>
              <a:ln w="9525" cap="flat" cmpd="sng">
                <a:solidFill>
                  <a:schemeClr val="tx1"/>
                </a:solidFill>
                <a:prstDash val="solid"/>
                <a:round/>
                <a:headEnd type="none" w="med" len="med"/>
                <a:tailEnd type="triangle" w="lg" len="lg"/>
              </a:ln>
            </p:spPr>
          </p:sp>
          <p:grpSp>
            <p:nvGrpSpPr>
              <p:cNvPr id="133146" name="Group 27"/>
              <p:cNvGrpSpPr/>
              <p:nvPr/>
            </p:nvGrpSpPr>
            <p:grpSpPr>
              <a:xfrm>
                <a:off x="240" y="864"/>
                <a:ext cx="907" cy="453"/>
                <a:chOff x="240" y="864"/>
                <a:chExt cx="907" cy="453"/>
              </a:xfrm>
            </p:grpSpPr>
            <p:sp>
              <p:nvSpPr>
                <p:cNvPr id="133147" name="Rectangle 28"/>
                <p:cNvSpPr/>
                <p:nvPr/>
              </p:nvSpPr>
              <p:spPr>
                <a:xfrm>
                  <a:off x="240" y="864"/>
                  <a:ext cx="907" cy="453"/>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3148" name="Text Box 29"/>
                <p:cNvSpPr txBox="1"/>
                <p:nvPr/>
              </p:nvSpPr>
              <p:spPr>
                <a:xfrm>
                  <a:off x="288" y="960"/>
                  <a:ext cx="768" cy="288"/>
                </a:xfrm>
                <a:prstGeom prst="rect">
                  <a:avLst/>
                </a:prstGeom>
                <a:noFill/>
                <a:ln w="9525">
                  <a:noFill/>
                </a:ln>
              </p:spPr>
              <p:txBody>
                <a:bodyPr anchor="t" anchorCtr="0">
                  <a:spAutoFit/>
                </a:bodyPr>
                <a:p>
                  <a:pPr algn="ctr">
                    <a:spcBef>
                      <a:spcPct val="50000"/>
                    </a:spcBef>
                  </a:pPr>
                  <a:r>
                    <a:rPr lang="zh-CN" altLang="en-US" sz="2400" i="0" dirty="0">
                      <a:latin typeface="Times New Roman" panose="02020603050405020304" pitchFamily="18" charset="0"/>
                      <a:ea typeface="宋体" panose="02010600030101010101" pitchFamily="2" charset="-122"/>
                    </a:rPr>
                    <a:t>全加器</a:t>
                  </a:r>
                  <a:endParaRPr lang="zh-CN" altLang="en-US" sz="2400" i="0" dirty="0">
                    <a:latin typeface="Times New Roman" panose="02020603050405020304" pitchFamily="18" charset="0"/>
                    <a:ea typeface="宋体" panose="02010600030101010101" pitchFamily="2" charset="-122"/>
                  </a:endParaRPr>
                </a:p>
              </p:txBody>
            </p:sp>
          </p:grpSp>
          <p:sp>
            <p:nvSpPr>
              <p:cNvPr id="133149" name="Line 30"/>
              <p:cNvSpPr/>
              <p:nvPr/>
            </p:nvSpPr>
            <p:spPr>
              <a:xfrm>
                <a:off x="816" y="637"/>
                <a:ext cx="0" cy="227"/>
              </a:xfrm>
              <a:prstGeom prst="line">
                <a:avLst/>
              </a:prstGeom>
              <a:ln w="9525" cap="flat" cmpd="sng">
                <a:solidFill>
                  <a:schemeClr val="tx1"/>
                </a:solidFill>
                <a:prstDash val="solid"/>
                <a:round/>
                <a:headEnd type="none" w="med" len="med"/>
                <a:tailEnd type="triangle" w="lg" len="lg"/>
              </a:ln>
            </p:spPr>
          </p:sp>
          <p:sp>
            <p:nvSpPr>
              <p:cNvPr id="133150" name="Line 31"/>
              <p:cNvSpPr/>
              <p:nvPr/>
            </p:nvSpPr>
            <p:spPr>
              <a:xfrm>
                <a:off x="672" y="1309"/>
                <a:ext cx="0" cy="227"/>
              </a:xfrm>
              <a:prstGeom prst="line">
                <a:avLst/>
              </a:prstGeom>
              <a:ln w="9525" cap="flat" cmpd="sng">
                <a:solidFill>
                  <a:schemeClr val="tx1"/>
                </a:solidFill>
                <a:prstDash val="solid"/>
                <a:round/>
                <a:headEnd type="none" w="med" len="med"/>
                <a:tailEnd type="triangle" w="lg" len="lg"/>
              </a:ln>
            </p:spPr>
          </p:sp>
          <p:sp>
            <p:nvSpPr>
              <p:cNvPr id="133151" name="Line 32"/>
              <p:cNvSpPr/>
              <p:nvPr/>
            </p:nvSpPr>
            <p:spPr>
              <a:xfrm>
                <a:off x="1296" y="1200"/>
                <a:ext cx="0" cy="499"/>
              </a:xfrm>
              <a:prstGeom prst="line">
                <a:avLst/>
              </a:prstGeom>
              <a:ln w="9525" cap="flat" cmpd="sng">
                <a:solidFill>
                  <a:schemeClr val="tx1"/>
                </a:solidFill>
                <a:prstDash val="solid"/>
                <a:round/>
                <a:headEnd type="none" w="med" len="med"/>
                <a:tailEnd type="triangle" w="lg" len="lg"/>
              </a:ln>
            </p:spPr>
          </p:sp>
          <p:sp>
            <p:nvSpPr>
              <p:cNvPr id="133152" name="Line 33"/>
              <p:cNvSpPr/>
              <p:nvPr/>
            </p:nvSpPr>
            <p:spPr>
              <a:xfrm>
                <a:off x="1392" y="1008"/>
                <a:ext cx="0" cy="680"/>
              </a:xfrm>
              <a:prstGeom prst="line">
                <a:avLst/>
              </a:prstGeom>
              <a:ln w="9525" cap="flat" cmpd="sng">
                <a:solidFill>
                  <a:schemeClr val="tx1"/>
                </a:solidFill>
                <a:prstDash val="solid"/>
                <a:round/>
                <a:headEnd type="none" w="med" len="med"/>
                <a:tailEnd type="triangle" w="lg" len="lg"/>
              </a:ln>
            </p:spPr>
          </p:sp>
          <p:sp>
            <p:nvSpPr>
              <p:cNvPr id="133153" name="Line 34"/>
              <p:cNvSpPr/>
              <p:nvPr/>
            </p:nvSpPr>
            <p:spPr>
              <a:xfrm>
                <a:off x="1152" y="1008"/>
                <a:ext cx="249" cy="0"/>
              </a:xfrm>
              <a:prstGeom prst="line">
                <a:avLst/>
              </a:prstGeom>
              <a:ln w="9525" cap="flat" cmpd="sng">
                <a:solidFill>
                  <a:schemeClr val="tx1"/>
                </a:solidFill>
                <a:prstDash val="solid"/>
                <a:round/>
                <a:headEnd type="none" w="med" len="med"/>
                <a:tailEnd type="none" w="med" len="med"/>
              </a:ln>
            </p:spPr>
          </p:sp>
          <p:sp>
            <p:nvSpPr>
              <p:cNvPr id="133154" name="Line 35"/>
              <p:cNvSpPr/>
              <p:nvPr/>
            </p:nvSpPr>
            <p:spPr>
              <a:xfrm>
                <a:off x="1152" y="1200"/>
                <a:ext cx="159" cy="0"/>
              </a:xfrm>
              <a:prstGeom prst="line">
                <a:avLst/>
              </a:prstGeom>
              <a:ln w="9525" cap="flat" cmpd="sng">
                <a:solidFill>
                  <a:schemeClr val="tx1"/>
                </a:solidFill>
                <a:prstDash val="solid"/>
                <a:round/>
                <a:headEnd type="none" w="med" len="med"/>
                <a:tailEnd type="none" w="med" len="med"/>
              </a:ln>
            </p:spPr>
          </p:sp>
        </p:grpSp>
        <p:grpSp>
          <p:nvGrpSpPr>
            <p:cNvPr id="133155" name="Group 36"/>
            <p:cNvGrpSpPr/>
            <p:nvPr/>
          </p:nvGrpSpPr>
          <p:grpSpPr>
            <a:xfrm>
              <a:off x="3008" y="1016"/>
              <a:ext cx="1161" cy="1062"/>
              <a:chOff x="240" y="637"/>
              <a:chExt cx="1161" cy="1062"/>
            </a:xfrm>
          </p:grpSpPr>
          <p:sp>
            <p:nvSpPr>
              <p:cNvPr id="133156" name="Line 37"/>
              <p:cNvSpPr/>
              <p:nvPr/>
            </p:nvSpPr>
            <p:spPr>
              <a:xfrm>
                <a:off x="528" y="637"/>
                <a:ext cx="0" cy="227"/>
              </a:xfrm>
              <a:prstGeom prst="line">
                <a:avLst/>
              </a:prstGeom>
              <a:ln w="9525" cap="flat" cmpd="sng">
                <a:solidFill>
                  <a:schemeClr val="tx1"/>
                </a:solidFill>
                <a:prstDash val="solid"/>
                <a:round/>
                <a:headEnd type="none" w="med" len="med"/>
                <a:tailEnd type="triangle" w="lg" len="lg"/>
              </a:ln>
            </p:spPr>
          </p:sp>
          <p:grpSp>
            <p:nvGrpSpPr>
              <p:cNvPr id="133157" name="Group 38"/>
              <p:cNvGrpSpPr/>
              <p:nvPr/>
            </p:nvGrpSpPr>
            <p:grpSpPr>
              <a:xfrm>
                <a:off x="240" y="864"/>
                <a:ext cx="907" cy="453"/>
                <a:chOff x="240" y="864"/>
                <a:chExt cx="907" cy="453"/>
              </a:xfrm>
            </p:grpSpPr>
            <p:sp>
              <p:nvSpPr>
                <p:cNvPr id="133158" name="Rectangle 39"/>
                <p:cNvSpPr/>
                <p:nvPr/>
              </p:nvSpPr>
              <p:spPr>
                <a:xfrm>
                  <a:off x="240" y="864"/>
                  <a:ext cx="907" cy="453"/>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3159" name="Text Box 40"/>
                <p:cNvSpPr txBox="1"/>
                <p:nvPr/>
              </p:nvSpPr>
              <p:spPr>
                <a:xfrm>
                  <a:off x="288" y="960"/>
                  <a:ext cx="768" cy="288"/>
                </a:xfrm>
                <a:prstGeom prst="rect">
                  <a:avLst/>
                </a:prstGeom>
                <a:noFill/>
                <a:ln w="9525">
                  <a:noFill/>
                </a:ln>
              </p:spPr>
              <p:txBody>
                <a:bodyPr anchor="t" anchorCtr="0">
                  <a:spAutoFit/>
                </a:bodyPr>
                <a:p>
                  <a:pPr algn="ctr">
                    <a:spcBef>
                      <a:spcPct val="50000"/>
                    </a:spcBef>
                  </a:pPr>
                  <a:r>
                    <a:rPr lang="zh-CN" altLang="en-US" sz="2400" i="0" dirty="0">
                      <a:latin typeface="Times New Roman" panose="02020603050405020304" pitchFamily="18" charset="0"/>
                      <a:ea typeface="宋体" panose="02010600030101010101" pitchFamily="2" charset="-122"/>
                    </a:rPr>
                    <a:t>全加器</a:t>
                  </a:r>
                  <a:endParaRPr lang="zh-CN" altLang="en-US" sz="2400" i="0" dirty="0">
                    <a:latin typeface="Times New Roman" panose="02020603050405020304" pitchFamily="18" charset="0"/>
                    <a:ea typeface="宋体" panose="02010600030101010101" pitchFamily="2" charset="-122"/>
                  </a:endParaRPr>
                </a:p>
              </p:txBody>
            </p:sp>
          </p:grpSp>
          <p:sp>
            <p:nvSpPr>
              <p:cNvPr id="133160" name="Line 41"/>
              <p:cNvSpPr/>
              <p:nvPr/>
            </p:nvSpPr>
            <p:spPr>
              <a:xfrm>
                <a:off x="816" y="637"/>
                <a:ext cx="0" cy="227"/>
              </a:xfrm>
              <a:prstGeom prst="line">
                <a:avLst/>
              </a:prstGeom>
              <a:ln w="9525" cap="flat" cmpd="sng">
                <a:solidFill>
                  <a:schemeClr val="tx1"/>
                </a:solidFill>
                <a:prstDash val="solid"/>
                <a:round/>
                <a:headEnd type="none" w="med" len="med"/>
                <a:tailEnd type="triangle" w="lg" len="lg"/>
              </a:ln>
            </p:spPr>
          </p:sp>
          <p:sp>
            <p:nvSpPr>
              <p:cNvPr id="133161" name="Line 42"/>
              <p:cNvSpPr/>
              <p:nvPr/>
            </p:nvSpPr>
            <p:spPr>
              <a:xfrm>
                <a:off x="672" y="1309"/>
                <a:ext cx="0" cy="227"/>
              </a:xfrm>
              <a:prstGeom prst="line">
                <a:avLst/>
              </a:prstGeom>
              <a:ln w="9525" cap="flat" cmpd="sng">
                <a:solidFill>
                  <a:schemeClr val="tx1"/>
                </a:solidFill>
                <a:prstDash val="solid"/>
                <a:round/>
                <a:headEnd type="none" w="med" len="med"/>
                <a:tailEnd type="triangle" w="lg" len="lg"/>
              </a:ln>
            </p:spPr>
          </p:sp>
          <p:sp>
            <p:nvSpPr>
              <p:cNvPr id="133162" name="Line 43"/>
              <p:cNvSpPr/>
              <p:nvPr/>
            </p:nvSpPr>
            <p:spPr>
              <a:xfrm>
                <a:off x="1296" y="1200"/>
                <a:ext cx="0" cy="499"/>
              </a:xfrm>
              <a:prstGeom prst="line">
                <a:avLst/>
              </a:prstGeom>
              <a:ln w="9525" cap="flat" cmpd="sng">
                <a:solidFill>
                  <a:schemeClr val="tx1"/>
                </a:solidFill>
                <a:prstDash val="solid"/>
                <a:round/>
                <a:headEnd type="none" w="med" len="med"/>
                <a:tailEnd type="triangle" w="lg" len="lg"/>
              </a:ln>
            </p:spPr>
          </p:sp>
          <p:sp>
            <p:nvSpPr>
              <p:cNvPr id="133163" name="Line 44"/>
              <p:cNvSpPr/>
              <p:nvPr/>
            </p:nvSpPr>
            <p:spPr>
              <a:xfrm>
                <a:off x="1392" y="1008"/>
                <a:ext cx="0" cy="680"/>
              </a:xfrm>
              <a:prstGeom prst="line">
                <a:avLst/>
              </a:prstGeom>
              <a:ln w="9525" cap="flat" cmpd="sng">
                <a:solidFill>
                  <a:schemeClr val="tx1"/>
                </a:solidFill>
                <a:prstDash val="solid"/>
                <a:round/>
                <a:headEnd type="none" w="med" len="med"/>
                <a:tailEnd type="triangle" w="lg" len="lg"/>
              </a:ln>
            </p:spPr>
          </p:sp>
          <p:sp>
            <p:nvSpPr>
              <p:cNvPr id="133164" name="Line 45"/>
              <p:cNvSpPr/>
              <p:nvPr/>
            </p:nvSpPr>
            <p:spPr>
              <a:xfrm>
                <a:off x="1152" y="1008"/>
                <a:ext cx="249" cy="0"/>
              </a:xfrm>
              <a:prstGeom prst="line">
                <a:avLst/>
              </a:prstGeom>
              <a:ln w="9525" cap="flat" cmpd="sng">
                <a:solidFill>
                  <a:schemeClr val="tx1"/>
                </a:solidFill>
                <a:prstDash val="solid"/>
                <a:round/>
                <a:headEnd type="none" w="med" len="med"/>
                <a:tailEnd type="none" w="med" len="med"/>
              </a:ln>
            </p:spPr>
          </p:sp>
          <p:sp>
            <p:nvSpPr>
              <p:cNvPr id="133165" name="Line 46"/>
              <p:cNvSpPr/>
              <p:nvPr/>
            </p:nvSpPr>
            <p:spPr>
              <a:xfrm>
                <a:off x="1152" y="1200"/>
                <a:ext cx="159" cy="0"/>
              </a:xfrm>
              <a:prstGeom prst="line">
                <a:avLst/>
              </a:prstGeom>
              <a:ln w="9525" cap="flat" cmpd="sng">
                <a:solidFill>
                  <a:schemeClr val="tx1"/>
                </a:solidFill>
                <a:prstDash val="solid"/>
                <a:round/>
                <a:headEnd type="none" w="med" len="med"/>
                <a:tailEnd type="none" w="med" len="med"/>
              </a:ln>
            </p:spPr>
          </p:sp>
        </p:grpSp>
        <p:grpSp>
          <p:nvGrpSpPr>
            <p:cNvPr id="133166" name="Group 47"/>
            <p:cNvGrpSpPr/>
            <p:nvPr/>
          </p:nvGrpSpPr>
          <p:grpSpPr>
            <a:xfrm>
              <a:off x="4352" y="1016"/>
              <a:ext cx="1161" cy="1062"/>
              <a:chOff x="240" y="637"/>
              <a:chExt cx="1161" cy="1062"/>
            </a:xfrm>
          </p:grpSpPr>
          <p:sp>
            <p:nvSpPr>
              <p:cNvPr id="133167" name="Line 48"/>
              <p:cNvSpPr/>
              <p:nvPr/>
            </p:nvSpPr>
            <p:spPr>
              <a:xfrm>
                <a:off x="528" y="637"/>
                <a:ext cx="0" cy="227"/>
              </a:xfrm>
              <a:prstGeom prst="line">
                <a:avLst/>
              </a:prstGeom>
              <a:ln w="9525" cap="flat" cmpd="sng">
                <a:solidFill>
                  <a:schemeClr val="tx1"/>
                </a:solidFill>
                <a:prstDash val="solid"/>
                <a:round/>
                <a:headEnd type="none" w="med" len="med"/>
                <a:tailEnd type="triangle" w="lg" len="lg"/>
              </a:ln>
            </p:spPr>
          </p:sp>
          <p:grpSp>
            <p:nvGrpSpPr>
              <p:cNvPr id="133168" name="Group 49"/>
              <p:cNvGrpSpPr/>
              <p:nvPr/>
            </p:nvGrpSpPr>
            <p:grpSpPr>
              <a:xfrm>
                <a:off x="240" y="864"/>
                <a:ext cx="907" cy="453"/>
                <a:chOff x="240" y="864"/>
                <a:chExt cx="907" cy="453"/>
              </a:xfrm>
            </p:grpSpPr>
            <p:sp>
              <p:nvSpPr>
                <p:cNvPr id="133169" name="Rectangle 50"/>
                <p:cNvSpPr/>
                <p:nvPr/>
              </p:nvSpPr>
              <p:spPr>
                <a:xfrm>
                  <a:off x="240" y="864"/>
                  <a:ext cx="907" cy="453"/>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3170" name="Text Box 51"/>
                <p:cNvSpPr txBox="1"/>
                <p:nvPr/>
              </p:nvSpPr>
              <p:spPr>
                <a:xfrm>
                  <a:off x="288" y="960"/>
                  <a:ext cx="768" cy="288"/>
                </a:xfrm>
                <a:prstGeom prst="rect">
                  <a:avLst/>
                </a:prstGeom>
                <a:noFill/>
                <a:ln w="9525">
                  <a:noFill/>
                </a:ln>
              </p:spPr>
              <p:txBody>
                <a:bodyPr anchor="t" anchorCtr="0">
                  <a:spAutoFit/>
                </a:bodyPr>
                <a:p>
                  <a:pPr algn="ctr">
                    <a:spcBef>
                      <a:spcPct val="50000"/>
                    </a:spcBef>
                  </a:pPr>
                  <a:r>
                    <a:rPr lang="zh-CN" altLang="en-US" sz="2400" i="0" dirty="0">
                      <a:latin typeface="Times New Roman" panose="02020603050405020304" pitchFamily="18" charset="0"/>
                      <a:ea typeface="宋体" panose="02010600030101010101" pitchFamily="2" charset="-122"/>
                    </a:rPr>
                    <a:t>全加器</a:t>
                  </a:r>
                  <a:endParaRPr lang="zh-CN" altLang="en-US" sz="2400" i="0" dirty="0">
                    <a:latin typeface="Times New Roman" panose="02020603050405020304" pitchFamily="18" charset="0"/>
                    <a:ea typeface="宋体" panose="02010600030101010101" pitchFamily="2" charset="-122"/>
                  </a:endParaRPr>
                </a:p>
              </p:txBody>
            </p:sp>
          </p:grpSp>
          <p:sp>
            <p:nvSpPr>
              <p:cNvPr id="133171" name="Line 52"/>
              <p:cNvSpPr/>
              <p:nvPr/>
            </p:nvSpPr>
            <p:spPr>
              <a:xfrm>
                <a:off x="816" y="637"/>
                <a:ext cx="0" cy="227"/>
              </a:xfrm>
              <a:prstGeom prst="line">
                <a:avLst/>
              </a:prstGeom>
              <a:ln w="9525" cap="flat" cmpd="sng">
                <a:solidFill>
                  <a:schemeClr val="tx1"/>
                </a:solidFill>
                <a:prstDash val="solid"/>
                <a:round/>
                <a:headEnd type="none" w="med" len="med"/>
                <a:tailEnd type="triangle" w="lg" len="lg"/>
              </a:ln>
            </p:spPr>
          </p:sp>
          <p:sp>
            <p:nvSpPr>
              <p:cNvPr id="133172" name="Line 53"/>
              <p:cNvSpPr/>
              <p:nvPr/>
            </p:nvSpPr>
            <p:spPr>
              <a:xfrm>
                <a:off x="672" y="1309"/>
                <a:ext cx="0" cy="227"/>
              </a:xfrm>
              <a:prstGeom prst="line">
                <a:avLst/>
              </a:prstGeom>
              <a:ln w="9525" cap="flat" cmpd="sng">
                <a:solidFill>
                  <a:schemeClr val="tx1"/>
                </a:solidFill>
                <a:prstDash val="solid"/>
                <a:round/>
                <a:headEnd type="none" w="med" len="med"/>
                <a:tailEnd type="triangle" w="lg" len="lg"/>
              </a:ln>
            </p:spPr>
          </p:sp>
          <p:sp>
            <p:nvSpPr>
              <p:cNvPr id="133173" name="Line 54"/>
              <p:cNvSpPr/>
              <p:nvPr/>
            </p:nvSpPr>
            <p:spPr>
              <a:xfrm>
                <a:off x="1296" y="1200"/>
                <a:ext cx="0" cy="499"/>
              </a:xfrm>
              <a:prstGeom prst="line">
                <a:avLst/>
              </a:prstGeom>
              <a:ln w="9525" cap="flat" cmpd="sng">
                <a:solidFill>
                  <a:schemeClr val="tx1"/>
                </a:solidFill>
                <a:prstDash val="solid"/>
                <a:round/>
                <a:headEnd type="none" w="med" len="med"/>
                <a:tailEnd type="triangle" w="lg" len="lg"/>
              </a:ln>
            </p:spPr>
          </p:sp>
          <p:sp>
            <p:nvSpPr>
              <p:cNvPr id="133174" name="Line 55"/>
              <p:cNvSpPr/>
              <p:nvPr/>
            </p:nvSpPr>
            <p:spPr>
              <a:xfrm>
                <a:off x="1392" y="1008"/>
                <a:ext cx="0" cy="680"/>
              </a:xfrm>
              <a:prstGeom prst="line">
                <a:avLst/>
              </a:prstGeom>
              <a:ln w="9525" cap="flat" cmpd="sng">
                <a:solidFill>
                  <a:schemeClr val="tx1"/>
                </a:solidFill>
                <a:prstDash val="solid"/>
                <a:round/>
                <a:headEnd type="none" w="med" len="med"/>
                <a:tailEnd type="triangle" w="lg" len="lg"/>
              </a:ln>
            </p:spPr>
          </p:sp>
          <p:sp>
            <p:nvSpPr>
              <p:cNvPr id="133175" name="Line 56"/>
              <p:cNvSpPr/>
              <p:nvPr/>
            </p:nvSpPr>
            <p:spPr>
              <a:xfrm>
                <a:off x="1152" y="1008"/>
                <a:ext cx="249" cy="0"/>
              </a:xfrm>
              <a:prstGeom prst="line">
                <a:avLst/>
              </a:prstGeom>
              <a:ln w="9525" cap="flat" cmpd="sng">
                <a:solidFill>
                  <a:schemeClr val="tx1"/>
                </a:solidFill>
                <a:prstDash val="solid"/>
                <a:round/>
                <a:headEnd type="none" w="med" len="med"/>
                <a:tailEnd type="none" w="med" len="med"/>
              </a:ln>
            </p:spPr>
          </p:sp>
          <p:sp>
            <p:nvSpPr>
              <p:cNvPr id="133176" name="Line 57"/>
              <p:cNvSpPr/>
              <p:nvPr/>
            </p:nvSpPr>
            <p:spPr>
              <a:xfrm>
                <a:off x="1152" y="1200"/>
                <a:ext cx="159" cy="0"/>
              </a:xfrm>
              <a:prstGeom prst="line">
                <a:avLst/>
              </a:prstGeom>
              <a:ln w="9525" cap="flat" cmpd="sng">
                <a:solidFill>
                  <a:schemeClr val="tx1"/>
                </a:solidFill>
                <a:prstDash val="solid"/>
                <a:round/>
                <a:headEnd type="none" w="med" len="med"/>
                <a:tailEnd type="none" w="med" len="med"/>
              </a:ln>
            </p:spPr>
          </p:sp>
        </p:grpSp>
        <p:sp>
          <p:nvSpPr>
            <p:cNvPr id="133177" name="Line 58"/>
            <p:cNvSpPr/>
            <p:nvPr/>
          </p:nvSpPr>
          <p:spPr>
            <a:xfrm flipV="1">
              <a:off x="1479" y="1502"/>
              <a:ext cx="136" cy="0"/>
            </a:xfrm>
            <a:prstGeom prst="line">
              <a:avLst/>
            </a:prstGeom>
            <a:ln w="9525" cap="flat" cmpd="sng">
              <a:solidFill>
                <a:schemeClr val="tx1"/>
              </a:solidFill>
              <a:prstDash val="solid"/>
              <a:round/>
              <a:headEnd type="none" w="med" len="med"/>
              <a:tailEnd type="triangle" w="med" len="med"/>
            </a:ln>
          </p:spPr>
        </p:sp>
        <p:sp>
          <p:nvSpPr>
            <p:cNvPr id="133178" name="Line 59"/>
            <p:cNvSpPr/>
            <p:nvPr/>
          </p:nvSpPr>
          <p:spPr>
            <a:xfrm>
              <a:off x="88" y="1454"/>
              <a:ext cx="0" cy="1134"/>
            </a:xfrm>
            <a:prstGeom prst="line">
              <a:avLst/>
            </a:prstGeom>
            <a:ln w="9525" cap="flat" cmpd="sng">
              <a:solidFill>
                <a:schemeClr val="tx1"/>
              </a:solidFill>
              <a:prstDash val="solid"/>
              <a:round/>
              <a:headEnd type="none" w="med" len="med"/>
              <a:tailEnd type="none" w="med" len="med"/>
            </a:ln>
          </p:spPr>
        </p:sp>
        <p:sp>
          <p:nvSpPr>
            <p:cNvPr id="133179" name="Line 60"/>
            <p:cNvSpPr/>
            <p:nvPr/>
          </p:nvSpPr>
          <p:spPr>
            <a:xfrm flipV="1">
              <a:off x="96" y="1454"/>
              <a:ext cx="136" cy="0"/>
            </a:xfrm>
            <a:prstGeom prst="line">
              <a:avLst/>
            </a:prstGeom>
            <a:ln w="9525" cap="flat" cmpd="sng">
              <a:solidFill>
                <a:schemeClr val="tx1"/>
              </a:solidFill>
              <a:prstDash val="solid"/>
              <a:round/>
              <a:headEnd type="none" w="med" len="med"/>
              <a:tailEnd type="triangle" w="med" len="med"/>
            </a:ln>
          </p:spPr>
        </p:sp>
        <p:sp>
          <p:nvSpPr>
            <p:cNvPr id="133180" name="Line 61"/>
            <p:cNvSpPr/>
            <p:nvPr/>
          </p:nvSpPr>
          <p:spPr>
            <a:xfrm>
              <a:off x="2872" y="1489"/>
              <a:ext cx="0" cy="589"/>
            </a:xfrm>
            <a:prstGeom prst="line">
              <a:avLst/>
            </a:prstGeom>
            <a:ln w="9525" cap="flat" cmpd="sng">
              <a:solidFill>
                <a:schemeClr val="tx1"/>
              </a:solidFill>
              <a:prstDash val="solid"/>
              <a:round/>
              <a:headEnd type="none" w="med" len="med"/>
              <a:tailEnd type="none" w="med" len="med"/>
            </a:ln>
          </p:spPr>
        </p:sp>
        <p:sp>
          <p:nvSpPr>
            <p:cNvPr id="133181" name="Line 62"/>
            <p:cNvSpPr/>
            <p:nvPr/>
          </p:nvSpPr>
          <p:spPr>
            <a:xfrm flipV="1">
              <a:off x="2880" y="1489"/>
              <a:ext cx="137" cy="0"/>
            </a:xfrm>
            <a:prstGeom prst="line">
              <a:avLst/>
            </a:prstGeom>
            <a:ln w="9525" cap="flat" cmpd="sng">
              <a:solidFill>
                <a:schemeClr val="tx1"/>
              </a:solidFill>
              <a:prstDash val="solid"/>
              <a:round/>
              <a:headEnd type="none" w="med" len="med"/>
              <a:tailEnd type="triangle" w="med" len="med"/>
            </a:ln>
          </p:spPr>
        </p:sp>
        <p:sp>
          <p:nvSpPr>
            <p:cNvPr id="133182" name="Line 63"/>
            <p:cNvSpPr/>
            <p:nvPr/>
          </p:nvSpPr>
          <p:spPr>
            <a:xfrm>
              <a:off x="4217" y="1502"/>
              <a:ext cx="0" cy="589"/>
            </a:xfrm>
            <a:prstGeom prst="line">
              <a:avLst/>
            </a:prstGeom>
            <a:ln w="9525" cap="flat" cmpd="sng">
              <a:solidFill>
                <a:schemeClr val="tx1"/>
              </a:solidFill>
              <a:prstDash val="solid"/>
              <a:round/>
              <a:headEnd type="none" w="med" len="med"/>
              <a:tailEnd type="none" w="med" len="med"/>
            </a:ln>
          </p:spPr>
        </p:sp>
        <p:sp>
          <p:nvSpPr>
            <p:cNvPr id="133183" name="Line 64"/>
            <p:cNvSpPr/>
            <p:nvPr/>
          </p:nvSpPr>
          <p:spPr>
            <a:xfrm flipV="1">
              <a:off x="4228" y="1502"/>
              <a:ext cx="136" cy="0"/>
            </a:xfrm>
            <a:prstGeom prst="line">
              <a:avLst/>
            </a:prstGeom>
            <a:ln w="9525" cap="flat" cmpd="sng">
              <a:solidFill>
                <a:schemeClr val="tx1"/>
              </a:solidFill>
              <a:prstDash val="solid"/>
              <a:round/>
              <a:headEnd type="none" w="med" len="med"/>
              <a:tailEnd type="triangle" w="med" len="med"/>
            </a:ln>
          </p:spPr>
        </p:sp>
        <p:sp>
          <p:nvSpPr>
            <p:cNvPr id="133184" name="Rectangle 65"/>
            <p:cNvSpPr/>
            <p:nvPr/>
          </p:nvSpPr>
          <p:spPr>
            <a:xfrm>
              <a:off x="904" y="2078"/>
              <a:ext cx="4716" cy="480"/>
            </a:xfrm>
            <a:prstGeom prst="rect">
              <a:avLst/>
            </a:prstGeom>
            <a:solidFill>
              <a:srgbClr val="CCFFCC"/>
            </a:solidFill>
            <a:ln w="9525" cap="flat" cmpd="sng">
              <a:solidFill>
                <a:srgbClr val="339933"/>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3185" name="Text Box 66"/>
            <p:cNvSpPr txBox="1"/>
            <p:nvPr/>
          </p:nvSpPr>
          <p:spPr>
            <a:xfrm>
              <a:off x="856" y="2270"/>
              <a:ext cx="432"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C</a:t>
              </a:r>
              <a:r>
                <a:rPr lang="en-US" altLang="zh-CN" i="0" baseline="-2500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宋体" panose="02010600030101010101" pitchFamily="2" charset="-122"/>
              </a:endParaRPr>
            </a:p>
          </p:txBody>
        </p:sp>
        <p:sp>
          <p:nvSpPr>
            <p:cNvPr id="133186" name="Text Box 67"/>
            <p:cNvSpPr txBox="1"/>
            <p:nvPr/>
          </p:nvSpPr>
          <p:spPr>
            <a:xfrm>
              <a:off x="2296" y="2270"/>
              <a:ext cx="1729" cy="288"/>
            </a:xfrm>
            <a:prstGeom prst="rect">
              <a:avLst/>
            </a:prstGeom>
            <a:noFill/>
            <a:ln w="9525">
              <a:noFill/>
            </a:ln>
          </p:spPr>
          <p:txBody>
            <a:bodyPr anchor="t" anchorCtr="0">
              <a:spAutoFit/>
            </a:bodyPr>
            <a:p>
              <a:pPr algn="ctr">
                <a:spcBef>
                  <a:spcPct val="50000"/>
                </a:spcBef>
              </a:pPr>
              <a:r>
                <a:rPr lang="zh-CN" altLang="en-US" sz="2400" i="0" dirty="0">
                  <a:latin typeface="Times New Roman" panose="02020603050405020304" pitchFamily="18" charset="0"/>
                  <a:ea typeface="宋体" panose="02010600030101010101" pitchFamily="2" charset="-122"/>
                </a:rPr>
                <a:t>超前进位形成逻辑</a:t>
              </a:r>
              <a:endParaRPr lang="zh-CN" altLang="en-US" sz="2400" i="0" dirty="0">
                <a:latin typeface="Times New Roman" panose="02020603050405020304" pitchFamily="18" charset="0"/>
                <a:ea typeface="宋体" panose="02010600030101010101" pitchFamily="2" charset="-122"/>
              </a:endParaRPr>
            </a:p>
          </p:txBody>
        </p:sp>
        <p:sp>
          <p:nvSpPr>
            <p:cNvPr id="133187" name="Text Box 68"/>
            <p:cNvSpPr txBox="1"/>
            <p:nvPr/>
          </p:nvSpPr>
          <p:spPr>
            <a:xfrm>
              <a:off x="2536" y="2078"/>
              <a:ext cx="817"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P</a:t>
              </a:r>
              <a:r>
                <a:rPr lang="en-US" altLang="zh-CN" i="0" baseline="-25000" dirty="0">
                  <a:latin typeface="Times New Roman" panose="02020603050405020304" pitchFamily="18" charset="0"/>
                  <a:ea typeface="宋体" panose="02010600030101010101" pitchFamily="2" charset="-122"/>
                </a:rPr>
                <a:t>1</a:t>
              </a:r>
              <a:r>
                <a:rPr lang="en-US" altLang="zh-CN" i="0" dirty="0">
                  <a:latin typeface="Times New Roman" panose="02020603050405020304" pitchFamily="18" charset="0"/>
                  <a:ea typeface="宋体" panose="02010600030101010101" pitchFamily="2" charset="-122"/>
                </a:rPr>
                <a:t>G</a:t>
              </a:r>
              <a:r>
                <a:rPr lang="en-US" altLang="zh-CN" i="0" baseline="-25000" dirty="0">
                  <a:latin typeface="Times New Roman" panose="02020603050405020304" pitchFamily="18" charset="0"/>
                  <a:ea typeface="宋体" panose="02010600030101010101" pitchFamily="2" charset="-122"/>
                </a:rPr>
                <a:t>1</a:t>
              </a:r>
              <a:r>
                <a:rPr lang="en-US" altLang="zh-CN" i="0" dirty="0">
                  <a:latin typeface="Times New Roman" panose="02020603050405020304" pitchFamily="18" charset="0"/>
                  <a:ea typeface="宋体" panose="02010600030101010101" pitchFamily="2" charset="-122"/>
                </a:rPr>
                <a:t>C</a:t>
              </a:r>
              <a:r>
                <a:rPr lang="en-US" altLang="zh-CN" i="0" baseline="-25000" dirty="0">
                  <a:latin typeface="Times New Roman" panose="02020603050405020304" pitchFamily="18" charset="0"/>
                  <a:ea typeface="宋体" panose="02010600030101010101" pitchFamily="2" charset="-122"/>
                </a:rPr>
                <a:t>1</a:t>
              </a:r>
              <a:endParaRPr lang="en-US" altLang="zh-CN" i="0" baseline="-25000" dirty="0">
                <a:latin typeface="Times New Roman" panose="02020603050405020304" pitchFamily="18" charset="0"/>
                <a:ea typeface="宋体" panose="02010600030101010101" pitchFamily="2" charset="-122"/>
              </a:endParaRPr>
            </a:p>
          </p:txBody>
        </p:sp>
        <p:sp>
          <p:nvSpPr>
            <p:cNvPr id="133188" name="Text Box 69"/>
            <p:cNvSpPr txBox="1"/>
            <p:nvPr/>
          </p:nvSpPr>
          <p:spPr>
            <a:xfrm>
              <a:off x="3881" y="2078"/>
              <a:ext cx="816"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P</a:t>
              </a:r>
              <a:r>
                <a:rPr lang="en-US" altLang="zh-CN" i="0" baseline="-25000" dirty="0">
                  <a:latin typeface="Times New Roman" panose="02020603050405020304" pitchFamily="18" charset="0"/>
                  <a:ea typeface="宋体" panose="02010600030101010101" pitchFamily="2" charset="-122"/>
                </a:rPr>
                <a:t>2</a:t>
              </a:r>
              <a:r>
                <a:rPr lang="en-US" altLang="zh-CN" i="0" dirty="0">
                  <a:latin typeface="Times New Roman" panose="02020603050405020304" pitchFamily="18" charset="0"/>
                  <a:ea typeface="宋体" panose="02010600030101010101" pitchFamily="2" charset="-122"/>
                </a:rPr>
                <a:t>G</a:t>
              </a:r>
              <a:r>
                <a:rPr lang="en-US" altLang="zh-CN" i="0" baseline="-25000" dirty="0">
                  <a:latin typeface="Times New Roman" panose="02020603050405020304" pitchFamily="18" charset="0"/>
                  <a:ea typeface="宋体" panose="02010600030101010101" pitchFamily="2" charset="-122"/>
                </a:rPr>
                <a:t>2</a:t>
              </a:r>
              <a:r>
                <a:rPr lang="en-US" altLang="zh-CN" i="0" dirty="0">
                  <a:latin typeface="Times New Roman" panose="02020603050405020304" pitchFamily="18" charset="0"/>
                  <a:ea typeface="宋体" panose="02010600030101010101" pitchFamily="2" charset="-122"/>
                </a:rPr>
                <a:t>C</a:t>
              </a:r>
              <a:r>
                <a:rPr lang="en-US" altLang="zh-CN" i="0" baseline="-25000" dirty="0">
                  <a:latin typeface="Times New Roman" panose="02020603050405020304" pitchFamily="18" charset="0"/>
                  <a:ea typeface="宋体" panose="02010600030101010101" pitchFamily="2" charset="-122"/>
                </a:rPr>
                <a:t>2</a:t>
              </a:r>
              <a:endParaRPr lang="en-US" altLang="zh-CN" i="0" baseline="-25000" dirty="0">
                <a:latin typeface="Times New Roman" panose="02020603050405020304" pitchFamily="18" charset="0"/>
                <a:ea typeface="宋体" panose="02010600030101010101" pitchFamily="2" charset="-122"/>
              </a:endParaRPr>
            </a:p>
          </p:txBody>
        </p:sp>
        <p:sp>
          <p:nvSpPr>
            <p:cNvPr id="133189" name="Text Box 70"/>
            <p:cNvSpPr txBox="1"/>
            <p:nvPr/>
          </p:nvSpPr>
          <p:spPr>
            <a:xfrm>
              <a:off x="5225" y="2078"/>
              <a:ext cx="624"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P</a:t>
              </a:r>
              <a:r>
                <a:rPr lang="en-US" altLang="zh-CN" i="0" baseline="-25000" dirty="0">
                  <a:latin typeface="Times New Roman" panose="02020603050405020304" pitchFamily="18" charset="0"/>
                  <a:ea typeface="宋体" panose="02010600030101010101" pitchFamily="2" charset="-122"/>
                </a:rPr>
                <a:t>3</a:t>
              </a:r>
              <a:r>
                <a:rPr lang="en-US" altLang="zh-CN" i="0" dirty="0">
                  <a:latin typeface="Times New Roman" panose="02020603050405020304" pitchFamily="18" charset="0"/>
                  <a:ea typeface="宋体" panose="02010600030101010101" pitchFamily="2" charset="-122"/>
                </a:rPr>
                <a:t>G</a:t>
              </a:r>
              <a:r>
                <a:rPr lang="en-US" altLang="zh-CN" i="0" baseline="-25000" dirty="0">
                  <a:latin typeface="Times New Roman" panose="02020603050405020304" pitchFamily="18" charset="0"/>
                  <a:ea typeface="宋体" panose="02010600030101010101" pitchFamily="2" charset="-122"/>
                </a:rPr>
                <a:t>3</a:t>
              </a:r>
              <a:endParaRPr lang="en-US" altLang="zh-CN" i="0" baseline="-25000" dirty="0">
                <a:latin typeface="Times New Roman" panose="02020603050405020304" pitchFamily="18" charset="0"/>
                <a:ea typeface="宋体" panose="02010600030101010101" pitchFamily="2" charset="-122"/>
              </a:endParaRPr>
            </a:p>
          </p:txBody>
        </p:sp>
        <p:sp>
          <p:nvSpPr>
            <p:cNvPr id="133190" name="Line 71"/>
            <p:cNvSpPr/>
            <p:nvPr/>
          </p:nvSpPr>
          <p:spPr>
            <a:xfrm>
              <a:off x="88" y="2318"/>
              <a:ext cx="816" cy="0"/>
            </a:xfrm>
            <a:prstGeom prst="line">
              <a:avLst/>
            </a:prstGeom>
            <a:ln w="9525" cap="flat" cmpd="sng">
              <a:solidFill>
                <a:schemeClr val="tx1"/>
              </a:solidFill>
              <a:prstDash val="solid"/>
              <a:round/>
              <a:headEnd type="none" w="med" len="med"/>
              <a:tailEnd type="triangle" w="med" len="med"/>
            </a:ln>
          </p:spPr>
        </p:sp>
        <p:sp>
          <p:nvSpPr>
            <p:cNvPr id="133191" name="Text Box 72"/>
            <p:cNvSpPr txBox="1"/>
            <p:nvPr/>
          </p:nvSpPr>
          <p:spPr>
            <a:xfrm>
              <a:off x="88" y="2414"/>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33192" name="Oval 73"/>
            <p:cNvSpPr/>
            <p:nvPr/>
          </p:nvSpPr>
          <p:spPr>
            <a:xfrm>
              <a:off x="68" y="229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3193" name="Line 74"/>
            <p:cNvSpPr/>
            <p:nvPr/>
          </p:nvSpPr>
          <p:spPr>
            <a:xfrm>
              <a:off x="4793" y="2558"/>
              <a:ext cx="0" cy="192"/>
            </a:xfrm>
            <a:prstGeom prst="line">
              <a:avLst/>
            </a:prstGeom>
            <a:ln w="9525" cap="flat" cmpd="sng">
              <a:solidFill>
                <a:schemeClr val="tx1"/>
              </a:solidFill>
              <a:prstDash val="solid"/>
              <a:round/>
              <a:headEnd type="none" w="med" len="med"/>
              <a:tailEnd type="triangle" w="med" len="med"/>
            </a:ln>
          </p:spPr>
        </p:sp>
        <p:sp>
          <p:nvSpPr>
            <p:cNvPr id="133194" name="Text Box 75"/>
            <p:cNvSpPr txBox="1"/>
            <p:nvPr/>
          </p:nvSpPr>
          <p:spPr>
            <a:xfrm>
              <a:off x="4877" y="2522"/>
              <a:ext cx="44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3</a:t>
              </a:r>
              <a:endParaRPr lang="en-US" altLang="zh-CN" sz="2400" i="0" baseline="-25000" dirty="0">
                <a:latin typeface="Times New Roman" panose="02020603050405020304" pitchFamily="18" charset="0"/>
                <a:ea typeface="宋体" panose="02010600030101010101" pitchFamily="2" charset="-122"/>
              </a:endParaRPr>
            </a:p>
          </p:txBody>
        </p:sp>
        <p:sp>
          <p:nvSpPr>
            <p:cNvPr id="133195" name="Text Box 76"/>
            <p:cNvSpPr txBox="1"/>
            <p:nvPr/>
          </p:nvSpPr>
          <p:spPr>
            <a:xfrm>
              <a:off x="1129" y="2065"/>
              <a:ext cx="817"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P</a:t>
              </a:r>
              <a:r>
                <a:rPr lang="en-US" altLang="zh-CN" i="0" baseline="-25000" dirty="0">
                  <a:latin typeface="Times New Roman" panose="02020603050405020304" pitchFamily="18" charset="0"/>
                  <a:ea typeface="宋体" panose="02010600030101010101" pitchFamily="2" charset="-122"/>
                </a:rPr>
                <a:t>0</a:t>
              </a:r>
              <a:r>
                <a:rPr lang="en-US" altLang="zh-CN" i="0" dirty="0">
                  <a:latin typeface="Times New Roman" panose="02020603050405020304" pitchFamily="18" charset="0"/>
                  <a:ea typeface="宋体" panose="02010600030101010101" pitchFamily="2" charset="-122"/>
                </a:rPr>
                <a:t>G</a:t>
              </a:r>
              <a:r>
                <a:rPr lang="en-US" altLang="zh-CN" i="0" baseline="-25000" dirty="0">
                  <a:latin typeface="Times New Roman" panose="02020603050405020304" pitchFamily="18" charset="0"/>
                  <a:ea typeface="宋体" panose="02010600030101010101" pitchFamily="2" charset="-122"/>
                </a:rPr>
                <a:t>0</a:t>
              </a:r>
              <a:r>
                <a:rPr lang="en-US" altLang="zh-CN" i="0" dirty="0">
                  <a:latin typeface="Times New Roman" panose="02020603050405020304" pitchFamily="18" charset="0"/>
                  <a:ea typeface="宋体" panose="02010600030101010101" pitchFamily="2" charset="-122"/>
                </a:rPr>
                <a:t>C</a:t>
              </a:r>
              <a:r>
                <a:rPr lang="en-US" altLang="zh-CN" i="0" baseline="-25000" dirty="0">
                  <a:latin typeface="Times New Roman" panose="02020603050405020304" pitchFamily="18" charset="0"/>
                  <a:ea typeface="宋体" panose="02010600030101010101" pitchFamily="2" charset="-122"/>
                </a:rPr>
                <a:t>0</a:t>
              </a:r>
              <a:endParaRPr lang="en-US" altLang="zh-CN" i="0" baseline="-25000" dirty="0">
                <a:latin typeface="Times New Roman" panose="02020603050405020304" pitchFamily="18" charset="0"/>
                <a:ea typeface="宋体" panose="02010600030101010101" pitchFamily="2" charset="-122"/>
              </a:endParaRPr>
            </a:p>
          </p:txBody>
        </p:sp>
      </p:gr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4145" name="Group 2"/>
          <p:cNvGrpSpPr/>
          <p:nvPr/>
        </p:nvGrpSpPr>
        <p:grpSpPr>
          <a:xfrm>
            <a:off x="95250" y="344488"/>
            <a:ext cx="9048750" cy="6254750"/>
            <a:chOff x="60" y="217"/>
            <a:chExt cx="5700" cy="3940"/>
          </a:xfrm>
        </p:grpSpPr>
        <p:sp>
          <p:nvSpPr>
            <p:cNvPr id="107523" name="Text Box 3"/>
            <p:cNvSpPr txBox="1">
              <a:spLocks noChangeArrowheads="1"/>
            </p:cNvSpPr>
            <p:nvPr/>
          </p:nvSpPr>
          <p:spPr bwMode="auto">
            <a:xfrm>
              <a:off x="1677" y="3792"/>
              <a:ext cx="2436" cy="365"/>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32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74LS283 </a:t>
              </a:r>
              <a:r>
                <a:rPr kumimoji="1" lang="zh-CN" altLang="en-US" sz="32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逻辑图</a:t>
              </a:r>
              <a:endParaRPr kumimoji="1" lang="zh-CN" altLang="en-US" sz="32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134147" name="Group 4"/>
            <p:cNvGrpSpPr/>
            <p:nvPr/>
          </p:nvGrpSpPr>
          <p:grpSpPr>
            <a:xfrm>
              <a:off x="4308" y="1042"/>
              <a:ext cx="501" cy="528"/>
              <a:chOff x="5067" y="432"/>
              <a:chExt cx="501" cy="528"/>
            </a:xfrm>
          </p:grpSpPr>
          <p:sp>
            <p:nvSpPr>
              <p:cNvPr id="134148" name="Rectangle 5"/>
              <p:cNvSpPr/>
              <p:nvPr/>
            </p:nvSpPr>
            <p:spPr>
              <a:xfrm>
                <a:off x="5067" y="432"/>
                <a:ext cx="453" cy="499"/>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149" name="Text Box 6"/>
              <p:cNvSpPr txBox="1"/>
              <p:nvPr/>
            </p:nvSpPr>
            <p:spPr>
              <a:xfrm>
                <a:off x="5088" y="710"/>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sp>
            <p:nvSpPr>
              <p:cNvPr id="134150" name="Text Box 7"/>
              <p:cNvSpPr txBox="1"/>
              <p:nvPr/>
            </p:nvSpPr>
            <p:spPr>
              <a:xfrm>
                <a:off x="5328" y="710"/>
                <a:ext cx="240"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51" name="Line 8"/>
              <p:cNvSpPr/>
              <p:nvPr/>
            </p:nvSpPr>
            <p:spPr>
              <a:xfrm>
                <a:off x="5067" y="672"/>
                <a:ext cx="453" cy="0"/>
              </a:xfrm>
              <a:prstGeom prst="line">
                <a:avLst/>
              </a:prstGeom>
              <a:ln w="9525" cap="flat" cmpd="sng">
                <a:solidFill>
                  <a:schemeClr val="tx1"/>
                </a:solidFill>
                <a:prstDash val="solid"/>
                <a:round/>
                <a:headEnd type="none" w="med" len="med"/>
                <a:tailEnd type="none" w="med" len="med"/>
              </a:ln>
            </p:spPr>
          </p:sp>
          <p:sp>
            <p:nvSpPr>
              <p:cNvPr id="134152" name="Text Box 9"/>
              <p:cNvSpPr txBox="1"/>
              <p:nvPr/>
            </p:nvSpPr>
            <p:spPr>
              <a:xfrm>
                <a:off x="5088" y="432"/>
                <a:ext cx="288"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1</a:t>
                </a:r>
                <a:endParaRPr lang="en-US" altLang="zh-CN" i="0" dirty="0">
                  <a:latin typeface="Times New Roman" panose="02020603050405020304" pitchFamily="18" charset="0"/>
                  <a:ea typeface="宋体" panose="02010600030101010101" pitchFamily="2" charset="-122"/>
                </a:endParaRPr>
              </a:p>
            </p:txBody>
          </p:sp>
          <p:sp>
            <p:nvSpPr>
              <p:cNvPr id="134153" name="Line 10"/>
              <p:cNvSpPr/>
              <p:nvPr/>
            </p:nvSpPr>
            <p:spPr>
              <a:xfrm>
                <a:off x="5328" y="672"/>
                <a:ext cx="0" cy="272"/>
              </a:xfrm>
              <a:prstGeom prst="line">
                <a:avLst/>
              </a:prstGeom>
              <a:ln w="9525" cap="flat" cmpd="sng">
                <a:solidFill>
                  <a:schemeClr val="tx1"/>
                </a:solidFill>
                <a:prstDash val="solid"/>
                <a:round/>
                <a:headEnd type="none" w="med" len="med"/>
                <a:tailEnd type="none" w="med" len="med"/>
              </a:ln>
            </p:spPr>
          </p:sp>
        </p:grpSp>
        <p:grpSp>
          <p:nvGrpSpPr>
            <p:cNvPr id="134154" name="Group 11"/>
            <p:cNvGrpSpPr/>
            <p:nvPr/>
          </p:nvGrpSpPr>
          <p:grpSpPr>
            <a:xfrm>
              <a:off x="3300" y="1042"/>
              <a:ext cx="768" cy="528"/>
              <a:chOff x="4128" y="490"/>
              <a:chExt cx="768" cy="528"/>
            </a:xfrm>
          </p:grpSpPr>
          <p:sp>
            <p:nvSpPr>
              <p:cNvPr id="134155" name="Rectangle 12"/>
              <p:cNvSpPr/>
              <p:nvPr/>
            </p:nvSpPr>
            <p:spPr>
              <a:xfrm>
                <a:off x="4128" y="490"/>
                <a:ext cx="725" cy="499"/>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156" name="Text Box 13"/>
              <p:cNvSpPr txBox="1"/>
              <p:nvPr/>
            </p:nvSpPr>
            <p:spPr>
              <a:xfrm>
                <a:off x="4416" y="768"/>
                <a:ext cx="240"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57" name="Text Box 14"/>
              <p:cNvSpPr txBox="1"/>
              <p:nvPr/>
            </p:nvSpPr>
            <p:spPr>
              <a:xfrm>
                <a:off x="4656" y="768"/>
                <a:ext cx="240"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58" name="Line 15"/>
              <p:cNvSpPr/>
              <p:nvPr/>
            </p:nvSpPr>
            <p:spPr>
              <a:xfrm>
                <a:off x="4128" y="730"/>
                <a:ext cx="725" cy="0"/>
              </a:xfrm>
              <a:prstGeom prst="line">
                <a:avLst/>
              </a:prstGeom>
              <a:ln w="9525" cap="flat" cmpd="sng">
                <a:solidFill>
                  <a:schemeClr val="tx1"/>
                </a:solidFill>
                <a:prstDash val="solid"/>
                <a:round/>
                <a:headEnd type="none" w="med" len="med"/>
                <a:tailEnd type="none" w="med" len="med"/>
              </a:ln>
            </p:spPr>
          </p:sp>
          <p:sp>
            <p:nvSpPr>
              <p:cNvPr id="134159" name="Text Box 16"/>
              <p:cNvSpPr txBox="1"/>
              <p:nvPr/>
            </p:nvSpPr>
            <p:spPr>
              <a:xfrm>
                <a:off x="4128" y="490"/>
                <a:ext cx="288"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1</a:t>
                </a:r>
                <a:endParaRPr lang="en-US" altLang="zh-CN" i="0" dirty="0">
                  <a:latin typeface="Times New Roman" panose="02020603050405020304" pitchFamily="18" charset="0"/>
                  <a:ea typeface="宋体" panose="02010600030101010101" pitchFamily="2" charset="-122"/>
                </a:endParaRPr>
              </a:p>
            </p:txBody>
          </p:sp>
          <p:sp>
            <p:nvSpPr>
              <p:cNvPr id="134160" name="Line 17"/>
              <p:cNvSpPr/>
              <p:nvPr/>
            </p:nvSpPr>
            <p:spPr>
              <a:xfrm>
                <a:off x="4656" y="720"/>
                <a:ext cx="0" cy="272"/>
              </a:xfrm>
              <a:prstGeom prst="line">
                <a:avLst/>
              </a:prstGeom>
              <a:ln w="9525" cap="flat" cmpd="sng">
                <a:solidFill>
                  <a:schemeClr val="tx1"/>
                </a:solidFill>
                <a:prstDash val="solid"/>
                <a:round/>
                <a:headEnd type="none" w="med" len="med"/>
                <a:tailEnd type="none" w="med" len="med"/>
              </a:ln>
            </p:spPr>
          </p:sp>
          <p:sp>
            <p:nvSpPr>
              <p:cNvPr id="134161" name="Line 18"/>
              <p:cNvSpPr/>
              <p:nvPr/>
            </p:nvSpPr>
            <p:spPr>
              <a:xfrm>
                <a:off x="4416" y="720"/>
                <a:ext cx="0" cy="272"/>
              </a:xfrm>
              <a:prstGeom prst="line">
                <a:avLst/>
              </a:prstGeom>
              <a:ln w="9525" cap="flat" cmpd="sng">
                <a:solidFill>
                  <a:schemeClr val="tx1"/>
                </a:solidFill>
                <a:prstDash val="solid"/>
                <a:round/>
                <a:headEnd type="none" w="med" len="med"/>
                <a:tailEnd type="none" w="med" len="med"/>
              </a:ln>
            </p:spPr>
          </p:sp>
          <p:sp>
            <p:nvSpPr>
              <p:cNvPr id="134162" name="Text Box 19"/>
              <p:cNvSpPr txBox="1"/>
              <p:nvPr/>
            </p:nvSpPr>
            <p:spPr>
              <a:xfrm>
                <a:off x="4176" y="758"/>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grpSp>
          <p:nvGrpSpPr>
            <p:cNvPr id="134163" name="Group 20"/>
            <p:cNvGrpSpPr/>
            <p:nvPr/>
          </p:nvGrpSpPr>
          <p:grpSpPr>
            <a:xfrm>
              <a:off x="1908" y="1042"/>
              <a:ext cx="1152" cy="528"/>
              <a:chOff x="2688" y="452"/>
              <a:chExt cx="1152" cy="528"/>
            </a:xfrm>
          </p:grpSpPr>
          <p:sp>
            <p:nvSpPr>
              <p:cNvPr id="134164" name="Rectangle 21"/>
              <p:cNvSpPr/>
              <p:nvPr/>
            </p:nvSpPr>
            <p:spPr>
              <a:xfrm>
                <a:off x="2688" y="452"/>
                <a:ext cx="1134" cy="499"/>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165" name="Text Box 22"/>
              <p:cNvSpPr txBox="1"/>
              <p:nvPr/>
            </p:nvSpPr>
            <p:spPr>
              <a:xfrm>
                <a:off x="3360" y="730"/>
                <a:ext cx="240"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66" name="Text Box 23"/>
              <p:cNvSpPr txBox="1"/>
              <p:nvPr/>
            </p:nvSpPr>
            <p:spPr>
              <a:xfrm>
                <a:off x="3600" y="730"/>
                <a:ext cx="240"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67" name="Line 24"/>
              <p:cNvSpPr/>
              <p:nvPr/>
            </p:nvSpPr>
            <p:spPr>
              <a:xfrm flipV="1">
                <a:off x="2688" y="692"/>
                <a:ext cx="1134" cy="0"/>
              </a:xfrm>
              <a:prstGeom prst="line">
                <a:avLst/>
              </a:prstGeom>
              <a:ln w="9525" cap="flat" cmpd="sng">
                <a:solidFill>
                  <a:schemeClr val="tx1"/>
                </a:solidFill>
                <a:prstDash val="solid"/>
                <a:round/>
                <a:headEnd type="none" w="med" len="med"/>
                <a:tailEnd type="none" w="med" len="med"/>
              </a:ln>
            </p:spPr>
          </p:sp>
          <p:sp>
            <p:nvSpPr>
              <p:cNvPr id="134168" name="Text Box 25"/>
              <p:cNvSpPr txBox="1"/>
              <p:nvPr/>
            </p:nvSpPr>
            <p:spPr>
              <a:xfrm>
                <a:off x="2736" y="452"/>
                <a:ext cx="288"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1</a:t>
                </a:r>
                <a:endParaRPr lang="en-US" altLang="zh-CN" i="0" dirty="0">
                  <a:latin typeface="Times New Roman" panose="02020603050405020304" pitchFamily="18" charset="0"/>
                  <a:ea typeface="宋体" panose="02010600030101010101" pitchFamily="2" charset="-122"/>
                </a:endParaRPr>
              </a:p>
            </p:txBody>
          </p:sp>
          <p:sp>
            <p:nvSpPr>
              <p:cNvPr id="134169" name="Line 26"/>
              <p:cNvSpPr/>
              <p:nvPr/>
            </p:nvSpPr>
            <p:spPr>
              <a:xfrm>
                <a:off x="3600" y="682"/>
                <a:ext cx="0" cy="272"/>
              </a:xfrm>
              <a:prstGeom prst="line">
                <a:avLst/>
              </a:prstGeom>
              <a:ln w="9525" cap="flat" cmpd="sng">
                <a:solidFill>
                  <a:schemeClr val="tx1"/>
                </a:solidFill>
                <a:prstDash val="solid"/>
                <a:round/>
                <a:headEnd type="none" w="med" len="med"/>
                <a:tailEnd type="none" w="med" len="med"/>
              </a:ln>
            </p:spPr>
          </p:sp>
          <p:sp>
            <p:nvSpPr>
              <p:cNvPr id="134170" name="Line 27"/>
              <p:cNvSpPr/>
              <p:nvPr/>
            </p:nvSpPr>
            <p:spPr>
              <a:xfrm>
                <a:off x="3360" y="682"/>
                <a:ext cx="0" cy="272"/>
              </a:xfrm>
              <a:prstGeom prst="line">
                <a:avLst/>
              </a:prstGeom>
              <a:ln w="9525" cap="flat" cmpd="sng">
                <a:solidFill>
                  <a:schemeClr val="tx1"/>
                </a:solidFill>
                <a:prstDash val="solid"/>
                <a:round/>
                <a:headEnd type="none" w="med" len="med"/>
                <a:tailEnd type="none" w="med" len="med"/>
              </a:ln>
            </p:spPr>
          </p:sp>
          <p:sp>
            <p:nvSpPr>
              <p:cNvPr id="134171" name="Text Box 28"/>
              <p:cNvSpPr txBox="1"/>
              <p:nvPr/>
            </p:nvSpPr>
            <p:spPr>
              <a:xfrm>
                <a:off x="3120" y="720"/>
                <a:ext cx="240"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72" name="Line 29"/>
              <p:cNvSpPr/>
              <p:nvPr/>
            </p:nvSpPr>
            <p:spPr>
              <a:xfrm>
                <a:off x="3072" y="688"/>
                <a:ext cx="0" cy="272"/>
              </a:xfrm>
              <a:prstGeom prst="line">
                <a:avLst/>
              </a:prstGeom>
              <a:ln w="9525" cap="flat" cmpd="sng">
                <a:solidFill>
                  <a:schemeClr val="tx1"/>
                </a:solidFill>
                <a:prstDash val="solid"/>
                <a:round/>
                <a:headEnd type="none" w="med" len="med"/>
                <a:tailEnd type="none" w="med" len="med"/>
              </a:ln>
            </p:spPr>
          </p:sp>
          <p:sp>
            <p:nvSpPr>
              <p:cNvPr id="134173" name="Text Box 30"/>
              <p:cNvSpPr txBox="1"/>
              <p:nvPr/>
            </p:nvSpPr>
            <p:spPr>
              <a:xfrm>
                <a:off x="2736" y="720"/>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174" name="Rectangle 31"/>
            <p:cNvSpPr/>
            <p:nvPr/>
          </p:nvSpPr>
          <p:spPr>
            <a:xfrm>
              <a:off x="60" y="1042"/>
              <a:ext cx="1542" cy="499"/>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175" name="Text Box 32"/>
            <p:cNvSpPr txBox="1"/>
            <p:nvPr/>
          </p:nvSpPr>
          <p:spPr>
            <a:xfrm>
              <a:off x="1145" y="1320"/>
              <a:ext cx="238"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76" name="Text Box 33"/>
            <p:cNvSpPr txBox="1"/>
            <p:nvPr/>
          </p:nvSpPr>
          <p:spPr>
            <a:xfrm>
              <a:off x="1383" y="1320"/>
              <a:ext cx="237"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77" name="Line 34"/>
            <p:cNvSpPr/>
            <p:nvPr/>
          </p:nvSpPr>
          <p:spPr>
            <a:xfrm flipV="1">
              <a:off x="60" y="1282"/>
              <a:ext cx="1542" cy="0"/>
            </a:xfrm>
            <a:prstGeom prst="line">
              <a:avLst/>
            </a:prstGeom>
            <a:ln w="9525" cap="flat" cmpd="sng">
              <a:solidFill>
                <a:schemeClr val="tx1"/>
              </a:solidFill>
              <a:prstDash val="solid"/>
              <a:round/>
              <a:headEnd type="none" w="med" len="med"/>
              <a:tailEnd type="none" w="med" len="med"/>
            </a:ln>
          </p:spPr>
        </p:sp>
        <p:sp>
          <p:nvSpPr>
            <p:cNvPr id="134178" name="Text Box 35"/>
            <p:cNvSpPr txBox="1"/>
            <p:nvPr/>
          </p:nvSpPr>
          <p:spPr>
            <a:xfrm>
              <a:off x="96" y="1042"/>
              <a:ext cx="285"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1</a:t>
              </a:r>
              <a:endParaRPr lang="en-US" altLang="zh-CN" i="0" dirty="0">
                <a:latin typeface="Times New Roman" panose="02020603050405020304" pitchFamily="18" charset="0"/>
                <a:ea typeface="宋体" panose="02010600030101010101" pitchFamily="2" charset="-122"/>
              </a:endParaRPr>
            </a:p>
          </p:txBody>
        </p:sp>
        <p:sp>
          <p:nvSpPr>
            <p:cNvPr id="134179" name="Line 36"/>
            <p:cNvSpPr/>
            <p:nvPr/>
          </p:nvSpPr>
          <p:spPr>
            <a:xfrm>
              <a:off x="1383" y="1272"/>
              <a:ext cx="0" cy="272"/>
            </a:xfrm>
            <a:prstGeom prst="line">
              <a:avLst/>
            </a:prstGeom>
            <a:ln w="9525" cap="flat" cmpd="sng">
              <a:solidFill>
                <a:schemeClr val="tx1"/>
              </a:solidFill>
              <a:prstDash val="solid"/>
              <a:round/>
              <a:headEnd type="none" w="med" len="med"/>
              <a:tailEnd type="none" w="med" len="med"/>
            </a:ln>
          </p:spPr>
        </p:sp>
        <p:sp>
          <p:nvSpPr>
            <p:cNvPr id="134180" name="Line 37"/>
            <p:cNvSpPr/>
            <p:nvPr/>
          </p:nvSpPr>
          <p:spPr>
            <a:xfrm>
              <a:off x="1145" y="1272"/>
              <a:ext cx="0" cy="272"/>
            </a:xfrm>
            <a:prstGeom prst="line">
              <a:avLst/>
            </a:prstGeom>
            <a:ln w="9525" cap="flat" cmpd="sng">
              <a:solidFill>
                <a:schemeClr val="tx1"/>
              </a:solidFill>
              <a:prstDash val="solid"/>
              <a:round/>
              <a:headEnd type="none" w="med" len="med"/>
              <a:tailEnd type="none" w="med" len="med"/>
            </a:ln>
          </p:spPr>
        </p:sp>
        <p:sp>
          <p:nvSpPr>
            <p:cNvPr id="134181" name="Text Box 38"/>
            <p:cNvSpPr txBox="1"/>
            <p:nvPr/>
          </p:nvSpPr>
          <p:spPr>
            <a:xfrm>
              <a:off x="908" y="1310"/>
              <a:ext cx="237"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82" name="Line 39"/>
            <p:cNvSpPr/>
            <p:nvPr/>
          </p:nvSpPr>
          <p:spPr>
            <a:xfrm>
              <a:off x="860" y="1278"/>
              <a:ext cx="0" cy="272"/>
            </a:xfrm>
            <a:prstGeom prst="line">
              <a:avLst/>
            </a:prstGeom>
            <a:ln w="9525" cap="flat" cmpd="sng">
              <a:solidFill>
                <a:schemeClr val="tx1"/>
              </a:solidFill>
              <a:prstDash val="solid"/>
              <a:round/>
              <a:headEnd type="none" w="med" len="med"/>
              <a:tailEnd type="none" w="med" len="med"/>
            </a:ln>
          </p:spPr>
        </p:sp>
        <p:sp>
          <p:nvSpPr>
            <p:cNvPr id="134183" name="Text Box 40"/>
            <p:cNvSpPr txBox="1"/>
            <p:nvPr/>
          </p:nvSpPr>
          <p:spPr>
            <a:xfrm>
              <a:off x="84" y="1286"/>
              <a:ext cx="237"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sp>
          <p:nvSpPr>
            <p:cNvPr id="134184" name="Line 41"/>
            <p:cNvSpPr/>
            <p:nvPr/>
          </p:nvSpPr>
          <p:spPr>
            <a:xfrm>
              <a:off x="396" y="1666"/>
              <a:ext cx="5099" cy="0"/>
            </a:xfrm>
            <a:prstGeom prst="line">
              <a:avLst/>
            </a:prstGeom>
            <a:ln w="9525" cap="flat" cmpd="sng">
              <a:solidFill>
                <a:schemeClr val="tx1"/>
              </a:solidFill>
              <a:prstDash val="solid"/>
              <a:round/>
              <a:headEnd type="none" w="med" len="med"/>
              <a:tailEnd type="none" w="med" len="med"/>
            </a:ln>
          </p:spPr>
        </p:sp>
        <p:sp>
          <p:nvSpPr>
            <p:cNvPr id="134185" name="Line 42"/>
            <p:cNvSpPr/>
            <p:nvPr/>
          </p:nvSpPr>
          <p:spPr>
            <a:xfrm>
              <a:off x="792" y="1762"/>
              <a:ext cx="3900" cy="0"/>
            </a:xfrm>
            <a:prstGeom prst="line">
              <a:avLst/>
            </a:prstGeom>
            <a:ln w="9525" cap="flat" cmpd="sng">
              <a:solidFill>
                <a:schemeClr val="tx1"/>
              </a:solidFill>
              <a:prstDash val="solid"/>
              <a:round/>
              <a:headEnd type="none" w="med" len="med"/>
              <a:tailEnd type="none" w="med" len="med"/>
            </a:ln>
          </p:spPr>
        </p:sp>
        <p:sp>
          <p:nvSpPr>
            <p:cNvPr id="134186" name="Line 43"/>
            <p:cNvSpPr/>
            <p:nvPr/>
          </p:nvSpPr>
          <p:spPr>
            <a:xfrm>
              <a:off x="311" y="1858"/>
              <a:ext cx="4093" cy="0"/>
            </a:xfrm>
            <a:prstGeom prst="line">
              <a:avLst/>
            </a:prstGeom>
            <a:ln w="9525" cap="flat" cmpd="sng">
              <a:solidFill>
                <a:schemeClr val="tx1"/>
              </a:solidFill>
              <a:prstDash val="solid"/>
              <a:round/>
              <a:headEnd type="none" w="med" len="med"/>
              <a:tailEnd type="none" w="med" len="med"/>
            </a:ln>
          </p:spPr>
        </p:sp>
        <p:sp>
          <p:nvSpPr>
            <p:cNvPr id="134187" name="Line 44"/>
            <p:cNvSpPr/>
            <p:nvPr/>
          </p:nvSpPr>
          <p:spPr>
            <a:xfrm>
              <a:off x="1092" y="1954"/>
              <a:ext cx="2833" cy="0"/>
            </a:xfrm>
            <a:prstGeom prst="line">
              <a:avLst/>
            </a:prstGeom>
            <a:ln w="9525" cap="flat" cmpd="sng">
              <a:solidFill>
                <a:schemeClr val="tx1"/>
              </a:solidFill>
              <a:prstDash val="solid"/>
              <a:round/>
              <a:headEnd type="none" w="med" len="med"/>
              <a:tailEnd type="none" w="med" len="med"/>
            </a:ln>
          </p:spPr>
        </p:sp>
        <p:sp>
          <p:nvSpPr>
            <p:cNvPr id="134188" name="Line 45"/>
            <p:cNvSpPr/>
            <p:nvPr/>
          </p:nvSpPr>
          <p:spPr>
            <a:xfrm flipV="1">
              <a:off x="239" y="2050"/>
              <a:ext cx="3469" cy="0"/>
            </a:xfrm>
            <a:prstGeom prst="line">
              <a:avLst/>
            </a:prstGeom>
            <a:ln w="9525" cap="flat" cmpd="sng">
              <a:solidFill>
                <a:schemeClr val="tx1"/>
              </a:solidFill>
              <a:prstDash val="solid"/>
              <a:round/>
              <a:headEnd type="none" w="med" len="med"/>
              <a:tailEnd type="none" w="med" len="med"/>
            </a:ln>
          </p:spPr>
        </p:sp>
        <p:sp>
          <p:nvSpPr>
            <p:cNvPr id="134189" name="Line 46"/>
            <p:cNvSpPr/>
            <p:nvPr/>
          </p:nvSpPr>
          <p:spPr>
            <a:xfrm>
              <a:off x="1341" y="2146"/>
              <a:ext cx="1575" cy="0"/>
            </a:xfrm>
            <a:prstGeom prst="line">
              <a:avLst/>
            </a:prstGeom>
            <a:ln w="9525" cap="flat" cmpd="sng">
              <a:solidFill>
                <a:schemeClr val="tx1"/>
              </a:solidFill>
              <a:prstDash val="solid"/>
              <a:round/>
              <a:headEnd type="none" w="med" len="med"/>
              <a:tailEnd type="none" w="med" len="med"/>
            </a:ln>
          </p:spPr>
        </p:sp>
        <p:sp>
          <p:nvSpPr>
            <p:cNvPr id="134190" name="Line 47"/>
            <p:cNvSpPr/>
            <p:nvPr/>
          </p:nvSpPr>
          <p:spPr>
            <a:xfrm>
              <a:off x="168" y="2242"/>
              <a:ext cx="2516" cy="0"/>
            </a:xfrm>
            <a:prstGeom prst="line">
              <a:avLst/>
            </a:prstGeom>
            <a:ln w="9525" cap="flat" cmpd="sng">
              <a:solidFill>
                <a:schemeClr val="tx1"/>
              </a:solidFill>
              <a:prstDash val="solid"/>
              <a:round/>
              <a:headEnd type="none" w="med" len="med"/>
              <a:tailEnd type="none" w="med" len="med"/>
            </a:ln>
          </p:spPr>
        </p:sp>
        <p:sp>
          <p:nvSpPr>
            <p:cNvPr id="134191" name="Line 48"/>
            <p:cNvSpPr/>
            <p:nvPr/>
          </p:nvSpPr>
          <p:spPr>
            <a:xfrm>
              <a:off x="4692" y="1551"/>
              <a:ext cx="0" cy="599"/>
            </a:xfrm>
            <a:prstGeom prst="line">
              <a:avLst/>
            </a:prstGeom>
            <a:ln w="9525" cap="flat" cmpd="sng">
              <a:solidFill>
                <a:schemeClr val="tx1"/>
              </a:solidFill>
              <a:prstDash val="solid"/>
              <a:round/>
              <a:headEnd type="none" w="med" len="med"/>
              <a:tailEnd type="none" w="med" len="med"/>
            </a:ln>
          </p:spPr>
        </p:sp>
        <p:sp>
          <p:nvSpPr>
            <p:cNvPr id="134192" name="Oval 49"/>
            <p:cNvSpPr/>
            <p:nvPr/>
          </p:nvSpPr>
          <p:spPr>
            <a:xfrm>
              <a:off x="4667" y="173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193" name="Line 50"/>
            <p:cNvSpPr/>
            <p:nvPr/>
          </p:nvSpPr>
          <p:spPr>
            <a:xfrm>
              <a:off x="4500" y="1541"/>
              <a:ext cx="0" cy="125"/>
            </a:xfrm>
            <a:prstGeom prst="line">
              <a:avLst/>
            </a:prstGeom>
            <a:ln w="9525" cap="flat" cmpd="sng">
              <a:solidFill>
                <a:schemeClr val="tx1"/>
              </a:solidFill>
              <a:prstDash val="solid"/>
              <a:round/>
              <a:headEnd type="none" w="med" len="med"/>
              <a:tailEnd type="none" w="med" len="med"/>
            </a:ln>
          </p:spPr>
        </p:sp>
        <p:sp>
          <p:nvSpPr>
            <p:cNvPr id="134194" name="Oval 51"/>
            <p:cNvSpPr/>
            <p:nvPr/>
          </p:nvSpPr>
          <p:spPr>
            <a:xfrm>
              <a:off x="4473" y="1640"/>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195" name="Line 52"/>
            <p:cNvSpPr/>
            <p:nvPr/>
          </p:nvSpPr>
          <p:spPr>
            <a:xfrm>
              <a:off x="3540" y="1541"/>
              <a:ext cx="0" cy="125"/>
            </a:xfrm>
            <a:prstGeom prst="line">
              <a:avLst/>
            </a:prstGeom>
            <a:ln w="9525" cap="flat" cmpd="sng">
              <a:solidFill>
                <a:schemeClr val="tx1"/>
              </a:solidFill>
              <a:prstDash val="solid"/>
              <a:round/>
              <a:headEnd type="none" w="med" len="med"/>
              <a:tailEnd type="none" w="med" len="med"/>
            </a:ln>
          </p:spPr>
        </p:sp>
        <p:sp>
          <p:nvSpPr>
            <p:cNvPr id="134196" name="Line 53"/>
            <p:cNvSpPr/>
            <p:nvPr/>
          </p:nvSpPr>
          <p:spPr>
            <a:xfrm>
              <a:off x="2244" y="1541"/>
              <a:ext cx="0" cy="125"/>
            </a:xfrm>
            <a:prstGeom prst="line">
              <a:avLst/>
            </a:prstGeom>
            <a:ln w="9525" cap="flat" cmpd="sng">
              <a:solidFill>
                <a:schemeClr val="tx1"/>
              </a:solidFill>
              <a:prstDash val="solid"/>
              <a:round/>
              <a:headEnd type="none" w="med" len="med"/>
              <a:tailEnd type="none" w="med" len="med"/>
            </a:ln>
          </p:spPr>
        </p:sp>
        <p:sp>
          <p:nvSpPr>
            <p:cNvPr id="134197" name="Oval 54"/>
            <p:cNvSpPr/>
            <p:nvPr/>
          </p:nvSpPr>
          <p:spPr>
            <a:xfrm>
              <a:off x="3515" y="1640"/>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198" name="Line 55"/>
            <p:cNvSpPr/>
            <p:nvPr/>
          </p:nvSpPr>
          <p:spPr>
            <a:xfrm>
              <a:off x="3780" y="1547"/>
              <a:ext cx="0" cy="215"/>
            </a:xfrm>
            <a:prstGeom prst="line">
              <a:avLst/>
            </a:prstGeom>
            <a:ln w="9525" cap="flat" cmpd="sng">
              <a:solidFill>
                <a:schemeClr val="tx1"/>
              </a:solidFill>
              <a:prstDash val="solid"/>
              <a:round/>
              <a:headEnd type="none" w="med" len="med"/>
              <a:tailEnd type="none" w="med" len="med"/>
            </a:ln>
          </p:spPr>
        </p:sp>
        <p:sp>
          <p:nvSpPr>
            <p:cNvPr id="134199" name="Line 56"/>
            <p:cNvSpPr/>
            <p:nvPr/>
          </p:nvSpPr>
          <p:spPr>
            <a:xfrm>
              <a:off x="2532" y="1547"/>
              <a:ext cx="0" cy="215"/>
            </a:xfrm>
            <a:prstGeom prst="line">
              <a:avLst/>
            </a:prstGeom>
            <a:ln w="9525" cap="flat" cmpd="sng">
              <a:solidFill>
                <a:schemeClr val="tx1"/>
              </a:solidFill>
              <a:prstDash val="solid"/>
              <a:round/>
              <a:headEnd type="none" w="med" len="med"/>
              <a:tailEnd type="none" w="med" len="med"/>
            </a:ln>
          </p:spPr>
        </p:sp>
        <p:sp>
          <p:nvSpPr>
            <p:cNvPr id="134200" name="Line 57"/>
            <p:cNvSpPr/>
            <p:nvPr/>
          </p:nvSpPr>
          <p:spPr>
            <a:xfrm>
              <a:off x="804" y="1547"/>
              <a:ext cx="0" cy="215"/>
            </a:xfrm>
            <a:prstGeom prst="line">
              <a:avLst/>
            </a:prstGeom>
            <a:ln w="9525" cap="flat" cmpd="sng">
              <a:solidFill>
                <a:schemeClr val="tx1"/>
              </a:solidFill>
              <a:prstDash val="solid"/>
              <a:round/>
              <a:headEnd type="none" w="med" len="med"/>
              <a:tailEnd type="none" w="med" len="med"/>
            </a:ln>
          </p:spPr>
        </p:sp>
        <p:sp>
          <p:nvSpPr>
            <p:cNvPr id="134201" name="Oval 58"/>
            <p:cNvSpPr/>
            <p:nvPr/>
          </p:nvSpPr>
          <p:spPr>
            <a:xfrm>
              <a:off x="3759" y="1736"/>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02" name="Oval 59"/>
            <p:cNvSpPr/>
            <p:nvPr/>
          </p:nvSpPr>
          <p:spPr>
            <a:xfrm>
              <a:off x="2507" y="1736"/>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03" name="Line 60"/>
            <p:cNvSpPr/>
            <p:nvPr/>
          </p:nvSpPr>
          <p:spPr>
            <a:xfrm>
              <a:off x="4404" y="1551"/>
              <a:ext cx="0" cy="731"/>
            </a:xfrm>
            <a:prstGeom prst="line">
              <a:avLst/>
            </a:prstGeom>
            <a:ln w="9525" cap="flat" cmpd="sng">
              <a:solidFill>
                <a:schemeClr val="tx1"/>
              </a:solidFill>
              <a:prstDash val="solid"/>
              <a:round/>
              <a:headEnd type="none" w="med" len="med"/>
              <a:tailEnd type="none" w="med" len="med"/>
            </a:ln>
          </p:spPr>
        </p:sp>
        <p:sp>
          <p:nvSpPr>
            <p:cNvPr id="134204" name="Oval 61"/>
            <p:cNvSpPr/>
            <p:nvPr/>
          </p:nvSpPr>
          <p:spPr>
            <a:xfrm>
              <a:off x="4380" y="183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05" name="Line 62"/>
            <p:cNvSpPr/>
            <p:nvPr/>
          </p:nvSpPr>
          <p:spPr>
            <a:xfrm>
              <a:off x="3444" y="1552"/>
              <a:ext cx="0" cy="306"/>
            </a:xfrm>
            <a:prstGeom prst="line">
              <a:avLst/>
            </a:prstGeom>
            <a:ln w="9525" cap="flat" cmpd="sng">
              <a:solidFill>
                <a:schemeClr val="tx1"/>
              </a:solidFill>
              <a:prstDash val="solid"/>
              <a:round/>
              <a:headEnd type="none" w="med" len="med"/>
              <a:tailEnd type="none" w="med" len="med"/>
            </a:ln>
          </p:spPr>
        </p:sp>
        <p:sp>
          <p:nvSpPr>
            <p:cNvPr id="134206" name="Line 63"/>
            <p:cNvSpPr/>
            <p:nvPr/>
          </p:nvSpPr>
          <p:spPr>
            <a:xfrm>
              <a:off x="2148" y="1552"/>
              <a:ext cx="0" cy="306"/>
            </a:xfrm>
            <a:prstGeom prst="line">
              <a:avLst/>
            </a:prstGeom>
            <a:ln w="9525" cap="flat" cmpd="sng">
              <a:solidFill>
                <a:schemeClr val="tx1"/>
              </a:solidFill>
              <a:prstDash val="solid"/>
              <a:round/>
              <a:headEnd type="none" w="med" len="med"/>
              <a:tailEnd type="none" w="med" len="med"/>
            </a:ln>
          </p:spPr>
        </p:sp>
        <p:sp>
          <p:nvSpPr>
            <p:cNvPr id="134207" name="Line 64"/>
            <p:cNvSpPr/>
            <p:nvPr/>
          </p:nvSpPr>
          <p:spPr>
            <a:xfrm>
              <a:off x="3924" y="1551"/>
              <a:ext cx="0" cy="1319"/>
            </a:xfrm>
            <a:prstGeom prst="line">
              <a:avLst/>
            </a:prstGeom>
            <a:ln w="9525" cap="flat" cmpd="sng">
              <a:solidFill>
                <a:schemeClr val="tx1"/>
              </a:solidFill>
              <a:prstDash val="solid"/>
              <a:round/>
              <a:headEnd type="none" w="med" len="med"/>
              <a:tailEnd type="none" w="med" len="med"/>
            </a:ln>
          </p:spPr>
        </p:sp>
        <p:sp>
          <p:nvSpPr>
            <p:cNvPr id="134208" name="Line 65"/>
            <p:cNvSpPr/>
            <p:nvPr/>
          </p:nvSpPr>
          <p:spPr>
            <a:xfrm>
              <a:off x="2760" y="1535"/>
              <a:ext cx="0" cy="419"/>
            </a:xfrm>
            <a:prstGeom prst="line">
              <a:avLst/>
            </a:prstGeom>
            <a:ln w="9525" cap="flat" cmpd="sng">
              <a:solidFill>
                <a:schemeClr val="tx1"/>
              </a:solidFill>
              <a:prstDash val="solid"/>
              <a:round/>
              <a:headEnd type="none" w="med" len="med"/>
              <a:tailEnd type="none" w="med" len="med"/>
            </a:ln>
          </p:spPr>
        </p:sp>
        <p:sp>
          <p:nvSpPr>
            <p:cNvPr id="134209" name="Line 66"/>
            <p:cNvSpPr/>
            <p:nvPr/>
          </p:nvSpPr>
          <p:spPr>
            <a:xfrm>
              <a:off x="1092" y="1535"/>
              <a:ext cx="0" cy="419"/>
            </a:xfrm>
            <a:prstGeom prst="line">
              <a:avLst/>
            </a:prstGeom>
            <a:ln w="9525" cap="flat" cmpd="sng">
              <a:solidFill>
                <a:schemeClr val="tx1"/>
              </a:solidFill>
              <a:prstDash val="solid"/>
              <a:round/>
              <a:headEnd type="none" w="med" len="med"/>
              <a:tailEnd type="none" w="med" len="med"/>
            </a:ln>
          </p:spPr>
        </p:sp>
        <p:sp>
          <p:nvSpPr>
            <p:cNvPr id="134210" name="Line 67"/>
            <p:cNvSpPr/>
            <p:nvPr/>
          </p:nvSpPr>
          <p:spPr>
            <a:xfrm>
              <a:off x="3708" y="1551"/>
              <a:ext cx="0" cy="1415"/>
            </a:xfrm>
            <a:prstGeom prst="line">
              <a:avLst/>
            </a:prstGeom>
            <a:ln w="9525" cap="flat" cmpd="sng">
              <a:solidFill>
                <a:schemeClr val="tx1"/>
              </a:solidFill>
              <a:prstDash val="solid"/>
              <a:round/>
              <a:headEnd type="none" w="med" len="med"/>
              <a:tailEnd type="none" w="med" len="med"/>
            </a:ln>
          </p:spPr>
        </p:sp>
        <p:sp>
          <p:nvSpPr>
            <p:cNvPr id="134211" name="Line 68"/>
            <p:cNvSpPr/>
            <p:nvPr/>
          </p:nvSpPr>
          <p:spPr>
            <a:xfrm>
              <a:off x="2916" y="1551"/>
              <a:ext cx="0" cy="1307"/>
            </a:xfrm>
            <a:prstGeom prst="line">
              <a:avLst/>
            </a:prstGeom>
            <a:ln w="9525" cap="flat" cmpd="sng">
              <a:solidFill>
                <a:schemeClr val="tx1"/>
              </a:solidFill>
              <a:prstDash val="solid"/>
              <a:round/>
              <a:headEnd type="none" w="med" len="med"/>
              <a:tailEnd type="none" w="med" len="med"/>
            </a:ln>
          </p:spPr>
        </p:sp>
        <p:sp>
          <p:nvSpPr>
            <p:cNvPr id="134212" name="Line 69"/>
            <p:cNvSpPr/>
            <p:nvPr/>
          </p:nvSpPr>
          <p:spPr>
            <a:xfrm flipH="1">
              <a:off x="2688" y="1551"/>
              <a:ext cx="0" cy="1355"/>
            </a:xfrm>
            <a:prstGeom prst="line">
              <a:avLst/>
            </a:prstGeom>
            <a:ln w="9525" cap="flat" cmpd="sng">
              <a:solidFill>
                <a:schemeClr val="tx1"/>
              </a:solidFill>
              <a:prstDash val="solid"/>
              <a:round/>
              <a:headEnd type="none" w="med" len="med"/>
              <a:tailEnd type="none" w="med" len="med"/>
            </a:ln>
          </p:spPr>
        </p:sp>
        <p:sp>
          <p:nvSpPr>
            <p:cNvPr id="134213" name="Line 70"/>
            <p:cNvSpPr/>
            <p:nvPr/>
          </p:nvSpPr>
          <p:spPr>
            <a:xfrm>
              <a:off x="3348" y="1540"/>
              <a:ext cx="0" cy="510"/>
            </a:xfrm>
            <a:prstGeom prst="line">
              <a:avLst/>
            </a:prstGeom>
            <a:ln w="9525" cap="flat" cmpd="sng">
              <a:solidFill>
                <a:schemeClr val="tx1"/>
              </a:solidFill>
              <a:prstDash val="solid"/>
              <a:round/>
              <a:headEnd type="none" w="med" len="med"/>
              <a:tailEnd type="none" w="med" len="med"/>
            </a:ln>
          </p:spPr>
        </p:sp>
        <p:sp>
          <p:nvSpPr>
            <p:cNvPr id="134214" name="Line 71"/>
            <p:cNvSpPr/>
            <p:nvPr/>
          </p:nvSpPr>
          <p:spPr>
            <a:xfrm>
              <a:off x="2448" y="1528"/>
              <a:ext cx="0" cy="510"/>
            </a:xfrm>
            <a:prstGeom prst="line">
              <a:avLst/>
            </a:prstGeom>
            <a:ln w="9525" cap="flat" cmpd="sng">
              <a:solidFill>
                <a:schemeClr val="tx1"/>
              </a:solidFill>
              <a:prstDash val="solid"/>
              <a:round/>
              <a:headEnd type="none" w="med" len="med"/>
              <a:tailEnd type="none" w="med" len="med"/>
            </a:ln>
          </p:spPr>
        </p:sp>
        <p:sp>
          <p:nvSpPr>
            <p:cNvPr id="134215" name="Line 72"/>
            <p:cNvSpPr/>
            <p:nvPr/>
          </p:nvSpPr>
          <p:spPr>
            <a:xfrm>
              <a:off x="2052" y="1540"/>
              <a:ext cx="0" cy="510"/>
            </a:xfrm>
            <a:prstGeom prst="line">
              <a:avLst/>
            </a:prstGeom>
            <a:ln w="9525" cap="flat" cmpd="sng">
              <a:solidFill>
                <a:schemeClr val="tx1"/>
              </a:solidFill>
              <a:prstDash val="solid"/>
              <a:round/>
              <a:headEnd type="none" w="med" len="med"/>
              <a:tailEnd type="none" w="med" len="med"/>
            </a:ln>
          </p:spPr>
        </p:sp>
        <p:sp>
          <p:nvSpPr>
            <p:cNvPr id="134216" name="Line 73"/>
            <p:cNvSpPr/>
            <p:nvPr/>
          </p:nvSpPr>
          <p:spPr>
            <a:xfrm>
              <a:off x="708" y="1540"/>
              <a:ext cx="0" cy="510"/>
            </a:xfrm>
            <a:prstGeom prst="line">
              <a:avLst/>
            </a:prstGeom>
            <a:ln w="9525" cap="flat" cmpd="sng">
              <a:solidFill>
                <a:schemeClr val="tx1"/>
              </a:solidFill>
              <a:prstDash val="solid"/>
              <a:round/>
              <a:headEnd type="none" w="med" len="med"/>
              <a:tailEnd type="none" w="med" len="med"/>
            </a:ln>
          </p:spPr>
        </p:sp>
        <p:sp>
          <p:nvSpPr>
            <p:cNvPr id="134217" name="Line 74"/>
            <p:cNvSpPr/>
            <p:nvPr/>
          </p:nvSpPr>
          <p:spPr>
            <a:xfrm>
              <a:off x="1332" y="1545"/>
              <a:ext cx="0" cy="601"/>
            </a:xfrm>
            <a:prstGeom prst="line">
              <a:avLst/>
            </a:prstGeom>
            <a:ln w="9525" cap="flat" cmpd="sng">
              <a:solidFill>
                <a:schemeClr val="tx1"/>
              </a:solidFill>
              <a:prstDash val="solid"/>
              <a:round/>
              <a:headEnd type="none" w="med" len="med"/>
              <a:tailEnd type="none" w="med" len="med"/>
            </a:ln>
          </p:spPr>
        </p:sp>
        <p:sp>
          <p:nvSpPr>
            <p:cNvPr id="134218" name="Line 75"/>
            <p:cNvSpPr/>
            <p:nvPr/>
          </p:nvSpPr>
          <p:spPr>
            <a:xfrm>
              <a:off x="1476" y="1556"/>
              <a:ext cx="0" cy="1295"/>
            </a:xfrm>
            <a:prstGeom prst="line">
              <a:avLst/>
            </a:prstGeom>
            <a:ln w="9525" cap="flat" cmpd="sng">
              <a:solidFill>
                <a:schemeClr val="tx1"/>
              </a:solidFill>
              <a:prstDash val="solid"/>
              <a:round/>
              <a:headEnd type="none" w="med" len="med"/>
              <a:tailEnd type="none" w="med" len="med"/>
            </a:ln>
          </p:spPr>
        </p:sp>
        <p:sp>
          <p:nvSpPr>
            <p:cNvPr id="134219" name="Line 76"/>
            <p:cNvSpPr/>
            <p:nvPr/>
          </p:nvSpPr>
          <p:spPr>
            <a:xfrm>
              <a:off x="1236" y="1559"/>
              <a:ext cx="0" cy="1403"/>
            </a:xfrm>
            <a:prstGeom prst="line">
              <a:avLst/>
            </a:prstGeom>
            <a:ln w="9525" cap="flat" cmpd="sng">
              <a:solidFill>
                <a:schemeClr val="tx1"/>
              </a:solidFill>
              <a:prstDash val="solid"/>
              <a:round/>
              <a:headEnd type="none" w="med" len="med"/>
              <a:tailEnd type="none" w="med" len="med"/>
            </a:ln>
          </p:spPr>
        </p:sp>
        <p:sp>
          <p:nvSpPr>
            <p:cNvPr id="134220" name="Line 77"/>
            <p:cNvSpPr/>
            <p:nvPr/>
          </p:nvSpPr>
          <p:spPr>
            <a:xfrm flipV="1">
              <a:off x="96" y="2374"/>
              <a:ext cx="1140" cy="0"/>
            </a:xfrm>
            <a:prstGeom prst="line">
              <a:avLst/>
            </a:prstGeom>
            <a:ln w="9525" cap="flat" cmpd="sng">
              <a:solidFill>
                <a:schemeClr val="tx1"/>
              </a:solidFill>
              <a:prstDash val="solid"/>
              <a:round/>
              <a:headEnd type="none" w="med" len="med"/>
              <a:tailEnd type="none" w="med" len="med"/>
            </a:ln>
          </p:spPr>
        </p:sp>
        <p:sp>
          <p:nvSpPr>
            <p:cNvPr id="134221" name="Line 78"/>
            <p:cNvSpPr/>
            <p:nvPr/>
          </p:nvSpPr>
          <p:spPr>
            <a:xfrm>
              <a:off x="516" y="1545"/>
              <a:ext cx="0" cy="829"/>
            </a:xfrm>
            <a:prstGeom prst="line">
              <a:avLst/>
            </a:prstGeom>
            <a:ln w="9525" cap="flat" cmpd="sng">
              <a:solidFill>
                <a:schemeClr val="tx1"/>
              </a:solidFill>
              <a:prstDash val="solid"/>
              <a:round/>
              <a:headEnd type="none" w="med" len="med"/>
              <a:tailEnd type="none" w="med" len="med"/>
            </a:ln>
          </p:spPr>
        </p:sp>
        <p:sp>
          <p:nvSpPr>
            <p:cNvPr id="134222" name="Line 79"/>
            <p:cNvSpPr/>
            <p:nvPr/>
          </p:nvSpPr>
          <p:spPr>
            <a:xfrm>
              <a:off x="900" y="1545"/>
              <a:ext cx="0" cy="817"/>
            </a:xfrm>
            <a:prstGeom prst="line">
              <a:avLst/>
            </a:prstGeom>
            <a:ln w="9525" cap="flat" cmpd="sng">
              <a:solidFill>
                <a:schemeClr val="tx1"/>
              </a:solidFill>
              <a:prstDash val="solid"/>
              <a:round/>
              <a:headEnd type="none" w="med" len="med"/>
              <a:tailEnd type="none" w="med" len="med"/>
            </a:ln>
          </p:spPr>
        </p:sp>
        <p:sp>
          <p:nvSpPr>
            <p:cNvPr id="134223" name="Line 80"/>
            <p:cNvSpPr/>
            <p:nvPr/>
          </p:nvSpPr>
          <p:spPr>
            <a:xfrm>
              <a:off x="612" y="1551"/>
              <a:ext cx="0" cy="691"/>
            </a:xfrm>
            <a:prstGeom prst="line">
              <a:avLst/>
            </a:prstGeom>
            <a:ln w="9525" cap="flat" cmpd="sng">
              <a:solidFill>
                <a:schemeClr val="tx1"/>
              </a:solidFill>
              <a:prstDash val="solid"/>
              <a:round/>
              <a:headEnd type="none" w="med" len="med"/>
              <a:tailEnd type="none" w="med" len="med"/>
            </a:ln>
          </p:spPr>
        </p:sp>
        <p:sp>
          <p:nvSpPr>
            <p:cNvPr id="134224" name="Line 81"/>
            <p:cNvSpPr/>
            <p:nvPr/>
          </p:nvSpPr>
          <p:spPr>
            <a:xfrm>
              <a:off x="996" y="1551"/>
              <a:ext cx="0" cy="691"/>
            </a:xfrm>
            <a:prstGeom prst="line">
              <a:avLst/>
            </a:prstGeom>
            <a:ln w="9525" cap="flat" cmpd="sng">
              <a:solidFill>
                <a:schemeClr val="tx1"/>
              </a:solidFill>
              <a:prstDash val="solid"/>
              <a:round/>
              <a:headEnd type="none" w="med" len="med"/>
              <a:tailEnd type="none" w="med" len="med"/>
            </a:ln>
          </p:spPr>
        </p:sp>
        <p:sp>
          <p:nvSpPr>
            <p:cNvPr id="134225" name="Line 82"/>
            <p:cNvSpPr/>
            <p:nvPr/>
          </p:nvSpPr>
          <p:spPr>
            <a:xfrm>
              <a:off x="1956" y="1551"/>
              <a:ext cx="0" cy="691"/>
            </a:xfrm>
            <a:prstGeom prst="line">
              <a:avLst/>
            </a:prstGeom>
            <a:ln w="9525" cap="flat" cmpd="sng">
              <a:solidFill>
                <a:schemeClr val="tx1"/>
              </a:solidFill>
              <a:prstDash val="solid"/>
              <a:round/>
              <a:headEnd type="none" w="med" len="med"/>
              <a:tailEnd type="none" w="med" len="med"/>
            </a:ln>
          </p:spPr>
        </p:sp>
        <p:sp>
          <p:nvSpPr>
            <p:cNvPr id="134226" name="Line 83"/>
            <p:cNvSpPr/>
            <p:nvPr/>
          </p:nvSpPr>
          <p:spPr>
            <a:xfrm>
              <a:off x="2364" y="1539"/>
              <a:ext cx="0" cy="691"/>
            </a:xfrm>
            <a:prstGeom prst="line">
              <a:avLst/>
            </a:prstGeom>
            <a:ln w="9525" cap="flat" cmpd="sng">
              <a:solidFill>
                <a:schemeClr val="tx1"/>
              </a:solidFill>
              <a:prstDash val="solid"/>
              <a:round/>
              <a:headEnd type="none" w="med" len="med"/>
              <a:tailEnd type="none" w="med" len="med"/>
            </a:ln>
          </p:spPr>
        </p:sp>
        <p:sp>
          <p:nvSpPr>
            <p:cNvPr id="134227" name="Oval 84"/>
            <p:cNvSpPr/>
            <p:nvPr/>
          </p:nvSpPr>
          <p:spPr>
            <a:xfrm>
              <a:off x="3899" y="193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28" name="Oval 85"/>
            <p:cNvSpPr/>
            <p:nvPr/>
          </p:nvSpPr>
          <p:spPr>
            <a:xfrm>
              <a:off x="3685" y="2025"/>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29" name="Oval 86"/>
            <p:cNvSpPr/>
            <p:nvPr/>
          </p:nvSpPr>
          <p:spPr>
            <a:xfrm>
              <a:off x="3323" y="2027"/>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0" name="Oval 87"/>
            <p:cNvSpPr/>
            <p:nvPr/>
          </p:nvSpPr>
          <p:spPr>
            <a:xfrm>
              <a:off x="3419" y="183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1" name="Oval 88"/>
            <p:cNvSpPr/>
            <p:nvPr/>
          </p:nvSpPr>
          <p:spPr>
            <a:xfrm>
              <a:off x="2891" y="212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2" name="Oval 89"/>
            <p:cNvSpPr/>
            <p:nvPr/>
          </p:nvSpPr>
          <p:spPr>
            <a:xfrm>
              <a:off x="2735" y="193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3" name="Oval 90"/>
            <p:cNvSpPr/>
            <p:nvPr/>
          </p:nvSpPr>
          <p:spPr>
            <a:xfrm>
              <a:off x="1933" y="2220"/>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4" name="Oval 91"/>
            <p:cNvSpPr/>
            <p:nvPr/>
          </p:nvSpPr>
          <p:spPr>
            <a:xfrm>
              <a:off x="2029" y="2025"/>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5" name="Oval 92"/>
            <p:cNvSpPr/>
            <p:nvPr/>
          </p:nvSpPr>
          <p:spPr>
            <a:xfrm>
              <a:off x="2435" y="2015"/>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6" name="Oval 93"/>
            <p:cNvSpPr/>
            <p:nvPr/>
          </p:nvSpPr>
          <p:spPr>
            <a:xfrm>
              <a:off x="1211" y="2348"/>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7" name="Oval 94"/>
            <p:cNvSpPr/>
            <p:nvPr/>
          </p:nvSpPr>
          <p:spPr>
            <a:xfrm>
              <a:off x="971" y="2220"/>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8" name="Oval 95"/>
            <p:cNvSpPr/>
            <p:nvPr/>
          </p:nvSpPr>
          <p:spPr>
            <a:xfrm>
              <a:off x="2341" y="2220"/>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9" name="Oval 96"/>
            <p:cNvSpPr/>
            <p:nvPr/>
          </p:nvSpPr>
          <p:spPr>
            <a:xfrm>
              <a:off x="2220" y="164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40" name="Oval 97"/>
            <p:cNvSpPr/>
            <p:nvPr/>
          </p:nvSpPr>
          <p:spPr>
            <a:xfrm>
              <a:off x="5461" y="1641"/>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41" name="Oval 98"/>
            <p:cNvSpPr/>
            <p:nvPr/>
          </p:nvSpPr>
          <p:spPr>
            <a:xfrm>
              <a:off x="877" y="2336"/>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42" name="Line 99"/>
            <p:cNvSpPr/>
            <p:nvPr/>
          </p:nvSpPr>
          <p:spPr>
            <a:xfrm>
              <a:off x="5484" y="1450"/>
              <a:ext cx="0" cy="317"/>
            </a:xfrm>
            <a:prstGeom prst="line">
              <a:avLst/>
            </a:prstGeom>
            <a:ln w="9525" cap="flat" cmpd="sng">
              <a:solidFill>
                <a:schemeClr val="tx1"/>
              </a:solidFill>
              <a:prstDash val="solid"/>
              <a:round/>
              <a:headEnd type="none" w="med" len="med"/>
              <a:tailEnd type="none" w="med" len="med"/>
            </a:ln>
          </p:spPr>
        </p:sp>
        <p:sp>
          <p:nvSpPr>
            <p:cNvPr id="134243" name="Line 100"/>
            <p:cNvSpPr/>
            <p:nvPr/>
          </p:nvSpPr>
          <p:spPr>
            <a:xfrm flipV="1">
              <a:off x="864" y="418"/>
              <a:ext cx="0" cy="564"/>
            </a:xfrm>
            <a:prstGeom prst="line">
              <a:avLst/>
            </a:prstGeom>
            <a:ln w="19050" cap="flat" cmpd="sng">
              <a:solidFill>
                <a:schemeClr val="tx1"/>
              </a:solidFill>
              <a:prstDash val="solid"/>
              <a:round/>
              <a:headEnd type="none" w="med" len="med"/>
              <a:tailEnd type="triangle" w="med" len="med"/>
            </a:ln>
          </p:spPr>
        </p:sp>
        <p:sp>
          <p:nvSpPr>
            <p:cNvPr id="134244" name="Line 101"/>
            <p:cNvSpPr/>
            <p:nvPr/>
          </p:nvSpPr>
          <p:spPr>
            <a:xfrm flipV="1">
              <a:off x="2496" y="838"/>
              <a:ext cx="0" cy="144"/>
            </a:xfrm>
            <a:prstGeom prst="line">
              <a:avLst/>
            </a:prstGeom>
            <a:ln w="9525" cap="flat" cmpd="sng">
              <a:solidFill>
                <a:schemeClr val="tx1"/>
              </a:solidFill>
              <a:prstDash val="solid"/>
              <a:round/>
              <a:headEnd type="none" w="med" len="med"/>
              <a:tailEnd type="none" w="med" len="med"/>
            </a:ln>
          </p:spPr>
        </p:sp>
        <p:sp>
          <p:nvSpPr>
            <p:cNvPr id="134245" name="Line 102"/>
            <p:cNvSpPr/>
            <p:nvPr/>
          </p:nvSpPr>
          <p:spPr>
            <a:xfrm flipV="1">
              <a:off x="3648" y="838"/>
              <a:ext cx="0" cy="144"/>
            </a:xfrm>
            <a:prstGeom prst="line">
              <a:avLst/>
            </a:prstGeom>
            <a:ln w="9525" cap="flat" cmpd="sng">
              <a:solidFill>
                <a:schemeClr val="tx1"/>
              </a:solidFill>
              <a:prstDash val="solid"/>
              <a:round/>
              <a:headEnd type="none" w="med" len="med"/>
              <a:tailEnd type="none" w="med" len="med"/>
            </a:ln>
          </p:spPr>
        </p:sp>
        <p:sp>
          <p:nvSpPr>
            <p:cNvPr id="134246" name="Line 103"/>
            <p:cNvSpPr/>
            <p:nvPr/>
          </p:nvSpPr>
          <p:spPr>
            <a:xfrm flipV="1">
              <a:off x="4536" y="850"/>
              <a:ext cx="0" cy="144"/>
            </a:xfrm>
            <a:prstGeom prst="line">
              <a:avLst/>
            </a:prstGeom>
            <a:ln w="9525" cap="flat" cmpd="sng">
              <a:solidFill>
                <a:schemeClr val="tx1"/>
              </a:solidFill>
              <a:prstDash val="solid"/>
              <a:round/>
              <a:headEnd type="none" w="med" len="med"/>
              <a:tailEnd type="none" w="med" len="med"/>
            </a:ln>
          </p:spPr>
        </p:sp>
        <p:sp>
          <p:nvSpPr>
            <p:cNvPr id="134247" name="Text Box 104"/>
            <p:cNvSpPr txBox="1"/>
            <p:nvPr/>
          </p:nvSpPr>
          <p:spPr>
            <a:xfrm>
              <a:off x="876" y="732"/>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3</a:t>
              </a:r>
              <a:endParaRPr lang="en-US" altLang="zh-CN" sz="2400" i="0" baseline="-25000" dirty="0">
                <a:latin typeface="Times New Roman" panose="02020603050405020304" pitchFamily="18" charset="0"/>
                <a:ea typeface="宋体" panose="02010600030101010101" pitchFamily="2" charset="-122"/>
              </a:endParaRPr>
            </a:p>
          </p:txBody>
        </p:sp>
        <p:sp>
          <p:nvSpPr>
            <p:cNvPr id="134248" name="Text Box 105"/>
            <p:cNvSpPr txBox="1"/>
            <p:nvPr/>
          </p:nvSpPr>
          <p:spPr>
            <a:xfrm>
              <a:off x="5280" y="3514"/>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  C</a:t>
              </a:r>
              <a:r>
                <a:rPr lang="en-US" altLang="zh-CN" sz="2400" i="0" baseline="-25000" dirty="0">
                  <a:latin typeface="Times New Roman" panose="02020603050405020304" pitchFamily="18" charset="0"/>
                  <a:ea typeface="宋体" panose="02010600030101010101" pitchFamily="2" charset="-122"/>
                </a:rPr>
                <a:t>-1</a:t>
              </a:r>
              <a:endParaRPr lang="en-US" altLang="zh-CN" sz="2400" i="0" baseline="-25000" dirty="0">
                <a:latin typeface="Times New Roman" panose="02020603050405020304" pitchFamily="18" charset="0"/>
                <a:ea typeface="宋体" panose="02010600030101010101" pitchFamily="2" charset="-122"/>
              </a:endParaRPr>
            </a:p>
          </p:txBody>
        </p:sp>
        <p:sp>
          <p:nvSpPr>
            <p:cNvPr id="134249" name="Text Box 106"/>
            <p:cNvSpPr txBox="1"/>
            <p:nvPr/>
          </p:nvSpPr>
          <p:spPr>
            <a:xfrm>
              <a:off x="4603" y="744"/>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0</a:t>
              </a:r>
              <a:endParaRPr lang="en-US" altLang="zh-CN" sz="2400" i="0" baseline="-25000" dirty="0">
                <a:latin typeface="Times New Roman" panose="02020603050405020304" pitchFamily="18" charset="0"/>
                <a:ea typeface="宋体" panose="02010600030101010101" pitchFamily="2" charset="-122"/>
              </a:endParaRPr>
            </a:p>
          </p:txBody>
        </p:sp>
        <p:sp>
          <p:nvSpPr>
            <p:cNvPr id="134250" name="Text Box 107"/>
            <p:cNvSpPr txBox="1"/>
            <p:nvPr/>
          </p:nvSpPr>
          <p:spPr>
            <a:xfrm>
              <a:off x="3778" y="720"/>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1</a:t>
              </a:r>
              <a:endParaRPr lang="en-US" altLang="zh-CN" sz="2400" i="0" baseline="-25000" dirty="0">
                <a:latin typeface="Times New Roman" panose="02020603050405020304" pitchFamily="18" charset="0"/>
                <a:ea typeface="宋体" panose="02010600030101010101" pitchFamily="2" charset="-122"/>
              </a:endParaRPr>
            </a:p>
          </p:txBody>
        </p:sp>
        <p:sp>
          <p:nvSpPr>
            <p:cNvPr id="134251" name="Text Box 108"/>
            <p:cNvSpPr txBox="1"/>
            <p:nvPr/>
          </p:nvSpPr>
          <p:spPr>
            <a:xfrm>
              <a:off x="2606" y="732"/>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2</a:t>
              </a:r>
              <a:endParaRPr lang="en-US" altLang="zh-CN" sz="2400" i="0" baseline="-25000" dirty="0">
                <a:latin typeface="Times New Roman" panose="02020603050405020304" pitchFamily="18" charset="0"/>
                <a:ea typeface="宋体" panose="02010600030101010101" pitchFamily="2" charset="-122"/>
              </a:endParaRPr>
            </a:p>
          </p:txBody>
        </p:sp>
        <p:sp>
          <p:nvSpPr>
            <p:cNvPr id="134252" name="Text Box 109"/>
            <p:cNvSpPr txBox="1"/>
            <p:nvPr/>
          </p:nvSpPr>
          <p:spPr>
            <a:xfrm>
              <a:off x="1584" y="3502"/>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3</a:t>
              </a:r>
              <a:endParaRPr lang="en-US" altLang="zh-CN" sz="2400" i="0" baseline="-25000" dirty="0">
                <a:latin typeface="Times New Roman" panose="02020603050405020304" pitchFamily="18" charset="0"/>
                <a:ea typeface="宋体" panose="02010600030101010101" pitchFamily="2" charset="-122"/>
              </a:endParaRPr>
            </a:p>
          </p:txBody>
        </p:sp>
        <p:sp>
          <p:nvSpPr>
            <p:cNvPr id="134253" name="Text Box 110"/>
            <p:cNvSpPr txBox="1"/>
            <p:nvPr/>
          </p:nvSpPr>
          <p:spPr>
            <a:xfrm>
              <a:off x="1140" y="3514"/>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3</a:t>
              </a:r>
              <a:endParaRPr lang="en-US" altLang="zh-CN" sz="2400" i="0" baseline="-25000" dirty="0">
                <a:latin typeface="Times New Roman" panose="02020603050405020304" pitchFamily="18" charset="0"/>
                <a:ea typeface="宋体" panose="02010600030101010101" pitchFamily="2" charset="-122"/>
              </a:endParaRPr>
            </a:p>
          </p:txBody>
        </p:sp>
        <p:grpSp>
          <p:nvGrpSpPr>
            <p:cNvPr id="134254" name="Group 111"/>
            <p:cNvGrpSpPr/>
            <p:nvPr/>
          </p:nvGrpSpPr>
          <p:grpSpPr>
            <a:xfrm>
              <a:off x="5132" y="558"/>
              <a:ext cx="444" cy="272"/>
              <a:chOff x="1300" y="3410"/>
              <a:chExt cx="444" cy="272"/>
            </a:xfrm>
          </p:grpSpPr>
          <p:sp>
            <p:nvSpPr>
              <p:cNvPr id="134255" name="Rectangle 112"/>
              <p:cNvSpPr/>
              <p:nvPr/>
            </p:nvSpPr>
            <p:spPr>
              <a:xfrm>
                <a:off x="1300" y="3410"/>
                <a:ext cx="431" cy="272"/>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56" name="Text Box 113"/>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grpSp>
          <p:nvGrpSpPr>
            <p:cNvPr id="134257" name="Group 114"/>
            <p:cNvGrpSpPr/>
            <p:nvPr/>
          </p:nvGrpSpPr>
          <p:grpSpPr>
            <a:xfrm>
              <a:off x="5257" y="1084"/>
              <a:ext cx="431" cy="346"/>
              <a:chOff x="664" y="2928"/>
              <a:chExt cx="431" cy="346"/>
            </a:xfrm>
          </p:grpSpPr>
          <p:grpSp>
            <p:nvGrpSpPr>
              <p:cNvPr id="134258" name="Group 115"/>
              <p:cNvGrpSpPr/>
              <p:nvPr/>
            </p:nvGrpSpPr>
            <p:grpSpPr>
              <a:xfrm>
                <a:off x="664" y="3002"/>
                <a:ext cx="431" cy="272"/>
                <a:chOff x="216" y="384"/>
                <a:chExt cx="431" cy="272"/>
              </a:xfrm>
            </p:grpSpPr>
            <p:sp>
              <p:nvSpPr>
                <p:cNvPr id="134259" name="Rectangle 116"/>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60" name="Text Box 117"/>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宋体" panose="02010600030101010101" pitchFamily="2" charset="-122"/>
                  </a:endParaRPr>
                </a:p>
              </p:txBody>
            </p:sp>
          </p:grpSp>
          <p:sp>
            <p:nvSpPr>
              <p:cNvPr id="134261" name="Oval 118"/>
              <p:cNvSpPr/>
              <p:nvPr/>
            </p:nvSpPr>
            <p:spPr>
              <a:xfrm>
                <a:off x="840" y="2928"/>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34262" name="Group 119"/>
            <p:cNvGrpSpPr/>
            <p:nvPr/>
          </p:nvGrpSpPr>
          <p:grpSpPr>
            <a:xfrm>
              <a:off x="5269" y="1760"/>
              <a:ext cx="431" cy="346"/>
              <a:chOff x="664" y="2928"/>
              <a:chExt cx="431" cy="346"/>
            </a:xfrm>
          </p:grpSpPr>
          <p:grpSp>
            <p:nvGrpSpPr>
              <p:cNvPr id="134263" name="Group 120"/>
              <p:cNvGrpSpPr/>
              <p:nvPr/>
            </p:nvGrpSpPr>
            <p:grpSpPr>
              <a:xfrm>
                <a:off x="664" y="3002"/>
                <a:ext cx="431" cy="272"/>
                <a:chOff x="216" y="384"/>
                <a:chExt cx="431" cy="272"/>
              </a:xfrm>
            </p:grpSpPr>
            <p:sp>
              <p:nvSpPr>
                <p:cNvPr id="134264" name="Rectangle 121"/>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65" name="Text Box 122"/>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宋体" panose="02010600030101010101" pitchFamily="2" charset="-122"/>
                  </a:endParaRPr>
                </a:p>
              </p:txBody>
            </p:sp>
          </p:grpSp>
          <p:sp>
            <p:nvSpPr>
              <p:cNvPr id="134266" name="Oval 123"/>
              <p:cNvSpPr/>
              <p:nvPr/>
            </p:nvSpPr>
            <p:spPr>
              <a:xfrm>
                <a:off x="840" y="2928"/>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34267" name="Group 124"/>
            <p:cNvGrpSpPr/>
            <p:nvPr/>
          </p:nvGrpSpPr>
          <p:grpSpPr>
            <a:xfrm>
              <a:off x="1036" y="2868"/>
              <a:ext cx="948" cy="756"/>
              <a:chOff x="4504" y="3096"/>
              <a:chExt cx="948" cy="756"/>
            </a:xfrm>
          </p:grpSpPr>
          <p:grpSp>
            <p:nvGrpSpPr>
              <p:cNvPr id="134268" name="Group 125"/>
              <p:cNvGrpSpPr/>
              <p:nvPr/>
            </p:nvGrpSpPr>
            <p:grpSpPr>
              <a:xfrm>
                <a:off x="4504" y="3216"/>
                <a:ext cx="431" cy="346"/>
                <a:chOff x="664" y="2928"/>
                <a:chExt cx="431" cy="346"/>
              </a:xfrm>
            </p:grpSpPr>
            <p:grpSp>
              <p:nvGrpSpPr>
                <p:cNvPr id="134269" name="Group 126"/>
                <p:cNvGrpSpPr/>
                <p:nvPr/>
              </p:nvGrpSpPr>
              <p:grpSpPr>
                <a:xfrm>
                  <a:off x="664" y="3002"/>
                  <a:ext cx="431" cy="272"/>
                  <a:chOff x="216" y="384"/>
                  <a:chExt cx="431" cy="272"/>
                </a:xfrm>
              </p:grpSpPr>
              <p:sp>
                <p:nvSpPr>
                  <p:cNvPr id="134270" name="Rectangle 127"/>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71" name="Text Box 128"/>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272" name="Oval 129"/>
                <p:cNvSpPr/>
                <p:nvPr/>
              </p:nvSpPr>
              <p:spPr>
                <a:xfrm>
                  <a:off x="840" y="2928"/>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34273" name="Group 130"/>
              <p:cNvGrpSpPr/>
              <p:nvPr/>
            </p:nvGrpSpPr>
            <p:grpSpPr>
              <a:xfrm>
                <a:off x="5008" y="3220"/>
                <a:ext cx="444" cy="342"/>
                <a:chOff x="1300" y="3340"/>
                <a:chExt cx="444" cy="342"/>
              </a:xfrm>
            </p:grpSpPr>
            <p:grpSp>
              <p:nvGrpSpPr>
                <p:cNvPr id="134274" name="Group 131"/>
                <p:cNvGrpSpPr/>
                <p:nvPr/>
              </p:nvGrpSpPr>
              <p:grpSpPr>
                <a:xfrm>
                  <a:off x="1300" y="3410"/>
                  <a:ext cx="444" cy="272"/>
                  <a:chOff x="1300" y="3410"/>
                  <a:chExt cx="444" cy="272"/>
                </a:xfrm>
              </p:grpSpPr>
              <p:sp>
                <p:nvSpPr>
                  <p:cNvPr id="134275" name="Rectangle 132"/>
                  <p:cNvSpPr/>
                  <p:nvPr/>
                </p:nvSpPr>
                <p:spPr>
                  <a:xfrm>
                    <a:off x="1300" y="3410"/>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76" name="Text Box 133"/>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sp>
              <p:nvSpPr>
                <p:cNvPr id="134277" name="Oval 134"/>
                <p:cNvSpPr/>
                <p:nvPr/>
              </p:nvSpPr>
              <p:spPr>
                <a:xfrm>
                  <a:off x="1480" y="3340"/>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278" name="Line 135"/>
              <p:cNvSpPr/>
              <p:nvPr/>
            </p:nvSpPr>
            <p:spPr>
              <a:xfrm>
                <a:off x="4596" y="3564"/>
                <a:ext cx="0" cy="276"/>
              </a:xfrm>
              <a:prstGeom prst="line">
                <a:avLst/>
              </a:prstGeom>
              <a:ln w="19050" cap="flat" cmpd="sng">
                <a:solidFill>
                  <a:schemeClr val="tx1"/>
                </a:solidFill>
                <a:prstDash val="solid"/>
                <a:round/>
                <a:headEnd type="none" w="med" len="med"/>
                <a:tailEnd type="none" w="sm" len="lg"/>
              </a:ln>
            </p:spPr>
          </p:sp>
          <p:sp>
            <p:nvSpPr>
              <p:cNvPr id="134279" name="Line 136"/>
              <p:cNvSpPr/>
              <p:nvPr/>
            </p:nvSpPr>
            <p:spPr>
              <a:xfrm flipH="1">
                <a:off x="4848" y="3564"/>
                <a:ext cx="0" cy="108"/>
              </a:xfrm>
              <a:prstGeom prst="line">
                <a:avLst/>
              </a:prstGeom>
              <a:ln w="19050" cap="flat" cmpd="sng">
                <a:solidFill>
                  <a:schemeClr val="tx1"/>
                </a:solidFill>
                <a:prstDash val="solid"/>
                <a:round/>
                <a:headEnd type="none" w="med" len="med"/>
                <a:tailEnd type="none" w="sm" len="lg"/>
              </a:ln>
            </p:spPr>
          </p:sp>
          <p:sp>
            <p:nvSpPr>
              <p:cNvPr id="134280" name="Line 137"/>
              <p:cNvSpPr/>
              <p:nvPr/>
            </p:nvSpPr>
            <p:spPr>
              <a:xfrm>
                <a:off x="5136" y="3552"/>
                <a:ext cx="0" cy="192"/>
              </a:xfrm>
              <a:prstGeom prst="line">
                <a:avLst/>
              </a:prstGeom>
              <a:ln w="19050" cap="flat" cmpd="sng">
                <a:solidFill>
                  <a:schemeClr val="tx1"/>
                </a:solidFill>
                <a:prstDash val="solid"/>
                <a:round/>
                <a:headEnd type="none" w="med" len="med"/>
                <a:tailEnd type="none" w="sm" len="lg"/>
              </a:ln>
            </p:spPr>
          </p:sp>
          <p:sp>
            <p:nvSpPr>
              <p:cNvPr id="134281" name="Line 138"/>
              <p:cNvSpPr/>
              <p:nvPr/>
            </p:nvSpPr>
            <p:spPr>
              <a:xfrm flipH="1">
                <a:off x="5340" y="3564"/>
                <a:ext cx="0" cy="288"/>
              </a:xfrm>
              <a:prstGeom prst="line">
                <a:avLst/>
              </a:prstGeom>
              <a:ln w="19050" cap="flat" cmpd="sng">
                <a:solidFill>
                  <a:schemeClr val="tx1"/>
                </a:solidFill>
                <a:prstDash val="solid"/>
                <a:round/>
                <a:headEnd type="none" w="med" len="med"/>
                <a:tailEnd type="none" w="sm" len="lg"/>
              </a:ln>
            </p:spPr>
          </p:sp>
          <p:sp>
            <p:nvSpPr>
              <p:cNvPr id="134282" name="Line 139"/>
              <p:cNvSpPr/>
              <p:nvPr/>
            </p:nvSpPr>
            <p:spPr>
              <a:xfrm>
                <a:off x="4860" y="3672"/>
                <a:ext cx="468" cy="0"/>
              </a:xfrm>
              <a:prstGeom prst="line">
                <a:avLst/>
              </a:prstGeom>
              <a:ln w="19050" cap="flat" cmpd="sng">
                <a:solidFill>
                  <a:schemeClr val="tx1"/>
                </a:solidFill>
                <a:prstDash val="solid"/>
                <a:round/>
                <a:headEnd type="none" w="med" len="med"/>
                <a:tailEnd type="none" w="sm" len="lg"/>
              </a:ln>
            </p:spPr>
          </p:sp>
          <p:sp>
            <p:nvSpPr>
              <p:cNvPr id="134283" name="Line 140"/>
              <p:cNvSpPr/>
              <p:nvPr/>
            </p:nvSpPr>
            <p:spPr>
              <a:xfrm flipH="1">
                <a:off x="4596" y="3744"/>
                <a:ext cx="540" cy="0"/>
              </a:xfrm>
              <a:prstGeom prst="line">
                <a:avLst/>
              </a:prstGeom>
              <a:ln w="19050" cap="flat" cmpd="sng">
                <a:solidFill>
                  <a:schemeClr val="tx1"/>
                </a:solidFill>
                <a:prstDash val="solid"/>
                <a:round/>
                <a:headEnd type="none" w="med" len="med"/>
                <a:tailEnd type="none" w="sm" len="lg"/>
              </a:ln>
            </p:spPr>
          </p:sp>
          <p:sp>
            <p:nvSpPr>
              <p:cNvPr id="134284" name="Oval 141"/>
              <p:cNvSpPr/>
              <p:nvPr/>
            </p:nvSpPr>
            <p:spPr>
              <a:xfrm flipH="1">
                <a:off x="5308" y="3640"/>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85" name="Oval 142"/>
              <p:cNvSpPr/>
              <p:nvPr/>
            </p:nvSpPr>
            <p:spPr>
              <a:xfrm flipH="1">
                <a:off x="4580" y="3716"/>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86" name="Line 143"/>
              <p:cNvSpPr/>
              <p:nvPr/>
            </p:nvSpPr>
            <p:spPr>
              <a:xfrm>
                <a:off x="4704" y="3096"/>
                <a:ext cx="0" cy="132"/>
              </a:xfrm>
              <a:prstGeom prst="line">
                <a:avLst/>
              </a:prstGeom>
              <a:ln w="9525" cap="flat" cmpd="sng">
                <a:solidFill>
                  <a:schemeClr val="tx1"/>
                </a:solidFill>
                <a:prstDash val="solid"/>
                <a:round/>
                <a:headEnd type="none" w="med" len="med"/>
                <a:tailEnd type="none" w="sm" len="lg"/>
              </a:ln>
            </p:spPr>
          </p:sp>
          <p:sp>
            <p:nvSpPr>
              <p:cNvPr id="134287" name="Line 144"/>
              <p:cNvSpPr/>
              <p:nvPr/>
            </p:nvSpPr>
            <p:spPr>
              <a:xfrm>
                <a:off x="5220" y="3096"/>
                <a:ext cx="0" cy="132"/>
              </a:xfrm>
              <a:prstGeom prst="line">
                <a:avLst/>
              </a:prstGeom>
              <a:ln w="9525" cap="flat" cmpd="sng">
                <a:solidFill>
                  <a:schemeClr val="tx1"/>
                </a:solidFill>
                <a:prstDash val="solid"/>
                <a:round/>
                <a:headEnd type="none" w="med" len="med"/>
                <a:tailEnd type="none" w="sm" len="lg"/>
              </a:ln>
            </p:spPr>
          </p:sp>
        </p:grpSp>
        <p:grpSp>
          <p:nvGrpSpPr>
            <p:cNvPr id="134288" name="Group 145"/>
            <p:cNvGrpSpPr/>
            <p:nvPr/>
          </p:nvGrpSpPr>
          <p:grpSpPr>
            <a:xfrm>
              <a:off x="1516" y="2402"/>
              <a:ext cx="431" cy="334"/>
              <a:chOff x="1456" y="614"/>
              <a:chExt cx="431" cy="334"/>
            </a:xfrm>
          </p:grpSpPr>
          <p:grpSp>
            <p:nvGrpSpPr>
              <p:cNvPr id="134289" name="Group 146"/>
              <p:cNvGrpSpPr/>
              <p:nvPr/>
            </p:nvGrpSpPr>
            <p:grpSpPr>
              <a:xfrm>
                <a:off x="1456" y="614"/>
                <a:ext cx="431" cy="272"/>
                <a:chOff x="216" y="384"/>
                <a:chExt cx="431" cy="272"/>
              </a:xfrm>
            </p:grpSpPr>
            <p:sp>
              <p:nvSpPr>
                <p:cNvPr id="134290" name="Rectangle 147"/>
                <p:cNvSpPr/>
                <p:nvPr/>
              </p:nvSpPr>
              <p:spPr>
                <a:xfrm>
                  <a:off x="216" y="384"/>
                  <a:ext cx="431" cy="272"/>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91" name="Text Box 148"/>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292" name="Oval 149"/>
              <p:cNvSpPr/>
              <p:nvPr/>
            </p:nvSpPr>
            <p:spPr>
              <a:xfrm>
                <a:off x="1752" y="876"/>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293" name="Oval 150"/>
            <p:cNvSpPr/>
            <p:nvPr/>
          </p:nvSpPr>
          <p:spPr>
            <a:xfrm flipH="1">
              <a:off x="4509" y="972"/>
              <a:ext cx="63" cy="60"/>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94" name="Oval 151"/>
            <p:cNvSpPr/>
            <p:nvPr/>
          </p:nvSpPr>
          <p:spPr>
            <a:xfrm flipH="1">
              <a:off x="3625" y="976"/>
              <a:ext cx="63" cy="60"/>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95" name="Oval 152"/>
            <p:cNvSpPr/>
            <p:nvPr/>
          </p:nvSpPr>
          <p:spPr>
            <a:xfrm flipH="1">
              <a:off x="2465" y="980"/>
              <a:ext cx="63" cy="60"/>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96" name="Oval 153"/>
            <p:cNvSpPr/>
            <p:nvPr/>
          </p:nvSpPr>
          <p:spPr>
            <a:xfrm flipH="1">
              <a:off x="837" y="972"/>
              <a:ext cx="63" cy="60"/>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34297" name="Group 154"/>
            <p:cNvGrpSpPr/>
            <p:nvPr/>
          </p:nvGrpSpPr>
          <p:grpSpPr>
            <a:xfrm>
              <a:off x="4212" y="562"/>
              <a:ext cx="444" cy="272"/>
              <a:chOff x="1300" y="3410"/>
              <a:chExt cx="444" cy="272"/>
            </a:xfrm>
          </p:grpSpPr>
          <p:sp>
            <p:nvSpPr>
              <p:cNvPr id="134298" name="Rectangle 155"/>
              <p:cNvSpPr/>
              <p:nvPr/>
            </p:nvSpPr>
            <p:spPr>
              <a:xfrm>
                <a:off x="1300" y="3410"/>
                <a:ext cx="431" cy="272"/>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99" name="Text Box 156"/>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grpSp>
          <p:nvGrpSpPr>
            <p:cNvPr id="134300" name="Group 157"/>
            <p:cNvGrpSpPr/>
            <p:nvPr/>
          </p:nvGrpSpPr>
          <p:grpSpPr>
            <a:xfrm>
              <a:off x="3364" y="554"/>
              <a:ext cx="444" cy="272"/>
              <a:chOff x="1300" y="3410"/>
              <a:chExt cx="444" cy="272"/>
            </a:xfrm>
          </p:grpSpPr>
          <p:sp>
            <p:nvSpPr>
              <p:cNvPr id="134301" name="Rectangle 158"/>
              <p:cNvSpPr/>
              <p:nvPr/>
            </p:nvSpPr>
            <p:spPr>
              <a:xfrm>
                <a:off x="1300" y="3410"/>
                <a:ext cx="431" cy="272"/>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02" name="Text Box 159"/>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grpSp>
          <p:nvGrpSpPr>
            <p:cNvPr id="134303" name="Group 160"/>
            <p:cNvGrpSpPr/>
            <p:nvPr/>
          </p:nvGrpSpPr>
          <p:grpSpPr>
            <a:xfrm>
              <a:off x="2180" y="558"/>
              <a:ext cx="444" cy="272"/>
              <a:chOff x="1300" y="3410"/>
              <a:chExt cx="444" cy="272"/>
            </a:xfrm>
          </p:grpSpPr>
          <p:sp>
            <p:nvSpPr>
              <p:cNvPr id="134304" name="Rectangle 161"/>
              <p:cNvSpPr/>
              <p:nvPr/>
            </p:nvSpPr>
            <p:spPr>
              <a:xfrm>
                <a:off x="1300" y="3410"/>
                <a:ext cx="431" cy="272"/>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05" name="Text Box 162"/>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sp>
          <p:nvSpPr>
            <p:cNvPr id="134306" name="Line 163"/>
            <p:cNvSpPr/>
            <p:nvPr/>
          </p:nvSpPr>
          <p:spPr>
            <a:xfrm>
              <a:off x="456" y="1284"/>
              <a:ext cx="0" cy="252"/>
            </a:xfrm>
            <a:prstGeom prst="line">
              <a:avLst/>
            </a:prstGeom>
            <a:ln w="9525" cap="flat" cmpd="sng">
              <a:solidFill>
                <a:schemeClr val="tx1"/>
              </a:solidFill>
              <a:prstDash val="solid"/>
              <a:round/>
              <a:headEnd type="none" w="med" len="med"/>
              <a:tailEnd type="none" w="sm" len="lg"/>
            </a:ln>
          </p:spPr>
        </p:sp>
        <p:sp>
          <p:nvSpPr>
            <p:cNvPr id="134307" name="Line 164"/>
            <p:cNvSpPr/>
            <p:nvPr/>
          </p:nvSpPr>
          <p:spPr>
            <a:xfrm>
              <a:off x="384" y="1536"/>
              <a:ext cx="0" cy="120"/>
            </a:xfrm>
            <a:prstGeom prst="line">
              <a:avLst/>
            </a:prstGeom>
            <a:ln w="9525" cap="flat" cmpd="sng">
              <a:solidFill>
                <a:schemeClr val="tx1"/>
              </a:solidFill>
              <a:prstDash val="solid"/>
              <a:round/>
              <a:headEnd type="none" w="med" len="med"/>
              <a:tailEnd type="none" w="sm" len="lg"/>
            </a:ln>
          </p:spPr>
        </p:sp>
        <p:sp>
          <p:nvSpPr>
            <p:cNvPr id="134308" name="Oval 165"/>
            <p:cNvSpPr/>
            <p:nvPr/>
          </p:nvSpPr>
          <p:spPr>
            <a:xfrm>
              <a:off x="593" y="2224"/>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09" name="Oval 166"/>
            <p:cNvSpPr/>
            <p:nvPr/>
          </p:nvSpPr>
          <p:spPr>
            <a:xfrm>
              <a:off x="501" y="2348"/>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10" name="Oval 167"/>
            <p:cNvSpPr/>
            <p:nvPr/>
          </p:nvSpPr>
          <p:spPr>
            <a:xfrm>
              <a:off x="2665" y="2220"/>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11" name="Oval 168"/>
            <p:cNvSpPr/>
            <p:nvPr/>
          </p:nvSpPr>
          <p:spPr>
            <a:xfrm>
              <a:off x="689" y="2032"/>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12" name="Line 169"/>
            <p:cNvSpPr/>
            <p:nvPr/>
          </p:nvSpPr>
          <p:spPr>
            <a:xfrm flipV="1">
              <a:off x="312" y="1536"/>
              <a:ext cx="0" cy="300"/>
            </a:xfrm>
            <a:prstGeom prst="line">
              <a:avLst/>
            </a:prstGeom>
            <a:ln w="9525" cap="flat" cmpd="sng">
              <a:solidFill>
                <a:schemeClr val="tx1"/>
              </a:solidFill>
              <a:prstDash val="solid"/>
              <a:round/>
              <a:headEnd type="none" w="med" len="med"/>
              <a:tailEnd type="none" w="sm" len="lg"/>
            </a:ln>
          </p:spPr>
        </p:sp>
        <p:sp>
          <p:nvSpPr>
            <p:cNvPr id="134313" name="Line 170"/>
            <p:cNvSpPr/>
            <p:nvPr/>
          </p:nvSpPr>
          <p:spPr>
            <a:xfrm flipV="1">
              <a:off x="240" y="1548"/>
              <a:ext cx="0" cy="492"/>
            </a:xfrm>
            <a:prstGeom prst="line">
              <a:avLst/>
            </a:prstGeom>
            <a:ln w="9525" cap="flat" cmpd="sng">
              <a:solidFill>
                <a:schemeClr val="tx1"/>
              </a:solidFill>
              <a:prstDash val="solid"/>
              <a:round/>
              <a:headEnd type="none" w="med" len="med"/>
              <a:tailEnd type="none" w="sm" len="lg"/>
            </a:ln>
          </p:spPr>
        </p:sp>
        <p:sp>
          <p:nvSpPr>
            <p:cNvPr id="134314" name="Line 171"/>
            <p:cNvSpPr/>
            <p:nvPr/>
          </p:nvSpPr>
          <p:spPr>
            <a:xfrm flipH="1">
              <a:off x="168" y="1536"/>
              <a:ext cx="0" cy="696"/>
            </a:xfrm>
            <a:prstGeom prst="line">
              <a:avLst/>
            </a:prstGeom>
            <a:ln w="9525" cap="flat" cmpd="sng">
              <a:solidFill>
                <a:schemeClr val="tx1"/>
              </a:solidFill>
              <a:prstDash val="solid"/>
              <a:round/>
              <a:headEnd type="none" w="med" len="med"/>
              <a:tailEnd type="none" w="sm" len="lg"/>
            </a:ln>
          </p:spPr>
        </p:sp>
        <p:sp>
          <p:nvSpPr>
            <p:cNvPr id="134315" name="Line 172"/>
            <p:cNvSpPr/>
            <p:nvPr/>
          </p:nvSpPr>
          <p:spPr>
            <a:xfrm flipH="1">
              <a:off x="96" y="1536"/>
              <a:ext cx="0" cy="816"/>
            </a:xfrm>
            <a:prstGeom prst="line">
              <a:avLst/>
            </a:prstGeom>
            <a:ln w="9525" cap="flat" cmpd="sng">
              <a:solidFill>
                <a:schemeClr val="tx1"/>
              </a:solidFill>
              <a:prstDash val="solid"/>
              <a:round/>
              <a:headEnd type="none" w="med" len="med"/>
              <a:tailEnd type="none" w="sm" len="lg"/>
            </a:ln>
          </p:spPr>
        </p:sp>
        <p:sp>
          <p:nvSpPr>
            <p:cNvPr id="134316" name="Line 173"/>
            <p:cNvSpPr/>
            <p:nvPr/>
          </p:nvSpPr>
          <p:spPr>
            <a:xfrm flipH="1">
              <a:off x="1716" y="912"/>
              <a:ext cx="0" cy="1476"/>
            </a:xfrm>
            <a:prstGeom prst="line">
              <a:avLst/>
            </a:prstGeom>
            <a:ln w="19050" cap="flat" cmpd="sng">
              <a:solidFill>
                <a:schemeClr val="tx1"/>
              </a:solidFill>
              <a:prstDash val="solid"/>
              <a:round/>
              <a:headEnd type="none" w="med" len="med"/>
              <a:tailEnd type="none" w="sm" len="lg"/>
            </a:ln>
          </p:spPr>
        </p:sp>
        <p:sp>
          <p:nvSpPr>
            <p:cNvPr id="134317" name="Line 174"/>
            <p:cNvSpPr/>
            <p:nvPr/>
          </p:nvSpPr>
          <p:spPr>
            <a:xfrm>
              <a:off x="1716" y="912"/>
              <a:ext cx="564" cy="0"/>
            </a:xfrm>
            <a:prstGeom prst="line">
              <a:avLst/>
            </a:prstGeom>
            <a:ln w="19050" cap="flat" cmpd="sng">
              <a:solidFill>
                <a:schemeClr val="tx1"/>
              </a:solidFill>
              <a:prstDash val="solid"/>
              <a:round/>
              <a:headEnd type="none" w="med" len="med"/>
              <a:tailEnd type="none" w="sm" len="lg"/>
            </a:ln>
          </p:spPr>
        </p:sp>
        <p:sp>
          <p:nvSpPr>
            <p:cNvPr id="134318" name="Line 175"/>
            <p:cNvSpPr/>
            <p:nvPr/>
          </p:nvSpPr>
          <p:spPr>
            <a:xfrm>
              <a:off x="2280" y="828"/>
              <a:ext cx="0" cy="96"/>
            </a:xfrm>
            <a:prstGeom prst="line">
              <a:avLst/>
            </a:prstGeom>
            <a:ln w="19050" cap="flat" cmpd="sng">
              <a:solidFill>
                <a:schemeClr val="tx1"/>
              </a:solidFill>
              <a:prstDash val="solid"/>
              <a:round/>
              <a:headEnd type="none" w="med" len="med"/>
              <a:tailEnd type="none" w="sm" len="lg"/>
            </a:ln>
          </p:spPr>
        </p:sp>
        <p:sp>
          <p:nvSpPr>
            <p:cNvPr id="134319" name="Line 176"/>
            <p:cNvSpPr/>
            <p:nvPr/>
          </p:nvSpPr>
          <p:spPr>
            <a:xfrm flipH="1">
              <a:off x="1848" y="2736"/>
              <a:ext cx="0" cy="132"/>
            </a:xfrm>
            <a:prstGeom prst="line">
              <a:avLst/>
            </a:prstGeom>
            <a:ln w="9525" cap="flat" cmpd="sng">
              <a:solidFill>
                <a:schemeClr val="tx1"/>
              </a:solidFill>
              <a:prstDash val="solid"/>
              <a:round/>
              <a:headEnd type="none" w="med" len="med"/>
              <a:tailEnd type="none" w="sm" len="lg"/>
            </a:ln>
          </p:spPr>
        </p:sp>
        <p:sp>
          <p:nvSpPr>
            <p:cNvPr id="134320" name="Line 177"/>
            <p:cNvSpPr/>
            <p:nvPr/>
          </p:nvSpPr>
          <p:spPr>
            <a:xfrm flipH="1">
              <a:off x="1464" y="2856"/>
              <a:ext cx="396" cy="0"/>
            </a:xfrm>
            <a:prstGeom prst="line">
              <a:avLst/>
            </a:prstGeom>
            <a:ln w="9525" cap="flat" cmpd="sng">
              <a:solidFill>
                <a:schemeClr val="tx1"/>
              </a:solidFill>
              <a:prstDash val="solid"/>
              <a:round/>
              <a:headEnd type="none" w="med" len="med"/>
              <a:tailEnd type="none" w="sm" len="lg"/>
            </a:ln>
          </p:spPr>
        </p:sp>
        <p:sp>
          <p:nvSpPr>
            <p:cNvPr id="134321" name="Oval 178"/>
            <p:cNvSpPr/>
            <p:nvPr/>
          </p:nvSpPr>
          <p:spPr>
            <a:xfrm>
              <a:off x="2129" y="1828"/>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22" name="Oval 179"/>
            <p:cNvSpPr/>
            <p:nvPr/>
          </p:nvSpPr>
          <p:spPr>
            <a:xfrm>
              <a:off x="1221" y="2708"/>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23" name="Oval 180"/>
            <p:cNvSpPr/>
            <p:nvPr/>
          </p:nvSpPr>
          <p:spPr>
            <a:xfrm>
              <a:off x="1729" y="2844"/>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24" name="Line 181"/>
            <p:cNvSpPr/>
            <p:nvPr/>
          </p:nvSpPr>
          <p:spPr>
            <a:xfrm>
              <a:off x="1236" y="2724"/>
              <a:ext cx="384" cy="0"/>
            </a:xfrm>
            <a:prstGeom prst="line">
              <a:avLst/>
            </a:prstGeom>
            <a:ln w="9525" cap="flat" cmpd="sng">
              <a:solidFill>
                <a:schemeClr val="tx1"/>
              </a:solidFill>
              <a:prstDash val="solid"/>
              <a:round/>
              <a:headEnd type="none" w="med" len="med"/>
              <a:tailEnd type="none" w="sm" len="lg"/>
            </a:ln>
          </p:spPr>
        </p:sp>
        <p:sp>
          <p:nvSpPr>
            <p:cNvPr id="134325" name="Line 182"/>
            <p:cNvSpPr/>
            <p:nvPr/>
          </p:nvSpPr>
          <p:spPr>
            <a:xfrm flipH="1">
              <a:off x="1632" y="2652"/>
              <a:ext cx="0" cy="84"/>
            </a:xfrm>
            <a:prstGeom prst="line">
              <a:avLst/>
            </a:prstGeom>
            <a:ln w="9525" cap="flat" cmpd="sng">
              <a:solidFill>
                <a:schemeClr val="tx1"/>
              </a:solidFill>
              <a:prstDash val="solid"/>
              <a:round/>
              <a:headEnd type="none" w="med" len="med"/>
              <a:tailEnd type="none" w="sm" len="lg"/>
            </a:ln>
          </p:spPr>
        </p:sp>
        <p:sp>
          <p:nvSpPr>
            <p:cNvPr id="134326" name="Text Box 183"/>
            <p:cNvSpPr txBox="1"/>
            <p:nvPr/>
          </p:nvSpPr>
          <p:spPr>
            <a:xfrm>
              <a:off x="4060" y="3518"/>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1</a:t>
              </a:r>
              <a:endParaRPr lang="en-US" altLang="zh-CN" sz="2400" i="0" baseline="-25000" dirty="0">
                <a:latin typeface="Times New Roman" panose="02020603050405020304" pitchFamily="18" charset="0"/>
                <a:ea typeface="宋体" panose="02010600030101010101" pitchFamily="2" charset="-122"/>
              </a:endParaRPr>
            </a:p>
          </p:txBody>
        </p:sp>
        <p:sp>
          <p:nvSpPr>
            <p:cNvPr id="134327" name="Text Box 184"/>
            <p:cNvSpPr txBox="1"/>
            <p:nvPr/>
          </p:nvSpPr>
          <p:spPr>
            <a:xfrm>
              <a:off x="3628" y="3530"/>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1</a:t>
              </a:r>
              <a:endParaRPr lang="en-US" altLang="zh-CN" sz="2400" i="0" baseline="-25000" dirty="0">
                <a:latin typeface="Times New Roman" panose="02020603050405020304" pitchFamily="18" charset="0"/>
                <a:ea typeface="宋体" panose="02010600030101010101" pitchFamily="2" charset="-122"/>
              </a:endParaRPr>
            </a:p>
          </p:txBody>
        </p:sp>
        <p:grpSp>
          <p:nvGrpSpPr>
            <p:cNvPr id="134328" name="Group 185"/>
            <p:cNvGrpSpPr/>
            <p:nvPr/>
          </p:nvGrpSpPr>
          <p:grpSpPr>
            <a:xfrm>
              <a:off x="3512" y="2884"/>
              <a:ext cx="948" cy="756"/>
              <a:chOff x="4504" y="3096"/>
              <a:chExt cx="948" cy="756"/>
            </a:xfrm>
          </p:grpSpPr>
          <p:grpSp>
            <p:nvGrpSpPr>
              <p:cNvPr id="134329" name="Group 186"/>
              <p:cNvGrpSpPr/>
              <p:nvPr/>
            </p:nvGrpSpPr>
            <p:grpSpPr>
              <a:xfrm>
                <a:off x="4504" y="3216"/>
                <a:ext cx="431" cy="346"/>
                <a:chOff x="664" y="2928"/>
                <a:chExt cx="431" cy="346"/>
              </a:xfrm>
            </p:grpSpPr>
            <p:grpSp>
              <p:nvGrpSpPr>
                <p:cNvPr id="134330" name="Group 187"/>
                <p:cNvGrpSpPr/>
                <p:nvPr/>
              </p:nvGrpSpPr>
              <p:grpSpPr>
                <a:xfrm>
                  <a:off x="664" y="3002"/>
                  <a:ext cx="431" cy="272"/>
                  <a:chOff x="216" y="384"/>
                  <a:chExt cx="431" cy="272"/>
                </a:xfrm>
              </p:grpSpPr>
              <p:sp>
                <p:nvSpPr>
                  <p:cNvPr id="134331" name="Rectangle 188"/>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32" name="Text Box 189"/>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333" name="Oval 190"/>
                <p:cNvSpPr/>
                <p:nvPr/>
              </p:nvSpPr>
              <p:spPr>
                <a:xfrm>
                  <a:off x="840" y="2928"/>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34334" name="Group 191"/>
              <p:cNvGrpSpPr/>
              <p:nvPr/>
            </p:nvGrpSpPr>
            <p:grpSpPr>
              <a:xfrm>
                <a:off x="5008" y="3220"/>
                <a:ext cx="444" cy="342"/>
                <a:chOff x="1300" y="3340"/>
                <a:chExt cx="444" cy="342"/>
              </a:xfrm>
            </p:grpSpPr>
            <p:grpSp>
              <p:nvGrpSpPr>
                <p:cNvPr id="134335" name="Group 192"/>
                <p:cNvGrpSpPr/>
                <p:nvPr/>
              </p:nvGrpSpPr>
              <p:grpSpPr>
                <a:xfrm>
                  <a:off x="1300" y="3410"/>
                  <a:ext cx="444" cy="272"/>
                  <a:chOff x="1300" y="3410"/>
                  <a:chExt cx="444" cy="272"/>
                </a:xfrm>
              </p:grpSpPr>
              <p:sp>
                <p:nvSpPr>
                  <p:cNvPr id="134336" name="Rectangle 193"/>
                  <p:cNvSpPr/>
                  <p:nvPr/>
                </p:nvSpPr>
                <p:spPr>
                  <a:xfrm>
                    <a:off x="1300" y="3410"/>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37" name="Text Box 194"/>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sp>
              <p:nvSpPr>
                <p:cNvPr id="134338" name="Oval 195"/>
                <p:cNvSpPr/>
                <p:nvPr/>
              </p:nvSpPr>
              <p:spPr>
                <a:xfrm>
                  <a:off x="1480" y="3340"/>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339" name="Line 196"/>
              <p:cNvSpPr/>
              <p:nvPr/>
            </p:nvSpPr>
            <p:spPr>
              <a:xfrm>
                <a:off x="4596" y="3564"/>
                <a:ext cx="0" cy="276"/>
              </a:xfrm>
              <a:prstGeom prst="line">
                <a:avLst/>
              </a:prstGeom>
              <a:ln w="19050" cap="flat" cmpd="sng">
                <a:solidFill>
                  <a:schemeClr val="tx1"/>
                </a:solidFill>
                <a:prstDash val="solid"/>
                <a:round/>
                <a:headEnd type="none" w="med" len="med"/>
                <a:tailEnd type="none" w="sm" len="lg"/>
              </a:ln>
            </p:spPr>
          </p:sp>
          <p:sp>
            <p:nvSpPr>
              <p:cNvPr id="134340" name="Line 197"/>
              <p:cNvSpPr/>
              <p:nvPr/>
            </p:nvSpPr>
            <p:spPr>
              <a:xfrm flipH="1">
                <a:off x="4848" y="3564"/>
                <a:ext cx="0" cy="108"/>
              </a:xfrm>
              <a:prstGeom prst="line">
                <a:avLst/>
              </a:prstGeom>
              <a:ln w="19050" cap="flat" cmpd="sng">
                <a:solidFill>
                  <a:schemeClr val="tx1"/>
                </a:solidFill>
                <a:prstDash val="solid"/>
                <a:round/>
                <a:headEnd type="none" w="med" len="med"/>
                <a:tailEnd type="none" w="sm" len="lg"/>
              </a:ln>
            </p:spPr>
          </p:sp>
          <p:sp>
            <p:nvSpPr>
              <p:cNvPr id="134341" name="Line 198"/>
              <p:cNvSpPr/>
              <p:nvPr/>
            </p:nvSpPr>
            <p:spPr>
              <a:xfrm>
                <a:off x="5136" y="3552"/>
                <a:ext cx="0" cy="192"/>
              </a:xfrm>
              <a:prstGeom prst="line">
                <a:avLst/>
              </a:prstGeom>
              <a:ln w="19050" cap="flat" cmpd="sng">
                <a:solidFill>
                  <a:schemeClr val="tx1"/>
                </a:solidFill>
                <a:prstDash val="solid"/>
                <a:round/>
                <a:headEnd type="none" w="med" len="med"/>
                <a:tailEnd type="none" w="sm" len="lg"/>
              </a:ln>
            </p:spPr>
          </p:sp>
          <p:sp>
            <p:nvSpPr>
              <p:cNvPr id="134342" name="Line 199"/>
              <p:cNvSpPr/>
              <p:nvPr/>
            </p:nvSpPr>
            <p:spPr>
              <a:xfrm flipH="1">
                <a:off x="5340" y="3564"/>
                <a:ext cx="0" cy="288"/>
              </a:xfrm>
              <a:prstGeom prst="line">
                <a:avLst/>
              </a:prstGeom>
              <a:ln w="19050" cap="flat" cmpd="sng">
                <a:solidFill>
                  <a:schemeClr val="tx1"/>
                </a:solidFill>
                <a:prstDash val="solid"/>
                <a:round/>
                <a:headEnd type="none" w="med" len="med"/>
                <a:tailEnd type="none" w="sm" len="lg"/>
              </a:ln>
            </p:spPr>
          </p:sp>
          <p:sp>
            <p:nvSpPr>
              <p:cNvPr id="134343" name="Line 200"/>
              <p:cNvSpPr/>
              <p:nvPr/>
            </p:nvSpPr>
            <p:spPr>
              <a:xfrm>
                <a:off x="4860" y="3672"/>
                <a:ext cx="468" cy="0"/>
              </a:xfrm>
              <a:prstGeom prst="line">
                <a:avLst/>
              </a:prstGeom>
              <a:ln w="19050" cap="flat" cmpd="sng">
                <a:solidFill>
                  <a:schemeClr val="tx1"/>
                </a:solidFill>
                <a:prstDash val="solid"/>
                <a:round/>
                <a:headEnd type="none" w="med" len="med"/>
                <a:tailEnd type="none" w="sm" len="lg"/>
              </a:ln>
            </p:spPr>
          </p:sp>
          <p:sp>
            <p:nvSpPr>
              <p:cNvPr id="134344" name="Line 201"/>
              <p:cNvSpPr/>
              <p:nvPr/>
            </p:nvSpPr>
            <p:spPr>
              <a:xfrm flipH="1">
                <a:off x="4596" y="3744"/>
                <a:ext cx="540" cy="0"/>
              </a:xfrm>
              <a:prstGeom prst="line">
                <a:avLst/>
              </a:prstGeom>
              <a:ln w="19050" cap="flat" cmpd="sng">
                <a:solidFill>
                  <a:schemeClr val="tx1"/>
                </a:solidFill>
                <a:prstDash val="solid"/>
                <a:round/>
                <a:headEnd type="none" w="med" len="med"/>
                <a:tailEnd type="none" w="sm" len="lg"/>
              </a:ln>
            </p:spPr>
          </p:sp>
          <p:sp>
            <p:nvSpPr>
              <p:cNvPr id="134345" name="Oval 202"/>
              <p:cNvSpPr/>
              <p:nvPr/>
            </p:nvSpPr>
            <p:spPr>
              <a:xfrm flipH="1">
                <a:off x="5308" y="3640"/>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46" name="Oval 203"/>
              <p:cNvSpPr/>
              <p:nvPr/>
            </p:nvSpPr>
            <p:spPr>
              <a:xfrm flipH="1">
                <a:off x="4580" y="3716"/>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47" name="Line 204"/>
              <p:cNvSpPr/>
              <p:nvPr/>
            </p:nvSpPr>
            <p:spPr>
              <a:xfrm>
                <a:off x="4704" y="3096"/>
                <a:ext cx="0" cy="132"/>
              </a:xfrm>
              <a:prstGeom prst="line">
                <a:avLst/>
              </a:prstGeom>
              <a:ln w="9525" cap="flat" cmpd="sng">
                <a:solidFill>
                  <a:schemeClr val="tx1"/>
                </a:solidFill>
                <a:prstDash val="solid"/>
                <a:round/>
                <a:headEnd type="none" w="med" len="med"/>
                <a:tailEnd type="none" w="sm" len="lg"/>
              </a:ln>
            </p:spPr>
          </p:sp>
          <p:sp>
            <p:nvSpPr>
              <p:cNvPr id="134348" name="Line 205"/>
              <p:cNvSpPr/>
              <p:nvPr/>
            </p:nvSpPr>
            <p:spPr>
              <a:xfrm>
                <a:off x="5220" y="3096"/>
                <a:ext cx="0" cy="132"/>
              </a:xfrm>
              <a:prstGeom prst="line">
                <a:avLst/>
              </a:prstGeom>
              <a:ln w="9525" cap="flat" cmpd="sng">
                <a:solidFill>
                  <a:schemeClr val="tx1"/>
                </a:solidFill>
                <a:prstDash val="solid"/>
                <a:round/>
                <a:headEnd type="none" w="med" len="med"/>
                <a:tailEnd type="none" w="sm" len="lg"/>
              </a:ln>
            </p:spPr>
          </p:sp>
        </p:grpSp>
        <p:grpSp>
          <p:nvGrpSpPr>
            <p:cNvPr id="134349" name="Group 206"/>
            <p:cNvGrpSpPr/>
            <p:nvPr/>
          </p:nvGrpSpPr>
          <p:grpSpPr>
            <a:xfrm>
              <a:off x="3992" y="2418"/>
              <a:ext cx="431" cy="334"/>
              <a:chOff x="1456" y="614"/>
              <a:chExt cx="431" cy="334"/>
            </a:xfrm>
          </p:grpSpPr>
          <p:grpSp>
            <p:nvGrpSpPr>
              <p:cNvPr id="134350" name="Group 207"/>
              <p:cNvGrpSpPr/>
              <p:nvPr/>
            </p:nvGrpSpPr>
            <p:grpSpPr>
              <a:xfrm>
                <a:off x="1456" y="614"/>
                <a:ext cx="431" cy="272"/>
                <a:chOff x="216" y="384"/>
                <a:chExt cx="431" cy="272"/>
              </a:xfrm>
            </p:grpSpPr>
            <p:sp>
              <p:nvSpPr>
                <p:cNvPr id="134351" name="Rectangle 208"/>
                <p:cNvSpPr/>
                <p:nvPr/>
              </p:nvSpPr>
              <p:spPr>
                <a:xfrm>
                  <a:off x="216" y="384"/>
                  <a:ext cx="431" cy="272"/>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52" name="Text Box 209"/>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353" name="Oval 210"/>
              <p:cNvSpPr/>
              <p:nvPr/>
            </p:nvSpPr>
            <p:spPr>
              <a:xfrm>
                <a:off x="1752" y="876"/>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354" name="Line 211"/>
            <p:cNvSpPr/>
            <p:nvPr/>
          </p:nvSpPr>
          <p:spPr>
            <a:xfrm flipH="1">
              <a:off x="4324" y="2752"/>
              <a:ext cx="0" cy="132"/>
            </a:xfrm>
            <a:prstGeom prst="line">
              <a:avLst/>
            </a:prstGeom>
            <a:ln w="9525" cap="flat" cmpd="sng">
              <a:solidFill>
                <a:schemeClr val="tx1"/>
              </a:solidFill>
              <a:prstDash val="solid"/>
              <a:round/>
              <a:headEnd type="none" w="med" len="med"/>
              <a:tailEnd type="none" w="sm" len="lg"/>
            </a:ln>
          </p:spPr>
        </p:sp>
        <p:sp>
          <p:nvSpPr>
            <p:cNvPr id="134355" name="Line 212"/>
            <p:cNvSpPr/>
            <p:nvPr/>
          </p:nvSpPr>
          <p:spPr>
            <a:xfrm flipH="1">
              <a:off x="3940" y="2872"/>
              <a:ext cx="396" cy="0"/>
            </a:xfrm>
            <a:prstGeom prst="line">
              <a:avLst/>
            </a:prstGeom>
            <a:ln w="9525" cap="flat" cmpd="sng">
              <a:solidFill>
                <a:schemeClr val="tx1"/>
              </a:solidFill>
              <a:prstDash val="solid"/>
              <a:round/>
              <a:headEnd type="none" w="med" len="med"/>
              <a:tailEnd type="none" w="sm" len="lg"/>
            </a:ln>
          </p:spPr>
        </p:sp>
        <p:sp>
          <p:nvSpPr>
            <p:cNvPr id="134356" name="Oval 213"/>
            <p:cNvSpPr/>
            <p:nvPr/>
          </p:nvSpPr>
          <p:spPr>
            <a:xfrm>
              <a:off x="3697" y="2724"/>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57" name="Oval 214"/>
            <p:cNvSpPr/>
            <p:nvPr/>
          </p:nvSpPr>
          <p:spPr>
            <a:xfrm>
              <a:off x="4205" y="2860"/>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58" name="Line 215"/>
            <p:cNvSpPr/>
            <p:nvPr/>
          </p:nvSpPr>
          <p:spPr>
            <a:xfrm>
              <a:off x="3712" y="2740"/>
              <a:ext cx="384" cy="0"/>
            </a:xfrm>
            <a:prstGeom prst="line">
              <a:avLst/>
            </a:prstGeom>
            <a:ln w="9525" cap="flat" cmpd="sng">
              <a:solidFill>
                <a:schemeClr val="tx1"/>
              </a:solidFill>
              <a:prstDash val="solid"/>
              <a:round/>
              <a:headEnd type="none" w="med" len="med"/>
              <a:tailEnd type="none" w="sm" len="lg"/>
            </a:ln>
          </p:spPr>
        </p:sp>
        <p:sp>
          <p:nvSpPr>
            <p:cNvPr id="134359" name="Line 216"/>
            <p:cNvSpPr/>
            <p:nvPr/>
          </p:nvSpPr>
          <p:spPr>
            <a:xfrm flipH="1">
              <a:off x="4108" y="2668"/>
              <a:ext cx="0" cy="84"/>
            </a:xfrm>
            <a:prstGeom prst="line">
              <a:avLst/>
            </a:prstGeom>
            <a:ln w="9525" cap="flat" cmpd="sng">
              <a:solidFill>
                <a:schemeClr val="tx1"/>
              </a:solidFill>
              <a:prstDash val="solid"/>
              <a:round/>
              <a:headEnd type="none" w="med" len="med"/>
              <a:tailEnd type="none" w="sm" len="lg"/>
            </a:ln>
          </p:spPr>
        </p:sp>
        <p:sp>
          <p:nvSpPr>
            <p:cNvPr id="134360" name="Text Box 217"/>
            <p:cNvSpPr txBox="1"/>
            <p:nvPr/>
          </p:nvSpPr>
          <p:spPr>
            <a:xfrm>
              <a:off x="3040" y="3518"/>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2</a:t>
              </a:r>
              <a:endParaRPr lang="en-US" altLang="zh-CN" sz="2400" i="0" baseline="-25000" dirty="0">
                <a:latin typeface="Times New Roman" panose="02020603050405020304" pitchFamily="18" charset="0"/>
                <a:ea typeface="宋体" panose="02010600030101010101" pitchFamily="2" charset="-122"/>
              </a:endParaRPr>
            </a:p>
          </p:txBody>
        </p:sp>
        <p:sp>
          <p:nvSpPr>
            <p:cNvPr id="134361" name="Text Box 218"/>
            <p:cNvSpPr txBox="1"/>
            <p:nvPr/>
          </p:nvSpPr>
          <p:spPr>
            <a:xfrm>
              <a:off x="2596" y="3530"/>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2</a:t>
              </a:r>
              <a:endParaRPr lang="en-US" altLang="zh-CN" sz="2400" i="0" baseline="-25000" dirty="0">
                <a:latin typeface="Times New Roman" panose="02020603050405020304" pitchFamily="18" charset="0"/>
                <a:ea typeface="宋体" panose="02010600030101010101" pitchFamily="2" charset="-122"/>
              </a:endParaRPr>
            </a:p>
          </p:txBody>
        </p:sp>
        <p:grpSp>
          <p:nvGrpSpPr>
            <p:cNvPr id="134362" name="Group 219"/>
            <p:cNvGrpSpPr/>
            <p:nvPr/>
          </p:nvGrpSpPr>
          <p:grpSpPr>
            <a:xfrm>
              <a:off x="2492" y="2884"/>
              <a:ext cx="948" cy="756"/>
              <a:chOff x="4504" y="3096"/>
              <a:chExt cx="948" cy="756"/>
            </a:xfrm>
          </p:grpSpPr>
          <p:grpSp>
            <p:nvGrpSpPr>
              <p:cNvPr id="134363" name="Group 220"/>
              <p:cNvGrpSpPr/>
              <p:nvPr/>
            </p:nvGrpSpPr>
            <p:grpSpPr>
              <a:xfrm>
                <a:off x="4504" y="3216"/>
                <a:ext cx="431" cy="346"/>
                <a:chOff x="664" y="2928"/>
                <a:chExt cx="431" cy="346"/>
              </a:xfrm>
            </p:grpSpPr>
            <p:grpSp>
              <p:nvGrpSpPr>
                <p:cNvPr id="134364" name="Group 221"/>
                <p:cNvGrpSpPr/>
                <p:nvPr/>
              </p:nvGrpSpPr>
              <p:grpSpPr>
                <a:xfrm>
                  <a:off x="664" y="3002"/>
                  <a:ext cx="431" cy="272"/>
                  <a:chOff x="216" y="384"/>
                  <a:chExt cx="431" cy="272"/>
                </a:xfrm>
              </p:grpSpPr>
              <p:sp>
                <p:nvSpPr>
                  <p:cNvPr id="134365" name="Rectangle 222"/>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66" name="Text Box 223"/>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367" name="Oval 224"/>
                <p:cNvSpPr/>
                <p:nvPr/>
              </p:nvSpPr>
              <p:spPr>
                <a:xfrm>
                  <a:off x="840" y="2928"/>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34368" name="Group 225"/>
              <p:cNvGrpSpPr/>
              <p:nvPr/>
            </p:nvGrpSpPr>
            <p:grpSpPr>
              <a:xfrm>
                <a:off x="5008" y="3220"/>
                <a:ext cx="444" cy="342"/>
                <a:chOff x="1300" y="3340"/>
                <a:chExt cx="444" cy="342"/>
              </a:xfrm>
            </p:grpSpPr>
            <p:grpSp>
              <p:nvGrpSpPr>
                <p:cNvPr id="134369" name="Group 226"/>
                <p:cNvGrpSpPr/>
                <p:nvPr/>
              </p:nvGrpSpPr>
              <p:grpSpPr>
                <a:xfrm>
                  <a:off x="1300" y="3410"/>
                  <a:ext cx="444" cy="272"/>
                  <a:chOff x="1300" y="3410"/>
                  <a:chExt cx="444" cy="272"/>
                </a:xfrm>
              </p:grpSpPr>
              <p:sp>
                <p:nvSpPr>
                  <p:cNvPr id="134370" name="Rectangle 227"/>
                  <p:cNvSpPr/>
                  <p:nvPr/>
                </p:nvSpPr>
                <p:spPr>
                  <a:xfrm>
                    <a:off x="1300" y="3410"/>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71" name="Text Box 228"/>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sp>
              <p:nvSpPr>
                <p:cNvPr id="134372" name="Oval 229"/>
                <p:cNvSpPr/>
                <p:nvPr/>
              </p:nvSpPr>
              <p:spPr>
                <a:xfrm>
                  <a:off x="1480" y="3340"/>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373" name="Line 230"/>
              <p:cNvSpPr/>
              <p:nvPr/>
            </p:nvSpPr>
            <p:spPr>
              <a:xfrm>
                <a:off x="4596" y="3564"/>
                <a:ext cx="0" cy="276"/>
              </a:xfrm>
              <a:prstGeom prst="line">
                <a:avLst/>
              </a:prstGeom>
              <a:ln w="19050" cap="flat" cmpd="sng">
                <a:solidFill>
                  <a:schemeClr val="tx1"/>
                </a:solidFill>
                <a:prstDash val="solid"/>
                <a:round/>
                <a:headEnd type="none" w="med" len="med"/>
                <a:tailEnd type="none" w="sm" len="lg"/>
              </a:ln>
            </p:spPr>
          </p:sp>
          <p:sp>
            <p:nvSpPr>
              <p:cNvPr id="134374" name="Line 231"/>
              <p:cNvSpPr/>
              <p:nvPr/>
            </p:nvSpPr>
            <p:spPr>
              <a:xfrm flipH="1">
                <a:off x="4848" y="3564"/>
                <a:ext cx="0" cy="108"/>
              </a:xfrm>
              <a:prstGeom prst="line">
                <a:avLst/>
              </a:prstGeom>
              <a:ln w="19050" cap="flat" cmpd="sng">
                <a:solidFill>
                  <a:schemeClr val="tx1"/>
                </a:solidFill>
                <a:prstDash val="solid"/>
                <a:round/>
                <a:headEnd type="none" w="med" len="med"/>
                <a:tailEnd type="none" w="sm" len="lg"/>
              </a:ln>
            </p:spPr>
          </p:sp>
          <p:sp>
            <p:nvSpPr>
              <p:cNvPr id="134375" name="Line 232"/>
              <p:cNvSpPr/>
              <p:nvPr/>
            </p:nvSpPr>
            <p:spPr>
              <a:xfrm>
                <a:off x="5136" y="3552"/>
                <a:ext cx="0" cy="192"/>
              </a:xfrm>
              <a:prstGeom prst="line">
                <a:avLst/>
              </a:prstGeom>
              <a:ln w="19050" cap="flat" cmpd="sng">
                <a:solidFill>
                  <a:schemeClr val="tx1"/>
                </a:solidFill>
                <a:prstDash val="solid"/>
                <a:round/>
                <a:headEnd type="none" w="med" len="med"/>
                <a:tailEnd type="none" w="sm" len="lg"/>
              </a:ln>
            </p:spPr>
          </p:sp>
          <p:sp>
            <p:nvSpPr>
              <p:cNvPr id="134376" name="Line 233"/>
              <p:cNvSpPr/>
              <p:nvPr/>
            </p:nvSpPr>
            <p:spPr>
              <a:xfrm flipH="1">
                <a:off x="5340" y="3564"/>
                <a:ext cx="0" cy="288"/>
              </a:xfrm>
              <a:prstGeom prst="line">
                <a:avLst/>
              </a:prstGeom>
              <a:ln w="19050" cap="flat" cmpd="sng">
                <a:solidFill>
                  <a:schemeClr val="tx1"/>
                </a:solidFill>
                <a:prstDash val="solid"/>
                <a:round/>
                <a:headEnd type="none" w="med" len="med"/>
                <a:tailEnd type="none" w="sm" len="lg"/>
              </a:ln>
            </p:spPr>
          </p:sp>
          <p:sp>
            <p:nvSpPr>
              <p:cNvPr id="134377" name="Line 234"/>
              <p:cNvSpPr/>
              <p:nvPr/>
            </p:nvSpPr>
            <p:spPr>
              <a:xfrm>
                <a:off x="4860" y="3672"/>
                <a:ext cx="468" cy="0"/>
              </a:xfrm>
              <a:prstGeom prst="line">
                <a:avLst/>
              </a:prstGeom>
              <a:ln w="19050" cap="flat" cmpd="sng">
                <a:solidFill>
                  <a:schemeClr val="tx1"/>
                </a:solidFill>
                <a:prstDash val="solid"/>
                <a:round/>
                <a:headEnd type="none" w="med" len="med"/>
                <a:tailEnd type="none" w="sm" len="lg"/>
              </a:ln>
            </p:spPr>
          </p:sp>
          <p:sp>
            <p:nvSpPr>
              <p:cNvPr id="134378" name="Line 235"/>
              <p:cNvSpPr/>
              <p:nvPr/>
            </p:nvSpPr>
            <p:spPr>
              <a:xfrm flipH="1">
                <a:off x="4596" y="3744"/>
                <a:ext cx="540" cy="0"/>
              </a:xfrm>
              <a:prstGeom prst="line">
                <a:avLst/>
              </a:prstGeom>
              <a:ln w="19050" cap="flat" cmpd="sng">
                <a:solidFill>
                  <a:schemeClr val="tx1"/>
                </a:solidFill>
                <a:prstDash val="solid"/>
                <a:round/>
                <a:headEnd type="none" w="med" len="med"/>
                <a:tailEnd type="none" w="sm" len="lg"/>
              </a:ln>
            </p:spPr>
          </p:sp>
          <p:sp>
            <p:nvSpPr>
              <p:cNvPr id="134379" name="Oval 236"/>
              <p:cNvSpPr/>
              <p:nvPr/>
            </p:nvSpPr>
            <p:spPr>
              <a:xfrm flipH="1">
                <a:off x="5308" y="3640"/>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80" name="Oval 237"/>
              <p:cNvSpPr/>
              <p:nvPr/>
            </p:nvSpPr>
            <p:spPr>
              <a:xfrm flipH="1">
                <a:off x="4580" y="3716"/>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81" name="Line 238"/>
              <p:cNvSpPr/>
              <p:nvPr/>
            </p:nvSpPr>
            <p:spPr>
              <a:xfrm>
                <a:off x="4704" y="3096"/>
                <a:ext cx="0" cy="132"/>
              </a:xfrm>
              <a:prstGeom prst="line">
                <a:avLst/>
              </a:prstGeom>
              <a:ln w="9525" cap="flat" cmpd="sng">
                <a:solidFill>
                  <a:schemeClr val="tx1"/>
                </a:solidFill>
                <a:prstDash val="solid"/>
                <a:round/>
                <a:headEnd type="none" w="med" len="med"/>
                <a:tailEnd type="none" w="sm" len="lg"/>
              </a:ln>
            </p:spPr>
          </p:sp>
          <p:sp>
            <p:nvSpPr>
              <p:cNvPr id="134382" name="Line 239"/>
              <p:cNvSpPr/>
              <p:nvPr/>
            </p:nvSpPr>
            <p:spPr>
              <a:xfrm>
                <a:off x="5220" y="3096"/>
                <a:ext cx="0" cy="132"/>
              </a:xfrm>
              <a:prstGeom prst="line">
                <a:avLst/>
              </a:prstGeom>
              <a:ln w="9525" cap="flat" cmpd="sng">
                <a:solidFill>
                  <a:schemeClr val="tx1"/>
                </a:solidFill>
                <a:prstDash val="solid"/>
                <a:round/>
                <a:headEnd type="none" w="med" len="med"/>
                <a:tailEnd type="none" w="sm" len="lg"/>
              </a:ln>
            </p:spPr>
          </p:sp>
        </p:grpSp>
        <p:grpSp>
          <p:nvGrpSpPr>
            <p:cNvPr id="134383" name="Group 240"/>
            <p:cNvGrpSpPr/>
            <p:nvPr/>
          </p:nvGrpSpPr>
          <p:grpSpPr>
            <a:xfrm>
              <a:off x="2972" y="2418"/>
              <a:ext cx="431" cy="334"/>
              <a:chOff x="1456" y="614"/>
              <a:chExt cx="431" cy="334"/>
            </a:xfrm>
          </p:grpSpPr>
          <p:grpSp>
            <p:nvGrpSpPr>
              <p:cNvPr id="134384" name="Group 241"/>
              <p:cNvGrpSpPr/>
              <p:nvPr/>
            </p:nvGrpSpPr>
            <p:grpSpPr>
              <a:xfrm>
                <a:off x="1456" y="614"/>
                <a:ext cx="431" cy="272"/>
                <a:chOff x="216" y="384"/>
                <a:chExt cx="431" cy="272"/>
              </a:xfrm>
            </p:grpSpPr>
            <p:sp>
              <p:nvSpPr>
                <p:cNvPr id="134385" name="Rectangle 242"/>
                <p:cNvSpPr/>
                <p:nvPr/>
              </p:nvSpPr>
              <p:spPr>
                <a:xfrm>
                  <a:off x="216" y="384"/>
                  <a:ext cx="431" cy="272"/>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86" name="Text Box 243"/>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387" name="Oval 244"/>
              <p:cNvSpPr/>
              <p:nvPr/>
            </p:nvSpPr>
            <p:spPr>
              <a:xfrm>
                <a:off x="1752" y="876"/>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388" name="Line 245"/>
            <p:cNvSpPr/>
            <p:nvPr/>
          </p:nvSpPr>
          <p:spPr>
            <a:xfrm flipH="1">
              <a:off x="3304" y="2752"/>
              <a:ext cx="0" cy="132"/>
            </a:xfrm>
            <a:prstGeom prst="line">
              <a:avLst/>
            </a:prstGeom>
            <a:ln w="9525" cap="flat" cmpd="sng">
              <a:solidFill>
                <a:schemeClr val="tx1"/>
              </a:solidFill>
              <a:prstDash val="solid"/>
              <a:round/>
              <a:headEnd type="none" w="med" len="med"/>
              <a:tailEnd type="none" w="sm" len="lg"/>
            </a:ln>
          </p:spPr>
        </p:sp>
        <p:sp>
          <p:nvSpPr>
            <p:cNvPr id="134389" name="Line 246"/>
            <p:cNvSpPr/>
            <p:nvPr/>
          </p:nvSpPr>
          <p:spPr>
            <a:xfrm flipH="1">
              <a:off x="2920" y="2872"/>
              <a:ext cx="396" cy="0"/>
            </a:xfrm>
            <a:prstGeom prst="line">
              <a:avLst/>
            </a:prstGeom>
            <a:ln w="9525" cap="flat" cmpd="sng">
              <a:solidFill>
                <a:schemeClr val="tx1"/>
              </a:solidFill>
              <a:prstDash val="solid"/>
              <a:round/>
              <a:headEnd type="none" w="med" len="med"/>
              <a:tailEnd type="none" w="sm" len="lg"/>
            </a:ln>
          </p:spPr>
        </p:sp>
        <p:sp>
          <p:nvSpPr>
            <p:cNvPr id="134390" name="Oval 247"/>
            <p:cNvSpPr/>
            <p:nvPr/>
          </p:nvSpPr>
          <p:spPr>
            <a:xfrm>
              <a:off x="2677" y="2724"/>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91" name="Oval 248"/>
            <p:cNvSpPr/>
            <p:nvPr/>
          </p:nvSpPr>
          <p:spPr>
            <a:xfrm>
              <a:off x="3185" y="2860"/>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92" name="Line 249"/>
            <p:cNvSpPr/>
            <p:nvPr/>
          </p:nvSpPr>
          <p:spPr>
            <a:xfrm>
              <a:off x="2692" y="2740"/>
              <a:ext cx="384" cy="0"/>
            </a:xfrm>
            <a:prstGeom prst="line">
              <a:avLst/>
            </a:prstGeom>
            <a:ln w="9525" cap="flat" cmpd="sng">
              <a:solidFill>
                <a:schemeClr val="tx1"/>
              </a:solidFill>
              <a:prstDash val="solid"/>
              <a:round/>
              <a:headEnd type="none" w="med" len="med"/>
              <a:tailEnd type="none" w="sm" len="lg"/>
            </a:ln>
          </p:spPr>
        </p:sp>
        <p:sp>
          <p:nvSpPr>
            <p:cNvPr id="134393" name="Line 250"/>
            <p:cNvSpPr/>
            <p:nvPr/>
          </p:nvSpPr>
          <p:spPr>
            <a:xfrm flipH="1">
              <a:off x="3088" y="2668"/>
              <a:ext cx="0" cy="84"/>
            </a:xfrm>
            <a:prstGeom prst="line">
              <a:avLst/>
            </a:prstGeom>
            <a:ln w="9525" cap="flat" cmpd="sng">
              <a:solidFill>
                <a:schemeClr val="tx1"/>
              </a:solidFill>
              <a:prstDash val="solid"/>
              <a:round/>
              <a:headEnd type="none" w="med" len="med"/>
              <a:tailEnd type="none" w="sm" len="lg"/>
            </a:ln>
          </p:spPr>
        </p:sp>
        <p:sp>
          <p:nvSpPr>
            <p:cNvPr id="134394" name="Text Box 251"/>
            <p:cNvSpPr txBox="1"/>
            <p:nvPr/>
          </p:nvSpPr>
          <p:spPr>
            <a:xfrm>
              <a:off x="5032" y="3506"/>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   A</a:t>
              </a:r>
              <a:r>
                <a:rPr lang="en-US" altLang="zh-CN" sz="2400" i="0" baseline="-25000" dirty="0">
                  <a:latin typeface="Times New Roman" panose="02020603050405020304" pitchFamily="18" charset="0"/>
                  <a:ea typeface="宋体" panose="02010600030101010101" pitchFamily="2" charset="-122"/>
                </a:rPr>
                <a:t>0</a:t>
              </a:r>
              <a:endParaRPr lang="en-US" altLang="zh-CN" sz="2400" i="0" baseline="-25000" dirty="0">
                <a:latin typeface="Times New Roman" panose="02020603050405020304" pitchFamily="18" charset="0"/>
                <a:ea typeface="宋体" panose="02010600030101010101" pitchFamily="2" charset="-122"/>
              </a:endParaRPr>
            </a:p>
          </p:txBody>
        </p:sp>
        <p:sp>
          <p:nvSpPr>
            <p:cNvPr id="134395" name="Text Box 252"/>
            <p:cNvSpPr txBox="1"/>
            <p:nvPr/>
          </p:nvSpPr>
          <p:spPr>
            <a:xfrm>
              <a:off x="4612" y="3506"/>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0</a:t>
              </a:r>
              <a:endParaRPr lang="en-US" altLang="zh-CN" sz="2400" i="0" baseline="-25000" dirty="0">
                <a:latin typeface="Times New Roman" panose="02020603050405020304" pitchFamily="18" charset="0"/>
                <a:ea typeface="宋体" panose="02010600030101010101" pitchFamily="2" charset="-122"/>
              </a:endParaRPr>
            </a:p>
          </p:txBody>
        </p:sp>
        <p:grpSp>
          <p:nvGrpSpPr>
            <p:cNvPr id="134396" name="Group 253"/>
            <p:cNvGrpSpPr/>
            <p:nvPr/>
          </p:nvGrpSpPr>
          <p:grpSpPr>
            <a:xfrm>
              <a:off x="4484" y="2872"/>
              <a:ext cx="948" cy="756"/>
              <a:chOff x="4504" y="3096"/>
              <a:chExt cx="948" cy="756"/>
            </a:xfrm>
          </p:grpSpPr>
          <p:grpSp>
            <p:nvGrpSpPr>
              <p:cNvPr id="134397" name="Group 254"/>
              <p:cNvGrpSpPr/>
              <p:nvPr/>
            </p:nvGrpSpPr>
            <p:grpSpPr>
              <a:xfrm>
                <a:off x="4504" y="3216"/>
                <a:ext cx="431" cy="346"/>
                <a:chOff x="664" y="2928"/>
                <a:chExt cx="431" cy="346"/>
              </a:xfrm>
            </p:grpSpPr>
            <p:grpSp>
              <p:nvGrpSpPr>
                <p:cNvPr id="134398" name="Group 255"/>
                <p:cNvGrpSpPr/>
                <p:nvPr/>
              </p:nvGrpSpPr>
              <p:grpSpPr>
                <a:xfrm>
                  <a:off x="664" y="3002"/>
                  <a:ext cx="431" cy="272"/>
                  <a:chOff x="216" y="384"/>
                  <a:chExt cx="431" cy="272"/>
                </a:xfrm>
              </p:grpSpPr>
              <p:sp>
                <p:nvSpPr>
                  <p:cNvPr id="134399" name="Rectangle 256"/>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400" name="Text Box 257"/>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401" name="Oval 258"/>
                <p:cNvSpPr/>
                <p:nvPr/>
              </p:nvSpPr>
              <p:spPr>
                <a:xfrm>
                  <a:off x="840" y="2928"/>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34402" name="Group 259"/>
              <p:cNvGrpSpPr/>
              <p:nvPr/>
            </p:nvGrpSpPr>
            <p:grpSpPr>
              <a:xfrm>
                <a:off x="5008" y="3220"/>
                <a:ext cx="444" cy="342"/>
                <a:chOff x="1300" y="3340"/>
                <a:chExt cx="444" cy="342"/>
              </a:xfrm>
            </p:grpSpPr>
            <p:grpSp>
              <p:nvGrpSpPr>
                <p:cNvPr id="134403" name="Group 260"/>
                <p:cNvGrpSpPr/>
                <p:nvPr/>
              </p:nvGrpSpPr>
              <p:grpSpPr>
                <a:xfrm>
                  <a:off x="1300" y="3410"/>
                  <a:ext cx="444" cy="272"/>
                  <a:chOff x="1300" y="3410"/>
                  <a:chExt cx="444" cy="272"/>
                </a:xfrm>
              </p:grpSpPr>
              <p:sp>
                <p:nvSpPr>
                  <p:cNvPr id="134404" name="Rectangle 261"/>
                  <p:cNvSpPr/>
                  <p:nvPr/>
                </p:nvSpPr>
                <p:spPr>
                  <a:xfrm>
                    <a:off x="1300" y="3410"/>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405" name="Text Box 262"/>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sp>
              <p:nvSpPr>
                <p:cNvPr id="134406" name="Oval 263"/>
                <p:cNvSpPr/>
                <p:nvPr/>
              </p:nvSpPr>
              <p:spPr>
                <a:xfrm>
                  <a:off x="1480" y="3340"/>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407" name="Line 264"/>
              <p:cNvSpPr/>
              <p:nvPr/>
            </p:nvSpPr>
            <p:spPr>
              <a:xfrm>
                <a:off x="4596" y="3564"/>
                <a:ext cx="0" cy="276"/>
              </a:xfrm>
              <a:prstGeom prst="line">
                <a:avLst/>
              </a:prstGeom>
              <a:ln w="19050" cap="flat" cmpd="sng">
                <a:solidFill>
                  <a:schemeClr val="tx1"/>
                </a:solidFill>
                <a:prstDash val="solid"/>
                <a:round/>
                <a:headEnd type="none" w="med" len="med"/>
                <a:tailEnd type="none" w="sm" len="lg"/>
              </a:ln>
            </p:spPr>
          </p:sp>
          <p:sp>
            <p:nvSpPr>
              <p:cNvPr id="134408" name="Line 265"/>
              <p:cNvSpPr/>
              <p:nvPr/>
            </p:nvSpPr>
            <p:spPr>
              <a:xfrm flipH="1">
                <a:off x="4848" y="3564"/>
                <a:ext cx="0" cy="108"/>
              </a:xfrm>
              <a:prstGeom prst="line">
                <a:avLst/>
              </a:prstGeom>
              <a:ln w="19050" cap="flat" cmpd="sng">
                <a:solidFill>
                  <a:schemeClr val="tx1"/>
                </a:solidFill>
                <a:prstDash val="solid"/>
                <a:round/>
                <a:headEnd type="none" w="med" len="med"/>
                <a:tailEnd type="none" w="sm" len="lg"/>
              </a:ln>
            </p:spPr>
          </p:sp>
          <p:sp>
            <p:nvSpPr>
              <p:cNvPr id="134409" name="Line 266"/>
              <p:cNvSpPr/>
              <p:nvPr/>
            </p:nvSpPr>
            <p:spPr>
              <a:xfrm>
                <a:off x="5136" y="3552"/>
                <a:ext cx="0" cy="192"/>
              </a:xfrm>
              <a:prstGeom prst="line">
                <a:avLst/>
              </a:prstGeom>
              <a:ln w="19050" cap="flat" cmpd="sng">
                <a:solidFill>
                  <a:schemeClr val="tx1"/>
                </a:solidFill>
                <a:prstDash val="solid"/>
                <a:round/>
                <a:headEnd type="none" w="med" len="med"/>
                <a:tailEnd type="none" w="sm" len="lg"/>
              </a:ln>
            </p:spPr>
          </p:sp>
          <p:sp>
            <p:nvSpPr>
              <p:cNvPr id="134410" name="Line 267"/>
              <p:cNvSpPr/>
              <p:nvPr/>
            </p:nvSpPr>
            <p:spPr>
              <a:xfrm flipH="1">
                <a:off x="5340" y="3564"/>
                <a:ext cx="0" cy="288"/>
              </a:xfrm>
              <a:prstGeom prst="line">
                <a:avLst/>
              </a:prstGeom>
              <a:ln w="19050" cap="flat" cmpd="sng">
                <a:solidFill>
                  <a:schemeClr val="tx1"/>
                </a:solidFill>
                <a:prstDash val="solid"/>
                <a:round/>
                <a:headEnd type="none" w="med" len="med"/>
                <a:tailEnd type="none" w="sm" len="lg"/>
              </a:ln>
            </p:spPr>
          </p:sp>
          <p:sp>
            <p:nvSpPr>
              <p:cNvPr id="134411" name="Line 268"/>
              <p:cNvSpPr/>
              <p:nvPr/>
            </p:nvSpPr>
            <p:spPr>
              <a:xfrm>
                <a:off x="4860" y="3672"/>
                <a:ext cx="468" cy="0"/>
              </a:xfrm>
              <a:prstGeom prst="line">
                <a:avLst/>
              </a:prstGeom>
              <a:ln w="19050" cap="flat" cmpd="sng">
                <a:solidFill>
                  <a:schemeClr val="tx1"/>
                </a:solidFill>
                <a:prstDash val="solid"/>
                <a:round/>
                <a:headEnd type="none" w="med" len="med"/>
                <a:tailEnd type="none" w="sm" len="lg"/>
              </a:ln>
            </p:spPr>
          </p:sp>
          <p:sp>
            <p:nvSpPr>
              <p:cNvPr id="134412" name="Line 269"/>
              <p:cNvSpPr/>
              <p:nvPr/>
            </p:nvSpPr>
            <p:spPr>
              <a:xfrm flipH="1">
                <a:off x="4596" y="3744"/>
                <a:ext cx="540" cy="0"/>
              </a:xfrm>
              <a:prstGeom prst="line">
                <a:avLst/>
              </a:prstGeom>
              <a:ln w="19050" cap="flat" cmpd="sng">
                <a:solidFill>
                  <a:schemeClr val="tx1"/>
                </a:solidFill>
                <a:prstDash val="solid"/>
                <a:round/>
                <a:headEnd type="none" w="med" len="med"/>
                <a:tailEnd type="none" w="sm" len="lg"/>
              </a:ln>
            </p:spPr>
          </p:sp>
          <p:sp>
            <p:nvSpPr>
              <p:cNvPr id="134413" name="Oval 270"/>
              <p:cNvSpPr/>
              <p:nvPr/>
            </p:nvSpPr>
            <p:spPr>
              <a:xfrm flipH="1">
                <a:off x="5308" y="3640"/>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414" name="Oval 271"/>
              <p:cNvSpPr/>
              <p:nvPr/>
            </p:nvSpPr>
            <p:spPr>
              <a:xfrm flipH="1">
                <a:off x="4580" y="3716"/>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415" name="Line 272"/>
              <p:cNvSpPr/>
              <p:nvPr/>
            </p:nvSpPr>
            <p:spPr>
              <a:xfrm>
                <a:off x="4704" y="3096"/>
                <a:ext cx="0" cy="132"/>
              </a:xfrm>
              <a:prstGeom prst="line">
                <a:avLst/>
              </a:prstGeom>
              <a:ln w="9525" cap="flat" cmpd="sng">
                <a:solidFill>
                  <a:schemeClr val="tx1"/>
                </a:solidFill>
                <a:prstDash val="solid"/>
                <a:round/>
                <a:headEnd type="none" w="med" len="med"/>
                <a:tailEnd type="none" w="sm" len="lg"/>
              </a:ln>
            </p:spPr>
          </p:sp>
          <p:sp>
            <p:nvSpPr>
              <p:cNvPr id="134416" name="Line 273"/>
              <p:cNvSpPr/>
              <p:nvPr/>
            </p:nvSpPr>
            <p:spPr>
              <a:xfrm>
                <a:off x="5220" y="3096"/>
                <a:ext cx="0" cy="132"/>
              </a:xfrm>
              <a:prstGeom prst="line">
                <a:avLst/>
              </a:prstGeom>
              <a:ln w="9525" cap="flat" cmpd="sng">
                <a:solidFill>
                  <a:schemeClr val="tx1"/>
                </a:solidFill>
                <a:prstDash val="solid"/>
                <a:round/>
                <a:headEnd type="none" w="med" len="med"/>
                <a:tailEnd type="none" w="sm" len="lg"/>
              </a:ln>
            </p:spPr>
          </p:sp>
        </p:grpSp>
        <p:grpSp>
          <p:nvGrpSpPr>
            <p:cNvPr id="134417" name="Group 274"/>
            <p:cNvGrpSpPr/>
            <p:nvPr/>
          </p:nvGrpSpPr>
          <p:grpSpPr>
            <a:xfrm>
              <a:off x="4964" y="2406"/>
              <a:ext cx="431" cy="334"/>
              <a:chOff x="1456" y="614"/>
              <a:chExt cx="431" cy="334"/>
            </a:xfrm>
          </p:grpSpPr>
          <p:grpSp>
            <p:nvGrpSpPr>
              <p:cNvPr id="134418" name="Group 275"/>
              <p:cNvGrpSpPr/>
              <p:nvPr/>
            </p:nvGrpSpPr>
            <p:grpSpPr>
              <a:xfrm>
                <a:off x="1456" y="614"/>
                <a:ext cx="431" cy="272"/>
                <a:chOff x="216" y="384"/>
                <a:chExt cx="431" cy="272"/>
              </a:xfrm>
            </p:grpSpPr>
            <p:sp>
              <p:nvSpPr>
                <p:cNvPr id="134419" name="Rectangle 276"/>
                <p:cNvSpPr/>
                <p:nvPr/>
              </p:nvSpPr>
              <p:spPr>
                <a:xfrm>
                  <a:off x="216" y="384"/>
                  <a:ext cx="431" cy="272"/>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420" name="Text Box 277"/>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421" name="Oval 278"/>
              <p:cNvSpPr/>
              <p:nvPr/>
            </p:nvSpPr>
            <p:spPr>
              <a:xfrm>
                <a:off x="1752" y="876"/>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422" name="Line 279"/>
            <p:cNvSpPr/>
            <p:nvPr/>
          </p:nvSpPr>
          <p:spPr>
            <a:xfrm flipH="1">
              <a:off x="5296" y="2740"/>
              <a:ext cx="0" cy="132"/>
            </a:xfrm>
            <a:prstGeom prst="line">
              <a:avLst/>
            </a:prstGeom>
            <a:ln w="9525" cap="flat" cmpd="sng">
              <a:solidFill>
                <a:schemeClr val="tx1"/>
              </a:solidFill>
              <a:prstDash val="solid"/>
              <a:round/>
              <a:headEnd type="none" w="med" len="med"/>
              <a:tailEnd type="none" w="sm" len="lg"/>
            </a:ln>
          </p:spPr>
        </p:sp>
        <p:sp>
          <p:nvSpPr>
            <p:cNvPr id="134423" name="Line 280"/>
            <p:cNvSpPr/>
            <p:nvPr/>
          </p:nvSpPr>
          <p:spPr>
            <a:xfrm flipH="1">
              <a:off x="4864" y="2860"/>
              <a:ext cx="432" cy="0"/>
            </a:xfrm>
            <a:prstGeom prst="line">
              <a:avLst/>
            </a:prstGeom>
            <a:ln w="9525" cap="flat" cmpd="sng">
              <a:solidFill>
                <a:schemeClr val="tx1"/>
              </a:solidFill>
              <a:prstDash val="solid"/>
              <a:round/>
              <a:headEnd type="none" w="med" len="med"/>
              <a:tailEnd type="none" w="sm" len="lg"/>
            </a:ln>
          </p:spPr>
        </p:sp>
        <p:sp>
          <p:nvSpPr>
            <p:cNvPr id="134424" name="Oval 281"/>
            <p:cNvSpPr/>
            <p:nvPr/>
          </p:nvSpPr>
          <p:spPr>
            <a:xfrm>
              <a:off x="4669" y="2712"/>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425" name="Oval 282"/>
            <p:cNvSpPr/>
            <p:nvPr/>
          </p:nvSpPr>
          <p:spPr>
            <a:xfrm>
              <a:off x="5177" y="2848"/>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426" name="Line 283"/>
            <p:cNvSpPr/>
            <p:nvPr/>
          </p:nvSpPr>
          <p:spPr>
            <a:xfrm>
              <a:off x="4684" y="2728"/>
              <a:ext cx="384" cy="0"/>
            </a:xfrm>
            <a:prstGeom prst="line">
              <a:avLst/>
            </a:prstGeom>
            <a:ln w="9525" cap="flat" cmpd="sng">
              <a:solidFill>
                <a:schemeClr val="tx1"/>
              </a:solidFill>
              <a:prstDash val="solid"/>
              <a:round/>
              <a:headEnd type="none" w="med" len="med"/>
              <a:tailEnd type="none" w="sm" len="lg"/>
            </a:ln>
          </p:spPr>
        </p:sp>
        <p:sp>
          <p:nvSpPr>
            <p:cNvPr id="134427" name="Line 284"/>
            <p:cNvSpPr/>
            <p:nvPr/>
          </p:nvSpPr>
          <p:spPr>
            <a:xfrm flipH="1">
              <a:off x="5080" y="2656"/>
              <a:ext cx="0" cy="84"/>
            </a:xfrm>
            <a:prstGeom prst="line">
              <a:avLst/>
            </a:prstGeom>
            <a:ln w="9525" cap="flat" cmpd="sng">
              <a:solidFill>
                <a:schemeClr val="tx1"/>
              </a:solidFill>
              <a:prstDash val="solid"/>
              <a:round/>
              <a:headEnd type="none" w="med" len="med"/>
              <a:tailEnd type="none" w="sm" len="lg"/>
            </a:ln>
          </p:spPr>
        </p:sp>
        <p:sp>
          <p:nvSpPr>
            <p:cNvPr id="134428" name="Line 285"/>
            <p:cNvSpPr/>
            <p:nvPr/>
          </p:nvSpPr>
          <p:spPr>
            <a:xfrm flipV="1">
              <a:off x="3168" y="912"/>
              <a:ext cx="0" cy="1500"/>
            </a:xfrm>
            <a:prstGeom prst="line">
              <a:avLst/>
            </a:prstGeom>
            <a:ln w="19050" cap="flat" cmpd="sng">
              <a:solidFill>
                <a:schemeClr val="tx1"/>
              </a:solidFill>
              <a:prstDash val="solid"/>
              <a:round/>
              <a:headEnd type="none" w="med" len="med"/>
              <a:tailEnd type="none" w="sm" len="lg"/>
            </a:ln>
          </p:spPr>
        </p:sp>
        <p:sp>
          <p:nvSpPr>
            <p:cNvPr id="134429" name="Line 286"/>
            <p:cNvSpPr/>
            <p:nvPr/>
          </p:nvSpPr>
          <p:spPr>
            <a:xfrm>
              <a:off x="3168" y="912"/>
              <a:ext cx="300" cy="0"/>
            </a:xfrm>
            <a:prstGeom prst="line">
              <a:avLst/>
            </a:prstGeom>
            <a:ln w="19050" cap="flat" cmpd="sng">
              <a:solidFill>
                <a:schemeClr val="tx1"/>
              </a:solidFill>
              <a:prstDash val="solid"/>
              <a:round/>
              <a:headEnd type="none" w="med" len="med"/>
              <a:tailEnd type="none" w="sm" len="lg"/>
            </a:ln>
          </p:spPr>
        </p:sp>
        <p:sp>
          <p:nvSpPr>
            <p:cNvPr id="134430" name="Line 287"/>
            <p:cNvSpPr/>
            <p:nvPr/>
          </p:nvSpPr>
          <p:spPr>
            <a:xfrm>
              <a:off x="3468" y="816"/>
              <a:ext cx="0" cy="96"/>
            </a:xfrm>
            <a:prstGeom prst="line">
              <a:avLst/>
            </a:prstGeom>
            <a:ln w="19050" cap="flat" cmpd="sng">
              <a:solidFill>
                <a:schemeClr val="tx1"/>
              </a:solidFill>
              <a:prstDash val="solid"/>
              <a:round/>
              <a:headEnd type="none" w="med" len="med"/>
              <a:tailEnd type="none" w="sm" len="lg"/>
            </a:ln>
          </p:spPr>
        </p:sp>
        <p:sp>
          <p:nvSpPr>
            <p:cNvPr id="134431" name="Line 288"/>
            <p:cNvSpPr/>
            <p:nvPr/>
          </p:nvSpPr>
          <p:spPr>
            <a:xfrm flipV="1">
              <a:off x="4200" y="912"/>
              <a:ext cx="0" cy="1500"/>
            </a:xfrm>
            <a:prstGeom prst="line">
              <a:avLst/>
            </a:prstGeom>
            <a:ln w="19050" cap="flat" cmpd="sng">
              <a:solidFill>
                <a:schemeClr val="tx1"/>
              </a:solidFill>
              <a:prstDash val="solid"/>
              <a:round/>
              <a:headEnd type="none" w="med" len="med"/>
              <a:tailEnd type="none" w="sm" len="lg"/>
            </a:ln>
          </p:spPr>
        </p:sp>
        <p:sp>
          <p:nvSpPr>
            <p:cNvPr id="134432" name="Line 289"/>
            <p:cNvSpPr/>
            <p:nvPr/>
          </p:nvSpPr>
          <p:spPr>
            <a:xfrm>
              <a:off x="4200" y="912"/>
              <a:ext cx="108" cy="0"/>
            </a:xfrm>
            <a:prstGeom prst="line">
              <a:avLst/>
            </a:prstGeom>
            <a:ln w="19050" cap="flat" cmpd="sng">
              <a:solidFill>
                <a:schemeClr val="tx1"/>
              </a:solidFill>
              <a:prstDash val="solid"/>
              <a:round/>
              <a:headEnd type="none" w="med" len="med"/>
              <a:tailEnd type="none" w="sm" len="lg"/>
            </a:ln>
          </p:spPr>
        </p:sp>
        <p:sp>
          <p:nvSpPr>
            <p:cNvPr id="134433" name="Line 290"/>
            <p:cNvSpPr/>
            <p:nvPr/>
          </p:nvSpPr>
          <p:spPr>
            <a:xfrm>
              <a:off x="4308" y="840"/>
              <a:ext cx="0" cy="72"/>
            </a:xfrm>
            <a:prstGeom prst="line">
              <a:avLst/>
            </a:prstGeom>
            <a:ln w="19050" cap="flat" cmpd="sng">
              <a:solidFill>
                <a:schemeClr val="tx1"/>
              </a:solidFill>
              <a:prstDash val="solid"/>
              <a:round/>
              <a:headEnd type="none" w="med" len="med"/>
              <a:tailEnd type="none" w="sm" len="lg"/>
            </a:ln>
          </p:spPr>
        </p:sp>
        <p:sp>
          <p:nvSpPr>
            <p:cNvPr id="134434" name="Line 291"/>
            <p:cNvSpPr/>
            <p:nvPr/>
          </p:nvSpPr>
          <p:spPr>
            <a:xfrm>
              <a:off x="4404" y="2268"/>
              <a:ext cx="264" cy="0"/>
            </a:xfrm>
            <a:prstGeom prst="line">
              <a:avLst/>
            </a:prstGeom>
            <a:ln w="9525" cap="flat" cmpd="sng">
              <a:solidFill>
                <a:schemeClr val="tx1"/>
              </a:solidFill>
              <a:prstDash val="solid"/>
              <a:round/>
              <a:headEnd type="none" w="med" len="med"/>
              <a:tailEnd type="none" w="sm" len="lg"/>
            </a:ln>
          </p:spPr>
        </p:sp>
        <p:sp>
          <p:nvSpPr>
            <p:cNvPr id="134435" name="Line 292"/>
            <p:cNvSpPr/>
            <p:nvPr/>
          </p:nvSpPr>
          <p:spPr>
            <a:xfrm>
              <a:off x="4692" y="2148"/>
              <a:ext cx="156" cy="0"/>
            </a:xfrm>
            <a:prstGeom prst="line">
              <a:avLst/>
            </a:prstGeom>
            <a:ln w="9525" cap="flat" cmpd="sng">
              <a:solidFill>
                <a:schemeClr val="tx1"/>
              </a:solidFill>
              <a:prstDash val="solid"/>
              <a:round/>
              <a:headEnd type="none" w="med" len="med"/>
              <a:tailEnd type="none" w="sm" len="lg"/>
            </a:ln>
          </p:spPr>
        </p:sp>
        <p:sp>
          <p:nvSpPr>
            <p:cNvPr id="134436" name="Line 293"/>
            <p:cNvSpPr/>
            <p:nvPr/>
          </p:nvSpPr>
          <p:spPr>
            <a:xfrm>
              <a:off x="4860" y="2148"/>
              <a:ext cx="0" cy="696"/>
            </a:xfrm>
            <a:prstGeom prst="line">
              <a:avLst/>
            </a:prstGeom>
            <a:ln w="9525" cap="flat" cmpd="sng">
              <a:solidFill>
                <a:schemeClr val="tx1"/>
              </a:solidFill>
              <a:prstDash val="solid"/>
              <a:round/>
              <a:headEnd type="none" w="med" len="med"/>
              <a:tailEnd type="none" w="sm" len="lg"/>
            </a:ln>
          </p:spPr>
        </p:sp>
        <p:sp>
          <p:nvSpPr>
            <p:cNvPr id="134437" name="Line 294"/>
            <p:cNvSpPr/>
            <p:nvPr/>
          </p:nvSpPr>
          <p:spPr>
            <a:xfrm flipV="1">
              <a:off x="4680" y="2268"/>
              <a:ext cx="0" cy="636"/>
            </a:xfrm>
            <a:prstGeom prst="line">
              <a:avLst/>
            </a:prstGeom>
            <a:ln w="9525" cap="flat" cmpd="sng">
              <a:solidFill>
                <a:schemeClr val="tx1"/>
              </a:solidFill>
              <a:prstDash val="solid"/>
              <a:round/>
              <a:headEnd type="none" w="med" len="med"/>
              <a:tailEnd type="none" w="sm" len="lg"/>
            </a:ln>
          </p:spPr>
        </p:sp>
        <p:sp>
          <p:nvSpPr>
            <p:cNvPr id="134438" name="Line 295"/>
            <p:cNvSpPr/>
            <p:nvPr/>
          </p:nvSpPr>
          <p:spPr>
            <a:xfrm flipV="1">
              <a:off x="5160" y="936"/>
              <a:ext cx="0" cy="1464"/>
            </a:xfrm>
            <a:prstGeom prst="line">
              <a:avLst/>
            </a:prstGeom>
            <a:ln w="19050" cap="flat" cmpd="sng">
              <a:solidFill>
                <a:schemeClr val="tx1"/>
              </a:solidFill>
              <a:prstDash val="solid"/>
              <a:round/>
              <a:headEnd type="none" w="med" len="med"/>
              <a:tailEnd type="none" w="sm" len="lg"/>
            </a:ln>
          </p:spPr>
        </p:sp>
        <p:sp>
          <p:nvSpPr>
            <p:cNvPr id="134439" name="Line 296"/>
            <p:cNvSpPr/>
            <p:nvPr/>
          </p:nvSpPr>
          <p:spPr>
            <a:xfrm>
              <a:off x="5172" y="936"/>
              <a:ext cx="60" cy="0"/>
            </a:xfrm>
            <a:prstGeom prst="line">
              <a:avLst/>
            </a:prstGeom>
            <a:ln w="19050" cap="flat" cmpd="sng">
              <a:solidFill>
                <a:schemeClr val="tx1"/>
              </a:solidFill>
              <a:prstDash val="solid"/>
              <a:round/>
              <a:headEnd type="none" w="med" len="med"/>
              <a:tailEnd type="none" w="sm" len="lg"/>
            </a:ln>
          </p:spPr>
        </p:sp>
        <p:sp>
          <p:nvSpPr>
            <p:cNvPr id="134440" name="Line 297"/>
            <p:cNvSpPr/>
            <p:nvPr/>
          </p:nvSpPr>
          <p:spPr>
            <a:xfrm>
              <a:off x="5232" y="828"/>
              <a:ext cx="0" cy="120"/>
            </a:xfrm>
            <a:prstGeom prst="line">
              <a:avLst/>
            </a:prstGeom>
            <a:ln w="19050" cap="flat" cmpd="sng">
              <a:solidFill>
                <a:schemeClr val="tx1"/>
              </a:solidFill>
              <a:prstDash val="solid"/>
              <a:round/>
              <a:headEnd type="none" w="med" len="med"/>
              <a:tailEnd type="none" w="sm" len="lg"/>
            </a:ln>
          </p:spPr>
        </p:sp>
        <p:sp>
          <p:nvSpPr>
            <p:cNvPr id="134441" name="Line 298"/>
            <p:cNvSpPr/>
            <p:nvPr/>
          </p:nvSpPr>
          <p:spPr>
            <a:xfrm>
              <a:off x="5460" y="828"/>
              <a:ext cx="0" cy="264"/>
            </a:xfrm>
            <a:prstGeom prst="line">
              <a:avLst/>
            </a:prstGeom>
            <a:ln w="19050" cap="flat" cmpd="sng">
              <a:solidFill>
                <a:schemeClr val="tx1"/>
              </a:solidFill>
              <a:prstDash val="solid"/>
              <a:round/>
              <a:headEnd type="none" w="med" len="med"/>
              <a:tailEnd type="none" w="sm" len="lg"/>
            </a:ln>
          </p:spPr>
        </p:sp>
        <p:sp>
          <p:nvSpPr>
            <p:cNvPr id="134442" name="Line 299"/>
            <p:cNvSpPr/>
            <p:nvPr/>
          </p:nvSpPr>
          <p:spPr>
            <a:xfrm>
              <a:off x="5496" y="2112"/>
              <a:ext cx="0" cy="1512"/>
            </a:xfrm>
            <a:prstGeom prst="line">
              <a:avLst/>
            </a:prstGeom>
            <a:ln w="19050" cap="flat" cmpd="sng">
              <a:solidFill>
                <a:schemeClr val="tx1"/>
              </a:solidFill>
              <a:prstDash val="solid"/>
              <a:round/>
              <a:headEnd type="none" w="med" len="med"/>
              <a:tailEnd type="none" w="sm" len="lg"/>
            </a:ln>
          </p:spPr>
        </p:sp>
        <p:sp>
          <p:nvSpPr>
            <p:cNvPr id="134443" name="Line 300"/>
            <p:cNvSpPr/>
            <p:nvPr/>
          </p:nvSpPr>
          <p:spPr>
            <a:xfrm>
              <a:off x="2400" y="348"/>
              <a:ext cx="0" cy="204"/>
            </a:xfrm>
            <a:prstGeom prst="line">
              <a:avLst/>
            </a:prstGeom>
            <a:ln w="19050" cap="flat" cmpd="sng">
              <a:solidFill>
                <a:schemeClr val="tx1"/>
              </a:solidFill>
              <a:prstDash val="solid"/>
              <a:round/>
              <a:headEnd type="none" w="med" len="med"/>
              <a:tailEnd type="none" w="sm" len="lg"/>
            </a:ln>
          </p:spPr>
        </p:sp>
        <p:sp>
          <p:nvSpPr>
            <p:cNvPr id="134444" name="Line 301"/>
            <p:cNvSpPr/>
            <p:nvPr/>
          </p:nvSpPr>
          <p:spPr>
            <a:xfrm>
              <a:off x="3576" y="324"/>
              <a:ext cx="0" cy="228"/>
            </a:xfrm>
            <a:prstGeom prst="line">
              <a:avLst/>
            </a:prstGeom>
            <a:ln w="19050" cap="flat" cmpd="sng">
              <a:solidFill>
                <a:schemeClr val="tx1"/>
              </a:solidFill>
              <a:prstDash val="solid"/>
              <a:round/>
              <a:headEnd type="none" w="med" len="med"/>
              <a:tailEnd type="none" w="sm" len="lg"/>
            </a:ln>
          </p:spPr>
        </p:sp>
        <p:sp>
          <p:nvSpPr>
            <p:cNvPr id="134445" name="Line 302"/>
            <p:cNvSpPr/>
            <p:nvPr/>
          </p:nvSpPr>
          <p:spPr>
            <a:xfrm>
              <a:off x="4416" y="324"/>
              <a:ext cx="0" cy="228"/>
            </a:xfrm>
            <a:prstGeom prst="line">
              <a:avLst/>
            </a:prstGeom>
            <a:ln w="19050" cap="flat" cmpd="sng">
              <a:solidFill>
                <a:schemeClr val="tx1"/>
              </a:solidFill>
              <a:prstDash val="solid"/>
              <a:round/>
              <a:headEnd type="none" w="med" len="med"/>
              <a:tailEnd type="none" w="sm" len="lg"/>
            </a:ln>
          </p:spPr>
        </p:sp>
        <p:sp>
          <p:nvSpPr>
            <p:cNvPr id="134446" name="Line 303"/>
            <p:cNvSpPr/>
            <p:nvPr/>
          </p:nvSpPr>
          <p:spPr>
            <a:xfrm>
              <a:off x="5328" y="336"/>
              <a:ext cx="0" cy="216"/>
            </a:xfrm>
            <a:prstGeom prst="line">
              <a:avLst/>
            </a:prstGeom>
            <a:ln w="19050" cap="flat" cmpd="sng">
              <a:solidFill>
                <a:schemeClr val="tx1"/>
              </a:solidFill>
              <a:prstDash val="solid"/>
              <a:round/>
              <a:headEnd type="none" w="med" len="med"/>
              <a:tailEnd type="none" w="sm" len="lg"/>
            </a:ln>
          </p:spPr>
        </p:sp>
        <p:sp>
          <p:nvSpPr>
            <p:cNvPr id="134447" name="Text Box 304"/>
            <p:cNvSpPr txBox="1"/>
            <p:nvPr/>
          </p:nvSpPr>
          <p:spPr>
            <a:xfrm>
              <a:off x="2102" y="253"/>
              <a:ext cx="315" cy="288"/>
            </a:xfrm>
            <a:prstGeom prst="rect">
              <a:avLst/>
            </a:prstGeom>
            <a:noFill/>
            <a:ln w="19050">
              <a:noFill/>
            </a:ln>
          </p:spPr>
          <p:txBody>
            <a:bodyPr wrap="none" anchor="t" anchorCtr="0">
              <a:spAutoFit/>
            </a:bodyPr>
            <a:p>
              <a:r>
                <a:rPr lang="en-US" altLang="zh-CN" sz="2400" i="0" dirty="0">
                  <a:latin typeface="Arial" panose="020B0604020202020204" pitchFamily="34" charset="0"/>
                  <a:ea typeface="宋体" panose="02010600030101010101" pitchFamily="2" charset="-122"/>
                </a:rPr>
                <a:t>S</a:t>
              </a:r>
              <a:r>
                <a:rPr lang="en-US" altLang="zh-CN" sz="2400" i="0" baseline="-25000" dirty="0">
                  <a:latin typeface="Arial" panose="020B0604020202020204" pitchFamily="34" charset="0"/>
                  <a:ea typeface="宋体" panose="02010600030101010101" pitchFamily="2" charset="-122"/>
                </a:rPr>
                <a:t>3</a:t>
              </a:r>
              <a:endParaRPr lang="en-US" altLang="zh-CN" sz="2400" i="0" baseline="-25000" dirty="0">
                <a:latin typeface="Arial" panose="020B0604020202020204" pitchFamily="34" charset="0"/>
                <a:ea typeface="宋体" panose="02010600030101010101" pitchFamily="2" charset="-122"/>
              </a:endParaRPr>
            </a:p>
          </p:txBody>
        </p:sp>
        <p:sp>
          <p:nvSpPr>
            <p:cNvPr id="134448" name="Text Box 305"/>
            <p:cNvSpPr txBox="1"/>
            <p:nvPr/>
          </p:nvSpPr>
          <p:spPr>
            <a:xfrm>
              <a:off x="3270" y="245"/>
              <a:ext cx="315" cy="288"/>
            </a:xfrm>
            <a:prstGeom prst="rect">
              <a:avLst/>
            </a:prstGeom>
            <a:noFill/>
            <a:ln w="19050">
              <a:noFill/>
            </a:ln>
          </p:spPr>
          <p:txBody>
            <a:bodyPr wrap="none" anchor="t" anchorCtr="0">
              <a:spAutoFit/>
            </a:bodyPr>
            <a:p>
              <a:r>
                <a:rPr lang="en-US" altLang="zh-CN" sz="2400" i="0" dirty="0">
                  <a:latin typeface="Arial" panose="020B0604020202020204" pitchFamily="34" charset="0"/>
                  <a:ea typeface="宋体" panose="02010600030101010101" pitchFamily="2" charset="-122"/>
                </a:rPr>
                <a:t>S</a:t>
              </a:r>
              <a:r>
                <a:rPr lang="en-US" altLang="zh-CN" sz="2400" i="0" baseline="-25000" dirty="0">
                  <a:latin typeface="Arial" panose="020B0604020202020204" pitchFamily="34" charset="0"/>
                  <a:ea typeface="宋体" panose="02010600030101010101" pitchFamily="2" charset="-122"/>
                </a:rPr>
                <a:t>2</a:t>
              </a:r>
              <a:endParaRPr lang="en-US" altLang="zh-CN" sz="2400" i="0" baseline="-25000" dirty="0">
                <a:latin typeface="Arial" panose="020B0604020202020204" pitchFamily="34" charset="0"/>
                <a:ea typeface="宋体" panose="02010600030101010101" pitchFamily="2" charset="-122"/>
              </a:endParaRPr>
            </a:p>
          </p:txBody>
        </p:sp>
        <p:sp>
          <p:nvSpPr>
            <p:cNvPr id="134449" name="Text Box 306"/>
            <p:cNvSpPr txBox="1"/>
            <p:nvPr/>
          </p:nvSpPr>
          <p:spPr>
            <a:xfrm>
              <a:off x="4090" y="249"/>
              <a:ext cx="315" cy="288"/>
            </a:xfrm>
            <a:prstGeom prst="rect">
              <a:avLst/>
            </a:prstGeom>
            <a:noFill/>
            <a:ln w="19050">
              <a:noFill/>
            </a:ln>
          </p:spPr>
          <p:txBody>
            <a:bodyPr wrap="none" anchor="t" anchorCtr="0">
              <a:spAutoFit/>
            </a:bodyPr>
            <a:p>
              <a:r>
                <a:rPr lang="en-US" altLang="zh-CN" sz="2400" i="0" dirty="0">
                  <a:latin typeface="Arial" panose="020B0604020202020204" pitchFamily="34" charset="0"/>
                  <a:ea typeface="宋体" panose="02010600030101010101" pitchFamily="2" charset="-122"/>
                </a:rPr>
                <a:t>S</a:t>
              </a:r>
              <a:r>
                <a:rPr lang="en-US" altLang="zh-CN" sz="2400" i="0" baseline="-25000" dirty="0">
                  <a:latin typeface="Arial" panose="020B0604020202020204" pitchFamily="34" charset="0"/>
                  <a:ea typeface="宋体" panose="02010600030101010101" pitchFamily="2" charset="-122"/>
                </a:rPr>
                <a:t>2</a:t>
              </a:r>
              <a:endParaRPr lang="en-US" altLang="zh-CN" sz="2400" i="0" baseline="-25000" dirty="0">
                <a:latin typeface="Arial" panose="020B0604020202020204" pitchFamily="34" charset="0"/>
                <a:ea typeface="宋体" panose="02010600030101010101" pitchFamily="2" charset="-122"/>
              </a:endParaRPr>
            </a:p>
          </p:txBody>
        </p:sp>
        <p:sp>
          <p:nvSpPr>
            <p:cNvPr id="134450" name="Text Box 307"/>
            <p:cNvSpPr txBox="1"/>
            <p:nvPr/>
          </p:nvSpPr>
          <p:spPr>
            <a:xfrm>
              <a:off x="4982" y="217"/>
              <a:ext cx="315" cy="288"/>
            </a:xfrm>
            <a:prstGeom prst="rect">
              <a:avLst/>
            </a:prstGeom>
            <a:noFill/>
            <a:ln w="19050">
              <a:noFill/>
            </a:ln>
          </p:spPr>
          <p:txBody>
            <a:bodyPr wrap="none" anchor="t" anchorCtr="0">
              <a:spAutoFit/>
            </a:bodyPr>
            <a:p>
              <a:r>
                <a:rPr lang="en-US" altLang="zh-CN" sz="2400" i="0" dirty="0">
                  <a:latin typeface="Arial" panose="020B0604020202020204" pitchFamily="34" charset="0"/>
                  <a:ea typeface="宋体" panose="02010600030101010101" pitchFamily="2" charset="-122"/>
                </a:rPr>
                <a:t>S</a:t>
              </a:r>
              <a:r>
                <a:rPr lang="en-US" altLang="zh-CN" sz="2400" i="0" baseline="-25000" dirty="0">
                  <a:latin typeface="Arial" panose="020B0604020202020204" pitchFamily="34" charset="0"/>
                  <a:ea typeface="宋体" panose="02010600030101010101" pitchFamily="2" charset="-122"/>
                </a:rPr>
                <a:t>0</a:t>
              </a:r>
              <a:endParaRPr lang="en-US" altLang="zh-CN" sz="2400" i="0" baseline="-25000" dirty="0">
                <a:latin typeface="Arial" panose="020B0604020202020204" pitchFamily="34" charset="0"/>
                <a:ea typeface="宋体" panose="02010600030101010101" pitchFamily="2" charset="-122"/>
              </a:endParaRPr>
            </a:p>
          </p:txBody>
        </p:sp>
      </p:grpSp>
      <p:grpSp>
        <p:nvGrpSpPr>
          <p:cNvPr id="107640" name="Group 308"/>
          <p:cNvGrpSpPr/>
          <p:nvPr/>
        </p:nvGrpSpPr>
        <p:grpSpPr>
          <a:xfrm>
            <a:off x="0" y="4073525"/>
            <a:ext cx="1706563" cy="457200"/>
            <a:chOff x="0" y="2770"/>
            <a:chExt cx="1075" cy="288"/>
          </a:xfrm>
        </p:grpSpPr>
        <p:sp>
          <p:nvSpPr>
            <p:cNvPr id="107829" name="Text Box 309"/>
            <p:cNvSpPr txBox="1">
              <a:spLocks noChangeArrowheads="1"/>
            </p:cNvSpPr>
            <p:nvPr/>
          </p:nvSpPr>
          <p:spPr bwMode="auto">
            <a:xfrm>
              <a:off x="0" y="2770"/>
              <a:ext cx="1075" cy="288"/>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0" lang="en-US" altLang="zh-CN" sz="2400"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a:t>
              </a:r>
              <a:r>
                <a:rPr kumimoji="0" lang="en-US" altLang="zh-CN" sz="2400" kern="1200" cap="none" spc="0" normalizeH="0" baseline="-2500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400" b="1" i="0"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a:t>
              </a:r>
              <a:r>
                <a:rPr kumimoji="0" lang="en-US" altLang="zh-CN" sz="2400" kern="1200" cap="none" spc="0" normalizeH="0" baseline="-2500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400"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t>
              </a:r>
              <a:r>
                <a:rPr kumimoji="0" lang="en-US" altLang="zh-CN" sz="2400" kern="1200" cap="none" spc="0" normalizeH="0" baseline="-2500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400" i="0"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400"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t>
              </a:r>
              <a:r>
                <a:rPr kumimoji="0" lang="en-US" altLang="zh-CN" sz="2400" kern="1200" cap="none" spc="0" normalizeH="0" baseline="-2500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endParaRPr kumimoji="0" lang="en-US" altLang="zh-CN" sz="2400" kern="1200" cap="none" spc="0" normalizeH="0" baseline="-2500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34453" name="Line 310"/>
            <p:cNvSpPr/>
            <p:nvPr/>
          </p:nvSpPr>
          <p:spPr>
            <a:xfrm>
              <a:off x="264" y="2820"/>
              <a:ext cx="132" cy="0"/>
            </a:xfrm>
            <a:prstGeom prst="line">
              <a:avLst/>
            </a:prstGeom>
            <a:ln w="19050" cap="flat" cmpd="sng">
              <a:solidFill>
                <a:srgbClr val="3333FF"/>
              </a:solidFill>
              <a:prstDash val="solid"/>
              <a:round/>
              <a:headEnd type="none" w="med" len="med"/>
              <a:tailEnd type="none" w="sm" len="lg"/>
            </a:ln>
          </p:spPr>
        </p:sp>
      </p:grpSp>
      <p:sp>
        <p:nvSpPr>
          <p:cNvPr id="107831" name="Rectangle 311"/>
          <p:cNvSpPr/>
          <p:nvPr/>
        </p:nvSpPr>
        <p:spPr>
          <a:xfrm>
            <a:off x="0" y="1562100"/>
            <a:ext cx="9144000" cy="2228850"/>
          </a:xfrm>
          <a:prstGeom prst="rect">
            <a:avLst/>
          </a:prstGeom>
          <a:solidFill>
            <a:schemeClr val="accent1">
              <a:alpha val="12941"/>
            </a:schemeClr>
          </a:solidFill>
          <a:ln w="19050" cap="rnd" cmpd="sng">
            <a:solidFill>
              <a:srgbClr val="FF0000"/>
            </a:solidFill>
            <a:prstDash val="sysDot"/>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34455" name="Group 317"/>
          <p:cNvGrpSpPr/>
          <p:nvPr/>
        </p:nvGrpSpPr>
        <p:grpSpPr>
          <a:xfrm>
            <a:off x="-3175" y="4648200"/>
            <a:ext cx="1230313" cy="457200"/>
            <a:chOff x="102" y="3080"/>
            <a:chExt cx="775" cy="288"/>
          </a:xfrm>
        </p:grpSpPr>
        <p:sp>
          <p:nvSpPr>
            <p:cNvPr id="107833" name="Rectangle 313"/>
            <p:cNvSpPr>
              <a:spLocks noChangeArrowheads="1"/>
            </p:cNvSpPr>
            <p:nvPr/>
          </p:nvSpPr>
          <p:spPr bwMode="auto">
            <a:xfrm>
              <a:off x="102" y="3080"/>
              <a:ext cx="775" cy="288"/>
            </a:xfrm>
            <a:prstGeom prst="rect">
              <a:avLst/>
            </a:prstGeom>
            <a:noFill/>
            <a:ln w="19050">
              <a:noFill/>
              <a:miter lim="800000"/>
              <a:tailEnd type="none" w="sm" len="lg"/>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a:t>
              </a:r>
              <a:r>
                <a:rPr kumimoji="0" lang="en-US" altLang="zh-CN" sz="2400" b="0" i="1" u="none" strike="noStrike" kern="1200" cap="none" spc="0" normalizeH="0" baseline="-2500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a:t>
              </a:r>
              <a:r>
                <a:rPr kumimoji="0" lang="en-US" altLang="zh-CN"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0" lang="en-US" altLang="zh-CN" sz="2400" b="0" i="1"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G</a:t>
              </a:r>
              <a:r>
                <a:rPr kumimoji="0" lang="en-US" altLang="zh-CN" sz="2400" b="0" i="1" u="none" strike="noStrike" kern="1200" cap="none" spc="0" normalizeH="0" baseline="-2500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a:t>
              </a:r>
              <a:r>
                <a:rPr kumimoji="0" lang="en-US" altLang="zh-CN" sz="2400" b="0" i="1"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a:t>
              </a:r>
              <a:r>
                <a:rPr kumimoji="0" lang="en-US" altLang="zh-CN" sz="2400" b="0" i="1" u="none" strike="noStrike" kern="1200" cap="none" spc="0" normalizeH="0" baseline="-2500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a:t>
              </a:r>
              <a:endParaRPr kumimoji="0" lang="en-US" altLang="zh-CN" sz="2400" b="0" i="1" u="none" strike="noStrike" kern="1200" cap="none" spc="0" normalizeH="0" baseline="-2500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134457" name="Line 314"/>
            <p:cNvSpPr/>
            <p:nvPr/>
          </p:nvSpPr>
          <p:spPr>
            <a:xfrm flipV="1">
              <a:off x="178" y="3126"/>
              <a:ext cx="136" cy="0"/>
            </a:xfrm>
            <a:prstGeom prst="line">
              <a:avLst/>
            </a:prstGeom>
            <a:ln w="12700" cap="flat" cmpd="sng">
              <a:solidFill>
                <a:srgbClr val="0000FF"/>
              </a:solidFill>
              <a:prstDash val="solid"/>
              <a:round/>
              <a:headEnd type="none" w="med" len="med"/>
              <a:tailEnd type="none" w="med" len="med"/>
            </a:ln>
          </p:spPr>
        </p:sp>
        <p:sp>
          <p:nvSpPr>
            <p:cNvPr id="134458" name="Line 315"/>
            <p:cNvSpPr/>
            <p:nvPr/>
          </p:nvSpPr>
          <p:spPr>
            <a:xfrm flipV="1">
              <a:off x="690" y="3134"/>
              <a:ext cx="136" cy="0"/>
            </a:xfrm>
            <a:prstGeom prst="line">
              <a:avLst/>
            </a:prstGeom>
            <a:ln w="12700" cap="flat" cmpd="sng">
              <a:solidFill>
                <a:srgbClr val="0000FF"/>
              </a:solidFill>
              <a:prstDash val="solid"/>
              <a:round/>
              <a:headEnd type="none" w="med" len="med"/>
              <a:tailEnd type="none" w="med" len="med"/>
            </a:ln>
          </p:spPr>
        </p:sp>
        <p:sp>
          <p:nvSpPr>
            <p:cNvPr id="134459" name="Line 316"/>
            <p:cNvSpPr/>
            <p:nvPr/>
          </p:nvSpPr>
          <p:spPr>
            <a:xfrm flipV="1">
              <a:off x="386" y="3134"/>
              <a:ext cx="136" cy="0"/>
            </a:xfrm>
            <a:prstGeom prst="line">
              <a:avLst/>
            </a:prstGeom>
            <a:ln w="12700" cap="flat" cmpd="sng">
              <a:solidFill>
                <a:srgbClr val="0000FF"/>
              </a:solidFill>
              <a:prstDash val="solid"/>
              <a:roun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7831"/>
                                        </p:tgtEl>
                                        <p:attrNameLst>
                                          <p:attrName>style.visibility</p:attrName>
                                        </p:attrNameLst>
                                      </p:cBhvr>
                                      <p:to>
                                        <p:strVal val="visible"/>
                                      </p:to>
                                    </p:set>
                                    <p:anim calcmode="lin" valueType="num">
                                      <p:cBhvr>
                                        <p:cTn id="7" dur="2000" fill="hold"/>
                                        <p:tgtEl>
                                          <p:spTgt spid="107831"/>
                                        </p:tgtEl>
                                        <p:attrNameLst>
                                          <p:attrName>ppt_w</p:attrName>
                                        </p:attrNameLst>
                                      </p:cBhvr>
                                      <p:tavLst>
                                        <p:tav tm="0">
                                          <p:val>
                                            <p:fltVal val="0.000000"/>
                                          </p:val>
                                        </p:tav>
                                        <p:tav tm="100000">
                                          <p:val>
                                            <p:strVal val="#ppt_w"/>
                                          </p:val>
                                        </p:tav>
                                      </p:tavLst>
                                    </p:anim>
                                    <p:anim calcmode="lin" valueType="num">
                                      <p:cBhvr>
                                        <p:cTn id="8" dur="2000" fill="hold"/>
                                        <p:tgtEl>
                                          <p:spTgt spid="107831"/>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32" fill="hold" nodeType="clickEffect">
                                  <p:stCondLst>
                                    <p:cond delay="0"/>
                                  </p:stCondLst>
                                  <p:childTnLst>
                                    <p:set>
                                      <p:cBhvr>
                                        <p:cTn id="12" dur="1" fill="hold">
                                          <p:stCondLst>
                                            <p:cond delay="0"/>
                                          </p:stCondLst>
                                        </p:cTn>
                                        <p:tgtEl>
                                          <p:spTgt spid="107640"/>
                                        </p:tgtEl>
                                        <p:attrNameLst>
                                          <p:attrName>style.visibility</p:attrName>
                                        </p:attrNameLst>
                                      </p:cBhvr>
                                      <p:to>
                                        <p:strVal val="visible"/>
                                      </p:to>
                                    </p:set>
                                    <p:animEffect transition="in" filter="circle(out)">
                                      <p:cBhvr>
                                        <p:cTn id="13" dur="2000"/>
                                        <p:tgtEl>
                                          <p:spTgt spid="107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831"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Text Box 2"/>
          <p:cNvSpPr txBox="1"/>
          <p:nvPr/>
        </p:nvSpPr>
        <p:spPr>
          <a:xfrm>
            <a:off x="552450" y="762000"/>
            <a:ext cx="7543800" cy="1457325"/>
          </a:xfrm>
          <a:prstGeom prst="rect">
            <a:avLst/>
          </a:prstGeom>
          <a:noFill/>
          <a:ln w="19050">
            <a:noFill/>
          </a:ln>
        </p:spPr>
        <p:txBody>
          <a:bodyPr anchor="t" anchorCtr="0">
            <a:spAutoFit/>
          </a:bodyPr>
          <a:p>
            <a:pPr algn="just">
              <a:lnSpc>
                <a:spcPct val="160000"/>
              </a:lnSpc>
              <a:spcBef>
                <a:spcPct val="50000"/>
              </a:spcBef>
            </a:pPr>
            <a:r>
              <a:rPr lang="zh-CN" altLang="en-US" sz="2800" b="1" i="0" dirty="0">
                <a:latin typeface="Times New Roman" panose="02020603050405020304" pitchFamily="18" charset="0"/>
                <a:ea typeface="宋体" panose="02010600030101010101" pitchFamily="2" charset="-122"/>
              </a:rPr>
              <a:t>例：  </a:t>
            </a:r>
            <a:r>
              <a:rPr lang="zh-CN" altLang="en-US" sz="2800" i="0" dirty="0">
                <a:latin typeface="Times New Roman" panose="02020603050405020304" pitchFamily="18" charset="0"/>
                <a:ea typeface="宋体" panose="02010600030101010101" pitchFamily="2" charset="-122"/>
              </a:rPr>
              <a:t>用四位二进制并行加法器设计一个将		</a:t>
            </a:r>
            <a:r>
              <a:rPr lang="en-US" altLang="zh-CN" sz="2800" i="0" dirty="0">
                <a:latin typeface="Times New Roman" panose="02020603050405020304" pitchFamily="18" charset="0"/>
                <a:ea typeface="宋体" panose="02010600030101010101" pitchFamily="2" charset="-122"/>
              </a:rPr>
              <a:t>8421BCD</a:t>
            </a:r>
            <a:r>
              <a:rPr lang="zh-CN" altLang="zh-CN" sz="2800" i="0" dirty="0">
                <a:latin typeface="Times New Roman" panose="02020603050405020304" pitchFamily="18" charset="0"/>
                <a:ea typeface="宋体" panose="02010600030101010101" pitchFamily="2" charset="-122"/>
              </a:rPr>
              <a:t>码转换成余3码的代转换电路。</a:t>
            </a:r>
            <a:endParaRPr lang="zh-CN" altLang="en-US" sz="2800" i="0" dirty="0">
              <a:latin typeface="Times New Roman" panose="02020603050405020304" pitchFamily="18" charset="0"/>
              <a:ea typeface="宋体" panose="02010600030101010101" pitchFamily="2" charset="-122"/>
            </a:endParaRPr>
          </a:p>
        </p:txBody>
      </p:sp>
      <p:sp>
        <p:nvSpPr>
          <p:cNvPr id="135170" name="Text Box 3"/>
          <p:cNvSpPr txBox="1"/>
          <p:nvPr/>
        </p:nvSpPr>
        <p:spPr>
          <a:xfrm>
            <a:off x="1241425" y="2314575"/>
            <a:ext cx="3022600" cy="519113"/>
          </a:xfrm>
          <a:prstGeom prst="rect">
            <a:avLst/>
          </a:prstGeom>
          <a:noFill/>
          <a:ln w="1905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余</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码比</a:t>
            </a:r>
            <a:r>
              <a:rPr lang="en-US" altLang="zh-CN" sz="2800" i="0" dirty="0">
                <a:latin typeface="Times New Roman" panose="02020603050405020304" pitchFamily="18" charset="0"/>
                <a:ea typeface="宋体" panose="02010600030101010101" pitchFamily="2" charset="-122"/>
              </a:rPr>
              <a:t>8421</a:t>
            </a:r>
            <a:r>
              <a:rPr lang="zh-CN" altLang="en-US" sz="2800" i="0" dirty="0">
                <a:latin typeface="Times New Roman" panose="02020603050405020304" pitchFamily="18" charset="0"/>
                <a:ea typeface="宋体" panose="02010600030101010101" pitchFamily="2" charset="-122"/>
              </a:rPr>
              <a:t>码多</a:t>
            </a:r>
            <a:r>
              <a:rPr lang="en-US" altLang="zh-CN" sz="2800" i="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grpSp>
        <p:nvGrpSpPr>
          <p:cNvPr id="135171" name="Group 4"/>
          <p:cNvGrpSpPr/>
          <p:nvPr/>
        </p:nvGrpSpPr>
        <p:grpSpPr>
          <a:xfrm>
            <a:off x="1828800" y="2447925"/>
            <a:ext cx="6686550" cy="3967163"/>
            <a:chOff x="1020" y="1542"/>
            <a:chExt cx="4212" cy="2499"/>
          </a:xfrm>
        </p:grpSpPr>
        <p:sp>
          <p:nvSpPr>
            <p:cNvPr id="135172" name="Rectangle 5"/>
            <p:cNvSpPr/>
            <p:nvPr/>
          </p:nvSpPr>
          <p:spPr>
            <a:xfrm>
              <a:off x="1536" y="2256"/>
              <a:ext cx="2856" cy="1224"/>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35173" name="Group 6"/>
            <p:cNvGrpSpPr/>
            <p:nvPr/>
          </p:nvGrpSpPr>
          <p:grpSpPr>
            <a:xfrm>
              <a:off x="1674" y="3114"/>
              <a:ext cx="1280" cy="327"/>
              <a:chOff x="1506" y="3114"/>
              <a:chExt cx="1280" cy="327"/>
            </a:xfrm>
          </p:grpSpPr>
          <p:sp>
            <p:nvSpPr>
              <p:cNvPr id="135174" name="Text Box 7"/>
              <p:cNvSpPr txBox="1"/>
              <p:nvPr/>
            </p:nvSpPr>
            <p:spPr>
              <a:xfrm>
                <a:off x="1506"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5175" name="Text Box 8"/>
              <p:cNvSpPr txBox="1"/>
              <p:nvPr/>
            </p:nvSpPr>
            <p:spPr>
              <a:xfrm>
                <a:off x="1810"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35176" name="Text Box 9"/>
              <p:cNvSpPr txBox="1"/>
              <p:nvPr/>
            </p:nvSpPr>
            <p:spPr>
              <a:xfrm>
                <a:off x="2114"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35177" name="Text Box 10"/>
              <p:cNvSpPr txBox="1"/>
              <p:nvPr/>
            </p:nvSpPr>
            <p:spPr>
              <a:xfrm>
                <a:off x="2418"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135178" name="Group 11"/>
            <p:cNvGrpSpPr/>
            <p:nvPr/>
          </p:nvGrpSpPr>
          <p:grpSpPr>
            <a:xfrm>
              <a:off x="3018" y="3114"/>
              <a:ext cx="1280" cy="327"/>
              <a:chOff x="2850" y="3114"/>
              <a:chExt cx="1280" cy="327"/>
            </a:xfrm>
          </p:grpSpPr>
          <p:sp>
            <p:nvSpPr>
              <p:cNvPr id="135179" name="Text Box 12"/>
              <p:cNvSpPr txBox="1"/>
              <p:nvPr/>
            </p:nvSpPr>
            <p:spPr>
              <a:xfrm>
                <a:off x="2850"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5180" name="Text Box 13"/>
              <p:cNvSpPr txBox="1"/>
              <p:nvPr/>
            </p:nvSpPr>
            <p:spPr>
              <a:xfrm>
                <a:off x="3154"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35181" name="Text Box 14"/>
              <p:cNvSpPr txBox="1"/>
              <p:nvPr/>
            </p:nvSpPr>
            <p:spPr>
              <a:xfrm>
                <a:off x="3458"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35182" name="Text Box 15"/>
              <p:cNvSpPr txBox="1"/>
              <p:nvPr/>
            </p:nvSpPr>
            <p:spPr>
              <a:xfrm>
                <a:off x="3762"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135183" name="Text Box 16"/>
            <p:cNvSpPr txBox="1"/>
            <p:nvPr/>
          </p:nvSpPr>
          <p:spPr>
            <a:xfrm>
              <a:off x="1866" y="2214"/>
              <a:ext cx="2096"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F</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35184" name="Text Box 17"/>
            <p:cNvSpPr txBox="1"/>
            <p:nvPr/>
          </p:nvSpPr>
          <p:spPr>
            <a:xfrm>
              <a:off x="2282" y="2298"/>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35185" name="Text Box 18"/>
            <p:cNvSpPr txBox="1"/>
            <p:nvPr/>
          </p:nvSpPr>
          <p:spPr>
            <a:xfrm>
              <a:off x="2586" y="2298"/>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35186" name="Line 19"/>
            <p:cNvSpPr/>
            <p:nvPr/>
          </p:nvSpPr>
          <p:spPr>
            <a:xfrm>
              <a:off x="1968" y="2004"/>
              <a:ext cx="0" cy="240"/>
            </a:xfrm>
            <a:prstGeom prst="line">
              <a:avLst/>
            </a:prstGeom>
            <a:ln w="19050" cap="flat" cmpd="sng">
              <a:solidFill>
                <a:srgbClr val="3333FF"/>
              </a:solidFill>
              <a:prstDash val="solid"/>
              <a:round/>
              <a:headEnd type="none" w="med" len="med"/>
              <a:tailEnd type="none" w="sm" len="lg"/>
            </a:ln>
          </p:spPr>
        </p:sp>
        <p:sp>
          <p:nvSpPr>
            <p:cNvPr id="135187" name="Line 20"/>
            <p:cNvSpPr/>
            <p:nvPr/>
          </p:nvSpPr>
          <p:spPr>
            <a:xfrm>
              <a:off x="2544" y="2004"/>
              <a:ext cx="0" cy="240"/>
            </a:xfrm>
            <a:prstGeom prst="line">
              <a:avLst/>
            </a:prstGeom>
            <a:ln w="19050" cap="flat" cmpd="sng">
              <a:solidFill>
                <a:srgbClr val="3333FF"/>
              </a:solidFill>
              <a:prstDash val="solid"/>
              <a:round/>
              <a:headEnd type="none" w="med" len="med"/>
              <a:tailEnd type="none" w="sm" len="lg"/>
            </a:ln>
          </p:spPr>
        </p:sp>
        <p:sp>
          <p:nvSpPr>
            <p:cNvPr id="135188" name="Line 21"/>
            <p:cNvSpPr/>
            <p:nvPr/>
          </p:nvSpPr>
          <p:spPr>
            <a:xfrm>
              <a:off x="3132" y="2004"/>
              <a:ext cx="0" cy="240"/>
            </a:xfrm>
            <a:prstGeom prst="line">
              <a:avLst/>
            </a:prstGeom>
            <a:ln w="19050" cap="flat" cmpd="sng">
              <a:solidFill>
                <a:srgbClr val="3333FF"/>
              </a:solidFill>
              <a:prstDash val="solid"/>
              <a:round/>
              <a:headEnd type="none" w="med" len="med"/>
              <a:tailEnd type="none" w="sm" len="lg"/>
            </a:ln>
          </p:spPr>
        </p:sp>
        <p:sp>
          <p:nvSpPr>
            <p:cNvPr id="135189" name="Line 22"/>
            <p:cNvSpPr/>
            <p:nvPr/>
          </p:nvSpPr>
          <p:spPr>
            <a:xfrm>
              <a:off x="3708" y="2004"/>
              <a:ext cx="0" cy="240"/>
            </a:xfrm>
            <a:prstGeom prst="line">
              <a:avLst/>
            </a:prstGeom>
            <a:ln w="19050" cap="flat" cmpd="sng">
              <a:solidFill>
                <a:srgbClr val="3333FF"/>
              </a:solidFill>
              <a:prstDash val="solid"/>
              <a:round/>
              <a:headEnd type="none" w="med" len="med"/>
              <a:tailEnd type="none" w="sm" len="lg"/>
            </a:ln>
          </p:spPr>
        </p:sp>
        <p:sp>
          <p:nvSpPr>
            <p:cNvPr id="135190" name="AutoShape 23"/>
            <p:cNvSpPr/>
            <p:nvPr/>
          </p:nvSpPr>
          <p:spPr>
            <a:xfrm rot="5400000">
              <a:off x="2772" y="996"/>
              <a:ext cx="168" cy="1764"/>
            </a:xfrm>
            <a:prstGeom prst="leftBrace">
              <a:avLst>
                <a:gd name="adj1" fmla="val 87500"/>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5191" name="Text Box 24"/>
            <p:cNvSpPr txBox="1"/>
            <p:nvPr/>
          </p:nvSpPr>
          <p:spPr>
            <a:xfrm>
              <a:off x="2546" y="1542"/>
              <a:ext cx="676" cy="327"/>
            </a:xfrm>
            <a:prstGeom prst="rect">
              <a:avLst/>
            </a:prstGeom>
            <a:noFill/>
            <a:ln w="1905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余</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码</a:t>
              </a:r>
              <a:endParaRPr lang="zh-CN" altLang="en-US" sz="2800" i="0" dirty="0">
                <a:latin typeface="Times New Roman" panose="02020603050405020304" pitchFamily="18" charset="0"/>
                <a:ea typeface="宋体" panose="02010600030101010101" pitchFamily="2" charset="-122"/>
              </a:endParaRPr>
            </a:p>
          </p:txBody>
        </p:sp>
        <p:sp>
          <p:nvSpPr>
            <p:cNvPr id="135192" name="Text Box 25"/>
            <p:cNvSpPr txBox="1"/>
            <p:nvPr/>
          </p:nvSpPr>
          <p:spPr>
            <a:xfrm>
              <a:off x="1502" y="2658"/>
              <a:ext cx="4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FC</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5193" name="Text Box 26"/>
            <p:cNvSpPr txBox="1"/>
            <p:nvPr/>
          </p:nvSpPr>
          <p:spPr>
            <a:xfrm>
              <a:off x="4094" y="2658"/>
              <a:ext cx="3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35194" name="Line 27"/>
            <p:cNvSpPr/>
            <p:nvPr/>
          </p:nvSpPr>
          <p:spPr>
            <a:xfrm>
              <a:off x="1020" y="2808"/>
              <a:ext cx="516" cy="0"/>
            </a:xfrm>
            <a:prstGeom prst="line">
              <a:avLst/>
            </a:prstGeom>
            <a:ln w="19050" cap="flat" cmpd="sng">
              <a:solidFill>
                <a:srgbClr val="3333FF"/>
              </a:solidFill>
              <a:prstDash val="solid"/>
              <a:round/>
              <a:headEnd type="none" w="med" len="med"/>
              <a:tailEnd type="none" w="sm" len="lg"/>
            </a:ln>
          </p:spPr>
        </p:sp>
        <p:sp>
          <p:nvSpPr>
            <p:cNvPr id="135195" name="Line 28"/>
            <p:cNvSpPr/>
            <p:nvPr/>
          </p:nvSpPr>
          <p:spPr>
            <a:xfrm>
              <a:off x="4392" y="2808"/>
              <a:ext cx="516" cy="0"/>
            </a:xfrm>
            <a:prstGeom prst="line">
              <a:avLst/>
            </a:prstGeom>
            <a:ln w="19050" cap="flat" cmpd="sng">
              <a:solidFill>
                <a:srgbClr val="3333FF"/>
              </a:solidFill>
              <a:prstDash val="solid"/>
              <a:round/>
              <a:headEnd type="none" w="med" len="med"/>
              <a:tailEnd type="none" w="sm" len="lg"/>
            </a:ln>
          </p:spPr>
        </p:sp>
        <p:sp>
          <p:nvSpPr>
            <p:cNvPr id="135196" name="Line 29"/>
            <p:cNvSpPr/>
            <p:nvPr/>
          </p:nvSpPr>
          <p:spPr>
            <a:xfrm>
              <a:off x="1800" y="3480"/>
              <a:ext cx="0" cy="240"/>
            </a:xfrm>
            <a:prstGeom prst="line">
              <a:avLst/>
            </a:prstGeom>
            <a:ln w="19050" cap="flat" cmpd="sng">
              <a:solidFill>
                <a:srgbClr val="3333FF"/>
              </a:solidFill>
              <a:prstDash val="solid"/>
              <a:round/>
              <a:headEnd type="none" w="med" len="med"/>
              <a:tailEnd type="none" w="sm" len="lg"/>
            </a:ln>
          </p:spPr>
        </p:sp>
        <p:sp>
          <p:nvSpPr>
            <p:cNvPr id="135197" name="Line 30"/>
            <p:cNvSpPr/>
            <p:nvPr/>
          </p:nvSpPr>
          <p:spPr>
            <a:xfrm>
              <a:off x="2112" y="3480"/>
              <a:ext cx="0" cy="240"/>
            </a:xfrm>
            <a:prstGeom prst="line">
              <a:avLst/>
            </a:prstGeom>
            <a:ln w="19050" cap="flat" cmpd="sng">
              <a:solidFill>
                <a:srgbClr val="3333FF"/>
              </a:solidFill>
              <a:prstDash val="solid"/>
              <a:round/>
              <a:headEnd type="none" w="med" len="med"/>
              <a:tailEnd type="none" w="sm" len="lg"/>
            </a:ln>
          </p:spPr>
        </p:sp>
        <p:sp>
          <p:nvSpPr>
            <p:cNvPr id="135198" name="Line 31"/>
            <p:cNvSpPr/>
            <p:nvPr/>
          </p:nvSpPr>
          <p:spPr>
            <a:xfrm>
              <a:off x="2412" y="3480"/>
              <a:ext cx="0" cy="240"/>
            </a:xfrm>
            <a:prstGeom prst="line">
              <a:avLst/>
            </a:prstGeom>
            <a:ln w="19050" cap="flat" cmpd="sng">
              <a:solidFill>
                <a:srgbClr val="3333FF"/>
              </a:solidFill>
              <a:prstDash val="solid"/>
              <a:round/>
              <a:headEnd type="none" w="med" len="med"/>
              <a:tailEnd type="none" w="sm" len="lg"/>
            </a:ln>
          </p:spPr>
        </p:sp>
        <p:sp>
          <p:nvSpPr>
            <p:cNvPr id="135199" name="Line 32"/>
            <p:cNvSpPr/>
            <p:nvPr/>
          </p:nvSpPr>
          <p:spPr>
            <a:xfrm>
              <a:off x="2736" y="3480"/>
              <a:ext cx="0" cy="240"/>
            </a:xfrm>
            <a:prstGeom prst="line">
              <a:avLst/>
            </a:prstGeom>
            <a:ln w="19050" cap="flat" cmpd="sng">
              <a:solidFill>
                <a:srgbClr val="3333FF"/>
              </a:solidFill>
              <a:prstDash val="solid"/>
              <a:round/>
              <a:headEnd type="none" w="med" len="med"/>
              <a:tailEnd type="none" w="sm" len="lg"/>
            </a:ln>
          </p:spPr>
        </p:sp>
        <p:sp>
          <p:nvSpPr>
            <p:cNvPr id="135200" name="Line 33"/>
            <p:cNvSpPr/>
            <p:nvPr/>
          </p:nvSpPr>
          <p:spPr>
            <a:xfrm>
              <a:off x="3168" y="3480"/>
              <a:ext cx="0" cy="240"/>
            </a:xfrm>
            <a:prstGeom prst="line">
              <a:avLst/>
            </a:prstGeom>
            <a:ln w="19050" cap="flat" cmpd="sng">
              <a:solidFill>
                <a:srgbClr val="3333FF"/>
              </a:solidFill>
              <a:prstDash val="solid"/>
              <a:round/>
              <a:headEnd type="none" w="med" len="med"/>
              <a:tailEnd type="none" w="sm" len="lg"/>
            </a:ln>
          </p:spPr>
        </p:sp>
        <p:sp>
          <p:nvSpPr>
            <p:cNvPr id="135201" name="Line 34"/>
            <p:cNvSpPr/>
            <p:nvPr/>
          </p:nvSpPr>
          <p:spPr>
            <a:xfrm>
              <a:off x="3468" y="3480"/>
              <a:ext cx="0" cy="240"/>
            </a:xfrm>
            <a:prstGeom prst="line">
              <a:avLst/>
            </a:prstGeom>
            <a:ln w="19050" cap="flat" cmpd="sng">
              <a:solidFill>
                <a:srgbClr val="3333FF"/>
              </a:solidFill>
              <a:prstDash val="solid"/>
              <a:round/>
              <a:headEnd type="none" w="med" len="med"/>
              <a:tailEnd type="none" w="sm" len="lg"/>
            </a:ln>
          </p:spPr>
        </p:sp>
        <p:sp>
          <p:nvSpPr>
            <p:cNvPr id="135202" name="Line 35"/>
            <p:cNvSpPr/>
            <p:nvPr/>
          </p:nvSpPr>
          <p:spPr>
            <a:xfrm>
              <a:off x="3780" y="3480"/>
              <a:ext cx="0" cy="240"/>
            </a:xfrm>
            <a:prstGeom prst="line">
              <a:avLst/>
            </a:prstGeom>
            <a:ln w="19050" cap="flat" cmpd="sng">
              <a:solidFill>
                <a:srgbClr val="3333FF"/>
              </a:solidFill>
              <a:prstDash val="solid"/>
              <a:round/>
              <a:headEnd type="none" w="med" len="med"/>
              <a:tailEnd type="none" w="sm" len="lg"/>
            </a:ln>
          </p:spPr>
        </p:sp>
        <p:sp>
          <p:nvSpPr>
            <p:cNvPr id="135203" name="Line 36"/>
            <p:cNvSpPr/>
            <p:nvPr/>
          </p:nvSpPr>
          <p:spPr>
            <a:xfrm>
              <a:off x="4080" y="3480"/>
              <a:ext cx="0" cy="240"/>
            </a:xfrm>
            <a:prstGeom prst="line">
              <a:avLst/>
            </a:prstGeom>
            <a:ln w="19050" cap="flat" cmpd="sng">
              <a:solidFill>
                <a:srgbClr val="3333FF"/>
              </a:solidFill>
              <a:prstDash val="solid"/>
              <a:round/>
              <a:headEnd type="none" w="med" len="med"/>
              <a:tailEnd type="none" w="sm" len="lg"/>
            </a:ln>
          </p:spPr>
        </p:sp>
        <p:sp>
          <p:nvSpPr>
            <p:cNvPr id="135204" name="AutoShape 37"/>
            <p:cNvSpPr/>
            <p:nvPr/>
          </p:nvSpPr>
          <p:spPr>
            <a:xfrm rot="5400000">
              <a:off x="2232" y="3288"/>
              <a:ext cx="72" cy="936"/>
            </a:xfrm>
            <a:prstGeom prst="rightBrace">
              <a:avLst>
                <a:gd name="adj1" fmla="val 108152"/>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5205" name="Text Box 38"/>
            <p:cNvSpPr txBox="1"/>
            <p:nvPr/>
          </p:nvSpPr>
          <p:spPr>
            <a:xfrm>
              <a:off x="1706" y="3714"/>
              <a:ext cx="124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8421BCD</a:t>
              </a:r>
              <a:r>
                <a:rPr lang="zh-CN" altLang="zh-CN" sz="2800" i="0" dirty="0">
                  <a:latin typeface="Times New Roman" panose="02020603050405020304" pitchFamily="18" charset="0"/>
                  <a:ea typeface="宋体" panose="02010600030101010101" pitchFamily="2" charset="-122"/>
                </a:rPr>
                <a:t>码</a:t>
              </a:r>
              <a:endParaRPr lang="zh-CN" altLang="en-US" sz="2800" i="0" dirty="0">
                <a:latin typeface="Times New Roman" panose="02020603050405020304" pitchFamily="18" charset="0"/>
                <a:ea typeface="宋体" panose="02010600030101010101" pitchFamily="2" charset="-122"/>
              </a:endParaRPr>
            </a:p>
          </p:txBody>
        </p:sp>
        <p:sp>
          <p:nvSpPr>
            <p:cNvPr id="135206" name="Text Box 39"/>
            <p:cNvSpPr txBox="1"/>
            <p:nvPr/>
          </p:nvSpPr>
          <p:spPr>
            <a:xfrm>
              <a:off x="3074" y="3690"/>
              <a:ext cx="1128" cy="327"/>
            </a:xfrm>
            <a:prstGeom prst="rect">
              <a:avLst/>
            </a:prstGeom>
            <a:noFill/>
            <a:ln w="19050">
              <a:noFill/>
            </a:ln>
          </p:spPr>
          <p:txBody>
            <a:bodyPr wrap="none" anchor="t" anchorCtr="0">
              <a:spAutoFit/>
            </a:bodyPr>
            <a:p>
              <a:pPr defTabSz="914400">
                <a:tabLst>
                  <a:tab pos="476250" algn="l"/>
                  <a:tab pos="952500" algn="l"/>
                  <a:tab pos="1428750" algn="l"/>
                </a:tabLst>
              </a:pPr>
              <a:r>
                <a:rPr lang="en-US" altLang="zh-CN" sz="2800" i="0" dirty="0">
                  <a:latin typeface="Times New Roman" panose="02020603050405020304" pitchFamily="18" charset="0"/>
                  <a:ea typeface="宋体" panose="02010600030101010101" pitchFamily="2" charset="-122"/>
                </a:rPr>
                <a:t>0	0	1	1</a:t>
              </a:r>
              <a:endParaRPr lang="en-US" altLang="zh-CN" sz="2800" i="0" dirty="0">
                <a:latin typeface="Times New Roman" panose="02020603050405020304" pitchFamily="18" charset="0"/>
                <a:ea typeface="宋体" panose="02010600030101010101" pitchFamily="2" charset="-122"/>
              </a:endParaRPr>
            </a:p>
          </p:txBody>
        </p:sp>
        <p:sp>
          <p:nvSpPr>
            <p:cNvPr id="135207" name="Text Box 40"/>
            <p:cNvSpPr txBox="1"/>
            <p:nvPr/>
          </p:nvSpPr>
          <p:spPr>
            <a:xfrm>
              <a:off x="4694" y="2622"/>
              <a:ext cx="53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  0”</a:t>
              </a:r>
              <a:endParaRPr lang="en-US" altLang="zh-CN" sz="2800" i="0" dirty="0">
                <a:latin typeface="Times New Roman" panose="02020603050405020304" pitchFamily="18" charset="0"/>
                <a:ea typeface="宋体" panose="02010600030101010101" pitchFamily="2" charset="-122"/>
              </a:endParaRPr>
            </a:p>
          </p:txBody>
        </p:sp>
      </p:grpSp>
      <p:sp>
        <p:nvSpPr>
          <p:cNvPr id="135208" name="Text Box 41"/>
          <p:cNvSpPr txBox="1"/>
          <p:nvPr/>
        </p:nvSpPr>
        <p:spPr>
          <a:xfrm>
            <a:off x="612775" y="2273300"/>
            <a:ext cx="901700" cy="519113"/>
          </a:xfrm>
          <a:prstGeom prst="rect">
            <a:avLst/>
          </a:prstGeom>
          <a:noFill/>
          <a:ln w="19050">
            <a:noFill/>
          </a:ln>
        </p:spPr>
        <p:txBody>
          <a:bodyPr wrap="none" anchor="t" anchorCtr="0">
            <a:spAutoFit/>
          </a:bodyPr>
          <a:p>
            <a:r>
              <a:rPr lang="zh-CN" altLang="en-US" sz="2800" b="1"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3" name="Text Box 2"/>
          <p:cNvSpPr txBox="1"/>
          <p:nvPr/>
        </p:nvSpPr>
        <p:spPr>
          <a:xfrm>
            <a:off x="1219200" y="1657350"/>
            <a:ext cx="6477000" cy="1885950"/>
          </a:xfrm>
          <a:prstGeom prst="rect">
            <a:avLst/>
          </a:prstGeom>
          <a:noFill/>
          <a:ln w="19050">
            <a:noFill/>
          </a:ln>
        </p:spPr>
        <p:txBody>
          <a:bodyPr anchor="t" anchorCtr="0">
            <a:spAutoFit/>
          </a:bodyPr>
          <a:p>
            <a:pPr algn="just">
              <a:lnSpc>
                <a:spcPct val="210000"/>
              </a:lnSpc>
              <a:spcBef>
                <a:spcPct val="50000"/>
              </a:spcBef>
            </a:pPr>
            <a:r>
              <a:rPr lang="zh-CN" altLang="en-US" sz="2800" b="1" i="0" dirty="0">
                <a:latin typeface="Times New Roman" panose="02020603050405020304" pitchFamily="18" charset="0"/>
                <a:ea typeface="宋体" panose="02010600030101010101" pitchFamily="2" charset="-122"/>
              </a:rPr>
              <a:t>例：  </a:t>
            </a:r>
            <a:r>
              <a:rPr lang="zh-CN" altLang="en-US" sz="2800" i="0" dirty="0">
                <a:latin typeface="Times New Roman" panose="02020603050405020304" pitchFamily="18" charset="0"/>
                <a:ea typeface="宋体" panose="02010600030101010101" pitchFamily="2" charset="-122"/>
              </a:rPr>
              <a:t>用四位二进制并行加法器设计一个	四位二进制并行加法</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减法器。</a:t>
            </a:r>
            <a:endParaRPr lang="zh-CN" altLang="en-US" sz="2800" i="0" dirty="0">
              <a:latin typeface="Times New Roman" panose="02020603050405020304" pitchFamily="18" charset="0"/>
              <a:ea typeface="宋体" panose="02010600030101010101" pitchFamily="2" charset="-122"/>
            </a:endParaRPr>
          </a:p>
        </p:txBody>
      </p:sp>
      <p:sp>
        <p:nvSpPr>
          <p:cNvPr id="136194" name="Text Box 3"/>
          <p:cNvSpPr txBox="1"/>
          <p:nvPr/>
        </p:nvSpPr>
        <p:spPr>
          <a:xfrm>
            <a:off x="1241425" y="3933825"/>
            <a:ext cx="5257800" cy="519113"/>
          </a:xfrm>
          <a:prstGeom prst="rect">
            <a:avLst/>
          </a:prstGeom>
          <a:noFill/>
          <a:ln w="19050">
            <a:noFill/>
          </a:ln>
        </p:spPr>
        <p:txBody>
          <a:bodyPr wrap="none" anchor="t" anchorCtr="0">
            <a:spAutoFit/>
          </a:bodyPr>
          <a:p>
            <a:r>
              <a:rPr lang="zh-CN" altLang="en-US" sz="2800" b="1" i="0" dirty="0">
                <a:latin typeface="Times New Roman" panose="02020603050405020304" pitchFamily="18" charset="0"/>
                <a:ea typeface="宋体" panose="02010600030101010101" pitchFamily="2" charset="-122"/>
              </a:rPr>
              <a:t>解：</a:t>
            </a:r>
            <a:r>
              <a:rPr lang="zh-CN" altLang="en-US" sz="2800" i="0" dirty="0">
                <a:latin typeface="Times New Roman" panose="02020603050405020304" pitchFamily="18" charset="0"/>
                <a:ea typeface="宋体" panose="02010600030101010101" pitchFamily="2" charset="-122"/>
              </a:rPr>
              <a:t> 利用补码，将减法变为加法</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7217" name="Group 2"/>
          <p:cNvGrpSpPr/>
          <p:nvPr/>
        </p:nvGrpSpPr>
        <p:grpSpPr>
          <a:xfrm>
            <a:off x="342900" y="638175"/>
            <a:ext cx="8515350" cy="5915025"/>
            <a:chOff x="216" y="402"/>
            <a:chExt cx="5364" cy="3726"/>
          </a:xfrm>
        </p:grpSpPr>
        <p:sp>
          <p:nvSpPr>
            <p:cNvPr id="137218" name="Rectangle 3"/>
            <p:cNvSpPr/>
            <p:nvPr/>
          </p:nvSpPr>
          <p:spPr>
            <a:xfrm>
              <a:off x="216" y="408"/>
              <a:ext cx="5364" cy="3720"/>
            </a:xfrm>
            <a:prstGeom prst="rect">
              <a:avLst/>
            </a:prstGeom>
            <a:noFill/>
            <a:ln w="3810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37219" name="Group 4"/>
            <p:cNvGrpSpPr/>
            <p:nvPr/>
          </p:nvGrpSpPr>
          <p:grpSpPr>
            <a:xfrm>
              <a:off x="252" y="402"/>
              <a:ext cx="5238" cy="3661"/>
              <a:chOff x="252" y="402"/>
              <a:chExt cx="5238" cy="3661"/>
            </a:xfrm>
          </p:grpSpPr>
          <p:sp>
            <p:nvSpPr>
              <p:cNvPr id="137220" name="Rectangle 5"/>
              <p:cNvSpPr/>
              <p:nvPr/>
            </p:nvSpPr>
            <p:spPr>
              <a:xfrm>
                <a:off x="768" y="996"/>
                <a:ext cx="4200" cy="1416"/>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7221" name="Text Box 6"/>
              <p:cNvSpPr txBox="1"/>
              <p:nvPr/>
            </p:nvSpPr>
            <p:spPr>
              <a:xfrm>
                <a:off x="262" y="1782"/>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37222" name="Text Box 7"/>
              <p:cNvSpPr txBox="1"/>
              <p:nvPr/>
            </p:nvSpPr>
            <p:spPr>
              <a:xfrm>
                <a:off x="566" y="1782"/>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37223" name="Text Box 8"/>
              <p:cNvSpPr txBox="1"/>
              <p:nvPr/>
            </p:nvSpPr>
            <p:spPr>
              <a:xfrm>
                <a:off x="870" y="1782"/>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37224" name="Text Box 9"/>
              <p:cNvSpPr txBox="1"/>
              <p:nvPr/>
            </p:nvSpPr>
            <p:spPr>
              <a:xfrm>
                <a:off x="1218" y="954"/>
                <a:ext cx="3320" cy="327"/>
              </a:xfrm>
              <a:prstGeom prst="rect">
                <a:avLst/>
              </a:prstGeom>
              <a:noFill/>
              <a:ln w="19050">
                <a:noFill/>
              </a:ln>
            </p:spPr>
            <p:txBody>
              <a:bodyPr anchor="t" anchorCtr="0">
                <a:spAutoFit/>
              </a:bodyPr>
              <a:p>
                <a:pPr defTabSz="1524000">
                  <a:tabLst>
                    <a:tab pos="1428750" algn="l"/>
                  </a:tabLst>
                </a:pP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F</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37225" name="Text Box 10"/>
              <p:cNvSpPr txBox="1"/>
              <p:nvPr/>
            </p:nvSpPr>
            <p:spPr>
              <a:xfrm>
                <a:off x="1514" y="1038"/>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37226" name="Text Box 11"/>
              <p:cNvSpPr txBox="1"/>
              <p:nvPr/>
            </p:nvSpPr>
            <p:spPr>
              <a:xfrm>
                <a:off x="1818" y="1038"/>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grpSp>
            <p:nvGrpSpPr>
              <p:cNvPr id="137227" name="Group 12"/>
              <p:cNvGrpSpPr/>
              <p:nvPr/>
            </p:nvGrpSpPr>
            <p:grpSpPr>
              <a:xfrm>
                <a:off x="1284" y="672"/>
                <a:ext cx="2928" cy="312"/>
                <a:chOff x="1200" y="1152"/>
                <a:chExt cx="1740" cy="240"/>
              </a:xfrm>
            </p:grpSpPr>
            <p:sp>
              <p:nvSpPr>
                <p:cNvPr id="137228" name="Line 13"/>
                <p:cNvSpPr/>
                <p:nvPr/>
              </p:nvSpPr>
              <p:spPr>
                <a:xfrm>
                  <a:off x="1200" y="1152"/>
                  <a:ext cx="0" cy="240"/>
                </a:xfrm>
                <a:prstGeom prst="line">
                  <a:avLst/>
                </a:prstGeom>
                <a:ln w="19050" cap="flat" cmpd="sng">
                  <a:solidFill>
                    <a:srgbClr val="3333FF"/>
                  </a:solidFill>
                  <a:prstDash val="solid"/>
                  <a:round/>
                  <a:headEnd type="none" w="med" len="med"/>
                  <a:tailEnd type="none" w="sm" len="lg"/>
                </a:ln>
              </p:spPr>
            </p:sp>
            <p:sp>
              <p:nvSpPr>
                <p:cNvPr id="137229" name="Line 14"/>
                <p:cNvSpPr/>
                <p:nvPr/>
              </p:nvSpPr>
              <p:spPr>
                <a:xfrm>
                  <a:off x="1776" y="1152"/>
                  <a:ext cx="0" cy="240"/>
                </a:xfrm>
                <a:prstGeom prst="line">
                  <a:avLst/>
                </a:prstGeom>
                <a:ln w="19050" cap="flat" cmpd="sng">
                  <a:solidFill>
                    <a:srgbClr val="3333FF"/>
                  </a:solidFill>
                  <a:prstDash val="solid"/>
                  <a:round/>
                  <a:headEnd type="none" w="med" len="med"/>
                  <a:tailEnd type="none" w="sm" len="lg"/>
                </a:ln>
              </p:spPr>
            </p:sp>
            <p:sp>
              <p:nvSpPr>
                <p:cNvPr id="137230" name="Line 15"/>
                <p:cNvSpPr/>
                <p:nvPr/>
              </p:nvSpPr>
              <p:spPr>
                <a:xfrm>
                  <a:off x="2364" y="1152"/>
                  <a:ext cx="0" cy="240"/>
                </a:xfrm>
                <a:prstGeom prst="line">
                  <a:avLst/>
                </a:prstGeom>
                <a:ln w="19050" cap="flat" cmpd="sng">
                  <a:solidFill>
                    <a:srgbClr val="3333FF"/>
                  </a:solidFill>
                  <a:prstDash val="solid"/>
                  <a:round/>
                  <a:headEnd type="none" w="med" len="med"/>
                  <a:tailEnd type="none" w="sm" len="lg"/>
                </a:ln>
              </p:spPr>
            </p:sp>
            <p:sp>
              <p:nvSpPr>
                <p:cNvPr id="137231" name="Line 16"/>
                <p:cNvSpPr/>
                <p:nvPr/>
              </p:nvSpPr>
              <p:spPr>
                <a:xfrm>
                  <a:off x="2940" y="1152"/>
                  <a:ext cx="0" cy="240"/>
                </a:xfrm>
                <a:prstGeom prst="line">
                  <a:avLst/>
                </a:prstGeom>
                <a:ln w="19050" cap="flat" cmpd="sng">
                  <a:solidFill>
                    <a:srgbClr val="3333FF"/>
                  </a:solidFill>
                  <a:prstDash val="solid"/>
                  <a:round/>
                  <a:headEnd type="none" w="med" len="med"/>
                  <a:tailEnd type="none" w="sm" len="lg"/>
                </a:ln>
              </p:spPr>
            </p:sp>
          </p:grpSp>
          <p:sp>
            <p:nvSpPr>
              <p:cNvPr id="137232" name="AutoShape 17"/>
              <p:cNvSpPr/>
              <p:nvPr/>
            </p:nvSpPr>
            <p:spPr>
              <a:xfrm rot="-5400000">
                <a:off x="3696" y="2820"/>
                <a:ext cx="192" cy="1668"/>
              </a:xfrm>
              <a:prstGeom prst="leftBrace">
                <a:avLst>
                  <a:gd name="adj1" fmla="val 7227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7233" name="Text Box 18"/>
              <p:cNvSpPr txBox="1"/>
              <p:nvPr/>
            </p:nvSpPr>
            <p:spPr>
              <a:xfrm>
                <a:off x="734" y="1530"/>
                <a:ext cx="4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FC</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7234" name="Text Box 19"/>
              <p:cNvSpPr txBox="1"/>
              <p:nvPr/>
            </p:nvSpPr>
            <p:spPr>
              <a:xfrm>
                <a:off x="4574" y="1494"/>
                <a:ext cx="3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37235" name="Line 20"/>
              <p:cNvSpPr/>
              <p:nvPr/>
            </p:nvSpPr>
            <p:spPr>
              <a:xfrm>
                <a:off x="252" y="1680"/>
                <a:ext cx="516" cy="0"/>
              </a:xfrm>
              <a:prstGeom prst="line">
                <a:avLst/>
              </a:prstGeom>
              <a:ln w="19050" cap="flat" cmpd="sng">
                <a:solidFill>
                  <a:srgbClr val="3333FF"/>
                </a:solidFill>
                <a:prstDash val="solid"/>
                <a:round/>
                <a:headEnd type="none" w="med" len="med"/>
                <a:tailEnd type="none" w="sm" len="lg"/>
              </a:ln>
            </p:spPr>
          </p:sp>
          <p:grpSp>
            <p:nvGrpSpPr>
              <p:cNvPr id="137236" name="Group 21"/>
              <p:cNvGrpSpPr/>
              <p:nvPr/>
            </p:nvGrpSpPr>
            <p:grpSpPr>
              <a:xfrm>
                <a:off x="906" y="2058"/>
                <a:ext cx="4016" cy="327"/>
                <a:chOff x="1230" y="3390"/>
                <a:chExt cx="4016" cy="327"/>
              </a:xfrm>
            </p:grpSpPr>
            <p:sp>
              <p:nvSpPr>
                <p:cNvPr id="137237" name="Text Box 22"/>
                <p:cNvSpPr txBox="1"/>
                <p:nvPr/>
              </p:nvSpPr>
              <p:spPr>
                <a:xfrm>
                  <a:off x="1230" y="3390"/>
                  <a:ext cx="1964" cy="327"/>
                </a:xfrm>
                <a:prstGeom prst="rect">
                  <a:avLst/>
                </a:prstGeom>
                <a:noFill/>
                <a:ln w="19050">
                  <a:noFill/>
                </a:ln>
              </p:spPr>
              <p:txBody>
                <a:bodyPr anchor="t" anchorCtr="0">
                  <a:spAutoFit/>
                </a:bodyPr>
                <a:p>
                  <a:pPr defTabSz="762000"/>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37238" name="Text Box 23"/>
                <p:cNvSpPr txBox="1"/>
                <p:nvPr/>
              </p:nvSpPr>
              <p:spPr>
                <a:xfrm>
                  <a:off x="3282" y="3390"/>
                  <a:ext cx="1964" cy="327"/>
                </a:xfrm>
                <a:prstGeom prst="rect">
                  <a:avLst/>
                </a:prstGeom>
                <a:noFill/>
                <a:ln w="19050">
                  <a:noFill/>
                </a:ln>
              </p:spPr>
              <p:txBody>
                <a:bodyPr anchor="t" anchorCtr="0">
                  <a:spAutoFit/>
                </a:bodyPr>
                <a:p>
                  <a:pPr defTabSz="762000"/>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grpSp>
          <p:sp>
            <p:nvSpPr>
              <p:cNvPr id="137239" name="Rectangle 24"/>
              <p:cNvSpPr/>
              <p:nvPr/>
            </p:nvSpPr>
            <p:spPr>
              <a:xfrm>
                <a:off x="1166" y="402"/>
                <a:ext cx="3235" cy="327"/>
              </a:xfrm>
              <a:prstGeom prst="rect">
                <a:avLst/>
              </a:prstGeom>
              <a:noFill/>
              <a:ln w="19050">
                <a:noFill/>
              </a:ln>
            </p:spPr>
            <p:txBody>
              <a:bodyPr wrap="none" anchor="t" anchorCtr="0">
                <a:spAutoFit/>
              </a:bodyPr>
              <a:p>
                <a:pPr defTabSz="1524000"/>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grpSp>
            <p:nvGrpSpPr>
              <p:cNvPr id="137240" name="Group 25"/>
              <p:cNvGrpSpPr/>
              <p:nvPr/>
            </p:nvGrpSpPr>
            <p:grpSpPr>
              <a:xfrm>
                <a:off x="1044" y="2412"/>
                <a:ext cx="1488" cy="828"/>
                <a:chOff x="1044" y="2616"/>
                <a:chExt cx="1488" cy="948"/>
              </a:xfrm>
            </p:grpSpPr>
            <p:sp>
              <p:nvSpPr>
                <p:cNvPr id="137241" name="Line 26"/>
                <p:cNvSpPr/>
                <p:nvPr/>
              </p:nvSpPr>
              <p:spPr>
                <a:xfrm>
                  <a:off x="1044" y="2616"/>
                  <a:ext cx="0" cy="948"/>
                </a:xfrm>
                <a:prstGeom prst="line">
                  <a:avLst/>
                </a:prstGeom>
                <a:ln w="19050" cap="flat" cmpd="sng">
                  <a:solidFill>
                    <a:srgbClr val="3333FF"/>
                  </a:solidFill>
                  <a:prstDash val="solid"/>
                  <a:round/>
                  <a:headEnd type="none" w="med" len="med"/>
                  <a:tailEnd type="none" w="sm" len="lg"/>
                </a:ln>
              </p:spPr>
            </p:sp>
            <p:sp>
              <p:nvSpPr>
                <p:cNvPr id="137242" name="Line 27"/>
                <p:cNvSpPr/>
                <p:nvPr/>
              </p:nvSpPr>
              <p:spPr>
                <a:xfrm>
                  <a:off x="1524" y="2616"/>
                  <a:ext cx="0" cy="948"/>
                </a:xfrm>
                <a:prstGeom prst="line">
                  <a:avLst/>
                </a:prstGeom>
                <a:ln w="19050" cap="flat" cmpd="sng">
                  <a:solidFill>
                    <a:srgbClr val="3333FF"/>
                  </a:solidFill>
                  <a:prstDash val="solid"/>
                  <a:round/>
                  <a:headEnd type="none" w="med" len="med"/>
                  <a:tailEnd type="none" w="sm" len="lg"/>
                </a:ln>
              </p:spPr>
            </p:sp>
            <p:sp>
              <p:nvSpPr>
                <p:cNvPr id="137243" name="Line 28"/>
                <p:cNvSpPr/>
                <p:nvPr/>
              </p:nvSpPr>
              <p:spPr>
                <a:xfrm>
                  <a:off x="2040" y="2616"/>
                  <a:ext cx="0" cy="948"/>
                </a:xfrm>
                <a:prstGeom prst="line">
                  <a:avLst/>
                </a:prstGeom>
                <a:ln w="19050" cap="flat" cmpd="sng">
                  <a:solidFill>
                    <a:srgbClr val="3333FF"/>
                  </a:solidFill>
                  <a:prstDash val="solid"/>
                  <a:round/>
                  <a:headEnd type="none" w="med" len="med"/>
                  <a:tailEnd type="none" w="sm" len="lg"/>
                </a:ln>
              </p:spPr>
            </p:sp>
            <p:sp>
              <p:nvSpPr>
                <p:cNvPr id="137244" name="Line 29"/>
                <p:cNvSpPr/>
                <p:nvPr/>
              </p:nvSpPr>
              <p:spPr>
                <a:xfrm>
                  <a:off x="2532" y="2616"/>
                  <a:ext cx="0" cy="948"/>
                </a:xfrm>
                <a:prstGeom prst="line">
                  <a:avLst/>
                </a:prstGeom>
                <a:ln w="19050" cap="flat" cmpd="sng">
                  <a:solidFill>
                    <a:srgbClr val="3333FF"/>
                  </a:solidFill>
                  <a:prstDash val="solid"/>
                  <a:round/>
                  <a:headEnd type="none" w="med" len="med"/>
                  <a:tailEnd type="none" w="sm" len="lg"/>
                </a:ln>
              </p:spPr>
            </p:sp>
          </p:grpSp>
          <p:grpSp>
            <p:nvGrpSpPr>
              <p:cNvPr id="137245" name="Group 30"/>
              <p:cNvGrpSpPr/>
              <p:nvPr/>
            </p:nvGrpSpPr>
            <p:grpSpPr>
              <a:xfrm>
                <a:off x="3084" y="2412"/>
                <a:ext cx="1512" cy="348"/>
                <a:chOff x="3084" y="2616"/>
                <a:chExt cx="1512" cy="948"/>
              </a:xfrm>
            </p:grpSpPr>
            <p:sp>
              <p:nvSpPr>
                <p:cNvPr id="137246" name="Line 31"/>
                <p:cNvSpPr/>
                <p:nvPr/>
              </p:nvSpPr>
              <p:spPr>
                <a:xfrm>
                  <a:off x="3084" y="2616"/>
                  <a:ext cx="0" cy="948"/>
                </a:xfrm>
                <a:prstGeom prst="line">
                  <a:avLst/>
                </a:prstGeom>
                <a:ln w="19050" cap="flat" cmpd="sng">
                  <a:solidFill>
                    <a:srgbClr val="3333FF"/>
                  </a:solidFill>
                  <a:prstDash val="solid"/>
                  <a:round/>
                  <a:headEnd type="none" w="med" len="med"/>
                  <a:tailEnd type="none" w="sm" len="lg"/>
                </a:ln>
              </p:spPr>
            </p:sp>
            <p:sp>
              <p:nvSpPr>
                <p:cNvPr id="137247" name="Line 32"/>
                <p:cNvSpPr/>
                <p:nvPr/>
              </p:nvSpPr>
              <p:spPr>
                <a:xfrm>
                  <a:off x="3588" y="2616"/>
                  <a:ext cx="0" cy="948"/>
                </a:xfrm>
                <a:prstGeom prst="line">
                  <a:avLst/>
                </a:prstGeom>
                <a:ln w="19050" cap="flat" cmpd="sng">
                  <a:solidFill>
                    <a:srgbClr val="3333FF"/>
                  </a:solidFill>
                  <a:prstDash val="solid"/>
                  <a:round/>
                  <a:headEnd type="none" w="med" len="med"/>
                  <a:tailEnd type="none" w="sm" len="lg"/>
                </a:ln>
              </p:spPr>
            </p:sp>
            <p:sp>
              <p:nvSpPr>
                <p:cNvPr id="137248" name="Line 33"/>
                <p:cNvSpPr/>
                <p:nvPr/>
              </p:nvSpPr>
              <p:spPr>
                <a:xfrm>
                  <a:off x="4092" y="2616"/>
                  <a:ext cx="0" cy="948"/>
                </a:xfrm>
                <a:prstGeom prst="line">
                  <a:avLst/>
                </a:prstGeom>
                <a:ln w="19050" cap="flat" cmpd="sng">
                  <a:solidFill>
                    <a:srgbClr val="3333FF"/>
                  </a:solidFill>
                  <a:prstDash val="solid"/>
                  <a:round/>
                  <a:headEnd type="none" w="med" len="med"/>
                  <a:tailEnd type="none" w="sm" len="lg"/>
                </a:ln>
              </p:spPr>
            </p:sp>
            <p:sp>
              <p:nvSpPr>
                <p:cNvPr id="137249" name="Line 34"/>
                <p:cNvSpPr/>
                <p:nvPr/>
              </p:nvSpPr>
              <p:spPr>
                <a:xfrm>
                  <a:off x="4596" y="2616"/>
                  <a:ext cx="0" cy="948"/>
                </a:xfrm>
                <a:prstGeom prst="line">
                  <a:avLst/>
                </a:prstGeom>
                <a:ln w="19050" cap="flat" cmpd="sng">
                  <a:solidFill>
                    <a:srgbClr val="3333FF"/>
                  </a:solidFill>
                  <a:prstDash val="solid"/>
                  <a:round/>
                  <a:headEnd type="none" w="med" len="med"/>
                  <a:tailEnd type="none" w="sm" len="lg"/>
                </a:ln>
              </p:spPr>
            </p:sp>
          </p:grpSp>
          <p:sp>
            <p:nvSpPr>
              <p:cNvPr id="137250" name="Rectangle 35"/>
              <p:cNvSpPr/>
              <p:nvPr/>
            </p:nvSpPr>
            <p:spPr>
              <a:xfrm>
                <a:off x="2868" y="2760"/>
                <a:ext cx="480" cy="300"/>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37251" name="Rectangle 36"/>
              <p:cNvSpPr/>
              <p:nvPr/>
            </p:nvSpPr>
            <p:spPr>
              <a:xfrm>
                <a:off x="3396" y="2760"/>
                <a:ext cx="480" cy="300"/>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37252" name="Rectangle 37"/>
              <p:cNvSpPr/>
              <p:nvPr/>
            </p:nvSpPr>
            <p:spPr>
              <a:xfrm>
                <a:off x="3924" y="2760"/>
                <a:ext cx="480" cy="300"/>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37253" name="Rectangle 38"/>
              <p:cNvSpPr/>
              <p:nvPr/>
            </p:nvSpPr>
            <p:spPr>
              <a:xfrm>
                <a:off x="4464" y="2760"/>
                <a:ext cx="480" cy="300"/>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37254" name="Text Box 39"/>
              <p:cNvSpPr txBox="1"/>
              <p:nvPr/>
            </p:nvSpPr>
            <p:spPr>
              <a:xfrm>
                <a:off x="998" y="3402"/>
                <a:ext cx="1610" cy="327"/>
              </a:xfrm>
              <a:prstGeom prst="rect">
                <a:avLst/>
              </a:prstGeom>
              <a:noFill/>
              <a:ln w="19050">
                <a:noFill/>
              </a:ln>
            </p:spPr>
            <p:txBody>
              <a:bodyPr wrap="none" anchor="t" anchorCtr="0">
                <a:spAutoFit/>
              </a:bodyPr>
              <a:p>
                <a:r>
                  <a:rPr lang="zh-CN" altLang="zh-CN" sz="2800" i="0" dirty="0">
                    <a:latin typeface="Times New Roman" panose="02020603050405020304" pitchFamily="18" charset="0"/>
                    <a:ea typeface="宋体" panose="02010600030101010101" pitchFamily="2" charset="-122"/>
                  </a:rPr>
                  <a:t>被加数(被减数)</a:t>
                </a:r>
                <a:endParaRPr lang="en-US" altLang="zh-CN" sz="2800" i="0" dirty="0">
                  <a:latin typeface="Times New Roman" panose="02020603050405020304" pitchFamily="18" charset="0"/>
                  <a:ea typeface="宋体" panose="02010600030101010101" pitchFamily="2" charset="-122"/>
                </a:endParaRPr>
              </a:p>
            </p:txBody>
          </p:sp>
          <p:sp>
            <p:nvSpPr>
              <p:cNvPr id="137255" name="Line 40"/>
              <p:cNvSpPr/>
              <p:nvPr/>
            </p:nvSpPr>
            <p:spPr>
              <a:xfrm>
                <a:off x="2964" y="3060"/>
                <a:ext cx="0" cy="504"/>
              </a:xfrm>
              <a:prstGeom prst="line">
                <a:avLst/>
              </a:prstGeom>
              <a:ln w="19050" cap="flat" cmpd="sng">
                <a:solidFill>
                  <a:srgbClr val="3333FF"/>
                </a:solidFill>
                <a:prstDash val="solid"/>
                <a:round/>
                <a:headEnd type="none" w="med" len="med"/>
                <a:tailEnd type="none" w="sm" len="lg"/>
              </a:ln>
            </p:spPr>
          </p:sp>
          <p:sp>
            <p:nvSpPr>
              <p:cNvPr id="137256" name="Line 41"/>
              <p:cNvSpPr/>
              <p:nvPr/>
            </p:nvSpPr>
            <p:spPr>
              <a:xfrm>
                <a:off x="3468" y="3060"/>
                <a:ext cx="0" cy="504"/>
              </a:xfrm>
              <a:prstGeom prst="line">
                <a:avLst/>
              </a:prstGeom>
              <a:ln w="19050" cap="flat" cmpd="sng">
                <a:solidFill>
                  <a:srgbClr val="3333FF"/>
                </a:solidFill>
                <a:prstDash val="solid"/>
                <a:round/>
                <a:headEnd type="none" w="med" len="med"/>
                <a:tailEnd type="none" w="sm" len="lg"/>
              </a:ln>
            </p:spPr>
          </p:sp>
          <p:sp>
            <p:nvSpPr>
              <p:cNvPr id="137257" name="Line 42"/>
              <p:cNvSpPr/>
              <p:nvPr/>
            </p:nvSpPr>
            <p:spPr>
              <a:xfrm>
                <a:off x="3972" y="3060"/>
                <a:ext cx="0" cy="504"/>
              </a:xfrm>
              <a:prstGeom prst="line">
                <a:avLst/>
              </a:prstGeom>
              <a:ln w="19050" cap="flat" cmpd="sng">
                <a:solidFill>
                  <a:srgbClr val="3333FF"/>
                </a:solidFill>
                <a:prstDash val="solid"/>
                <a:round/>
                <a:headEnd type="none" w="med" len="med"/>
                <a:tailEnd type="none" w="sm" len="lg"/>
              </a:ln>
            </p:spPr>
          </p:sp>
          <p:sp>
            <p:nvSpPr>
              <p:cNvPr id="137258" name="Line 43"/>
              <p:cNvSpPr/>
              <p:nvPr/>
            </p:nvSpPr>
            <p:spPr>
              <a:xfrm>
                <a:off x="4620" y="3060"/>
                <a:ext cx="0" cy="504"/>
              </a:xfrm>
              <a:prstGeom prst="line">
                <a:avLst/>
              </a:prstGeom>
              <a:ln w="19050" cap="flat" cmpd="sng">
                <a:solidFill>
                  <a:srgbClr val="3333FF"/>
                </a:solidFill>
                <a:prstDash val="solid"/>
                <a:round/>
                <a:headEnd type="none" w="med" len="med"/>
                <a:tailEnd type="none" w="sm" len="lg"/>
              </a:ln>
            </p:spPr>
          </p:sp>
          <p:sp>
            <p:nvSpPr>
              <p:cNvPr id="137259" name="AutoShape 44"/>
              <p:cNvSpPr/>
              <p:nvPr/>
            </p:nvSpPr>
            <p:spPr>
              <a:xfrm rot="-5400000">
                <a:off x="1710" y="2586"/>
                <a:ext cx="192" cy="1536"/>
              </a:xfrm>
              <a:prstGeom prst="leftBrace">
                <a:avLst>
                  <a:gd name="adj1" fmla="val 6655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7260" name="Text Box 45"/>
              <p:cNvSpPr txBox="1"/>
              <p:nvPr/>
            </p:nvSpPr>
            <p:spPr>
              <a:xfrm>
                <a:off x="3218" y="3714"/>
                <a:ext cx="1162" cy="327"/>
              </a:xfrm>
              <a:prstGeom prst="rect">
                <a:avLst/>
              </a:prstGeom>
              <a:noFill/>
              <a:ln w="19050">
                <a:noFill/>
              </a:ln>
            </p:spPr>
            <p:txBody>
              <a:bodyPr wrap="none" anchor="t" anchorCtr="0">
                <a:spAutoFit/>
              </a:bodyPr>
              <a:p>
                <a:r>
                  <a:rPr lang="zh-CN" altLang="zh-CN" sz="2800" i="0" dirty="0">
                    <a:latin typeface="Times New Roman" panose="02020603050405020304" pitchFamily="18" charset="0"/>
                    <a:ea typeface="宋体" panose="02010600030101010101" pitchFamily="2" charset="-122"/>
                  </a:rPr>
                  <a:t>加数(减数)</a:t>
                </a:r>
                <a:endParaRPr lang="en-US" altLang="zh-CN" sz="2800" i="0" dirty="0">
                  <a:latin typeface="Times New Roman" panose="02020603050405020304" pitchFamily="18" charset="0"/>
                  <a:ea typeface="宋体" panose="02010600030101010101" pitchFamily="2" charset="-122"/>
                </a:endParaRPr>
              </a:p>
            </p:txBody>
          </p:sp>
          <p:grpSp>
            <p:nvGrpSpPr>
              <p:cNvPr id="137261" name="Group 46"/>
              <p:cNvGrpSpPr/>
              <p:nvPr/>
            </p:nvGrpSpPr>
            <p:grpSpPr>
              <a:xfrm>
                <a:off x="3228" y="3060"/>
                <a:ext cx="1512" cy="348"/>
                <a:chOff x="3084" y="2616"/>
                <a:chExt cx="1512" cy="948"/>
              </a:xfrm>
            </p:grpSpPr>
            <p:sp>
              <p:nvSpPr>
                <p:cNvPr id="137262" name="Line 47"/>
                <p:cNvSpPr/>
                <p:nvPr/>
              </p:nvSpPr>
              <p:spPr>
                <a:xfrm>
                  <a:off x="3084" y="2616"/>
                  <a:ext cx="0" cy="948"/>
                </a:xfrm>
                <a:prstGeom prst="line">
                  <a:avLst/>
                </a:prstGeom>
                <a:ln w="19050" cap="flat" cmpd="sng">
                  <a:solidFill>
                    <a:srgbClr val="3333FF"/>
                  </a:solidFill>
                  <a:prstDash val="solid"/>
                  <a:round/>
                  <a:headEnd type="none" w="med" len="med"/>
                  <a:tailEnd type="none" w="sm" len="lg"/>
                </a:ln>
              </p:spPr>
            </p:sp>
            <p:sp>
              <p:nvSpPr>
                <p:cNvPr id="137263" name="Line 48"/>
                <p:cNvSpPr/>
                <p:nvPr/>
              </p:nvSpPr>
              <p:spPr>
                <a:xfrm>
                  <a:off x="3588" y="2616"/>
                  <a:ext cx="0" cy="948"/>
                </a:xfrm>
                <a:prstGeom prst="line">
                  <a:avLst/>
                </a:prstGeom>
                <a:ln w="19050" cap="flat" cmpd="sng">
                  <a:solidFill>
                    <a:srgbClr val="3333FF"/>
                  </a:solidFill>
                  <a:prstDash val="solid"/>
                  <a:round/>
                  <a:headEnd type="none" w="med" len="med"/>
                  <a:tailEnd type="none" w="sm" len="lg"/>
                </a:ln>
              </p:spPr>
            </p:sp>
            <p:sp>
              <p:nvSpPr>
                <p:cNvPr id="137264" name="Line 49"/>
                <p:cNvSpPr/>
                <p:nvPr/>
              </p:nvSpPr>
              <p:spPr>
                <a:xfrm>
                  <a:off x="4092" y="2616"/>
                  <a:ext cx="0" cy="948"/>
                </a:xfrm>
                <a:prstGeom prst="line">
                  <a:avLst/>
                </a:prstGeom>
                <a:ln w="19050" cap="flat" cmpd="sng">
                  <a:solidFill>
                    <a:srgbClr val="3333FF"/>
                  </a:solidFill>
                  <a:prstDash val="solid"/>
                  <a:round/>
                  <a:headEnd type="none" w="med" len="med"/>
                  <a:tailEnd type="none" w="sm" len="lg"/>
                </a:ln>
              </p:spPr>
            </p:sp>
            <p:sp>
              <p:nvSpPr>
                <p:cNvPr id="137265" name="Line 50"/>
                <p:cNvSpPr/>
                <p:nvPr/>
              </p:nvSpPr>
              <p:spPr>
                <a:xfrm>
                  <a:off x="4596" y="2616"/>
                  <a:ext cx="0" cy="948"/>
                </a:xfrm>
                <a:prstGeom prst="line">
                  <a:avLst/>
                </a:prstGeom>
                <a:ln w="19050" cap="flat" cmpd="sng">
                  <a:solidFill>
                    <a:srgbClr val="3333FF"/>
                  </a:solidFill>
                  <a:prstDash val="solid"/>
                  <a:round/>
                  <a:headEnd type="none" w="med" len="med"/>
                  <a:tailEnd type="none" w="sm" len="lg"/>
                </a:ln>
              </p:spPr>
            </p:sp>
          </p:grpSp>
          <p:sp>
            <p:nvSpPr>
              <p:cNvPr id="137266" name="Freeform 51"/>
              <p:cNvSpPr/>
              <p:nvPr/>
            </p:nvSpPr>
            <p:spPr>
              <a:xfrm>
                <a:off x="4956" y="1668"/>
                <a:ext cx="312" cy="2280"/>
              </a:xfrm>
              <a:custGeom>
                <a:avLst/>
                <a:gdLst/>
                <a:ahLst/>
                <a:cxnLst>
                  <a:cxn ang="0">
                    <a:pos x="0" y="0"/>
                  </a:cxn>
                  <a:cxn ang="0">
                    <a:pos x="312" y="0"/>
                  </a:cxn>
                  <a:cxn ang="0">
                    <a:pos x="312" y="2280"/>
                  </a:cxn>
                </a:cxnLst>
                <a:pathLst>
                  <a:path w="312" h="2280">
                    <a:moveTo>
                      <a:pt x="0" y="0"/>
                    </a:moveTo>
                    <a:lnTo>
                      <a:pt x="312" y="0"/>
                    </a:lnTo>
                    <a:lnTo>
                      <a:pt x="312" y="2280"/>
                    </a:lnTo>
                  </a:path>
                </a:pathLst>
              </a:custGeom>
              <a:noFill/>
              <a:ln w="28575" cap="flat" cmpd="sng">
                <a:solidFill>
                  <a:srgbClr val="3333FF"/>
                </a:solidFill>
                <a:prstDash val="solid"/>
                <a:round/>
                <a:headEnd type="none" w="med" len="med"/>
                <a:tailEnd type="none" w="sm" len="lg"/>
              </a:ln>
            </p:spPr>
            <p:txBody>
              <a:bodyPr/>
              <a:p>
                <a:endParaRPr lang="zh-CN" altLang="en-US"/>
              </a:p>
            </p:txBody>
          </p:sp>
          <p:sp>
            <p:nvSpPr>
              <p:cNvPr id="137267" name="Line 52"/>
              <p:cNvSpPr/>
              <p:nvPr/>
            </p:nvSpPr>
            <p:spPr>
              <a:xfrm>
                <a:off x="3228" y="3396"/>
                <a:ext cx="2052" cy="0"/>
              </a:xfrm>
              <a:prstGeom prst="line">
                <a:avLst/>
              </a:prstGeom>
              <a:ln w="19050" cap="flat" cmpd="sng">
                <a:solidFill>
                  <a:srgbClr val="3333FF"/>
                </a:solidFill>
                <a:prstDash val="solid"/>
                <a:round/>
                <a:headEnd type="none" w="med" len="med"/>
                <a:tailEnd type="none" w="sm" len="lg"/>
              </a:ln>
            </p:spPr>
          </p:sp>
          <p:sp>
            <p:nvSpPr>
              <p:cNvPr id="137268" name="Rectangle 53"/>
              <p:cNvSpPr/>
              <p:nvPr/>
            </p:nvSpPr>
            <p:spPr>
              <a:xfrm>
                <a:off x="782" y="3030"/>
                <a:ext cx="1769" cy="327"/>
              </a:xfrm>
              <a:prstGeom prst="rect">
                <a:avLst/>
              </a:prstGeom>
              <a:noFill/>
              <a:ln w="19050">
                <a:noFill/>
              </a:ln>
            </p:spPr>
            <p:txBody>
              <a:bodyPr wrap="none" anchor="t" anchorCtr="0">
                <a:spAutoFit/>
              </a:bodyPr>
              <a:p>
                <a:pPr defTabSz="762000"/>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37269" name="Rectangle 54"/>
              <p:cNvSpPr/>
              <p:nvPr/>
            </p:nvSpPr>
            <p:spPr>
              <a:xfrm>
                <a:off x="2954" y="3330"/>
                <a:ext cx="1782" cy="327"/>
              </a:xfrm>
              <a:prstGeom prst="rect">
                <a:avLst/>
              </a:prstGeom>
              <a:noFill/>
              <a:ln w="19050">
                <a:noFill/>
              </a:ln>
            </p:spPr>
            <p:txBody>
              <a:bodyPr wrap="none" anchor="t" anchorCtr="0">
                <a:spAutoFit/>
              </a:bodyPr>
              <a:p>
                <a:pPr defTabSz="762000"/>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37270" name="Oval 55"/>
              <p:cNvSpPr/>
              <p:nvPr/>
            </p:nvSpPr>
            <p:spPr>
              <a:xfrm>
                <a:off x="4692" y="3348"/>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7271" name="Oval 56"/>
              <p:cNvSpPr/>
              <p:nvPr/>
            </p:nvSpPr>
            <p:spPr>
              <a:xfrm>
                <a:off x="4200" y="336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7272" name="Oval 57"/>
              <p:cNvSpPr/>
              <p:nvPr/>
            </p:nvSpPr>
            <p:spPr>
              <a:xfrm>
                <a:off x="3696" y="336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7273" name="Oval 58"/>
              <p:cNvSpPr/>
              <p:nvPr/>
            </p:nvSpPr>
            <p:spPr>
              <a:xfrm>
                <a:off x="5220" y="336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7274" name="Text Box 59"/>
              <p:cNvSpPr txBox="1"/>
              <p:nvPr/>
            </p:nvSpPr>
            <p:spPr>
              <a:xfrm>
                <a:off x="4478" y="3736"/>
                <a:ext cx="1012" cy="327"/>
              </a:xfrm>
              <a:prstGeom prst="rect">
                <a:avLst/>
              </a:prstGeom>
              <a:noFill/>
              <a:ln w="1905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功能选择</a:t>
                </a:r>
                <a:endParaRPr lang="zh-CN" altLang="en-US" sz="2800" i="0" dirty="0">
                  <a:latin typeface="Times New Roman" panose="02020603050405020304" pitchFamily="18" charset="0"/>
                  <a:ea typeface="宋体" panose="02010600030101010101" pitchFamily="2" charset="-122"/>
                </a:endParaRPr>
              </a:p>
            </p:txBody>
          </p:sp>
          <p:sp>
            <p:nvSpPr>
              <p:cNvPr id="137275" name="Text Box 60"/>
              <p:cNvSpPr txBox="1"/>
              <p:nvPr/>
            </p:nvSpPr>
            <p:spPr>
              <a:xfrm>
                <a:off x="5006" y="3546"/>
                <a:ext cx="315"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M</a:t>
                </a:r>
                <a:endParaRPr lang="en-US" altLang="zh-CN" sz="2800" i="0" dirty="0">
                  <a:latin typeface="Times New Roman" panose="02020603050405020304" pitchFamily="18" charset="0"/>
                  <a:ea typeface="宋体" panose="02010600030101010101" pitchFamily="2" charset="-122"/>
                </a:endParaRPr>
              </a:p>
            </p:txBody>
          </p:sp>
          <p:sp>
            <p:nvSpPr>
              <p:cNvPr id="137276" name="Text Box 61"/>
              <p:cNvSpPr txBox="1"/>
              <p:nvPr/>
            </p:nvSpPr>
            <p:spPr>
              <a:xfrm>
                <a:off x="4274" y="414"/>
                <a:ext cx="714" cy="327"/>
              </a:xfrm>
              <a:prstGeom prst="rect">
                <a:avLst/>
              </a:prstGeom>
              <a:noFill/>
              <a:ln w="1905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和</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差</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grpSp>
      </p:gr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1" name="Text Box 2"/>
          <p:cNvSpPr txBox="1"/>
          <p:nvPr/>
        </p:nvSpPr>
        <p:spPr>
          <a:xfrm>
            <a:off x="914400" y="1600200"/>
            <a:ext cx="7543800" cy="1457325"/>
          </a:xfrm>
          <a:prstGeom prst="rect">
            <a:avLst/>
          </a:prstGeom>
          <a:noFill/>
          <a:ln w="19050">
            <a:noFill/>
          </a:ln>
        </p:spPr>
        <p:txBody>
          <a:bodyPr anchor="t" anchorCtr="0">
            <a:spAutoFit/>
          </a:bodyPr>
          <a:p>
            <a:pPr algn="just">
              <a:lnSpc>
                <a:spcPct val="160000"/>
              </a:lnSpc>
              <a:spcBef>
                <a:spcPct val="50000"/>
              </a:spcBef>
            </a:pPr>
            <a:r>
              <a:rPr lang="zh-CN" altLang="en-US" sz="2800" b="1" i="0" dirty="0">
                <a:latin typeface="Times New Roman" panose="02020603050405020304" pitchFamily="18" charset="0"/>
                <a:ea typeface="宋体" panose="02010600030101010101" pitchFamily="2" charset="-122"/>
              </a:rPr>
              <a:t>例：  </a:t>
            </a:r>
            <a:r>
              <a:rPr lang="zh-CN" altLang="en-US" sz="2800" i="0" dirty="0">
                <a:latin typeface="Times New Roman" panose="02020603050405020304" pitchFamily="18" charset="0"/>
                <a:ea typeface="宋体" panose="02010600030101010101" pitchFamily="2" charset="-122"/>
              </a:rPr>
              <a:t>用四位二进制并行加法器设计一个用余</a:t>
            </a:r>
            <a:r>
              <a:rPr lang="en-US" altLang="zh-CN" sz="2800" i="0" dirty="0">
                <a:latin typeface="Times New Roman" panose="02020603050405020304" pitchFamily="18" charset="0"/>
                <a:ea typeface="宋体" panose="02010600030101010101" pitchFamily="2" charset="-122"/>
              </a:rPr>
              <a:t>3		</a:t>
            </a:r>
            <a:r>
              <a:rPr lang="zh-CN" altLang="en-US" sz="2800" i="0" dirty="0">
                <a:latin typeface="Times New Roman" panose="02020603050405020304" pitchFamily="18" charset="0"/>
                <a:ea typeface="宋体" panose="02010600030101010101" pitchFamily="2" charset="-122"/>
              </a:rPr>
              <a:t>码表示的一位十进制数加法器。</a:t>
            </a:r>
            <a:endParaRPr lang="zh-CN" altLang="en-US" sz="2800" i="0" dirty="0">
              <a:latin typeface="Times New Roman" panose="02020603050405020304" pitchFamily="18" charset="0"/>
              <a:ea typeface="宋体" panose="02010600030101010101" pitchFamily="2" charset="-122"/>
            </a:endParaRPr>
          </a:p>
        </p:txBody>
      </p:sp>
      <p:sp>
        <p:nvSpPr>
          <p:cNvPr id="138242" name="Text Box 3"/>
          <p:cNvSpPr txBox="1"/>
          <p:nvPr/>
        </p:nvSpPr>
        <p:spPr>
          <a:xfrm>
            <a:off x="914400" y="3152775"/>
            <a:ext cx="7277100" cy="2016125"/>
          </a:xfrm>
          <a:prstGeom prst="rect">
            <a:avLst/>
          </a:prstGeom>
          <a:noFill/>
          <a:ln w="19050">
            <a:noFill/>
          </a:ln>
        </p:spPr>
        <p:txBody>
          <a:bodyPr anchor="t" anchorCtr="0">
            <a:spAutoFit/>
          </a:bodyPr>
          <a:p>
            <a:pPr defTabSz="914400">
              <a:lnSpc>
                <a:spcPct val="150000"/>
              </a:lnSpc>
              <a:tabLst>
                <a:tab pos="857250" algn="l"/>
              </a:tabLst>
            </a:pPr>
            <a:r>
              <a:rPr lang="zh-CN" altLang="en-US" sz="2800" b="1" i="0" dirty="0">
                <a:latin typeface="Times New Roman" panose="02020603050405020304" pitchFamily="18" charset="0"/>
                <a:ea typeface="宋体" panose="02010600030101010101" pitchFamily="2" charset="-122"/>
              </a:rPr>
              <a:t>解：</a:t>
            </a:r>
            <a:r>
              <a:rPr lang="zh-CN" altLang="en-US" sz="2800" i="0" dirty="0">
                <a:latin typeface="Times New Roman" panose="02020603050405020304" pitchFamily="18" charset="0"/>
                <a:ea typeface="宋体" panose="02010600030101010101" pitchFamily="2" charset="-122"/>
              </a:rPr>
              <a:t> 余</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码相加时无进位，结果要减</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；有进	位，结果要加</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。减</a:t>
            </a:r>
            <a:r>
              <a:rPr lang="en-US" altLang="zh-CN" sz="2800" i="0" dirty="0">
                <a:latin typeface="Times New Roman" panose="02020603050405020304" pitchFamily="18" charset="0"/>
                <a:ea typeface="宋体" panose="02010600030101010101" pitchFamily="2" charset="-122"/>
              </a:rPr>
              <a:t>3(0011)</a:t>
            </a:r>
            <a:r>
              <a:rPr lang="zh-CN" altLang="en-US" sz="2800" i="0" dirty="0">
                <a:latin typeface="Times New Roman" panose="02020603050405020304" pitchFamily="18" charset="0"/>
                <a:ea typeface="宋体" panose="02010600030101010101" pitchFamily="2" charset="-122"/>
              </a:rPr>
              <a:t>可以变为加	</a:t>
            </a:r>
            <a:r>
              <a:rPr lang="en-US" altLang="zh-CN" sz="2800" i="0" dirty="0">
                <a:latin typeface="Times New Roman" panose="02020603050405020304" pitchFamily="18" charset="0"/>
                <a:ea typeface="宋体" panose="02010600030101010101" pitchFamily="2" charset="-122"/>
              </a:rPr>
              <a:t>13(1101)</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5" name="Rectangle 2"/>
          <p:cNvSpPr/>
          <p:nvPr/>
        </p:nvSpPr>
        <p:spPr>
          <a:xfrm>
            <a:off x="323850" y="666750"/>
            <a:ext cx="8629650" cy="6000750"/>
          </a:xfrm>
          <a:prstGeom prst="rect">
            <a:avLst/>
          </a:prstGeom>
          <a:noFill/>
          <a:ln w="3810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39266" name="Group 3"/>
          <p:cNvGrpSpPr/>
          <p:nvPr/>
        </p:nvGrpSpPr>
        <p:grpSpPr>
          <a:xfrm>
            <a:off x="571500" y="895350"/>
            <a:ext cx="8321675" cy="5962650"/>
            <a:chOff x="288" y="446"/>
            <a:chExt cx="5242" cy="3756"/>
          </a:xfrm>
        </p:grpSpPr>
        <p:sp>
          <p:nvSpPr>
            <p:cNvPr id="139267" name="Rectangle 4"/>
            <p:cNvSpPr/>
            <p:nvPr/>
          </p:nvSpPr>
          <p:spPr>
            <a:xfrm>
              <a:off x="684" y="994"/>
              <a:ext cx="2856" cy="872"/>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39268" name="Group 5"/>
            <p:cNvGrpSpPr/>
            <p:nvPr/>
          </p:nvGrpSpPr>
          <p:grpSpPr>
            <a:xfrm>
              <a:off x="822" y="1546"/>
              <a:ext cx="1280" cy="327"/>
              <a:chOff x="1506" y="3115"/>
              <a:chExt cx="1280" cy="459"/>
            </a:xfrm>
          </p:grpSpPr>
          <p:sp>
            <p:nvSpPr>
              <p:cNvPr id="139269" name="Text Box 6"/>
              <p:cNvSpPr txBox="1"/>
              <p:nvPr/>
            </p:nvSpPr>
            <p:spPr>
              <a:xfrm>
                <a:off x="1506"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9270" name="Text Box 7"/>
              <p:cNvSpPr txBox="1"/>
              <p:nvPr/>
            </p:nvSpPr>
            <p:spPr>
              <a:xfrm>
                <a:off x="181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39271" name="Text Box 8"/>
              <p:cNvSpPr txBox="1"/>
              <p:nvPr/>
            </p:nvSpPr>
            <p:spPr>
              <a:xfrm>
                <a:off x="211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39272" name="Text Box 9"/>
              <p:cNvSpPr txBox="1"/>
              <p:nvPr/>
            </p:nvSpPr>
            <p:spPr>
              <a:xfrm>
                <a:off x="241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139273" name="Group 10"/>
            <p:cNvGrpSpPr/>
            <p:nvPr/>
          </p:nvGrpSpPr>
          <p:grpSpPr>
            <a:xfrm>
              <a:off x="2166" y="1558"/>
              <a:ext cx="1280" cy="327"/>
              <a:chOff x="2850" y="3115"/>
              <a:chExt cx="1280" cy="459"/>
            </a:xfrm>
          </p:grpSpPr>
          <p:sp>
            <p:nvSpPr>
              <p:cNvPr id="139274" name="Text Box 11"/>
              <p:cNvSpPr txBox="1"/>
              <p:nvPr/>
            </p:nvSpPr>
            <p:spPr>
              <a:xfrm>
                <a:off x="285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9275" name="Text Box 12"/>
              <p:cNvSpPr txBox="1"/>
              <p:nvPr/>
            </p:nvSpPr>
            <p:spPr>
              <a:xfrm>
                <a:off x="315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39276" name="Text Box 13"/>
              <p:cNvSpPr txBox="1"/>
              <p:nvPr/>
            </p:nvSpPr>
            <p:spPr>
              <a:xfrm>
                <a:off x="345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39277" name="Text Box 14"/>
              <p:cNvSpPr txBox="1"/>
              <p:nvPr/>
            </p:nvSpPr>
            <p:spPr>
              <a:xfrm>
                <a:off x="3762"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139278" name="Text Box 15"/>
            <p:cNvSpPr txBox="1"/>
            <p:nvPr/>
          </p:nvSpPr>
          <p:spPr>
            <a:xfrm>
              <a:off x="1014" y="964"/>
              <a:ext cx="2096"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F</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39279" name="Text Box 16"/>
            <p:cNvSpPr txBox="1"/>
            <p:nvPr/>
          </p:nvSpPr>
          <p:spPr>
            <a:xfrm>
              <a:off x="1430" y="1024"/>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39280" name="Text Box 17"/>
            <p:cNvSpPr txBox="1"/>
            <p:nvPr/>
          </p:nvSpPr>
          <p:spPr>
            <a:xfrm>
              <a:off x="1734" y="1024"/>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grpSp>
          <p:nvGrpSpPr>
            <p:cNvPr id="139281" name="Group 18"/>
            <p:cNvGrpSpPr/>
            <p:nvPr/>
          </p:nvGrpSpPr>
          <p:grpSpPr>
            <a:xfrm>
              <a:off x="1116" y="815"/>
              <a:ext cx="1740" cy="171"/>
              <a:chOff x="1248" y="767"/>
              <a:chExt cx="1740" cy="171"/>
            </a:xfrm>
          </p:grpSpPr>
          <p:sp>
            <p:nvSpPr>
              <p:cNvPr id="139282" name="Line 19"/>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39283" name="Line 20"/>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39284" name="Line 21"/>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39285" name="Line 22"/>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sp>
          <p:nvSpPr>
            <p:cNvPr id="139286" name="AutoShape 23"/>
            <p:cNvSpPr/>
            <p:nvPr/>
          </p:nvSpPr>
          <p:spPr>
            <a:xfrm rot="5400000">
              <a:off x="1944" y="-157"/>
              <a:ext cx="120" cy="1764"/>
            </a:xfrm>
            <a:prstGeom prst="leftBrace">
              <a:avLst>
                <a:gd name="adj1" fmla="val 12229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9287" name="Text Box 24"/>
            <p:cNvSpPr txBox="1"/>
            <p:nvPr/>
          </p:nvSpPr>
          <p:spPr>
            <a:xfrm>
              <a:off x="1466" y="446"/>
              <a:ext cx="980"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和数余</a:t>
              </a:r>
              <a:r>
                <a:rPr lang="en-US" altLang="zh-CN" sz="2400" i="0" dirty="0">
                  <a:latin typeface="Times New Roman" panose="02020603050405020304" pitchFamily="18" charset="0"/>
                  <a:ea typeface="宋体" panose="02010600030101010101" pitchFamily="2" charset="-122"/>
                </a:rPr>
                <a:t>3</a:t>
              </a:r>
              <a:r>
                <a:rPr lang="zh-CN" altLang="en-US" sz="2400" i="0" dirty="0">
                  <a:latin typeface="Times New Roman" panose="02020603050405020304" pitchFamily="18" charset="0"/>
                  <a:ea typeface="宋体" panose="02010600030101010101" pitchFamily="2" charset="-122"/>
                </a:rPr>
                <a:t>码</a:t>
              </a:r>
              <a:endParaRPr lang="zh-CN" altLang="en-US" sz="2400" i="0" dirty="0">
                <a:latin typeface="Times New Roman" panose="02020603050405020304" pitchFamily="18" charset="0"/>
                <a:ea typeface="宋体" panose="02010600030101010101" pitchFamily="2" charset="-122"/>
              </a:endParaRPr>
            </a:p>
          </p:txBody>
        </p:sp>
        <p:sp>
          <p:nvSpPr>
            <p:cNvPr id="139288" name="Text Box 25"/>
            <p:cNvSpPr txBox="1"/>
            <p:nvPr/>
          </p:nvSpPr>
          <p:spPr>
            <a:xfrm>
              <a:off x="650" y="1281"/>
              <a:ext cx="4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FC</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9289" name="Text Box 26"/>
            <p:cNvSpPr txBox="1"/>
            <p:nvPr/>
          </p:nvSpPr>
          <p:spPr>
            <a:xfrm>
              <a:off x="3242" y="1197"/>
              <a:ext cx="3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39290" name="Line 27"/>
            <p:cNvSpPr/>
            <p:nvPr/>
          </p:nvSpPr>
          <p:spPr>
            <a:xfrm>
              <a:off x="288" y="1387"/>
              <a:ext cx="396" cy="0"/>
            </a:xfrm>
            <a:prstGeom prst="line">
              <a:avLst/>
            </a:prstGeom>
            <a:ln w="19050" cap="flat" cmpd="sng">
              <a:solidFill>
                <a:srgbClr val="3333FF"/>
              </a:solidFill>
              <a:prstDash val="solid"/>
              <a:round/>
              <a:headEnd type="none" w="med" len="med"/>
              <a:tailEnd type="none" w="sm" len="lg"/>
            </a:ln>
          </p:spPr>
        </p:sp>
        <p:sp>
          <p:nvSpPr>
            <p:cNvPr id="139291" name="Text Box 28"/>
            <p:cNvSpPr txBox="1"/>
            <p:nvPr/>
          </p:nvSpPr>
          <p:spPr>
            <a:xfrm>
              <a:off x="1550" y="2106"/>
              <a:ext cx="53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  1”</a:t>
              </a:r>
              <a:endParaRPr lang="en-US" altLang="zh-CN" sz="2800" i="0" dirty="0">
                <a:latin typeface="Times New Roman" panose="02020603050405020304" pitchFamily="18" charset="0"/>
                <a:ea typeface="宋体" panose="02010600030101010101" pitchFamily="2" charset="-122"/>
              </a:endParaRPr>
            </a:p>
          </p:txBody>
        </p:sp>
        <p:sp>
          <p:nvSpPr>
            <p:cNvPr id="139292" name="Rectangle 29"/>
            <p:cNvSpPr/>
            <p:nvPr/>
          </p:nvSpPr>
          <p:spPr>
            <a:xfrm>
              <a:off x="1836" y="2698"/>
              <a:ext cx="2856" cy="872"/>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39293" name="Group 30"/>
            <p:cNvGrpSpPr/>
            <p:nvPr/>
          </p:nvGrpSpPr>
          <p:grpSpPr>
            <a:xfrm>
              <a:off x="1974" y="3250"/>
              <a:ext cx="1280" cy="327"/>
              <a:chOff x="1506" y="3115"/>
              <a:chExt cx="1280" cy="459"/>
            </a:xfrm>
          </p:grpSpPr>
          <p:sp>
            <p:nvSpPr>
              <p:cNvPr id="139294" name="Text Box 31"/>
              <p:cNvSpPr txBox="1"/>
              <p:nvPr/>
            </p:nvSpPr>
            <p:spPr>
              <a:xfrm>
                <a:off x="1506"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9295" name="Text Box 32"/>
              <p:cNvSpPr txBox="1"/>
              <p:nvPr/>
            </p:nvSpPr>
            <p:spPr>
              <a:xfrm>
                <a:off x="181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39296" name="Text Box 33"/>
              <p:cNvSpPr txBox="1"/>
              <p:nvPr/>
            </p:nvSpPr>
            <p:spPr>
              <a:xfrm>
                <a:off x="211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39297" name="Text Box 34"/>
              <p:cNvSpPr txBox="1"/>
              <p:nvPr/>
            </p:nvSpPr>
            <p:spPr>
              <a:xfrm>
                <a:off x="241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139298" name="Group 35"/>
            <p:cNvGrpSpPr/>
            <p:nvPr/>
          </p:nvGrpSpPr>
          <p:grpSpPr>
            <a:xfrm>
              <a:off x="3318" y="3262"/>
              <a:ext cx="1280" cy="327"/>
              <a:chOff x="2850" y="3115"/>
              <a:chExt cx="1280" cy="459"/>
            </a:xfrm>
          </p:grpSpPr>
          <p:sp>
            <p:nvSpPr>
              <p:cNvPr id="139299" name="Text Box 36"/>
              <p:cNvSpPr txBox="1"/>
              <p:nvPr/>
            </p:nvSpPr>
            <p:spPr>
              <a:xfrm>
                <a:off x="285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9300" name="Text Box 37"/>
              <p:cNvSpPr txBox="1"/>
              <p:nvPr/>
            </p:nvSpPr>
            <p:spPr>
              <a:xfrm>
                <a:off x="315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39301" name="Text Box 38"/>
              <p:cNvSpPr txBox="1"/>
              <p:nvPr/>
            </p:nvSpPr>
            <p:spPr>
              <a:xfrm>
                <a:off x="345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39302" name="Text Box 39"/>
              <p:cNvSpPr txBox="1"/>
              <p:nvPr/>
            </p:nvSpPr>
            <p:spPr>
              <a:xfrm>
                <a:off x="3762"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139303" name="Text Box 40"/>
            <p:cNvSpPr txBox="1"/>
            <p:nvPr/>
          </p:nvSpPr>
          <p:spPr>
            <a:xfrm>
              <a:off x="2166" y="2668"/>
              <a:ext cx="2096"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F</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39304" name="Text Box 41"/>
            <p:cNvSpPr txBox="1"/>
            <p:nvPr/>
          </p:nvSpPr>
          <p:spPr>
            <a:xfrm>
              <a:off x="1802" y="2949"/>
              <a:ext cx="4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FC</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9305" name="Text Box 42"/>
            <p:cNvSpPr txBox="1"/>
            <p:nvPr/>
          </p:nvSpPr>
          <p:spPr>
            <a:xfrm>
              <a:off x="4394" y="2985"/>
              <a:ext cx="3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39306" name="Line 43"/>
            <p:cNvSpPr/>
            <p:nvPr/>
          </p:nvSpPr>
          <p:spPr>
            <a:xfrm>
              <a:off x="4692" y="3091"/>
              <a:ext cx="324" cy="0"/>
            </a:xfrm>
            <a:prstGeom prst="line">
              <a:avLst/>
            </a:prstGeom>
            <a:ln w="19050" cap="flat" cmpd="sng">
              <a:solidFill>
                <a:srgbClr val="3333FF"/>
              </a:solidFill>
              <a:prstDash val="solid"/>
              <a:round/>
              <a:headEnd type="none" w="med" len="med"/>
              <a:tailEnd type="none" w="sm" len="lg"/>
            </a:ln>
          </p:spPr>
        </p:sp>
        <p:grpSp>
          <p:nvGrpSpPr>
            <p:cNvPr id="139307" name="Group 44"/>
            <p:cNvGrpSpPr/>
            <p:nvPr/>
          </p:nvGrpSpPr>
          <p:grpSpPr>
            <a:xfrm>
              <a:off x="2124" y="3586"/>
              <a:ext cx="936" cy="184"/>
              <a:chOff x="1248" y="767"/>
              <a:chExt cx="1740" cy="171"/>
            </a:xfrm>
          </p:grpSpPr>
          <p:sp>
            <p:nvSpPr>
              <p:cNvPr id="139308" name="Line 45"/>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39309" name="Line 46"/>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39310" name="Line 47"/>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39311" name="Line 48"/>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grpSp>
          <p:nvGrpSpPr>
            <p:cNvPr id="139312" name="Group 49"/>
            <p:cNvGrpSpPr/>
            <p:nvPr/>
          </p:nvGrpSpPr>
          <p:grpSpPr>
            <a:xfrm>
              <a:off x="3409" y="3586"/>
              <a:ext cx="1006" cy="184"/>
              <a:chOff x="1248" y="767"/>
              <a:chExt cx="1740" cy="171"/>
            </a:xfrm>
          </p:grpSpPr>
          <p:sp>
            <p:nvSpPr>
              <p:cNvPr id="139313" name="Line 50"/>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39314" name="Line 51"/>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39315" name="Line 52"/>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39316" name="Line 53"/>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sp>
          <p:nvSpPr>
            <p:cNvPr id="139317" name="AutoShape 54"/>
            <p:cNvSpPr/>
            <p:nvPr/>
          </p:nvSpPr>
          <p:spPr>
            <a:xfrm rot="5400000">
              <a:off x="2544" y="3360"/>
              <a:ext cx="84" cy="972"/>
            </a:xfrm>
            <a:prstGeom prst="rightBrace">
              <a:avLst>
                <a:gd name="adj1" fmla="val 9637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9318" name="AutoShape 55"/>
            <p:cNvSpPr/>
            <p:nvPr/>
          </p:nvSpPr>
          <p:spPr>
            <a:xfrm rot="5400000">
              <a:off x="3840" y="3360"/>
              <a:ext cx="84" cy="972"/>
            </a:xfrm>
            <a:prstGeom prst="rightBrace">
              <a:avLst>
                <a:gd name="adj1" fmla="val 9637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9319" name="Text Box 56"/>
            <p:cNvSpPr txBox="1"/>
            <p:nvPr/>
          </p:nvSpPr>
          <p:spPr>
            <a:xfrm>
              <a:off x="1922" y="3914"/>
              <a:ext cx="1172"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被加数余</a:t>
              </a:r>
              <a:r>
                <a:rPr lang="en-US" altLang="zh-CN" sz="2400" i="0" dirty="0">
                  <a:latin typeface="Times New Roman" panose="02020603050405020304" pitchFamily="18" charset="0"/>
                  <a:ea typeface="宋体" panose="02010600030101010101" pitchFamily="2" charset="-122"/>
                </a:rPr>
                <a:t>3</a:t>
              </a:r>
              <a:r>
                <a:rPr lang="zh-CN" altLang="en-US" sz="2400" i="0" dirty="0">
                  <a:latin typeface="Times New Roman" panose="02020603050405020304" pitchFamily="18" charset="0"/>
                  <a:ea typeface="宋体" panose="02010600030101010101" pitchFamily="2" charset="-122"/>
                </a:rPr>
                <a:t>码</a:t>
              </a:r>
              <a:endParaRPr lang="zh-CN" altLang="en-US" sz="2400" i="0" dirty="0">
                <a:latin typeface="Times New Roman" panose="02020603050405020304" pitchFamily="18" charset="0"/>
                <a:ea typeface="宋体" panose="02010600030101010101" pitchFamily="2" charset="-122"/>
              </a:endParaRPr>
            </a:p>
          </p:txBody>
        </p:sp>
        <p:sp>
          <p:nvSpPr>
            <p:cNvPr id="139320" name="Text Box 57"/>
            <p:cNvSpPr txBox="1"/>
            <p:nvPr/>
          </p:nvSpPr>
          <p:spPr>
            <a:xfrm>
              <a:off x="3386" y="3914"/>
              <a:ext cx="980"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加数余</a:t>
              </a:r>
              <a:r>
                <a:rPr lang="en-US" altLang="zh-CN" sz="2400" i="0" dirty="0">
                  <a:latin typeface="Times New Roman" panose="02020603050405020304" pitchFamily="18" charset="0"/>
                  <a:ea typeface="宋体" panose="02010600030101010101" pitchFamily="2" charset="-122"/>
                </a:rPr>
                <a:t>3</a:t>
              </a:r>
              <a:r>
                <a:rPr lang="zh-CN" altLang="en-US" sz="2400" i="0" dirty="0">
                  <a:latin typeface="Times New Roman" panose="02020603050405020304" pitchFamily="18" charset="0"/>
                  <a:ea typeface="宋体" panose="02010600030101010101" pitchFamily="2" charset="-122"/>
                </a:rPr>
                <a:t>码</a:t>
              </a:r>
              <a:endParaRPr lang="zh-CN" altLang="en-US" sz="2400" i="0" dirty="0">
                <a:latin typeface="Times New Roman" panose="02020603050405020304" pitchFamily="18" charset="0"/>
                <a:ea typeface="宋体" panose="02010600030101010101" pitchFamily="2" charset="-122"/>
              </a:endParaRPr>
            </a:p>
          </p:txBody>
        </p:sp>
        <p:sp>
          <p:nvSpPr>
            <p:cNvPr id="139321" name="Line 58"/>
            <p:cNvSpPr/>
            <p:nvPr/>
          </p:nvSpPr>
          <p:spPr>
            <a:xfrm>
              <a:off x="2280" y="1860"/>
              <a:ext cx="0" cy="828"/>
            </a:xfrm>
            <a:prstGeom prst="line">
              <a:avLst/>
            </a:prstGeom>
            <a:ln w="19050" cap="flat" cmpd="sng">
              <a:solidFill>
                <a:srgbClr val="3333FF"/>
              </a:solidFill>
              <a:prstDash val="solid"/>
              <a:round/>
              <a:headEnd type="none" w="med" len="med"/>
              <a:tailEnd type="none" w="sm" len="lg"/>
            </a:ln>
          </p:spPr>
        </p:sp>
        <p:sp>
          <p:nvSpPr>
            <p:cNvPr id="139322" name="Line 59"/>
            <p:cNvSpPr/>
            <p:nvPr/>
          </p:nvSpPr>
          <p:spPr>
            <a:xfrm>
              <a:off x="1860" y="1860"/>
              <a:ext cx="0" cy="324"/>
            </a:xfrm>
            <a:prstGeom prst="line">
              <a:avLst/>
            </a:prstGeom>
            <a:ln w="19050" cap="flat" cmpd="sng">
              <a:solidFill>
                <a:srgbClr val="3333FF"/>
              </a:solidFill>
              <a:prstDash val="solid"/>
              <a:round/>
              <a:headEnd type="none" w="med" len="med"/>
              <a:tailEnd type="none" w="sm" len="lg"/>
            </a:ln>
          </p:spPr>
        </p:sp>
        <p:grpSp>
          <p:nvGrpSpPr>
            <p:cNvPr id="139323" name="Group 60"/>
            <p:cNvGrpSpPr/>
            <p:nvPr/>
          </p:nvGrpSpPr>
          <p:grpSpPr>
            <a:xfrm>
              <a:off x="744" y="2196"/>
              <a:ext cx="408" cy="360"/>
              <a:chOff x="876" y="2148"/>
              <a:chExt cx="408" cy="360"/>
            </a:xfrm>
          </p:grpSpPr>
          <p:sp>
            <p:nvSpPr>
              <p:cNvPr id="139324" name="Rectangle 61"/>
              <p:cNvSpPr/>
              <p:nvPr/>
            </p:nvSpPr>
            <p:spPr>
              <a:xfrm>
                <a:off x="876" y="2220"/>
                <a:ext cx="408" cy="288"/>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39325" name="Oval 62"/>
              <p:cNvSpPr/>
              <p:nvPr/>
            </p:nvSpPr>
            <p:spPr>
              <a:xfrm>
                <a:off x="1044" y="2148"/>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9326" name="Line 63"/>
            <p:cNvSpPr/>
            <p:nvPr/>
          </p:nvSpPr>
          <p:spPr>
            <a:xfrm>
              <a:off x="948" y="1860"/>
              <a:ext cx="0" cy="348"/>
            </a:xfrm>
            <a:prstGeom prst="line">
              <a:avLst/>
            </a:prstGeom>
            <a:ln w="19050" cap="flat" cmpd="sng">
              <a:solidFill>
                <a:srgbClr val="3333FF"/>
              </a:solidFill>
              <a:prstDash val="solid"/>
              <a:round/>
              <a:headEnd type="none" w="med" len="med"/>
              <a:tailEnd type="none" w="sm" len="lg"/>
            </a:ln>
          </p:spPr>
        </p:sp>
        <p:sp>
          <p:nvSpPr>
            <p:cNvPr id="139327" name="Freeform 64"/>
            <p:cNvSpPr/>
            <p:nvPr/>
          </p:nvSpPr>
          <p:spPr>
            <a:xfrm>
              <a:off x="948" y="2544"/>
              <a:ext cx="888" cy="564"/>
            </a:xfrm>
            <a:custGeom>
              <a:avLst/>
              <a:gdLst/>
              <a:ahLst/>
              <a:cxnLst>
                <a:cxn ang="0">
                  <a:pos x="0" y="0"/>
                </a:cxn>
                <a:cxn ang="0">
                  <a:pos x="0" y="564"/>
                </a:cxn>
                <a:cxn ang="0">
                  <a:pos x="888" y="564"/>
                </a:cxn>
              </a:cxnLst>
              <a:pathLst>
                <a:path w="888" h="564">
                  <a:moveTo>
                    <a:pt x="0" y="0"/>
                  </a:moveTo>
                  <a:lnTo>
                    <a:pt x="0" y="564"/>
                  </a:lnTo>
                  <a:lnTo>
                    <a:pt x="888" y="56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39328" name="Oval 65"/>
            <p:cNvSpPr/>
            <p:nvPr/>
          </p:nvSpPr>
          <p:spPr>
            <a:xfrm>
              <a:off x="912" y="2676"/>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9329" name="Freeform 66"/>
            <p:cNvSpPr/>
            <p:nvPr/>
          </p:nvSpPr>
          <p:spPr>
            <a:xfrm>
              <a:off x="948" y="1884"/>
              <a:ext cx="324" cy="204"/>
            </a:xfrm>
            <a:custGeom>
              <a:avLst/>
              <a:gdLst/>
              <a:ahLst/>
              <a:cxnLst>
                <a:cxn ang="0">
                  <a:pos x="324" y="0"/>
                </a:cxn>
                <a:cxn ang="0">
                  <a:pos x="324" y="204"/>
                </a:cxn>
                <a:cxn ang="0">
                  <a:pos x="0" y="204"/>
                </a:cxn>
              </a:cxnLst>
              <a:pathLst>
                <a:path w="324" h="864">
                  <a:moveTo>
                    <a:pt x="324" y="0"/>
                  </a:moveTo>
                  <a:lnTo>
                    <a:pt x="324" y="864"/>
                  </a:lnTo>
                  <a:lnTo>
                    <a:pt x="0" y="86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39330" name="Oval 67"/>
            <p:cNvSpPr/>
            <p:nvPr/>
          </p:nvSpPr>
          <p:spPr>
            <a:xfrm>
              <a:off x="912" y="204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9331" name="Freeform 68"/>
            <p:cNvSpPr/>
            <p:nvPr/>
          </p:nvSpPr>
          <p:spPr>
            <a:xfrm>
              <a:off x="984" y="1884"/>
              <a:ext cx="576" cy="840"/>
            </a:xfrm>
            <a:custGeom>
              <a:avLst/>
              <a:gdLst/>
              <a:ahLst/>
              <a:cxnLst>
                <a:cxn ang="0">
                  <a:pos x="576" y="0"/>
                </a:cxn>
                <a:cxn ang="0">
                  <a:pos x="576" y="840"/>
                </a:cxn>
                <a:cxn ang="0">
                  <a:pos x="0" y="840"/>
                </a:cxn>
              </a:cxnLst>
              <a:pathLst>
                <a:path w="576" h="840">
                  <a:moveTo>
                    <a:pt x="576" y="0"/>
                  </a:moveTo>
                  <a:lnTo>
                    <a:pt x="576" y="840"/>
                  </a:lnTo>
                  <a:lnTo>
                    <a:pt x="0" y="84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39332" name="Freeform 69"/>
            <p:cNvSpPr/>
            <p:nvPr/>
          </p:nvSpPr>
          <p:spPr>
            <a:xfrm>
              <a:off x="3216" y="1872"/>
              <a:ext cx="780" cy="816"/>
            </a:xfrm>
            <a:custGeom>
              <a:avLst/>
              <a:gdLst/>
              <a:ahLst/>
              <a:cxnLst>
                <a:cxn ang="0">
                  <a:pos x="0" y="0"/>
                </a:cxn>
                <a:cxn ang="0">
                  <a:pos x="0" y="168"/>
                </a:cxn>
                <a:cxn ang="0">
                  <a:pos x="780" y="168"/>
                </a:cxn>
                <a:cxn ang="0">
                  <a:pos x="780" y="816"/>
                </a:cxn>
              </a:cxnLst>
              <a:pathLst>
                <a:path w="732" h="816">
                  <a:moveTo>
                    <a:pt x="0" y="0"/>
                  </a:moveTo>
                  <a:lnTo>
                    <a:pt x="0" y="168"/>
                  </a:lnTo>
                  <a:lnTo>
                    <a:pt x="732" y="168"/>
                  </a:lnTo>
                  <a:lnTo>
                    <a:pt x="732" y="816"/>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39333" name="Freeform 70"/>
            <p:cNvSpPr/>
            <p:nvPr/>
          </p:nvSpPr>
          <p:spPr>
            <a:xfrm>
              <a:off x="2928" y="1884"/>
              <a:ext cx="468" cy="804"/>
            </a:xfrm>
            <a:custGeom>
              <a:avLst/>
              <a:gdLst/>
              <a:ahLst/>
              <a:cxnLst>
                <a:cxn ang="0">
                  <a:pos x="0" y="0"/>
                </a:cxn>
                <a:cxn ang="0">
                  <a:pos x="0" y="132"/>
                </a:cxn>
                <a:cxn ang="0">
                  <a:pos x="0" y="312"/>
                </a:cxn>
                <a:cxn ang="0">
                  <a:pos x="468" y="312"/>
                </a:cxn>
                <a:cxn ang="0">
                  <a:pos x="468" y="804"/>
                </a:cxn>
              </a:cxnLst>
              <a:pathLst>
                <a:path w="468" h="804">
                  <a:moveTo>
                    <a:pt x="0" y="0"/>
                  </a:moveTo>
                  <a:cubicBezTo>
                    <a:pt x="0" y="44"/>
                    <a:pt x="0" y="88"/>
                    <a:pt x="0" y="132"/>
                  </a:cubicBezTo>
                  <a:lnTo>
                    <a:pt x="0" y="312"/>
                  </a:lnTo>
                  <a:lnTo>
                    <a:pt x="468" y="312"/>
                  </a:lnTo>
                  <a:lnTo>
                    <a:pt x="468" y="80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39334" name="Freeform 71"/>
            <p:cNvSpPr/>
            <p:nvPr/>
          </p:nvSpPr>
          <p:spPr>
            <a:xfrm>
              <a:off x="2616" y="1872"/>
              <a:ext cx="216" cy="816"/>
            </a:xfrm>
            <a:custGeom>
              <a:avLst/>
              <a:gdLst/>
              <a:ahLst/>
              <a:cxnLst>
                <a:cxn ang="0">
                  <a:pos x="0" y="0"/>
                </a:cxn>
                <a:cxn ang="0">
                  <a:pos x="0" y="456"/>
                </a:cxn>
                <a:cxn ang="0">
                  <a:pos x="216" y="456"/>
                </a:cxn>
                <a:cxn ang="0">
                  <a:pos x="216" y="816"/>
                </a:cxn>
              </a:cxnLst>
              <a:pathLst>
                <a:path w="216" h="816">
                  <a:moveTo>
                    <a:pt x="0" y="0"/>
                  </a:moveTo>
                  <a:lnTo>
                    <a:pt x="0" y="456"/>
                  </a:lnTo>
                  <a:lnTo>
                    <a:pt x="216" y="456"/>
                  </a:lnTo>
                  <a:lnTo>
                    <a:pt x="216" y="816"/>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39335" name="Text Box 72"/>
            <p:cNvSpPr txBox="1"/>
            <p:nvPr/>
          </p:nvSpPr>
          <p:spPr>
            <a:xfrm>
              <a:off x="4646" y="3097"/>
              <a:ext cx="884"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进位输入</a:t>
              </a:r>
              <a:endParaRPr lang="zh-CN" altLang="en-US" sz="2400" i="0" dirty="0">
                <a:latin typeface="Times New Roman" panose="02020603050405020304" pitchFamily="18" charset="0"/>
                <a:ea typeface="宋体" panose="02010600030101010101" pitchFamily="2" charset="-122"/>
              </a:endParaRPr>
            </a:p>
          </p:txBody>
        </p:sp>
        <p:sp>
          <p:nvSpPr>
            <p:cNvPr id="139336" name="Freeform 73"/>
            <p:cNvSpPr/>
            <p:nvPr/>
          </p:nvSpPr>
          <p:spPr>
            <a:xfrm>
              <a:off x="3528" y="1368"/>
              <a:ext cx="228" cy="204"/>
            </a:xfrm>
            <a:custGeom>
              <a:avLst/>
              <a:gdLst/>
              <a:ahLst/>
              <a:cxnLst>
                <a:cxn ang="0">
                  <a:pos x="0" y="0"/>
                </a:cxn>
                <a:cxn ang="0">
                  <a:pos x="228" y="0"/>
                </a:cxn>
                <a:cxn ang="0">
                  <a:pos x="228" y="204"/>
                </a:cxn>
              </a:cxnLst>
              <a:pathLst>
                <a:path w="228" h="204">
                  <a:moveTo>
                    <a:pt x="0" y="0"/>
                  </a:moveTo>
                  <a:lnTo>
                    <a:pt x="228" y="0"/>
                  </a:lnTo>
                  <a:lnTo>
                    <a:pt x="228" y="20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39337" name="Line 74"/>
            <p:cNvSpPr/>
            <p:nvPr/>
          </p:nvSpPr>
          <p:spPr>
            <a:xfrm>
              <a:off x="3672" y="1572"/>
              <a:ext cx="180" cy="0"/>
            </a:xfrm>
            <a:prstGeom prst="line">
              <a:avLst/>
            </a:prstGeom>
            <a:ln w="38100" cap="flat" cmpd="sng">
              <a:solidFill>
                <a:srgbClr val="3333FF"/>
              </a:solidFill>
              <a:prstDash val="solid"/>
              <a:round/>
              <a:headEnd type="none" w="med" len="med"/>
              <a:tailEnd type="none" w="sm" len="lg"/>
            </a:ln>
          </p:spPr>
        </p:sp>
        <p:sp>
          <p:nvSpPr>
            <p:cNvPr id="139338" name="Text Box 75"/>
            <p:cNvSpPr txBox="1"/>
            <p:nvPr/>
          </p:nvSpPr>
          <p:spPr>
            <a:xfrm>
              <a:off x="3122" y="2922"/>
              <a:ext cx="19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139339" name="Text Box 76"/>
            <p:cNvSpPr txBox="1"/>
            <p:nvPr/>
          </p:nvSpPr>
          <p:spPr>
            <a:xfrm>
              <a:off x="1982" y="1266"/>
              <a:ext cx="2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II</a:t>
              </a:r>
              <a:endParaRPr lang="en-US" altLang="zh-CN" sz="2800" i="0" dirty="0">
                <a:latin typeface="Times New Roman" panose="02020603050405020304" pitchFamily="18" charset="0"/>
                <a:ea typeface="宋体" panose="02010600030101010101" pitchFamily="2" charset="-122"/>
              </a:endParaRPr>
            </a:p>
          </p:txBody>
        </p:sp>
      </p:gr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89" name="Text Box 2"/>
          <p:cNvSpPr txBox="1"/>
          <p:nvPr/>
        </p:nvSpPr>
        <p:spPr>
          <a:xfrm>
            <a:off x="914400" y="1600200"/>
            <a:ext cx="7543800" cy="1457325"/>
          </a:xfrm>
          <a:prstGeom prst="rect">
            <a:avLst/>
          </a:prstGeom>
          <a:noFill/>
          <a:ln w="19050">
            <a:noFill/>
          </a:ln>
        </p:spPr>
        <p:txBody>
          <a:bodyPr anchor="t" anchorCtr="0">
            <a:spAutoFit/>
          </a:bodyPr>
          <a:p>
            <a:pPr algn="just">
              <a:lnSpc>
                <a:spcPct val="160000"/>
              </a:lnSpc>
              <a:spcBef>
                <a:spcPct val="50000"/>
              </a:spcBef>
            </a:pPr>
            <a:r>
              <a:rPr lang="zh-CN" altLang="en-US" sz="2800" b="1" i="0" dirty="0">
                <a:latin typeface="Times New Roman" panose="02020603050405020304" pitchFamily="18" charset="0"/>
                <a:ea typeface="宋体" panose="02010600030101010101" pitchFamily="2" charset="-122"/>
              </a:rPr>
              <a:t>例：  </a:t>
            </a:r>
            <a:r>
              <a:rPr lang="zh-CN" altLang="en-US" sz="2800" i="0" dirty="0">
                <a:latin typeface="Times New Roman" panose="02020603050405020304" pitchFamily="18" charset="0"/>
                <a:ea typeface="宋体" panose="02010600030101010101" pitchFamily="2" charset="-122"/>
              </a:rPr>
              <a:t>用四位二进制并行加法器设计一位</a:t>
            </a:r>
            <a:r>
              <a:rPr lang="en-US" altLang="zh-CN" sz="2800" i="0" dirty="0">
                <a:latin typeface="Times New Roman" panose="02020603050405020304" pitchFamily="18" charset="0"/>
                <a:ea typeface="宋体" panose="02010600030101010101" pitchFamily="2" charset="-122"/>
              </a:rPr>
              <a:t>8421BCD</a:t>
            </a:r>
            <a:r>
              <a:rPr lang="zh-CN" altLang="en-US" sz="2800" i="0" dirty="0">
                <a:latin typeface="Times New Roman" panose="02020603050405020304" pitchFamily="18" charset="0"/>
                <a:ea typeface="宋体" panose="02010600030101010101" pitchFamily="2" charset="-122"/>
              </a:rPr>
              <a:t>码十进制数加法器。</a:t>
            </a:r>
            <a:endParaRPr lang="zh-CN" altLang="en-US" sz="2800" i="0" dirty="0">
              <a:latin typeface="Times New Roman" panose="02020603050405020304" pitchFamily="18" charset="0"/>
              <a:ea typeface="宋体" panose="02010600030101010101" pitchFamily="2" charset="-122"/>
            </a:endParaRPr>
          </a:p>
        </p:txBody>
      </p:sp>
      <p:sp>
        <p:nvSpPr>
          <p:cNvPr id="113667" name="Text Box 3"/>
          <p:cNvSpPr txBox="1"/>
          <p:nvPr/>
        </p:nvSpPr>
        <p:spPr>
          <a:xfrm>
            <a:off x="914400" y="3152775"/>
            <a:ext cx="7277100" cy="1374775"/>
          </a:xfrm>
          <a:prstGeom prst="rect">
            <a:avLst/>
          </a:prstGeom>
          <a:noFill/>
          <a:ln w="19050">
            <a:noFill/>
          </a:ln>
        </p:spPr>
        <p:txBody>
          <a:bodyPr anchor="t" anchorCtr="0">
            <a:spAutoFit/>
          </a:bodyPr>
          <a:p>
            <a:pPr defTabSz="914400">
              <a:lnSpc>
                <a:spcPct val="150000"/>
              </a:lnSpc>
              <a:tabLst>
                <a:tab pos="857250" algn="l"/>
              </a:tabLst>
            </a:pPr>
            <a:r>
              <a:rPr lang="zh-CN" altLang="en-US" sz="2800" b="1" i="0" dirty="0">
                <a:latin typeface="Times New Roman" panose="02020603050405020304" pitchFamily="18" charset="0"/>
                <a:ea typeface="宋体" panose="02010600030101010101" pitchFamily="2" charset="-122"/>
              </a:rPr>
              <a:t>解：</a:t>
            </a:r>
            <a:r>
              <a:rPr lang="zh-CN" altLang="en-US" sz="2800" i="0" dirty="0">
                <a:latin typeface="Times New Roman" panose="02020603050405020304" pitchFamily="18" charset="0"/>
                <a:ea typeface="宋体" panose="02010600030101010101" pitchFamily="2" charset="-122"/>
              </a:rPr>
              <a:t> </a:t>
            </a:r>
            <a:r>
              <a:rPr lang="en-US" altLang="zh-CN" sz="2800" i="0" dirty="0">
                <a:latin typeface="Times New Roman" panose="02020603050405020304" pitchFamily="18" charset="0"/>
                <a:ea typeface="宋体" panose="02010600030101010101" pitchFamily="2" charset="-122"/>
              </a:rPr>
              <a:t>8421BCD</a:t>
            </a:r>
            <a:r>
              <a:rPr lang="zh-CN" altLang="en-US" sz="2800" i="0" dirty="0">
                <a:latin typeface="Times New Roman" panose="02020603050405020304" pitchFamily="18" charset="0"/>
                <a:ea typeface="宋体" panose="02010600030101010101" pitchFamily="2" charset="-122"/>
              </a:rPr>
              <a:t>码相加时有进位或出现冗余码时，结果要加</a:t>
            </a:r>
            <a:r>
              <a:rPr lang="en-US" altLang="zh-CN" sz="2800" i="0" dirty="0">
                <a:latin typeface="Times New Roman" panose="02020603050405020304" pitchFamily="18" charset="0"/>
                <a:ea typeface="宋体" panose="02010600030101010101" pitchFamily="2" charset="-122"/>
              </a:rPr>
              <a:t>6</a:t>
            </a:r>
            <a:r>
              <a:rPr lang="zh-CN" altLang="en-US" sz="2800" i="0" dirty="0">
                <a:latin typeface="Times New Roman" panose="02020603050405020304" pitchFamily="18" charset="0"/>
                <a:ea typeface="宋体" panose="02010600030101010101" pitchFamily="2" charset="-122"/>
              </a:rPr>
              <a:t>调整。</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3667"/>
                                        </p:tgtEl>
                                        <p:attrNameLst>
                                          <p:attrName>style.visibility</p:attrName>
                                        </p:attrNameLst>
                                      </p:cBhvr>
                                      <p:to>
                                        <p:strVal val="visible"/>
                                      </p:to>
                                    </p:set>
                                    <p:animEffect transition="in" filter="wipe(left)">
                                      <p:cBhvr>
                                        <p:cTn id="7" dur="500"/>
                                        <p:tgtEl>
                                          <p:spTgt spid="113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52400" y="495300"/>
            <a:ext cx="9086850" cy="6362700"/>
            <a:chOff x="96" y="312"/>
            <a:chExt cx="5724" cy="4008"/>
          </a:xfrm>
        </p:grpSpPr>
        <p:sp>
          <p:nvSpPr>
            <p:cNvPr id="141314" name="Rectangle 3"/>
            <p:cNvSpPr/>
            <p:nvPr/>
          </p:nvSpPr>
          <p:spPr>
            <a:xfrm>
              <a:off x="384" y="420"/>
              <a:ext cx="5436" cy="3780"/>
            </a:xfrm>
            <a:prstGeom prst="rect">
              <a:avLst/>
            </a:prstGeom>
            <a:noFill/>
            <a:ln w="3810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315" name="Rectangle 4"/>
            <p:cNvSpPr/>
            <p:nvPr/>
          </p:nvSpPr>
          <p:spPr>
            <a:xfrm>
              <a:off x="924" y="860"/>
              <a:ext cx="2856" cy="872"/>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41316" name="Group 5"/>
            <p:cNvGrpSpPr/>
            <p:nvPr/>
          </p:nvGrpSpPr>
          <p:grpSpPr>
            <a:xfrm>
              <a:off x="1062" y="1412"/>
              <a:ext cx="1280" cy="327"/>
              <a:chOff x="1506" y="3115"/>
              <a:chExt cx="1280" cy="459"/>
            </a:xfrm>
          </p:grpSpPr>
          <p:sp>
            <p:nvSpPr>
              <p:cNvPr id="141317" name="Text Box 6"/>
              <p:cNvSpPr txBox="1"/>
              <p:nvPr/>
            </p:nvSpPr>
            <p:spPr>
              <a:xfrm>
                <a:off x="1506"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41318" name="Text Box 7"/>
              <p:cNvSpPr txBox="1"/>
              <p:nvPr/>
            </p:nvSpPr>
            <p:spPr>
              <a:xfrm>
                <a:off x="181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41319" name="Text Box 8"/>
              <p:cNvSpPr txBox="1"/>
              <p:nvPr/>
            </p:nvSpPr>
            <p:spPr>
              <a:xfrm>
                <a:off x="211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41320" name="Text Box 9"/>
              <p:cNvSpPr txBox="1"/>
              <p:nvPr/>
            </p:nvSpPr>
            <p:spPr>
              <a:xfrm>
                <a:off x="241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141321" name="Group 10"/>
            <p:cNvGrpSpPr/>
            <p:nvPr/>
          </p:nvGrpSpPr>
          <p:grpSpPr>
            <a:xfrm>
              <a:off x="2406" y="1424"/>
              <a:ext cx="1280" cy="327"/>
              <a:chOff x="2850" y="3115"/>
              <a:chExt cx="1280" cy="459"/>
            </a:xfrm>
          </p:grpSpPr>
          <p:sp>
            <p:nvSpPr>
              <p:cNvPr id="141322" name="Text Box 11"/>
              <p:cNvSpPr txBox="1"/>
              <p:nvPr/>
            </p:nvSpPr>
            <p:spPr>
              <a:xfrm>
                <a:off x="285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41323" name="Text Box 12"/>
              <p:cNvSpPr txBox="1"/>
              <p:nvPr/>
            </p:nvSpPr>
            <p:spPr>
              <a:xfrm>
                <a:off x="315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41324" name="Text Box 13"/>
              <p:cNvSpPr txBox="1"/>
              <p:nvPr/>
            </p:nvSpPr>
            <p:spPr>
              <a:xfrm>
                <a:off x="345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41325" name="Text Box 14"/>
              <p:cNvSpPr txBox="1"/>
              <p:nvPr/>
            </p:nvSpPr>
            <p:spPr>
              <a:xfrm>
                <a:off x="3762"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141326" name="Text Box 15"/>
            <p:cNvSpPr txBox="1"/>
            <p:nvPr/>
          </p:nvSpPr>
          <p:spPr>
            <a:xfrm>
              <a:off x="1254" y="830"/>
              <a:ext cx="2096"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F</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41327" name="Text Box 16"/>
            <p:cNvSpPr txBox="1"/>
            <p:nvPr/>
          </p:nvSpPr>
          <p:spPr>
            <a:xfrm>
              <a:off x="1670" y="890"/>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41328" name="Text Box 17"/>
            <p:cNvSpPr txBox="1"/>
            <p:nvPr/>
          </p:nvSpPr>
          <p:spPr>
            <a:xfrm>
              <a:off x="1974" y="890"/>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grpSp>
          <p:nvGrpSpPr>
            <p:cNvPr id="141329" name="Group 18"/>
            <p:cNvGrpSpPr/>
            <p:nvPr/>
          </p:nvGrpSpPr>
          <p:grpSpPr>
            <a:xfrm>
              <a:off x="1356" y="681"/>
              <a:ext cx="1740" cy="171"/>
              <a:chOff x="1248" y="767"/>
              <a:chExt cx="1740" cy="171"/>
            </a:xfrm>
          </p:grpSpPr>
          <p:sp>
            <p:nvSpPr>
              <p:cNvPr id="141330" name="Line 19"/>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41331" name="Line 20"/>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41332" name="Line 21"/>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41333" name="Line 22"/>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sp>
          <p:nvSpPr>
            <p:cNvPr id="141334" name="AutoShape 23"/>
            <p:cNvSpPr/>
            <p:nvPr/>
          </p:nvSpPr>
          <p:spPr>
            <a:xfrm rot="5400000">
              <a:off x="2184" y="-291"/>
              <a:ext cx="120" cy="1764"/>
            </a:xfrm>
            <a:prstGeom prst="leftBrace">
              <a:avLst>
                <a:gd name="adj1" fmla="val 12229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335" name="Text Box 24"/>
            <p:cNvSpPr txBox="1"/>
            <p:nvPr/>
          </p:nvSpPr>
          <p:spPr>
            <a:xfrm>
              <a:off x="1706" y="312"/>
              <a:ext cx="1471"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和数</a:t>
              </a:r>
              <a:r>
                <a:rPr lang="en-US" altLang="zh-CN" sz="2400" i="0" dirty="0">
                  <a:latin typeface="Times New Roman" panose="02020603050405020304" pitchFamily="18" charset="0"/>
                  <a:ea typeface="宋体" panose="02010600030101010101" pitchFamily="2" charset="-122"/>
                </a:rPr>
                <a:t>8421BCD</a:t>
              </a:r>
              <a:r>
                <a:rPr lang="zh-CN" altLang="en-US" sz="2400" i="0" dirty="0">
                  <a:latin typeface="Times New Roman" panose="02020603050405020304" pitchFamily="18" charset="0"/>
                  <a:ea typeface="宋体" panose="02010600030101010101" pitchFamily="2" charset="-122"/>
                </a:rPr>
                <a:t>码</a:t>
              </a:r>
              <a:endParaRPr lang="zh-CN" altLang="en-US" sz="2400" i="0" dirty="0">
                <a:latin typeface="Times New Roman" panose="02020603050405020304" pitchFamily="18" charset="0"/>
                <a:ea typeface="宋体" panose="02010600030101010101" pitchFamily="2" charset="-122"/>
              </a:endParaRPr>
            </a:p>
          </p:txBody>
        </p:sp>
        <p:sp>
          <p:nvSpPr>
            <p:cNvPr id="141336" name="Text Box 25"/>
            <p:cNvSpPr txBox="1"/>
            <p:nvPr/>
          </p:nvSpPr>
          <p:spPr>
            <a:xfrm>
              <a:off x="890" y="1147"/>
              <a:ext cx="4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FC</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41337" name="Text Box 26"/>
            <p:cNvSpPr txBox="1"/>
            <p:nvPr/>
          </p:nvSpPr>
          <p:spPr>
            <a:xfrm>
              <a:off x="3482" y="1063"/>
              <a:ext cx="3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41338" name="Line 27"/>
            <p:cNvSpPr/>
            <p:nvPr/>
          </p:nvSpPr>
          <p:spPr>
            <a:xfrm>
              <a:off x="528" y="1253"/>
              <a:ext cx="396" cy="0"/>
            </a:xfrm>
            <a:prstGeom prst="line">
              <a:avLst/>
            </a:prstGeom>
            <a:ln w="19050" cap="flat" cmpd="sng">
              <a:solidFill>
                <a:srgbClr val="3333FF"/>
              </a:solidFill>
              <a:prstDash val="solid"/>
              <a:round/>
              <a:headEnd type="none" w="med" len="med"/>
              <a:tailEnd type="none" w="sm" len="lg"/>
            </a:ln>
          </p:spPr>
        </p:sp>
        <p:sp>
          <p:nvSpPr>
            <p:cNvPr id="141339" name="Text Box 28"/>
            <p:cNvSpPr txBox="1"/>
            <p:nvPr/>
          </p:nvSpPr>
          <p:spPr>
            <a:xfrm>
              <a:off x="1142" y="3496"/>
              <a:ext cx="42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41340" name="Rectangle 29"/>
            <p:cNvSpPr/>
            <p:nvPr/>
          </p:nvSpPr>
          <p:spPr>
            <a:xfrm>
              <a:off x="2076" y="2816"/>
              <a:ext cx="2856" cy="872"/>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41341" name="Group 30"/>
            <p:cNvGrpSpPr/>
            <p:nvPr/>
          </p:nvGrpSpPr>
          <p:grpSpPr>
            <a:xfrm>
              <a:off x="2214" y="3368"/>
              <a:ext cx="1280" cy="327"/>
              <a:chOff x="1506" y="3115"/>
              <a:chExt cx="1280" cy="459"/>
            </a:xfrm>
          </p:grpSpPr>
          <p:sp>
            <p:nvSpPr>
              <p:cNvPr id="141342" name="Text Box 31"/>
              <p:cNvSpPr txBox="1"/>
              <p:nvPr/>
            </p:nvSpPr>
            <p:spPr>
              <a:xfrm>
                <a:off x="1506"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41343" name="Text Box 32"/>
              <p:cNvSpPr txBox="1"/>
              <p:nvPr/>
            </p:nvSpPr>
            <p:spPr>
              <a:xfrm>
                <a:off x="181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41344" name="Text Box 33"/>
              <p:cNvSpPr txBox="1"/>
              <p:nvPr/>
            </p:nvSpPr>
            <p:spPr>
              <a:xfrm>
                <a:off x="211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41345" name="Text Box 34"/>
              <p:cNvSpPr txBox="1"/>
              <p:nvPr/>
            </p:nvSpPr>
            <p:spPr>
              <a:xfrm>
                <a:off x="241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141346" name="Group 35"/>
            <p:cNvGrpSpPr/>
            <p:nvPr/>
          </p:nvGrpSpPr>
          <p:grpSpPr>
            <a:xfrm>
              <a:off x="3558" y="3380"/>
              <a:ext cx="1280" cy="327"/>
              <a:chOff x="2850" y="3115"/>
              <a:chExt cx="1280" cy="459"/>
            </a:xfrm>
          </p:grpSpPr>
          <p:sp>
            <p:nvSpPr>
              <p:cNvPr id="141347" name="Text Box 36"/>
              <p:cNvSpPr txBox="1"/>
              <p:nvPr/>
            </p:nvSpPr>
            <p:spPr>
              <a:xfrm>
                <a:off x="285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41348" name="Text Box 37"/>
              <p:cNvSpPr txBox="1"/>
              <p:nvPr/>
            </p:nvSpPr>
            <p:spPr>
              <a:xfrm>
                <a:off x="315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41349" name="Text Box 38"/>
              <p:cNvSpPr txBox="1"/>
              <p:nvPr/>
            </p:nvSpPr>
            <p:spPr>
              <a:xfrm>
                <a:off x="345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41350" name="Text Box 39"/>
              <p:cNvSpPr txBox="1"/>
              <p:nvPr/>
            </p:nvSpPr>
            <p:spPr>
              <a:xfrm>
                <a:off x="3762"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141351" name="Text Box 40"/>
            <p:cNvSpPr txBox="1"/>
            <p:nvPr/>
          </p:nvSpPr>
          <p:spPr>
            <a:xfrm>
              <a:off x="2406" y="2786"/>
              <a:ext cx="2096"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F</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41352" name="Text Box 41"/>
            <p:cNvSpPr txBox="1"/>
            <p:nvPr/>
          </p:nvSpPr>
          <p:spPr>
            <a:xfrm>
              <a:off x="2042" y="3067"/>
              <a:ext cx="4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FC</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41353" name="Text Box 42"/>
            <p:cNvSpPr txBox="1"/>
            <p:nvPr/>
          </p:nvSpPr>
          <p:spPr>
            <a:xfrm>
              <a:off x="4634" y="3103"/>
              <a:ext cx="3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41354" name="Line 43"/>
            <p:cNvSpPr/>
            <p:nvPr/>
          </p:nvSpPr>
          <p:spPr>
            <a:xfrm>
              <a:off x="4932" y="3209"/>
              <a:ext cx="324" cy="0"/>
            </a:xfrm>
            <a:prstGeom prst="line">
              <a:avLst/>
            </a:prstGeom>
            <a:ln w="19050" cap="flat" cmpd="sng">
              <a:solidFill>
                <a:srgbClr val="3333FF"/>
              </a:solidFill>
              <a:prstDash val="solid"/>
              <a:round/>
              <a:headEnd type="none" w="med" len="med"/>
              <a:tailEnd type="none" w="sm" len="lg"/>
            </a:ln>
          </p:spPr>
        </p:sp>
        <p:grpSp>
          <p:nvGrpSpPr>
            <p:cNvPr id="141355" name="Group 44"/>
            <p:cNvGrpSpPr/>
            <p:nvPr/>
          </p:nvGrpSpPr>
          <p:grpSpPr>
            <a:xfrm>
              <a:off x="2364" y="3704"/>
              <a:ext cx="936" cy="184"/>
              <a:chOff x="1248" y="767"/>
              <a:chExt cx="1740" cy="171"/>
            </a:xfrm>
          </p:grpSpPr>
          <p:sp>
            <p:nvSpPr>
              <p:cNvPr id="141356" name="Line 45"/>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41357" name="Line 46"/>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41358" name="Line 47"/>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41359" name="Line 48"/>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grpSp>
          <p:nvGrpSpPr>
            <p:cNvPr id="141360" name="Group 49"/>
            <p:cNvGrpSpPr/>
            <p:nvPr/>
          </p:nvGrpSpPr>
          <p:grpSpPr>
            <a:xfrm>
              <a:off x="3649" y="3704"/>
              <a:ext cx="1006" cy="184"/>
              <a:chOff x="1248" y="767"/>
              <a:chExt cx="1740" cy="171"/>
            </a:xfrm>
          </p:grpSpPr>
          <p:sp>
            <p:nvSpPr>
              <p:cNvPr id="141361" name="Line 50"/>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41362" name="Line 51"/>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41363" name="Line 52"/>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41364" name="Line 53"/>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sp>
          <p:nvSpPr>
            <p:cNvPr id="141365" name="AutoShape 54"/>
            <p:cNvSpPr/>
            <p:nvPr/>
          </p:nvSpPr>
          <p:spPr>
            <a:xfrm rot="5400000">
              <a:off x="2784" y="3478"/>
              <a:ext cx="84" cy="972"/>
            </a:xfrm>
            <a:prstGeom prst="rightBrace">
              <a:avLst>
                <a:gd name="adj1" fmla="val 9637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366" name="AutoShape 55"/>
            <p:cNvSpPr/>
            <p:nvPr/>
          </p:nvSpPr>
          <p:spPr>
            <a:xfrm rot="5400000">
              <a:off x="4080" y="3478"/>
              <a:ext cx="84" cy="972"/>
            </a:xfrm>
            <a:prstGeom prst="rightBrace">
              <a:avLst>
                <a:gd name="adj1" fmla="val 9637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367" name="Text Box 56"/>
            <p:cNvSpPr txBox="1"/>
            <p:nvPr/>
          </p:nvSpPr>
          <p:spPr>
            <a:xfrm>
              <a:off x="1874" y="4032"/>
              <a:ext cx="1663"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被加数</a:t>
              </a:r>
              <a:r>
                <a:rPr lang="en-US" altLang="zh-CN" sz="2400" i="0" dirty="0">
                  <a:latin typeface="Times New Roman" panose="02020603050405020304" pitchFamily="18" charset="0"/>
                  <a:ea typeface="宋体" panose="02010600030101010101" pitchFamily="2" charset="-122"/>
                </a:rPr>
                <a:t>8421BCD</a:t>
              </a:r>
              <a:r>
                <a:rPr lang="zh-CN" altLang="en-US" sz="2400" i="0" dirty="0">
                  <a:latin typeface="Times New Roman" panose="02020603050405020304" pitchFamily="18" charset="0"/>
                  <a:ea typeface="宋体" panose="02010600030101010101" pitchFamily="2" charset="-122"/>
                </a:rPr>
                <a:t>码</a:t>
              </a:r>
              <a:endParaRPr lang="zh-CN" altLang="en-US" sz="2400" i="0" dirty="0">
                <a:latin typeface="Times New Roman" panose="02020603050405020304" pitchFamily="18" charset="0"/>
                <a:ea typeface="宋体" panose="02010600030101010101" pitchFamily="2" charset="-122"/>
              </a:endParaRPr>
            </a:p>
          </p:txBody>
        </p:sp>
        <p:sp>
          <p:nvSpPr>
            <p:cNvPr id="141368" name="Text Box 57"/>
            <p:cNvSpPr txBox="1"/>
            <p:nvPr/>
          </p:nvSpPr>
          <p:spPr>
            <a:xfrm>
              <a:off x="3626" y="4032"/>
              <a:ext cx="1471"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加数</a:t>
              </a:r>
              <a:r>
                <a:rPr lang="en-US" altLang="zh-CN" sz="2400" i="0" dirty="0">
                  <a:latin typeface="Times New Roman" panose="02020603050405020304" pitchFamily="18" charset="0"/>
                  <a:ea typeface="宋体" panose="02010600030101010101" pitchFamily="2" charset="-122"/>
                </a:rPr>
                <a:t>8421BCD</a:t>
              </a:r>
              <a:r>
                <a:rPr lang="zh-CN" altLang="en-US" sz="2400" i="0" dirty="0">
                  <a:latin typeface="Times New Roman" panose="02020603050405020304" pitchFamily="18" charset="0"/>
                  <a:ea typeface="宋体" panose="02010600030101010101" pitchFamily="2" charset="-122"/>
                </a:rPr>
                <a:t>码</a:t>
              </a:r>
              <a:endParaRPr lang="zh-CN" altLang="en-US" sz="2400" i="0" dirty="0">
                <a:latin typeface="Times New Roman" panose="02020603050405020304" pitchFamily="18" charset="0"/>
                <a:ea typeface="宋体" panose="02010600030101010101" pitchFamily="2" charset="-122"/>
              </a:endParaRPr>
            </a:p>
          </p:txBody>
        </p:sp>
        <p:sp>
          <p:nvSpPr>
            <p:cNvPr id="141369" name="Line 58"/>
            <p:cNvSpPr/>
            <p:nvPr/>
          </p:nvSpPr>
          <p:spPr>
            <a:xfrm>
              <a:off x="3096" y="2494"/>
              <a:ext cx="0" cy="336"/>
            </a:xfrm>
            <a:prstGeom prst="line">
              <a:avLst/>
            </a:prstGeom>
            <a:ln w="19050" cap="flat" cmpd="sng">
              <a:solidFill>
                <a:srgbClr val="3333FF"/>
              </a:solidFill>
              <a:prstDash val="solid"/>
              <a:round/>
              <a:headEnd type="none" w="med" len="med"/>
              <a:tailEnd type="none" w="sm" len="lg"/>
            </a:ln>
          </p:spPr>
        </p:sp>
        <p:sp>
          <p:nvSpPr>
            <p:cNvPr id="141370" name="Line 59"/>
            <p:cNvSpPr/>
            <p:nvPr/>
          </p:nvSpPr>
          <p:spPr>
            <a:xfrm>
              <a:off x="1200" y="1702"/>
              <a:ext cx="0" cy="1284"/>
            </a:xfrm>
            <a:prstGeom prst="line">
              <a:avLst/>
            </a:prstGeom>
            <a:ln w="19050" cap="flat" cmpd="sng">
              <a:solidFill>
                <a:srgbClr val="3333FF"/>
              </a:solidFill>
              <a:prstDash val="solid"/>
              <a:round/>
              <a:headEnd type="none" w="med" len="med"/>
              <a:tailEnd type="none" w="sm" len="lg"/>
            </a:ln>
          </p:spPr>
        </p:sp>
        <p:sp>
          <p:nvSpPr>
            <p:cNvPr id="141371" name="Freeform 60"/>
            <p:cNvSpPr/>
            <p:nvPr/>
          </p:nvSpPr>
          <p:spPr>
            <a:xfrm flipV="1">
              <a:off x="1644" y="3226"/>
              <a:ext cx="432" cy="660"/>
            </a:xfrm>
            <a:custGeom>
              <a:avLst/>
              <a:gdLst/>
              <a:ahLst/>
              <a:cxnLst>
                <a:cxn ang="0">
                  <a:pos x="0" y="0"/>
                </a:cxn>
                <a:cxn ang="0">
                  <a:pos x="0" y="660"/>
                </a:cxn>
                <a:cxn ang="0">
                  <a:pos x="432" y="660"/>
                </a:cxn>
              </a:cxnLst>
              <a:pathLst>
                <a:path w="888" h="564">
                  <a:moveTo>
                    <a:pt x="0" y="0"/>
                  </a:moveTo>
                  <a:lnTo>
                    <a:pt x="0" y="564"/>
                  </a:lnTo>
                  <a:lnTo>
                    <a:pt x="888" y="56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41372" name="Oval 61"/>
            <p:cNvSpPr/>
            <p:nvPr/>
          </p:nvSpPr>
          <p:spPr>
            <a:xfrm>
              <a:off x="1164" y="247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373" name="Freeform 62"/>
            <p:cNvSpPr/>
            <p:nvPr/>
          </p:nvSpPr>
          <p:spPr>
            <a:xfrm>
              <a:off x="1116" y="1714"/>
              <a:ext cx="408" cy="1500"/>
            </a:xfrm>
            <a:custGeom>
              <a:avLst/>
              <a:gdLst/>
              <a:ahLst/>
              <a:cxnLst>
                <a:cxn ang="0">
                  <a:pos x="408" y="0"/>
                </a:cxn>
                <a:cxn ang="0">
                  <a:pos x="408" y="1500"/>
                </a:cxn>
                <a:cxn ang="0">
                  <a:pos x="0" y="1500"/>
                </a:cxn>
              </a:cxnLst>
              <a:pathLst>
                <a:path w="324" h="864">
                  <a:moveTo>
                    <a:pt x="324" y="0"/>
                  </a:moveTo>
                  <a:lnTo>
                    <a:pt x="324" y="864"/>
                  </a:lnTo>
                  <a:lnTo>
                    <a:pt x="0" y="86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41374" name="Oval 63"/>
            <p:cNvSpPr/>
            <p:nvPr/>
          </p:nvSpPr>
          <p:spPr>
            <a:xfrm>
              <a:off x="1488" y="247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375" name="Freeform 64"/>
            <p:cNvSpPr/>
            <p:nvPr/>
          </p:nvSpPr>
          <p:spPr>
            <a:xfrm>
              <a:off x="1116" y="1702"/>
              <a:ext cx="708" cy="636"/>
            </a:xfrm>
            <a:custGeom>
              <a:avLst/>
              <a:gdLst/>
              <a:ahLst/>
              <a:cxnLst>
                <a:cxn ang="0">
                  <a:pos x="708" y="0"/>
                </a:cxn>
                <a:cxn ang="0">
                  <a:pos x="708" y="636"/>
                </a:cxn>
                <a:cxn ang="0">
                  <a:pos x="0" y="636"/>
                </a:cxn>
              </a:cxnLst>
              <a:pathLst>
                <a:path w="576" h="840">
                  <a:moveTo>
                    <a:pt x="576" y="0"/>
                  </a:moveTo>
                  <a:lnTo>
                    <a:pt x="576" y="840"/>
                  </a:lnTo>
                  <a:lnTo>
                    <a:pt x="0" y="84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41376" name="Text Box 65"/>
            <p:cNvSpPr txBox="1"/>
            <p:nvPr/>
          </p:nvSpPr>
          <p:spPr>
            <a:xfrm>
              <a:off x="4886" y="3215"/>
              <a:ext cx="884"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进位输入</a:t>
              </a:r>
              <a:endParaRPr lang="zh-CN" altLang="en-US" sz="2400" i="0" dirty="0">
                <a:latin typeface="Times New Roman" panose="02020603050405020304" pitchFamily="18" charset="0"/>
                <a:ea typeface="宋体" panose="02010600030101010101" pitchFamily="2" charset="-122"/>
              </a:endParaRPr>
            </a:p>
          </p:txBody>
        </p:sp>
        <p:sp>
          <p:nvSpPr>
            <p:cNvPr id="141377" name="Freeform 66"/>
            <p:cNvSpPr/>
            <p:nvPr/>
          </p:nvSpPr>
          <p:spPr>
            <a:xfrm>
              <a:off x="3768" y="1234"/>
              <a:ext cx="228" cy="204"/>
            </a:xfrm>
            <a:custGeom>
              <a:avLst/>
              <a:gdLst/>
              <a:ahLst/>
              <a:cxnLst>
                <a:cxn ang="0">
                  <a:pos x="0" y="0"/>
                </a:cxn>
                <a:cxn ang="0">
                  <a:pos x="228" y="0"/>
                </a:cxn>
                <a:cxn ang="0">
                  <a:pos x="228" y="204"/>
                </a:cxn>
              </a:cxnLst>
              <a:pathLst>
                <a:path w="228" h="204">
                  <a:moveTo>
                    <a:pt x="0" y="0"/>
                  </a:moveTo>
                  <a:lnTo>
                    <a:pt x="228" y="0"/>
                  </a:lnTo>
                  <a:lnTo>
                    <a:pt x="228" y="20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41378" name="Line 67"/>
            <p:cNvSpPr/>
            <p:nvPr/>
          </p:nvSpPr>
          <p:spPr>
            <a:xfrm>
              <a:off x="3912" y="1438"/>
              <a:ext cx="180" cy="0"/>
            </a:xfrm>
            <a:prstGeom prst="line">
              <a:avLst/>
            </a:prstGeom>
            <a:ln w="38100" cap="flat" cmpd="sng">
              <a:solidFill>
                <a:srgbClr val="3333FF"/>
              </a:solidFill>
              <a:prstDash val="solid"/>
              <a:round/>
              <a:headEnd type="none" w="med" len="med"/>
              <a:tailEnd type="none" w="sm" len="lg"/>
            </a:ln>
          </p:spPr>
        </p:sp>
        <p:sp>
          <p:nvSpPr>
            <p:cNvPr id="141379" name="Text Box 68"/>
            <p:cNvSpPr txBox="1"/>
            <p:nvPr/>
          </p:nvSpPr>
          <p:spPr>
            <a:xfrm>
              <a:off x="3362" y="3040"/>
              <a:ext cx="19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141380" name="Text Box 69"/>
            <p:cNvSpPr txBox="1"/>
            <p:nvPr/>
          </p:nvSpPr>
          <p:spPr>
            <a:xfrm>
              <a:off x="2222" y="1132"/>
              <a:ext cx="2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II</a:t>
              </a:r>
              <a:endParaRPr lang="en-US" altLang="zh-CN" sz="2800" i="0" dirty="0">
                <a:latin typeface="Times New Roman" panose="02020603050405020304" pitchFamily="18" charset="0"/>
                <a:ea typeface="宋体" panose="02010600030101010101" pitchFamily="2" charset="-122"/>
              </a:endParaRPr>
            </a:p>
          </p:txBody>
        </p:sp>
        <p:grpSp>
          <p:nvGrpSpPr>
            <p:cNvPr id="141381" name="Group 70"/>
            <p:cNvGrpSpPr/>
            <p:nvPr/>
          </p:nvGrpSpPr>
          <p:grpSpPr>
            <a:xfrm rot="-5400000">
              <a:off x="168" y="2950"/>
              <a:ext cx="408" cy="360"/>
              <a:chOff x="876" y="2148"/>
              <a:chExt cx="408" cy="360"/>
            </a:xfrm>
          </p:grpSpPr>
          <p:sp>
            <p:nvSpPr>
              <p:cNvPr id="141382" name="Rectangle 71"/>
              <p:cNvSpPr/>
              <p:nvPr/>
            </p:nvSpPr>
            <p:spPr>
              <a:xfrm>
                <a:off x="876" y="2220"/>
                <a:ext cx="408" cy="288"/>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41383" name="Oval 72"/>
              <p:cNvSpPr/>
              <p:nvPr/>
            </p:nvSpPr>
            <p:spPr>
              <a:xfrm>
                <a:off x="1044" y="2148"/>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41384" name="Group 73"/>
            <p:cNvGrpSpPr/>
            <p:nvPr/>
          </p:nvGrpSpPr>
          <p:grpSpPr>
            <a:xfrm rot="-5400000">
              <a:off x="724" y="2246"/>
              <a:ext cx="408" cy="360"/>
              <a:chOff x="876" y="2148"/>
              <a:chExt cx="408" cy="360"/>
            </a:xfrm>
          </p:grpSpPr>
          <p:sp>
            <p:nvSpPr>
              <p:cNvPr id="141385" name="Rectangle 74"/>
              <p:cNvSpPr/>
              <p:nvPr/>
            </p:nvSpPr>
            <p:spPr>
              <a:xfrm>
                <a:off x="876" y="2220"/>
                <a:ext cx="408" cy="288"/>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41386" name="Oval 75"/>
              <p:cNvSpPr/>
              <p:nvPr/>
            </p:nvSpPr>
            <p:spPr>
              <a:xfrm>
                <a:off x="1044" y="2148"/>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41387" name="Group 76"/>
            <p:cNvGrpSpPr/>
            <p:nvPr/>
          </p:nvGrpSpPr>
          <p:grpSpPr>
            <a:xfrm rot="-5400000">
              <a:off x="716" y="2934"/>
              <a:ext cx="408" cy="360"/>
              <a:chOff x="876" y="2148"/>
              <a:chExt cx="408" cy="360"/>
            </a:xfrm>
          </p:grpSpPr>
          <p:sp>
            <p:nvSpPr>
              <p:cNvPr id="141388" name="Rectangle 77"/>
              <p:cNvSpPr/>
              <p:nvPr/>
            </p:nvSpPr>
            <p:spPr>
              <a:xfrm>
                <a:off x="876" y="2220"/>
                <a:ext cx="408" cy="288"/>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41389" name="Oval 78"/>
              <p:cNvSpPr/>
              <p:nvPr/>
            </p:nvSpPr>
            <p:spPr>
              <a:xfrm>
                <a:off x="1044" y="2148"/>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41390" name="Group 79"/>
            <p:cNvGrpSpPr/>
            <p:nvPr/>
          </p:nvGrpSpPr>
          <p:grpSpPr>
            <a:xfrm rot="-5400000">
              <a:off x="724" y="3602"/>
              <a:ext cx="408" cy="360"/>
              <a:chOff x="876" y="2148"/>
              <a:chExt cx="408" cy="360"/>
            </a:xfrm>
          </p:grpSpPr>
          <p:sp>
            <p:nvSpPr>
              <p:cNvPr id="141391" name="Rectangle 80"/>
              <p:cNvSpPr/>
              <p:nvPr/>
            </p:nvSpPr>
            <p:spPr>
              <a:xfrm>
                <a:off x="876" y="2220"/>
                <a:ext cx="408" cy="288"/>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41392" name="Oval 81"/>
              <p:cNvSpPr/>
              <p:nvPr/>
            </p:nvSpPr>
            <p:spPr>
              <a:xfrm>
                <a:off x="1044" y="2148"/>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41393" name="Line 82"/>
            <p:cNvSpPr/>
            <p:nvPr/>
          </p:nvSpPr>
          <p:spPr>
            <a:xfrm flipH="1">
              <a:off x="1104" y="3864"/>
              <a:ext cx="552" cy="0"/>
            </a:xfrm>
            <a:prstGeom prst="line">
              <a:avLst/>
            </a:prstGeom>
            <a:ln w="19050" cap="flat" cmpd="sng">
              <a:solidFill>
                <a:srgbClr val="3333FF"/>
              </a:solidFill>
              <a:prstDash val="solid"/>
              <a:round/>
              <a:headEnd type="none" w="med" len="med"/>
              <a:tailEnd type="none" w="sm" len="lg"/>
            </a:ln>
          </p:spPr>
        </p:sp>
        <p:sp>
          <p:nvSpPr>
            <p:cNvPr id="141394" name="Line 83"/>
            <p:cNvSpPr/>
            <p:nvPr/>
          </p:nvSpPr>
          <p:spPr>
            <a:xfrm>
              <a:off x="1104" y="3696"/>
              <a:ext cx="156" cy="0"/>
            </a:xfrm>
            <a:prstGeom prst="line">
              <a:avLst/>
            </a:prstGeom>
            <a:ln w="19050" cap="flat" cmpd="sng">
              <a:solidFill>
                <a:srgbClr val="3333FF"/>
              </a:solidFill>
              <a:prstDash val="solid"/>
              <a:round/>
              <a:headEnd type="none" w="med" len="med"/>
              <a:tailEnd type="none" w="sm" len="lg"/>
            </a:ln>
          </p:spPr>
        </p:sp>
        <p:sp>
          <p:nvSpPr>
            <p:cNvPr id="141395" name="Line 84"/>
            <p:cNvSpPr/>
            <p:nvPr/>
          </p:nvSpPr>
          <p:spPr>
            <a:xfrm flipV="1">
              <a:off x="1488" y="2496"/>
              <a:ext cx="1596" cy="0"/>
            </a:xfrm>
            <a:prstGeom prst="line">
              <a:avLst/>
            </a:prstGeom>
            <a:ln w="19050" cap="flat" cmpd="sng">
              <a:solidFill>
                <a:srgbClr val="3333FF"/>
              </a:solidFill>
              <a:prstDash val="solid"/>
              <a:round/>
              <a:headEnd type="none" w="med" len="med"/>
              <a:tailEnd type="none" w="sm" len="lg"/>
            </a:ln>
          </p:spPr>
        </p:sp>
        <p:sp>
          <p:nvSpPr>
            <p:cNvPr id="141396" name="Line 85"/>
            <p:cNvSpPr/>
            <p:nvPr/>
          </p:nvSpPr>
          <p:spPr>
            <a:xfrm flipV="1">
              <a:off x="1104" y="2988"/>
              <a:ext cx="96" cy="0"/>
            </a:xfrm>
            <a:prstGeom prst="line">
              <a:avLst/>
            </a:prstGeom>
            <a:ln w="19050" cap="flat" cmpd="sng">
              <a:solidFill>
                <a:srgbClr val="3333FF"/>
              </a:solidFill>
              <a:prstDash val="solid"/>
              <a:round/>
              <a:headEnd type="none" w="med" len="med"/>
              <a:tailEnd type="none" w="sm" len="lg"/>
            </a:ln>
          </p:spPr>
        </p:sp>
        <p:sp>
          <p:nvSpPr>
            <p:cNvPr id="141397" name="Line 86"/>
            <p:cNvSpPr/>
            <p:nvPr/>
          </p:nvSpPr>
          <p:spPr>
            <a:xfrm>
              <a:off x="552" y="3000"/>
              <a:ext cx="96" cy="0"/>
            </a:xfrm>
            <a:prstGeom prst="line">
              <a:avLst/>
            </a:prstGeom>
            <a:ln w="19050" cap="flat" cmpd="sng">
              <a:solidFill>
                <a:srgbClr val="3333FF"/>
              </a:solidFill>
              <a:prstDash val="solid"/>
              <a:round/>
              <a:headEnd type="none" w="med" len="med"/>
              <a:tailEnd type="none" w="sm" len="lg"/>
            </a:ln>
          </p:spPr>
        </p:sp>
        <p:sp>
          <p:nvSpPr>
            <p:cNvPr id="141398" name="Line 87"/>
            <p:cNvSpPr/>
            <p:nvPr/>
          </p:nvSpPr>
          <p:spPr>
            <a:xfrm flipV="1">
              <a:off x="648" y="2424"/>
              <a:ext cx="0" cy="576"/>
            </a:xfrm>
            <a:prstGeom prst="line">
              <a:avLst/>
            </a:prstGeom>
            <a:ln w="19050" cap="flat" cmpd="sng">
              <a:solidFill>
                <a:srgbClr val="3333FF"/>
              </a:solidFill>
              <a:prstDash val="solid"/>
              <a:round/>
              <a:headEnd type="none" w="med" len="med"/>
              <a:tailEnd type="none" w="sm" len="lg"/>
            </a:ln>
          </p:spPr>
        </p:sp>
        <p:sp>
          <p:nvSpPr>
            <p:cNvPr id="141399" name="Line 88"/>
            <p:cNvSpPr/>
            <p:nvPr/>
          </p:nvSpPr>
          <p:spPr>
            <a:xfrm flipV="1">
              <a:off x="648" y="2424"/>
              <a:ext cx="96" cy="0"/>
            </a:xfrm>
            <a:prstGeom prst="line">
              <a:avLst/>
            </a:prstGeom>
            <a:ln w="19050" cap="flat" cmpd="sng">
              <a:solidFill>
                <a:srgbClr val="3333FF"/>
              </a:solidFill>
              <a:prstDash val="solid"/>
              <a:round/>
              <a:headEnd type="none" w="med" len="med"/>
              <a:tailEnd type="none" w="sm" len="lg"/>
            </a:ln>
          </p:spPr>
        </p:sp>
        <p:sp>
          <p:nvSpPr>
            <p:cNvPr id="141400" name="Line 89"/>
            <p:cNvSpPr/>
            <p:nvPr/>
          </p:nvSpPr>
          <p:spPr>
            <a:xfrm>
              <a:off x="552" y="3108"/>
              <a:ext cx="192" cy="0"/>
            </a:xfrm>
            <a:prstGeom prst="line">
              <a:avLst/>
            </a:prstGeom>
            <a:ln w="19050" cap="flat" cmpd="sng">
              <a:solidFill>
                <a:srgbClr val="3333FF"/>
              </a:solidFill>
              <a:prstDash val="solid"/>
              <a:round/>
              <a:headEnd type="none" w="med" len="med"/>
              <a:tailEnd type="none" w="sm" len="lg"/>
            </a:ln>
          </p:spPr>
        </p:sp>
        <p:sp>
          <p:nvSpPr>
            <p:cNvPr id="141401" name="Line 90"/>
            <p:cNvSpPr/>
            <p:nvPr/>
          </p:nvSpPr>
          <p:spPr>
            <a:xfrm flipV="1">
              <a:off x="552" y="3216"/>
              <a:ext cx="84" cy="0"/>
            </a:xfrm>
            <a:prstGeom prst="line">
              <a:avLst/>
            </a:prstGeom>
            <a:ln w="19050" cap="flat" cmpd="sng">
              <a:solidFill>
                <a:srgbClr val="3333FF"/>
              </a:solidFill>
              <a:prstDash val="solid"/>
              <a:round/>
              <a:headEnd type="none" w="med" len="med"/>
              <a:tailEnd type="none" w="sm" len="lg"/>
            </a:ln>
          </p:spPr>
        </p:sp>
        <p:sp>
          <p:nvSpPr>
            <p:cNvPr id="141402" name="Line 91"/>
            <p:cNvSpPr/>
            <p:nvPr/>
          </p:nvSpPr>
          <p:spPr>
            <a:xfrm>
              <a:off x="636" y="3204"/>
              <a:ext cx="0" cy="576"/>
            </a:xfrm>
            <a:prstGeom prst="line">
              <a:avLst/>
            </a:prstGeom>
            <a:ln w="19050" cap="flat" cmpd="sng">
              <a:solidFill>
                <a:srgbClr val="3333FF"/>
              </a:solidFill>
              <a:prstDash val="solid"/>
              <a:round/>
              <a:headEnd type="none" w="med" len="med"/>
              <a:tailEnd type="none" w="sm" len="lg"/>
            </a:ln>
          </p:spPr>
        </p:sp>
        <p:sp>
          <p:nvSpPr>
            <p:cNvPr id="141403" name="Line 92"/>
            <p:cNvSpPr/>
            <p:nvPr/>
          </p:nvSpPr>
          <p:spPr>
            <a:xfrm>
              <a:off x="636" y="3780"/>
              <a:ext cx="108" cy="0"/>
            </a:xfrm>
            <a:prstGeom prst="line">
              <a:avLst/>
            </a:prstGeom>
            <a:ln w="19050" cap="flat" cmpd="sng">
              <a:solidFill>
                <a:srgbClr val="3333FF"/>
              </a:solidFill>
              <a:prstDash val="solid"/>
              <a:round/>
              <a:headEnd type="none" w="med" len="med"/>
              <a:tailEnd type="none" w="sm" len="lg"/>
            </a:ln>
          </p:spPr>
        </p:sp>
        <p:sp>
          <p:nvSpPr>
            <p:cNvPr id="141404" name="Line 93"/>
            <p:cNvSpPr/>
            <p:nvPr/>
          </p:nvSpPr>
          <p:spPr>
            <a:xfrm flipV="1">
              <a:off x="96" y="3132"/>
              <a:ext cx="84" cy="0"/>
            </a:xfrm>
            <a:prstGeom prst="line">
              <a:avLst/>
            </a:prstGeom>
            <a:ln w="19050" cap="flat" cmpd="sng">
              <a:solidFill>
                <a:srgbClr val="3333FF"/>
              </a:solidFill>
              <a:prstDash val="solid"/>
              <a:round/>
              <a:headEnd type="none" w="med" len="med"/>
              <a:tailEnd type="none" w="sm" len="lg"/>
            </a:ln>
          </p:spPr>
        </p:sp>
        <p:sp>
          <p:nvSpPr>
            <p:cNvPr id="141405" name="Line 94"/>
            <p:cNvSpPr/>
            <p:nvPr/>
          </p:nvSpPr>
          <p:spPr>
            <a:xfrm>
              <a:off x="96" y="1812"/>
              <a:ext cx="0" cy="1308"/>
            </a:xfrm>
            <a:prstGeom prst="line">
              <a:avLst/>
            </a:prstGeom>
            <a:ln w="19050" cap="flat" cmpd="sng">
              <a:solidFill>
                <a:srgbClr val="3333FF"/>
              </a:solidFill>
              <a:prstDash val="solid"/>
              <a:round/>
              <a:headEnd type="none" w="med" len="med"/>
              <a:tailEnd type="none" w="sm" len="lg"/>
            </a:ln>
          </p:spPr>
        </p:sp>
        <p:sp>
          <p:nvSpPr>
            <p:cNvPr id="141406" name="Line 95"/>
            <p:cNvSpPr/>
            <p:nvPr/>
          </p:nvSpPr>
          <p:spPr>
            <a:xfrm>
              <a:off x="96" y="1812"/>
              <a:ext cx="3084" cy="0"/>
            </a:xfrm>
            <a:prstGeom prst="line">
              <a:avLst/>
            </a:prstGeom>
            <a:ln w="19050" cap="flat" cmpd="sng">
              <a:solidFill>
                <a:srgbClr val="3333FF"/>
              </a:solidFill>
              <a:prstDash val="solid"/>
              <a:round/>
              <a:headEnd type="none" w="med" len="med"/>
              <a:tailEnd type="none" w="sm" len="lg"/>
            </a:ln>
          </p:spPr>
        </p:sp>
        <p:sp>
          <p:nvSpPr>
            <p:cNvPr id="141407" name="Line 96"/>
            <p:cNvSpPr/>
            <p:nvPr/>
          </p:nvSpPr>
          <p:spPr>
            <a:xfrm>
              <a:off x="1092" y="2508"/>
              <a:ext cx="108" cy="0"/>
            </a:xfrm>
            <a:prstGeom prst="line">
              <a:avLst/>
            </a:prstGeom>
            <a:ln w="19050" cap="flat" cmpd="sng">
              <a:solidFill>
                <a:srgbClr val="3333FF"/>
              </a:solidFill>
              <a:prstDash val="solid"/>
              <a:round/>
              <a:headEnd type="none" w="med" len="med"/>
              <a:tailEnd type="none" w="sm" len="lg"/>
            </a:ln>
          </p:spPr>
        </p:sp>
        <p:sp>
          <p:nvSpPr>
            <p:cNvPr id="141408" name="Line 97"/>
            <p:cNvSpPr/>
            <p:nvPr/>
          </p:nvSpPr>
          <p:spPr>
            <a:xfrm>
              <a:off x="1824" y="2328"/>
              <a:ext cx="1776" cy="0"/>
            </a:xfrm>
            <a:prstGeom prst="line">
              <a:avLst/>
            </a:prstGeom>
            <a:ln w="19050" cap="flat" cmpd="sng">
              <a:solidFill>
                <a:srgbClr val="3333FF"/>
              </a:solidFill>
              <a:prstDash val="solid"/>
              <a:round/>
              <a:headEnd type="none" w="med" len="med"/>
              <a:tailEnd type="none" w="sm" len="lg"/>
            </a:ln>
          </p:spPr>
        </p:sp>
        <p:sp>
          <p:nvSpPr>
            <p:cNvPr id="141409" name="Line 98"/>
            <p:cNvSpPr/>
            <p:nvPr/>
          </p:nvSpPr>
          <p:spPr>
            <a:xfrm>
              <a:off x="3600" y="2328"/>
              <a:ext cx="0" cy="492"/>
            </a:xfrm>
            <a:prstGeom prst="line">
              <a:avLst/>
            </a:prstGeom>
            <a:ln w="19050" cap="flat" cmpd="sng">
              <a:solidFill>
                <a:srgbClr val="3333FF"/>
              </a:solidFill>
              <a:prstDash val="solid"/>
              <a:round/>
              <a:headEnd type="none" w="med" len="med"/>
              <a:tailEnd type="none" w="sm" len="lg"/>
            </a:ln>
          </p:spPr>
        </p:sp>
        <p:sp>
          <p:nvSpPr>
            <p:cNvPr id="141410" name="Oval 99"/>
            <p:cNvSpPr/>
            <p:nvPr/>
          </p:nvSpPr>
          <p:spPr>
            <a:xfrm>
              <a:off x="3412" y="1946"/>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411" name="Oval 100"/>
            <p:cNvSpPr/>
            <p:nvPr/>
          </p:nvSpPr>
          <p:spPr>
            <a:xfrm>
              <a:off x="1160" y="267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412" name="Oval 101"/>
            <p:cNvSpPr/>
            <p:nvPr/>
          </p:nvSpPr>
          <p:spPr>
            <a:xfrm>
              <a:off x="1800" y="229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413" name="Line 102"/>
            <p:cNvSpPr/>
            <p:nvPr/>
          </p:nvSpPr>
          <p:spPr>
            <a:xfrm>
              <a:off x="2508" y="2700"/>
              <a:ext cx="0" cy="96"/>
            </a:xfrm>
            <a:prstGeom prst="line">
              <a:avLst/>
            </a:prstGeom>
            <a:ln w="19050" cap="flat" cmpd="sng">
              <a:solidFill>
                <a:srgbClr val="3333FF"/>
              </a:solidFill>
              <a:prstDash val="solid"/>
              <a:round/>
              <a:headEnd type="none" w="med" len="med"/>
              <a:tailEnd type="none" w="sm" len="lg"/>
            </a:ln>
          </p:spPr>
        </p:sp>
        <p:sp>
          <p:nvSpPr>
            <p:cNvPr id="141414" name="Line 103"/>
            <p:cNvSpPr/>
            <p:nvPr/>
          </p:nvSpPr>
          <p:spPr>
            <a:xfrm>
              <a:off x="1200" y="2700"/>
              <a:ext cx="1308" cy="0"/>
            </a:xfrm>
            <a:prstGeom prst="line">
              <a:avLst/>
            </a:prstGeom>
            <a:ln w="19050" cap="flat" cmpd="sng">
              <a:solidFill>
                <a:srgbClr val="3333FF"/>
              </a:solidFill>
              <a:prstDash val="solid"/>
              <a:round/>
              <a:headEnd type="none" w="med" len="med"/>
              <a:tailEnd type="none" w="sm" len="lg"/>
            </a:ln>
          </p:spPr>
        </p:sp>
        <p:sp>
          <p:nvSpPr>
            <p:cNvPr id="141415" name="Line 104"/>
            <p:cNvSpPr/>
            <p:nvPr/>
          </p:nvSpPr>
          <p:spPr>
            <a:xfrm flipH="1">
              <a:off x="3168" y="1740"/>
              <a:ext cx="0" cy="72"/>
            </a:xfrm>
            <a:prstGeom prst="line">
              <a:avLst/>
            </a:prstGeom>
            <a:ln w="19050" cap="flat" cmpd="sng">
              <a:solidFill>
                <a:srgbClr val="3333FF"/>
              </a:solidFill>
              <a:prstDash val="solid"/>
              <a:round/>
              <a:headEnd type="none" w="med" len="med"/>
              <a:tailEnd type="none" w="sm" len="lg"/>
            </a:ln>
          </p:spPr>
        </p:sp>
        <p:sp>
          <p:nvSpPr>
            <p:cNvPr id="141416" name="Line 105"/>
            <p:cNvSpPr/>
            <p:nvPr/>
          </p:nvSpPr>
          <p:spPr>
            <a:xfrm>
              <a:off x="2868" y="1728"/>
              <a:ext cx="12" cy="96"/>
            </a:xfrm>
            <a:prstGeom prst="line">
              <a:avLst/>
            </a:prstGeom>
            <a:ln w="19050" cap="flat" cmpd="sng">
              <a:solidFill>
                <a:srgbClr val="3333FF"/>
              </a:solidFill>
              <a:prstDash val="solid"/>
              <a:round/>
              <a:headEnd type="none" w="med" len="med"/>
              <a:tailEnd type="none" w="sm" len="lg"/>
            </a:ln>
          </p:spPr>
        </p:sp>
        <p:sp>
          <p:nvSpPr>
            <p:cNvPr id="141417" name="Oval 106"/>
            <p:cNvSpPr/>
            <p:nvPr/>
          </p:nvSpPr>
          <p:spPr>
            <a:xfrm>
              <a:off x="2840" y="1782"/>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418" name="Line 107"/>
            <p:cNvSpPr/>
            <p:nvPr/>
          </p:nvSpPr>
          <p:spPr>
            <a:xfrm>
              <a:off x="2136" y="1716"/>
              <a:ext cx="0" cy="408"/>
            </a:xfrm>
            <a:prstGeom prst="line">
              <a:avLst/>
            </a:prstGeom>
            <a:ln w="19050" cap="flat" cmpd="sng">
              <a:solidFill>
                <a:srgbClr val="3333FF"/>
              </a:solidFill>
              <a:prstDash val="solid"/>
              <a:round/>
              <a:headEnd type="none" w="med" len="med"/>
              <a:tailEnd type="none" w="sm" len="lg"/>
            </a:ln>
          </p:spPr>
        </p:sp>
        <p:sp>
          <p:nvSpPr>
            <p:cNvPr id="141419" name="Line 108"/>
            <p:cNvSpPr/>
            <p:nvPr/>
          </p:nvSpPr>
          <p:spPr>
            <a:xfrm>
              <a:off x="2136" y="2136"/>
              <a:ext cx="2064" cy="0"/>
            </a:xfrm>
            <a:prstGeom prst="line">
              <a:avLst/>
            </a:prstGeom>
            <a:ln w="19050" cap="flat" cmpd="sng">
              <a:solidFill>
                <a:srgbClr val="3333FF"/>
              </a:solidFill>
              <a:prstDash val="solid"/>
              <a:round/>
              <a:headEnd type="none" w="med" len="med"/>
              <a:tailEnd type="none" w="sm" len="lg"/>
            </a:ln>
          </p:spPr>
        </p:sp>
        <p:sp>
          <p:nvSpPr>
            <p:cNvPr id="141420" name="Line 109"/>
            <p:cNvSpPr/>
            <p:nvPr/>
          </p:nvSpPr>
          <p:spPr>
            <a:xfrm>
              <a:off x="4200" y="2136"/>
              <a:ext cx="0" cy="684"/>
            </a:xfrm>
            <a:prstGeom prst="line">
              <a:avLst/>
            </a:prstGeom>
            <a:ln w="19050" cap="flat" cmpd="sng">
              <a:solidFill>
                <a:srgbClr val="3333FF"/>
              </a:solidFill>
              <a:prstDash val="solid"/>
              <a:round/>
              <a:headEnd type="none" w="med" len="med"/>
              <a:tailEnd type="none" w="sm" len="lg"/>
            </a:ln>
          </p:spPr>
        </p:sp>
        <p:sp>
          <p:nvSpPr>
            <p:cNvPr id="141421" name="Line 110"/>
            <p:cNvSpPr/>
            <p:nvPr/>
          </p:nvSpPr>
          <p:spPr>
            <a:xfrm>
              <a:off x="2520" y="1728"/>
              <a:ext cx="0" cy="252"/>
            </a:xfrm>
            <a:prstGeom prst="line">
              <a:avLst/>
            </a:prstGeom>
            <a:ln w="19050" cap="flat" cmpd="sng">
              <a:solidFill>
                <a:srgbClr val="3333FF"/>
              </a:solidFill>
              <a:prstDash val="solid"/>
              <a:round/>
              <a:headEnd type="none" w="med" len="med"/>
              <a:tailEnd type="none" w="sm" len="lg"/>
            </a:ln>
          </p:spPr>
        </p:sp>
        <p:sp>
          <p:nvSpPr>
            <p:cNvPr id="141422" name="Line 111"/>
            <p:cNvSpPr/>
            <p:nvPr/>
          </p:nvSpPr>
          <p:spPr>
            <a:xfrm>
              <a:off x="2508" y="1980"/>
              <a:ext cx="1524" cy="0"/>
            </a:xfrm>
            <a:prstGeom prst="line">
              <a:avLst/>
            </a:prstGeom>
            <a:ln w="19050" cap="flat" cmpd="sng">
              <a:solidFill>
                <a:srgbClr val="3333FF"/>
              </a:solidFill>
              <a:prstDash val="solid"/>
              <a:round/>
              <a:headEnd type="none" w="med" len="med"/>
              <a:tailEnd type="none" w="sm" len="lg"/>
            </a:ln>
          </p:spPr>
        </p:sp>
        <p:sp>
          <p:nvSpPr>
            <p:cNvPr id="141423" name="Line 112"/>
            <p:cNvSpPr/>
            <p:nvPr/>
          </p:nvSpPr>
          <p:spPr>
            <a:xfrm flipH="1">
              <a:off x="3444" y="1740"/>
              <a:ext cx="0" cy="228"/>
            </a:xfrm>
            <a:prstGeom prst="line">
              <a:avLst/>
            </a:prstGeom>
            <a:ln w="19050" cap="flat" cmpd="sng">
              <a:solidFill>
                <a:srgbClr val="3333FF"/>
              </a:solidFill>
              <a:prstDash val="solid"/>
              <a:round/>
              <a:headEnd type="none" w="med" len="med"/>
              <a:tailEnd type="none" w="sm" len="lg"/>
            </a:ln>
          </p:spPr>
        </p:sp>
        <p:sp>
          <p:nvSpPr>
            <p:cNvPr id="141424" name="Line 113"/>
            <p:cNvSpPr/>
            <p:nvPr/>
          </p:nvSpPr>
          <p:spPr>
            <a:xfrm>
              <a:off x="4032" y="1980"/>
              <a:ext cx="0" cy="72"/>
            </a:xfrm>
            <a:prstGeom prst="line">
              <a:avLst/>
            </a:prstGeom>
            <a:ln w="19050" cap="flat" cmpd="sng">
              <a:solidFill>
                <a:srgbClr val="3333FF"/>
              </a:solidFill>
              <a:prstDash val="solid"/>
              <a:round/>
              <a:headEnd type="none" w="med" len="med"/>
              <a:tailEnd type="none" w="sm" len="lg"/>
            </a:ln>
          </p:spPr>
        </p:sp>
        <p:sp>
          <p:nvSpPr>
            <p:cNvPr id="141425" name="Line 114"/>
            <p:cNvSpPr/>
            <p:nvPr/>
          </p:nvSpPr>
          <p:spPr>
            <a:xfrm>
              <a:off x="3948" y="2064"/>
              <a:ext cx="156" cy="0"/>
            </a:xfrm>
            <a:prstGeom prst="line">
              <a:avLst/>
            </a:prstGeom>
            <a:ln w="38100" cap="flat" cmpd="sng">
              <a:solidFill>
                <a:srgbClr val="3333FF"/>
              </a:solidFill>
              <a:prstDash val="solid"/>
              <a:roun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4" name="Text Box 4"/>
          <p:cNvSpPr txBox="1">
            <a:spLocks noChangeArrowheads="1"/>
          </p:cNvSpPr>
          <p:nvPr/>
        </p:nvSpPr>
        <p:spPr bwMode="auto">
          <a:xfrm>
            <a:off x="2251075" y="1028700"/>
            <a:ext cx="4568825" cy="583565"/>
          </a:xfrm>
          <a:prstGeom prst="rect">
            <a:avLst/>
          </a:prstGeom>
          <a:noFill/>
          <a:ln w="19050">
            <a:noFill/>
            <a:miter lim="800000"/>
            <a:tailEnd type="none" w="sm" len="lg"/>
          </a:ln>
          <a:effectLst/>
        </p:spPr>
        <p:txBody>
          <a:bodyPr>
            <a:spAutoFit/>
          </a:bodyPr>
          <a:lstStyle/>
          <a:p>
            <a:pPr marR="0" defTabSz="914400">
              <a:buClrTx/>
              <a:buSzTx/>
              <a:buFontTx/>
              <a:buNone/>
              <a:defRPr/>
            </a:pPr>
            <a:r>
              <a:rPr kumimoji="1" lang="en-US" altLang="zh-CN" sz="3200" b="1" i="0" kern="1200" cap="none" spc="0" normalizeH="0" baseline="0" noProof="0" dirty="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5.7    </a:t>
            </a:r>
            <a:r>
              <a:rPr kumimoji="1" lang="zh-CN" altLang="en-US" sz="3200" b="1" i="0"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数值比较器</a:t>
            </a:r>
            <a:endParaRPr kumimoji="1" lang="zh-CN" altLang="en-US" sz="3200" b="1" i="0"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42338" name="Text Box 5"/>
          <p:cNvSpPr txBox="1"/>
          <p:nvPr/>
        </p:nvSpPr>
        <p:spPr>
          <a:xfrm>
            <a:off x="542925" y="2124075"/>
            <a:ext cx="5695950" cy="946150"/>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完成两个</a:t>
            </a:r>
            <a:r>
              <a:rPr lang="en-US" altLang="zh-CN" sz="2800" i="0" dirty="0">
                <a:latin typeface="Times New Roman" panose="02020603050405020304" pitchFamily="18" charset="0"/>
                <a:ea typeface="宋体" panose="02010600030101010101" pitchFamily="2" charset="-122"/>
              </a:rPr>
              <a:t>4</a:t>
            </a:r>
            <a:r>
              <a:rPr lang="zh-CN" altLang="en-US" sz="2800" i="0" dirty="0">
                <a:latin typeface="Times New Roman" panose="02020603050405020304" pitchFamily="18" charset="0"/>
                <a:ea typeface="宋体" panose="02010600030101010101" pitchFamily="2" charset="-122"/>
              </a:rPr>
              <a:t>位二进制数的比较工作。</a:t>
            </a:r>
            <a:endParaRPr lang="zh-CN" altLang="en-US" sz="2800" i="0" dirty="0">
              <a:latin typeface="Times New Roman" panose="02020603050405020304" pitchFamily="18" charset="0"/>
              <a:ea typeface="宋体" panose="02010600030101010101" pitchFamily="2" charset="-122"/>
            </a:endParaRPr>
          </a:p>
          <a:p>
            <a:pPr algn="ct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20164"/>
                                        </p:tgtEl>
                                        <p:attrNameLst>
                                          <p:attrName>style.visibility</p:attrName>
                                        </p:attrNameLst>
                                      </p:cBhvr>
                                      <p:to>
                                        <p:strVal val="visible"/>
                                      </p:to>
                                    </p:set>
                                    <p:anim calcmode="lin" valueType="num">
                                      <p:cBhvr>
                                        <p:cTn id="7" dur="500" fill="hold"/>
                                        <p:tgtEl>
                                          <p:spTgt spid="220164"/>
                                        </p:tgtEl>
                                        <p:attrNameLst>
                                          <p:attrName>ppt_w</p:attrName>
                                        </p:attrNameLst>
                                      </p:cBhvr>
                                      <p:tavLst>
                                        <p:tav tm="0">
                                          <p:val>
                                            <p:fltVal val="0.000000"/>
                                          </p:val>
                                        </p:tav>
                                        <p:tav tm="100000">
                                          <p:val>
                                            <p:strVal val="#ppt_w"/>
                                          </p:val>
                                        </p:tav>
                                      </p:tavLst>
                                    </p:anim>
                                    <p:anim calcmode="lin" valueType="num">
                                      <p:cBhvr>
                                        <p:cTn id="8" dur="500" fill="hold"/>
                                        <p:tgtEl>
                                          <p:spTgt spid="220164"/>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4" grpId="0" bldLvl="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Text Box 2"/>
          <p:cNvSpPr txBox="1"/>
          <p:nvPr/>
        </p:nvSpPr>
        <p:spPr>
          <a:xfrm>
            <a:off x="633413" y="3657600"/>
            <a:ext cx="2514600" cy="519113"/>
          </a:xfrm>
          <a:prstGeom prst="rect">
            <a:avLst/>
          </a:prstGeom>
          <a:noFill/>
          <a:ln w="9525">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函数表达式</a:t>
            </a:r>
            <a:endParaRPr lang="zh-CN" altLang="en-US" sz="2800" b="1" i="0" dirty="0">
              <a:latin typeface="Times New Roman" panose="02020603050405020304" pitchFamily="18" charset="0"/>
              <a:ea typeface="宋体" panose="02010600030101010101" pitchFamily="2" charset="-122"/>
            </a:endParaRPr>
          </a:p>
        </p:txBody>
      </p:sp>
      <p:graphicFrame>
        <p:nvGraphicFramePr>
          <p:cNvPr id="115715" name="Object 3"/>
          <p:cNvGraphicFramePr>
            <a:graphicFrameLocks noChangeAspect="1"/>
          </p:cNvGraphicFramePr>
          <p:nvPr/>
        </p:nvGraphicFramePr>
        <p:xfrm>
          <a:off x="2532063" y="3657600"/>
          <a:ext cx="5499100" cy="630238"/>
        </p:xfrm>
        <a:graphic>
          <a:graphicData uri="http://schemas.openxmlformats.org/presentationml/2006/ole">
            <mc:AlternateContent xmlns:mc="http://schemas.openxmlformats.org/markup-compatibility/2006">
              <mc:Choice xmlns:v="urn:schemas-microsoft-com:vml" Requires="v">
                <p:oleObj spid="_x0000_s3312" name="" r:id="rId1" imgW="2801620" imgH="301625" progId="Equation.3">
                  <p:embed/>
                </p:oleObj>
              </mc:Choice>
              <mc:Fallback>
                <p:oleObj name="" r:id="rId1" imgW="2801620" imgH="301625" progId="Equation.3">
                  <p:embed/>
                  <p:pic>
                    <p:nvPicPr>
                      <p:cNvPr id="0" name="图片 3311"/>
                      <p:cNvPicPr/>
                      <p:nvPr/>
                    </p:nvPicPr>
                    <p:blipFill>
                      <a:blip r:embed="rId2">
                        <a:clrChange>
                          <a:clrFrom>
                            <a:srgbClr val="000000"/>
                          </a:clrFrom>
                          <a:clrTo>
                            <a:srgbClr val="000000"/>
                          </a:clrTo>
                        </a:clrChange>
                      </a:blip>
                      <a:stretch>
                        <a:fillRect/>
                      </a:stretch>
                    </p:blipFill>
                    <p:spPr>
                      <a:xfrm>
                        <a:off x="2532063" y="3657600"/>
                        <a:ext cx="5499100" cy="630238"/>
                      </a:xfrm>
                      <a:prstGeom prst="rect">
                        <a:avLst/>
                      </a:prstGeom>
                      <a:noFill/>
                      <a:ln w="38100">
                        <a:noFill/>
                        <a:miter/>
                      </a:ln>
                    </p:spPr>
                  </p:pic>
                </p:oleObj>
              </mc:Fallback>
            </mc:AlternateContent>
          </a:graphicData>
        </a:graphic>
      </p:graphicFrame>
      <p:sp>
        <p:nvSpPr>
          <p:cNvPr id="115716" name="Text Box 4"/>
          <p:cNvSpPr txBox="1"/>
          <p:nvPr/>
        </p:nvSpPr>
        <p:spPr>
          <a:xfrm>
            <a:off x="547688" y="762000"/>
            <a:ext cx="4678362" cy="519113"/>
          </a:xfrm>
          <a:prstGeom prst="rect">
            <a:avLst/>
          </a:prstGeom>
          <a:noFill/>
          <a:ln w="9525">
            <a:noFill/>
          </a:ln>
        </p:spPr>
        <p:txBody>
          <a:bodyPr anchor="t" anchorCtr="0">
            <a:spAutoFit/>
          </a:bodyPr>
          <a:p>
            <a:pPr>
              <a:spcBef>
                <a:spcPct val="50000"/>
              </a:spcBef>
            </a:pPr>
            <a:r>
              <a:rPr lang="en-US" altLang="zh-CN" sz="2800" b="1" i="0" dirty="0">
                <a:latin typeface="宋体" panose="02010600030101010101" pitchFamily="2" charset="-122"/>
                <a:ea typeface="宋体" panose="02010600030101010101" pitchFamily="2" charset="-122"/>
              </a:rPr>
              <a:t>   1</a:t>
            </a:r>
            <a:r>
              <a:rPr lang="zh-CN" altLang="en-US" sz="2800" b="1" i="0" dirty="0">
                <a:latin typeface="宋体" panose="02010600030101010101" pitchFamily="2" charset="-122"/>
                <a:ea typeface="宋体" panose="02010600030101010101" pitchFamily="2" charset="-122"/>
              </a:rPr>
              <a:t>、一位数值比较器</a:t>
            </a:r>
            <a:endParaRPr lang="zh-CN" altLang="en-US" sz="2800" i="0" dirty="0">
              <a:latin typeface="Times New Roman" panose="02020603050405020304" pitchFamily="18" charset="0"/>
              <a:ea typeface="宋体" panose="02010600030101010101" pitchFamily="2" charset="-122"/>
            </a:endParaRPr>
          </a:p>
        </p:txBody>
      </p:sp>
      <p:grpSp>
        <p:nvGrpSpPr>
          <p:cNvPr id="2" name="Group 5"/>
          <p:cNvGrpSpPr/>
          <p:nvPr/>
        </p:nvGrpSpPr>
        <p:grpSpPr>
          <a:xfrm>
            <a:off x="1890713" y="1409700"/>
            <a:ext cx="4995862" cy="2243138"/>
            <a:chOff x="2276" y="2400"/>
            <a:chExt cx="3148" cy="1413"/>
          </a:xfrm>
        </p:grpSpPr>
        <p:sp>
          <p:nvSpPr>
            <p:cNvPr id="143365" name="Text Box 6"/>
            <p:cNvSpPr txBox="1"/>
            <p:nvPr/>
          </p:nvSpPr>
          <p:spPr>
            <a:xfrm>
              <a:off x="4704" y="2880"/>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(A=B)</a:t>
              </a:r>
              <a:endParaRPr lang="en-US" altLang="zh-CN" sz="2400" i="0" dirty="0">
                <a:latin typeface="Times New Roman" panose="02020603050405020304" pitchFamily="18" charset="0"/>
                <a:ea typeface="宋体" panose="02010600030101010101" pitchFamily="2" charset="-122"/>
              </a:endParaRPr>
            </a:p>
          </p:txBody>
        </p:sp>
        <p:sp>
          <p:nvSpPr>
            <p:cNvPr id="143366" name="Oval 7"/>
            <p:cNvSpPr/>
            <p:nvPr/>
          </p:nvSpPr>
          <p:spPr>
            <a:xfrm>
              <a:off x="3024" y="3090"/>
              <a:ext cx="76" cy="7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367" name="Line 8"/>
            <p:cNvSpPr/>
            <p:nvPr/>
          </p:nvSpPr>
          <p:spPr>
            <a:xfrm>
              <a:off x="3108" y="3126"/>
              <a:ext cx="204" cy="0"/>
            </a:xfrm>
            <a:prstGeom prst="line">
              <a:avLst/>
            </a:prstGeom>
            <a:ln w="9525" cap="flat" cmpd="sng">
              <a:solidFill>
                <a:srgbClr val="3333FF"/>
              </a:solidFill>
              <a:prstDash val="solid"/>
              <a:round/>
              <a:headEnd type="none" w="med" len="med"/>
              <a:tailEnd type="none" w="med" len="med"/>
            </a:ln>
          </p:spPr>
        </p:sp>
        <p:sp>
          <p:nvSpPr>
            <p:cNvPr id="143368" name="Line 9"/>
            <p:cNvSpPr/>
            <p:nvPr/>
          </p:nvSpPr>
          <p:spPr>
            <a:xfrm>
              <a:off x="2404" y="3029"/>
              <a:ext cx="284" cy="0"/>
            </a:xfrm>
            <a:prstGeom prst="line">
              <a:avLst/>
            </a:prstGeom>
            <a:ln w="9525" cap="flat" cmpd="sng">
              <a:solidFill>
                <a:srgbClr val="3333FF"/>
              </a:solidFill>
              <a:prstDash val="solid"/>
              <a:round/>
              <a:headEnd type="none" w="med" len="med"/>
              <a:tailEnd type="none" w="med" len="med"/>
            </a:ln>
          </p:spPr>
        </p:sp>
        <p:sp>
          <p:nvSpPr>
            <p:cNvPr id="143369" name="Line 10"/>
            <p:cNvSpPr/>
            <p:nvPr/>
          </p:nvSpPr>
          <p:spPr>
            <a:xfrm>
              <a:off x="2404" y="3224"/>
              <a:ext cx="284" cy="0"/>
            </a:xfrm>
            <a:prstGeom prst="line">
              <a:avLst/>
            </a:prstGeom>
            <a:ln w="9525" cap="flat" cmpd="sng">
              <a:solidFill>
                <a:srgbClr val="3333FF"/>
              </a:solidFill>
              <a:prstDash val="solid"/>
              <a:round/>
              <a:headEnd type="none" w="med" len="med"/>
              <a:tailEnd type="none" w="med" len="med"/>
            </a:ln>
          </p:spPr>
        </p:sp>
        <p:sp>
          <p:nvSpPr>
            <p:cNvPr id="143370" name="Text Box 11"/>
            <p:cNvSpPr txBox="1"/>
            <p:nvPr/>
          </p:nvSpPr>
          <p:spPr>
            <a:xfrm>
              <a:off x="2276" y="2736"/>
              <a:ext cx="26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143371" name="Text Box 12"/>
            <p:cNvSpPr txBox="1"/>
            <p:nvPr/>
          </p:nvSpPr>
          <p:spPr>
            <a:xfrm>
              <a:off x="2276" y="3264"/>
              <a:ext cx="26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grpSp>
          <p:nvGrpSpPr>
            <p:cNvPr id="143372" name="Group 13"/>
            <p:cNvGrpSpPr/>
            <p:nvPr/>
          </p:nvGrpSpPr>
          <p:grpSpPr>
            <a:xfrm>
              <a:off x="2677" y="2832"/>
              <a:ext cx="347" cy="588"/>
              <a:chOff x="1066" y="672"/>
              <a:chExt cx="347" cy="588"/>
            </a:xfrm>
          </p:grpSpPr>
          <p:sp>
            <p:nvSpPr>
              <p:cNvPr id="143373" name="Rectangle 14"/>
              <p:cNvSpPr/>
              <p:nvPr/>
            </p:nvSpPr>
            <p:spPr>
              <a:xfrm>
                <a:off x="1066" y="673"/>
                <a:ext cx="347" cy="587"/>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374" name="Text Box 15"/>
              <p:cNvSpPr txBox="1"/>
              <p:nvPr/>
            </p:nvSpPr>
            <p:spPr>
              <a:xfrm>
                <a:off x="1119" y="672"/>
                <a:ext cx="26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grpSp>
        <p:sp>
          <p:nvSpPr>
            <p:cNvPr id="143375" name="Text Box 16"/>
            <p:cNvSpPr txBox="1"/>
            <p:nvPr/>
          </p:nvSpPr>
          <p:spPr>
            <a:xfrm>
              <a:off x="4704" y="2400"/>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(A&gt;B)</a:t>
              </a:r>
              <a:endParaRPr lang="en-US" altLang="zh-CN" sz="2400" i="0" dirty="0">
                <a:latin typeface="Times New Roman" panose="02020603050405020304" pitchFamily="18" charset="0"/>
                <a:ea typeface="宋体" panose="02010600030101010101" pitchFamily="2" charset="-122"/>
              </a:endParaRPr>
            </a:p>
          </p:txBody>
        </p:sp>
        <p:sp>
          <p:nvSpPr>
            <p:cNvPr id="143376" name="Text Box 17"/>
            <p:cNvSpPr txBox="1"/>
            <p:nvPr/>
          </p:nvSpPr>
          <p:spPr>
            <a:xfrm>
              <a:off x="4704" y="3312"/>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(A&lt;B)</a:t>
              </a:r>
              <a:endParaRPr lang="en-US" altLang="zh-CN" sz="2400" i="0" dirty="0">
                <a:latin typeface="Times New Roman" panose="02020603050405020304" pitchFamily="18" charset="0"/>
                <a:ea typeface="宋体" panose="02010600030101010101" pitchFamily="2" charset="-122"/>
              </a:endParaRPr>
            </a:p>
          </p:txBody>
        </p:sp>
        <p:grpSp>
          <p:nvGrpSpPr>
            <p:cNvPr id="143377" name="Group 18"/>
            <p:cNvGrpSpPr/>
            <p:nvPr/>
          </p:nvGrpSpPr>
          <p:grpSpPr>
            <a:xfrm>
              <a:off x="3452" y="2475"/>
              <a:ext cx="340" cy="453"/>
              <a:chOff x="1066" y="672"/>
              <a:chExt cx="347" cy="588"/>
            </a:xfrm>
          </p:grpSpPr>
          <p:sp>
            <p:nvSpPr>
              <p:cNvPr id="143378" name="Rectangle 19"/>
              <p:cNvSpPr/>
              <p:nvPr/>
            </p:nvSpPr>
            <p:spPr>
              <a:xfrm>
                <a:off x="1066" y="673"/>
                <a:ext cx="347" cy="587"/>
              </a:xfrm>
              <a:prstGeom prst="rect">
                <a:avLst/>
              </a:prstGeom>
              <a:solidFill>
                <a:srgbClr val="E1FD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379" name="Text Box 20"/>
              <p:cNvSpPr txBox="1"/>
              <p:nvPr/>
            </p:nvSpPr>
            <p:spPr>
              <a:xfrm>
                <a:off x="1119" y="672"/>
                <a:ext cx="268" cy="374"/>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grpSp>
        <p:grpSp>
          <p:nvGrpSpPr>
            <p:cNvPr id="143380" name="Group 21"/>
            <p:cNvGrpSpPr/>
            <p:nvPr/>
          </p:nvGrpSpPr>
          <p:grpSpPr>
            <a:xfrm>
              <a:off x="3452" y="3360"/>
              <a:ext cx="340" cy="453"/>
              <a:chOff x="1066" y="672"/>
              <a:chExt cx="347" cy="588"/>
            </a:xfrm>
          </p:grpSpPr>
          <p:sp>
            <p:nvSpPr>
              <p:cNvPr id="143381" name="Rectangle 22"/>
              <p:cNvSpPr/>
              <p:nvPr/>
            </p:nvSpPr>
            <p:spPr>
              <a:xfrm>
                <a:off x="1066" y="673"/>
                <a:ext cx="347" cy="587"/>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382" name="Text Box 23"/>
              <p:cNvSpPr txBox="1"/>
              <p:nvPr/>
            </p:nvSpPr>
            <p:spPr>
              <a:xfrm>
                <a:off x="1119" y="672"/>
                <a:ext cx="268" cy="374"/>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grpSp>
        <p:sp>
          <p:nvSpPr>
            <p:cNvPr id="143383" name="Line 24"/>
            <p:cNvSpPr/>
            <p:nvPr/>
          </p:nvSpPr>
          <p:spPr>
            <a:xfrm>
              <a:off x="3312" y="2784"/>
              <a:ext cx="0" cy="680"/>
            </a:xfrm>
            <a:prstGeom prst="line">
              <a:avLst/>
            </a:prstGeom>
            <a:ln w="9525" cap="flat" cmpd="sng">
              <a:solidFill>
                <a:srgbClr val="3333FF"/>
              </a:solidFill>
              <a:prstDash val="solid"/>
              <a:round/>
              <a:headEnd type="none" w="med" len="med"/>
              <a:tailEnd type="none" w="med" len="med"/>
            </a:ln>
          </p:spPr>
        </p:sp>
        <p:sp>
          <p:nvSpPr>
            <p:cNvPr id="143384" name="Line 25"/>
            <p:cNvSpPr/>
            <p:nvPr/>
          </p:nvSpPr>
          <p:spPr>
            <a:xfrm flipH="1">
              <a:off x="3312" y="3456"/>
              <a:ext cx="136" cy="0"/>
            </a:xfrm>
            <a:prstGeom prst="line">
              <a:avLst/>
            </a:prstGeom>
            <a:ln w="9525" cap="flat" cmpd="sng">
              <a:solidFill>
                <a:srgbClr val="3333FF"/>
              </a:solidFill>
              <a:prstDash val="solid"/>
              <a:round/>
              <a:headEnd type="none" w="med" len="med"/>
              <a:tailEnd type="none" w="med" len="med"/>
            </a:ln>
          </p:spPr>
        </p:sp>
        <p:sp>
          <p:nvSpPr>
            <p:cNvPr id="143385" name="Line 26"/>
            <p:cNvSpPr/>
            <p:nvPr/>
          </p:nvSpPr>
          <p:spPr>
            <a:xfrm flipH="1">
              <a:off x="3312" y="2784"/>
              <a:ext cx="136" cy="0"/>
            </a:xfrm>
            <a:prstGeom prst="line">
              <a:avLst/>
            </a:prstGeom>
            <a:ln w="9525" cap="flat" cmpd="sng">
              <a:solidFill>
                <a:srgbClr val="3333FF"/>
              </a:solidFill>
              <a:prstDash val="solid"/>
              <a:round/>
              <a:headEnd type="none" w="med" len="med"/>
              <a:tailEnd type="none" w="med" len="med"/>
            </a:ln>
          </p:spPr>
        </p:sp>
        <p:sp>
          <p:nvSpPr>
            <p:cNvPr id="143386" name="Line 27"/>
            <p:cNvSpPr/>
            <p:nvPr/>
          </p:nvSpPr>
          <p:spPr>
            <a:xfrm>
              <a:off x="2592" y="3216"/>
              <a:ext cx="0" cy="499"/>
            </a:xfrm>
            <a:prstGeom prst="line">
              <a:avLst/>
            </a:prstGeom>
            <a:ln w="9525" cap="flat" cmpd="sng">
              <a:solidFill>
                <a:srgbClr val="3333FF"/>
              </a:solidFill>
              <a:prstDash val="solid"/>
              <a:round/>
              <a:headEnd type="none" w="med" len="med"/>
              <a:tailEnd type="none" w="med" len="med"/>
            </a:ln>
          </p:spPr>
        </p:sp>
        <p:sp>
          <p:nvSpPr>
            <p:cNvPr id="143387" name="Line 28"/>
            <p:cNvSpPr/>
            <p:nvPr/>
          </p:nvSpPr>
          <p:spPr>
            <a:xfrm>
              <a:off x="2592" y="3696"/>
              <a:ext cx="864" cy="0"/>
            </a:xfrm>
            <a:prstGeom prst="line">
              <a:avLst/>
            </a:prstGeom>
            <a:ln w="9525" cap="flat" cmpd="sng">
              <a:solidFill>
                <a:srgbClr val="3333FF"/>
              </a:solidFill>
              <a:prstDash val="solid"/>
              <a:round/>
              <a:headEnd type="none" w="med" len="med"/>
              <a:tailEnd type="none" w="med" len="med"/>
            </a:ln>
          </p:spPr>
        </p:sp>
        <p:sp>
          <p:nvSpPr>
            <p:cNvPr id="143388" name="Line 29"/>
            <p:cNvSpPr/>
            <p:nvPr/>
          </p:nvSpPr>
          <p:spPr>
            <a:xfrm flipV="1">
              <a:off x="2592" y="2571"/>
              <a:ext cx="0" cy="453"/>
            </a:xfrm>
            <a:prstGeom prst="line">
              <a:avLst/>
            </a:prstGeom>
            <a:ln w="9525" cap="flat" cmpd="sng">
              <a:solidFill>
                <a:srgbClr val="3333FF"/>
              </a:solidFill>
              <a:prstDash val="solid"/>
              <a:round/>
              <a:headEnd type="none" w="med" len="med"/>
              <a:tailEnd type="none" w="med" len="med"/>
            </a:ln>
          </p:spPr>
        </p:sp>
        <p:sp>
          <p:nvSpPr>
            <p:cNvPr id="143389" name="Line 30"/>
            <p:cNvSpPr/>
            <p:nvPr/>
          </p:nvSpPr>
          <p:spPr>
            <a:xfrm>
              <a:off x="2592" y="2592"/>
              <a:ext cx="864" cy="0"/>
            </a:xfrm>
            <a:prstGeom prst="line">
              <a:avLst/>
            </a:prstGeom>
            <a:ln w="9525" cap="flat" cmpd="sng">
              <a:solidFill>
                <a:srgbClr val="3333FF"/>
              </a:solidFill>
              <a:prstDash val="solid"/>
              <a:round/>
              <a:headEnd type="none" w="med" len="med"/>
              <a:tailEnd type="none" w="med" len="med"/>
            </a:ln>
          </p:spPr>
        </p:sp>
        <p:sp>
          <p:nvSpPr>
            <p:cNvPr id="143390" name="Rectangle 31"/>
            <p:cNvSpPr/>
            <p:nvPr/>
          </p:nvSpPr>
          <p:spPr>
            <a:xfrm>
              <a:off x="4220" y="2894"/>
              <a:ext cx="347" cy="587"/>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391" name="Line 32"/>
            <p:cNvSpPr/>
            <p:nvPr/>
          </p:nvSpPr>
          <p:spPr>
            <a:xfrm>
              <a:off x="4649" y="3187"/>
              <a:ext cx="295" cy="0"/>
            </a:xfrm>
            <a:prstGeom prst="line">
              <a:avLst/>
            </a:prstGeom>
            <a:ln w="9525" cap="flat" cmpd="sng">
              <a:solidFill>
                <a:srgbClr val="3333FF"/>
              </a:solidFill>
              <a:prstDash val="solid"/>
              <a:round/>
              <a:headEnd type="none" w="med" len="med"/>
              <a:tailEnd type="none" w="med" len="med"/>
            </a:ln>
          </p:spPr>
        </p:sp>
        <p:sp>
          <p:nvSpPr>
            <p:cNvPr id="143392" name="Line 33"/>
            <p:cNvSpPr/>
            <p:nvPr/>
          </p:nvSpPr>
          <p:spPr>
            <a:xfrm>
              <a:off x="3936" y="3072"/>
              <a:ext cx="284" cy="0"/>
            </a:xfrm>
            <a:prstGeom prst="line">
              <a:avLst/>
            </a:prstGeom>
            <a:ln w="9525" cap="flat" cmpd="sng">
              <a:solidFill>
                <a:srgbClr val="3333FF"/>
              </a:solidFill>
              <a:prstDash val="solid"/>
              <a:round/>
              <a:headEnd type="none" w="med" len="med"/>
              <a:tailEnd type="none" w="med" len="med"/>
            </a:ln>
          </p:spPr>
        </p:sp>
        <p:sp>
          <p:nvSpPr>
            <p:cNvPr id="143393" name="Line 34"/>
            <p:cNvSpPr/>
            <p:nvPr/>
          </p:nvSpPr>
          <p:spPr>
            <a:xfrm>
              <a:off x="3936" y="3285"/>
              <a:ext cx="284" cy="0"/>
            </a:xfrm>
            <a:prstGeom prst="line">
              <a:avLst/>
            </a:prstGeom>
            <a:ln w="9525" cap="flat" cmpd="sng">
              <a:solidFill>
                <a:srgbClr val="3333FF"/>
              </a:solidFill>
              <a:prstDash val="solid"/>
              <a:round/>
              <a:headEnd type="none" w="med" len="med"/>
              <a:tailEnd type="none" w="med" len="med"/>
            </a:ln>
          </p:spPr>
        </p:sp>
        <p:sp>
          <p:nvSpPr>
            <p:cNvPr id="143394" name="Text Box 35"/>
            <p:cNvSpPr txBox="1"/>
            <p:nvPr/>
          </p:nvSpPr>
          <p:spPr>
            <a:xfrm>
              <a:off x="4273" y="2880"/>
              <a:ext cx="36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143395" name="Oval 36"/>
            <p:cNvSpPr/>
            <p:nvPr/>
          </p:nvSpPr>
          <p:spPr>
            <a:xfrm>
              <a:off x="4561" y="3138"/>
              <a:ext cx="76" cy="7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396" name="Line 37"/>
            <p:cNvSpPr/>
            <p:nvPr/>
          </p:nvSpPr>
          <p:spPr>
            <a:xfrm>
              <a:off x="3810" y="3600"/>
              <a:ext cx="1134" cy="0"/>
            </a:xfrm>
            <a:prstGeom prst="line">
              <a:avLst/>
            </a:prstGeom>
            <a:ln w="9525" cap="flat" cmpd="sng">
              <a:solidFill>
                <a:srgbClr val="3333FF"/>
              </a:solidFill>
              <a:prstDash val="solid"/>
              <a:round/>
              <a:headEnd type="none" w="med" len="med"/>
              <a:tailEnd type="none" w="med" len="med"/>
            </a:ln>
          </p:spPr>
        </p:sp>
        <p:sp>
          <p:nvSpPr>
            <p:cNvPr id="143397" name="Line 38"/>
            <p:cNvSpPr/>
            <p:nvPr/>
          </p:nvSpPr>
          <p:spPr>
            <a:xfrm>
              <a:off x="3810" y="2736"/>
              <a:ext cx="1134" cy="0"/>
            </a:xfrm>
            <a:prstGeom prst="line">
              <a:avLst/>
            </a:prstGeom>
            <a:ln w="9525" cap="flat" cmpd="sng">
              <a:solidFill>
                <a:srgbClr val="3333FF"/>
              </a:solidFill>
              <a:prstDash val="solid"/>
              <a:round/>
              <a:headEnd type="none" w="med" len="med"/>
              <a:tailEnd type="none" w="med" len="med"/>
            </a:ln>
          </p:spPr>
        </p:sp>
        <p:sp>
          <p:nvSpPr>
            <p:cNvPr id="143398" name="Line 39"/>
            <p:cNvSpPr/>
            <p:nvPr/>
          </p:nvSpPr>
          <p:spPr>
            <a:xfrm>
              <a:off x="3936" y="2755"/>
              <a:ext cx="0" cy="317"/>
            </a:xfrm>
            <a:prstGeom prst="line">
              <a:avLst/>
            </a:prstGeom>
            <a:ln w="9525" cap="flat" cmpd="sng">
              <a:solidFill>
                <a:srgbClr val="3333FF"/>
              </a:solidFill>
              <a:prstDash val="solid"/>
              <a:round/>
              <a:headEnd type="none" w="med" len="med"/>
              <a:tailEnd type="none" w="med" len="med"/>
            </a:ln>
          </p:spPr>
        </p:sp>
        <p:sp>
          <p:nvSpPr>
            <p:cNvPr id="143399" name="Line 40"/>
            <p:cNvSpPr/>
            <p:nvPr/>
          </p:nvSpPr>
          <p:spPr>
            <a:xfrm>
              <a:off x="3936" y="3283"/>
              <a:ext cx="0" cy="317"/>
            </a:xfrm>
            <a:prstGeom prst="line">
              <a:avLst/>
            </a:prstGeom>
            <a:ln w="9525" cap="flat" cmpd="sng">
              <a:solidFill>
                <a:srgbClr val="3333FF"/>
              </a:solidFill>
              <a:prstDash val="solid"/>
              <a:round/>
              <a:headEnd type="none" w="med" len="med"/>
              <a:tailEnd type="none" w="med" len="med"/>
            </a:ln>
          </p:spPr>
        </p:sp>
        <p:sp>
          <p:nvSpPr>
            <p:cNvPr id="143400" name="Oval 41"/>
            <p:cNvSpPr/>
            <p:nvPr/>
          </p:nvSpPr>
          <p:spPr>
            <a:xfrm>
              <a:off x="2570" y="3001"/>
              <a:ext cx="45" cy="45"/>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401" name="Oval 42"/>
            <p:cNvSpPr/>
            <p:nvPr/>
          </p:nvSpPr>
          <p:spPr>
            <a:xfrm>
              <a:off x="2570" y="3196"/>
              <a:ext cx="45" cy="45"/>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402" name="Oval 43"/>
            <p:cNvSpPr/>
            <p:nvPr/>
          </p:nvSpPr>
          <p:spPr>
            <a:xfrm>
              <a:off x="3291" y="3096"/>
              <a:ext cx="45" cy="45"/>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403" name="Oval 44"/>
            <p:cNvSpPr/>
            <p:nvPr/>
          </p:nvSpPr>
          <p:spPr>
            <a:xfrm>
              <a:off x="3917" y="2713"/>
              <a:ext cx="45" cy="45"/>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404" name="Oval 45"/>
            <p:cNvSpPr/>
            <p:nvPr/>
          </p:nvSpPr>
          <p:spPr>
            <a:xfrm>
              <a:off x="3912" y="3577"/>
              <a:ext cx="45" cy="45"/>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aphicFrame>
        <p:nvGraphicFramePr>
          <p:cNvPr id="115758" name="Object 46"/>
          <p:cNvGraphicFramePr>
            <a:graphicFrameLocks noChangeAspect="1"/>
          </p:cNvGraphicFramePr>
          <p:nvPr/>
        </p:nvGraphicFramePr>
        <p:xfrm>
          <a:off x="2562225" y="4343400"/>
          <a:ext cx="5499100" cy="630238"/>
        </p:xfrm>
        <a:graphic>
          <a:graphicData uri="http://schemas.openxmlformats.org/presentationml/2006/ole">
            <mc:AlternateContent xmlns:mc="http://schemas.openxmlformats.org/markup-compatibility/2006">
              <mc:Choice xmlns:v="urn:schemas-microsoft-com:vml" Requires="v">
                <p:oleObj spid="_x0000_s3317" name="" r:id="rId3" imgW="2801620" imgH="301625" progId="Equation.3">
                  <p:embed/>
                </p:oleObj>
              </mc:Choice>
              <mc:Fallback>
                <p:oleObj name="" r:id="rId3" imgW="2801620" imgH="301625" progId="Equation.3">
                  <p:embed/>
                  <p:pic>
                    <p:nvPicPr>
                      <p:cNvPr id="0" name="图片 3316"/>
                      <p:cNvPicPr/>
                      <p:nvPr/>
                    </p:nvPicPr>
                    <p:blipFill>
                      <a:blip r:embed="rId4">
                        <a:clrChange>
                          <a:clrFrom>
                            <a:srgbClr val="000000"/>
                          </a:clrFrom>
                          <a:clrTo>
                            <a:srgbClr val="000000"/>
                          </a:clrTo>
                        </a:clrChange>
                      </a:blip>
                      <a:stretch>
                        <a:fillRect/>
                      </a:stretch>
                    </p:blipFill>
                    <p:spPr>
                      <a:xfrm>
                        <a:off x="2562225" y="4343400"/>
                        <a:ext cx="5499100" cy="630238"/>
                      </a:xfrm>
                      <a:prstGeom prst="rect">
                        <a:avLst/>
                      </a:prstGeom>
                      <a:noFill/>
                      <a:ln w="38100">
                        <a:noFill/>
                        <a:miter/>
                      </a:ln>
                    </p:spPr>
                  </p:pic>
                </p:oleObj>
              </mc:Fallback>
            </mc:AlternateContent>
          </a:graphicData>
        </a:graphic>
      </p:graphicFrame>
      <p:graphicFrame>
        <p:nvGraphicFramePr>
          <p:cNvPr id="115759" name="Object 47"/>
          <p:cNvGraphicFramePr>
            <a:graphicFrameLocks noChangeAspect="1"/>
          </p:cNvGraphicFramePr>
          <p:nvPr/>
        </p:nvGraphicFramePr>
        <p:xfrm>
          <a:off x="2532063" y="5029200"/>
          <a:ext cx="4557712" cy="1265238"/>
        </p:xfrm>
        <a:graphic>
          <a:graphicData uri="http://schemas.openxmlformats.org/presentationml/2006/ole">
            <mc:AlternateContent xmlns:mc="http://schemas.openxmlformats.org/markup-compatibility/2006">
              <mc:Choice xmlns:v="urn:schemas-microsoft-com:vml" Requires="v">
                <p:oleObj spid="_x0000_s3316" name="" r:id="rId5" imgW="2324735" imgH="593090" progId="Equation.3">
                  <p:embed/>
                </p:oleObj>
              </mc:Choice>
              <mc:Fallback>
                <p:oleObj name="" r:id="rId5" imgW="2324735" imgH="593090" progId="Equation.3">
                  <p:embed/>
                  <p:pic>
                    <p:nvPicPr>
                      <p:cNvPr id="0" name="图片 3315"/>
                      <p:cNvPicPr/>
                      <p:nvPr/>
                    </p:nvPicPr>
                    <p:blipFill>
                      <a:blip r:embed="rId6">
                        <a:clrChange>
                          <a:clrFrom>
                            <a:srgbClr val="000000"/>
                          </a:clrFrom>
                          <a:clrTo>
                            <a:srgbClr val="000000"/>
                          </a:clrTo>
                        </a:clrChange>
                      </a:blip>
                      <a:stretch>
                        <a:fillRect/>
                      </a:stretch>
                    </p:blipFill>
                    <p:spPr>
                      <a:xfrm>
                        <a:off x="2532063" y="5029200"/>
                        <a:ext cx="4557712" cy="12652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5716"/>
                                        </p:tgtEl>
                                        <p:attrNameLst>
                                          <p:attrName>style.visibility</p:attrName>
                                        </p:attrNameLst>
                                      </p:cBhvr>
                                      <p:to>
                                        <p:strVal val="visible"/>
                                      </p:to>
                                    </p:set>
                                    <p:anim calcmode="lin" valueType="num">
                                      <p:cBhvr additive="base">
                                        <p:cTn id="13" dur="500" fill="hold"/>
                                        <p:tgtEl>
                                          <p:spTgt spid="115716"/>
                                        </p:tgtEl>
                                        <p:attrNameLst>
                                          <p:attrName>ppt_x</p:attrName>
                                        </p:attrNameLst>
                                      </p:cBhvr>
                                      <p:tavLst>
                                        <p:tav tm="0">
                                          <p:val>
                                            <p:strVal val="0-#ppt_w/2"/>
                                          </p:val>
                                        </p:tav>
                                        <p:tav tm="100000">
                                          <p:val>
                                            <p:strVal val="#ppt_x"/>
                                          </p:val>
                                        </p:tav>
                                      </p:tavLst>
                                    </p:anim>
                                    <p:anim calcmode="lin" valueType="num">
                                      <p:cBhvr additive="base">
                                        <p:cTn id="14" dur="500" fill="hold"/>
                                        <p:tgtEl>
                                          <p:spTgt spid="1157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5714"/>
                                        </p:tgtEl>
                                        <p:attrNameLst>
                                          <p:attrName>style.visibility</p:attrName>
                                        </p:attrNameLst>
                                      </p:cBhvr>
                                      <p:to>
                                        <p:strVal val="visible"/>
                                      </p:to>
                                    </p:set>
                                    <p:anim calcmode="lin" valueType="num">
                                      <p:cBhvr additive="base">
                                        <p:cTn id="19" dur="500" fill="hold"/>
                                        <p:tgtEl>
                                          <p:spTgt spid="115714"/>
                                        </p:tgtEl>
                                        <p:attrNameLst>
                                          <p:attrName>ppt_x</p:attrName>
                                        </p:attrNameLst>
                                      </p:cBhvr>
                                      <p:tavLst>
                                        <p:tav tm="0">
                                          <p:val>
                                            <p:strVal val="0-#ppt_w/2"/>
                                          </p:val>
                                        </p:tav>
                                        <p:tav tm="100000">
                                          <p:val>
                                            <p:strVal val="#ppt_x"/>
                                          </p:val>
                                        </p:tav>
                                      </p:tavLst>
                                    </p:anim>
                                    <p:anim calcmode="lin" valueType="num">
                                      <p:cBhvr additive="base">
                                        <p:cTn id="20" dur="500" fill="hold"/>
                                        <p:tgtEl>
                                          <p:spTgt spid="1157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15715"/>
                                        </p:tgtEl>
                                        <p:attrNameLst>
                                          <p:attrName>style.visibility</p:attrName>
                                        </p:attrNameLst>
                                      </p:cBhvr>
                                      <p:to>
                                        <p:strVal val="visible"/>
                                      </p:to>
                                    </p:set>
                                    <p:anim calcmode="lin" valueType="num">
                                      <p:cBhvr additive="base">
                                        <p:cTn id="25" dur="500" fill="hold"/>
                                        <p:tgtEl>
                                          <p:spTgt spid="115715"/>
                                        </p:tgtEl>
                                        <p:attrNameLst>
                                          <p:attrName>ppt_x</p:attrName>
                                        </p:attrNameLst>
                                      </p:cBhvr>
                                      <p:tavLst>
                                        <p:tav tm="0">
                                          <p:val>
                                            <p:strVal val="0-#ppt_w/2"/>
                                          </p:val>
                                        </p:tav>
                                        <p:tav tm="100000">
                                          <p:val>
                                            <p:strVal val="#ppt_x"/>
                                          </p:val>
                                        </p:tav>
                                      </p:tavLst>
                                    </p:anim>
                                    <p:anim calcmode="lin" valueType="num">
                                      <p:cBhvr additive="base">
                                        <p:cTn id="26" dur="500" fill="hold"/>
                                        <p:tgtEl>
                                          <p:spTgt spid="11571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15758"/>
                                        </p:tgtEl>
                                        <p:attrNameLst>
                                          <p:attrName>style.visibility</p:attrName>
                                        </p:attrNameLst>
                                      </p:cBhvr>
                                      <p:to>
                                        <p:strVal val="visible"/>
                                      </p:to>
                                    </p:set>
                                    <p:anim calcmode="lin" valueType="num">
                                      <p:cBhvr additive="base">
                                        <p:cTn id="31" dur="500" fill="hold"/>
                                        <p:tgtEl>
                                          <p:spTgt spid="115758"/>
                                        </p:tgtEl>
                                        <p:attrNameLst>
                                          <p:attrName>ppt_x</p:attrName>
                                        </p:attrNameLst>
                                      </p:cBhvr>
                                      <p:tavLst>
                                        <p:tav tm="0">
                                          <p:val>
                                            <p:strVal val="0-#ppt_w/2"/>
                                          </p:val>
                                        </p:tav>
                                        <p:tav tm="100000">
                                          <p:val>
                                            <p:strVal val="#ppt_x"/>
                                          </p:val>
                                        </p:tav>
                                      </p:tavLst>
                                    </p:anim>
                                    <p:anim calcmode="lin" valueType="num">
                                      <p:cBhvr additive="base">
                                        <p:cTn id="32" dur="500" fill="hold"/>
                                        <p:tgtEl>
                                          <p:spTgt spid="11575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15759"/>
                                        </p:tgtEl>
                                        <p:attrNameLst>
                                          <p:attrName>style.visibility</p:attrName>
                                        </p:attrNameLst>
                                      </p:cBhvr>
                                      <p:to>
                                        <p:strVal val="visible"/>
                                      </p:to>
                                    </p:set>
                                    <p:anim calcmode="lin" valueType="num">
                                      <p:cBhvr additive="base">
                                        <p:cTn id="37" dur="500" fill="hold"/>
                                        <p:tgtEl>
                                          <p:spTgt spid="115759"/>
                                        </p:tgtEl>
                                        <p:attrNameLst>
                                          <p:attrName>ppt_x</p:attrName>
                                        </p:attrNameLst>
                                      </p:cBhvr>
                                      <p:tavLst>
                                        <p:tav tm="0">
                                          <p:val>
                                            <p:strVal val="0-#ppt_w/2"/>
                                          </p:val>
                                        </p:tav>
                                        <p:tav tm="100000">
                                          <p:val>
                                            <p:strVal val="#ppt_x"/>
                                          </p:val>
                                        </p:tav>
                                      </p:tavLst>
                                    </p:anim>
                                    <p:anim calcmode="lin" valueType="num">
                                      <p:cBhvr additive="base">
                                        <p:cTn id="38" dur="500" fill="hold"/>
                                        <p:tgtEl>
                                          <p:spTgt spid="1157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p:bldP spid="115716"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6738" name="Object 2"/>
          <p:cNvGraphicFramePr>
            <a:graphicFrameLocks noChangeAspect="1"/>
          </p:cNvGraphicFramePr>
          <p:nvPr/>
        </p:nvGraphicFramePr>
        <p:xfrm>
          <a:off x="454025" y="1733550"/>
          <a:ext cx="8248650" cy="4610100"/>
        </p:xfrm>
        <a:graphic>
          <a:graphicData uri="http://schemas.openxmlformats.org/presentationml/2006/ole">
            <mc:AlternateContent xmlns:mc="http://schemas.openxmlformats.org/markup-compatibility/2006">
              <mc:Choice xmlns:v="urn:schemas-microsoft-com:vml" Requires="v">
                <p:oleObj spid="_x0000_s3318" name="" r:id="rId1" imgW="8268335" imgH="4620895" progId="Word.Document.8">
                  <p:embed/>
                </p:oleObj>
              </mc:Choice>
              <mc:Fallback>
                <p:oleObj name="" r:id="rId1" imgW="8268335" imgH="4620895" progId="Word.Document.8">
                  <p:embed/>
                  <p:pic>
                    <p:nvPicPr>
                      <p:cNvPr id="0" name="图片 3317"/>
                      <p:cNvPicPr/>
                      <p:nvPr/>
                    </p:nvPicPr>
                    <p:blipFill>
                      <a:blip r:embed="rId2">
                        <a:clrChange>
                          <a:clrFrom>
                            <a:srgbClr val="000000"/>
                          </a:clrFrom>
                          <a:clrTo>
                            <a:srgbClr val="FF0000"/>
                          </a:clrTo>
                        </a:clrChange>
                        <a:clrChange>
                          <a:clrFrom>
                            <a:srgbClr val="FFFF00"/>
                          </a:clrFrom>
                          <a:clrTo>
                            <a:srgbClr val="000000"/>
                          </a:clrTo>
                        </a:clrChange>
                      </a:blip>
                      <a:stretch>
                        <a:fillRect/>
                      </a:stretch>
                    </p:blipFill>
                    <p:spPr>
                      <a:xfrm>
                        <a:off x="454025" y="1733550"/>
                        <a:ext cx="8248650" cy="4610100"/>
                      </a:xfrm>
                      <a:prstGeom prst="rect">
                        <a:avLst/>
                      </a:prstGeom>
                      <a:noFill/>
                      <a:ln w="38100">
                        <a:noFill/>
                        <a:miter/>
                      </a:ln>
                    </p:spPr>
                  </p:pic>
                </p:oleObj>
              </mc:Fallback>
            </mc:AlternateContent>
          </a:graphicData>
        </a:graphic>
      </p:graphicFrame>
      <p:sp>
        <p:nvSpPr>
          <p:cNvPr id="116739" name="Text Box 3"/>
          <p:cNvSpPr txBox="1"/>
          <p:nvPr/>
        </p:nvSpPr>
        <p:spPr>
          <a:xfrm>
            <a:off x="547688" y="762000"/>
            <a:ext cx="4678362" cy="519113"/>
          </a:xfrm>
          <a:prstGeom prst="rect">
            <a:avLst/>
          </a:prstGeom>
          <a:noFill/>
          <a:ln w="9525">
            <a:noFill/>
          </a:ln>
        </p:spPr>
        <p:txBody>
          <a:bodyPr anchor="t" anchorCtr="0">
            <a:spAutoFit/>
          </a:bodyPr>
          <a:p>
            <a:pPr>
              <a:spcBef>
                <a:spcPct val="50000"/>
              </a:spcBef>
            </a:pPr>
            <a:r>
              <a:rPr lang="en-US" altLang="zh-CN" sz="2800" b="1" i="0" dirty="0">
                <a:latin typeface="宋体" panose="02010600030101010101" pitchFamily="2" charset="-122"/>
                <a:ea typeface="宋体" panose="02010600030101010101" pitchFamily="2" charset="-122"/>
              </a:rPr>
              <a:t>   2</a:t>
            </a:r>
            <a:r>
              <a:rPr lang="zh-CN" altLang="en-US" sz="2800" b="1" i="0" dirty="0">
                <a:latin typeface="宋体" panose="02010600030101010101" pitchFamily="2" charset="-122"/>
                <a:ea typeface="宋体" panose="02010600030101010101" pitchFamily="2" charset="-122"/>
              </a:rPr>
              <a:t>、</a:t>
            </a:r>
            <a:r>
              <a:rPr lang="en-US" altLang="zh-CN" sz="2800" b="1" i="0" dirty="0">
                <a:latin typeface="宋体" panose="02010600030101010101" pitchFamily="2" charset="-122"/>
                <a:ea typeface="宋体" panose="02010600030101010101" pitchFamily="2" charset="-122"/>
              </a:rPr>
              <a:t>4</a:t>
            </a:r>
            <a:r>
              <a:rPr lang="zh-CN" altLang="en-US" sz="2800" b="1" i="0" dirty="0">
                <a:latin typeface="宋体" panose="02010600030101010101" pitchFamily="2" charset="-122"/>
                <a:ea typeface="宋体" panose="02010600030101010101" pitchFamily="2" charset="-122"/>
              </a:rPr>
              <a:t>位数值比较器</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6738"/>
                                        </p:tgtEl>
                                        <p:attrNameLst>
                                          <p:attrName>style.visibility</p:attrName>
                                        </p:attrNameLst>
                                      </p:cBhvr>
                                      <p:to>
                                        <p:strVal val="visible"/>
                                      </p:to>
                                    </p:set>
                                    <p:animEffect transition="in" filter="circle(in)">
                                      <p:cBhvr>
                                        <p:cTn id="7" dur="2000"/>
                                        <p:tgtEl>
                                          <p:spTgt spid="11673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16739"/>
                                        </p:tgtEl>
                                        <p:attrNameLst>
                                          <p:attrName>style.visibility</p:attrName>
                                        </p:attrNameLst>
                                      </p:cBhvr>
                                      <p:to>
                                        <p:strVal val="visible"/>
                                      </p:to>
                                    </p:set>
                                    <p:anim calcmode="lin" valueType="num">
                                      <p:cBhvr additive="base">
                                        <p:cTn id="12" dur="500" fill="hold"/>
                                        <p:tgtEl>
                                          <p:spTgt spid="116739"/>
                                        </p:tgtEl>
                                        <p:attrNameLst>
                                          <p:attrName>ppt_x</p:attrName>
                                        </p:attrNameLst>
                                      </p:cBhvr>
                                      <p:tavLst>
                                        <p:tav tm="0">
                                          <p:val>
                                            <p:strVal val="0-#ppt_w/2"/>
                                          </p:val>
                                        </p:tav>
                                        <p:tav tm="100000">
                                          <p:val>
                                            <p:strVal val="#ppt_x"/>
                                          </p:val>
                                        </p:tav>
                                      </p:tavLst>
                                    </p:anim>
                                    <p:anim calcmode="lin" valueType="num">
                                      <p:cBhvr additive="base">
                                        <p:cTn id="13" dur="500" fill="hold"/>
                                        <p:tgtEl>
                                          <p:spTgt spid="1167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09" name="Rectangle 2"/>
          <p:cNvSpPr>
            <a:spLocks noGrp="1"/>
          </p:cNvSpPr>
          <p:nvPr>
            <p:ph type="title"/>
          </p:nvPr>
        </p:nvSpPr>
        <p:spPr/>
        <p:txBody>
          <a:bodyPr vert="horz" wrap="square" lIns="91440" tIns="45720" rIns="91440" bIns="45720" anchor="ctr" anchorCtr="0"/>
          <a:p>
            <a:pPr eaLnBrk="1" hangingPunct="1"/>
            <a:r>
              <a:rPr lang="en-US" altLang="zh-CN" dirty="0"/>
              <a:t>  </a:t>
            </a:r>
            <a:endParaRPr lang="en-US" altLang="zh-CN" dirty="0"/>
          </a:p>
        </p:txBody>
      </p:sp>
      <p:graphicFrame>
        <p:nvGraphicFramePr>
          <p:cNvPr id="117763" name="Object 3"/>
          <p:cNvGraphicFramePr>
            <a:graphicFrameLocks noChangeAspect="1"/>
          </p:cNvGraphicFramePr>
          <p:nvPr/>
        </p:nvGraphicFramePr>
        <p:xfrm>
          <a:off x="1360488" y="2954338"/>
          <a:ext cx="5662612" cy="709612"/>
        </p:xfrm>
        <a:graphic>
          <a:graphicData uri="http://schemas.openxmlformats.org/presentationml/2006/ole">
            <mc:AlternateContent xmlns:mc="http://schemas.openxmlformats.org/markup-compatibility/2006">
              <mc:Choice xmlns:v="urn:schemas-microsoft-com:vml" Requires="v">
                <p:oleObj spid="_x0000_s3319" name="" r:id="rId1" imgW="2499995" imgH="281940" progId="Equation.3">
                  <p:embed/>
                </p:oleObj>
              </mc:Choice>
              <mc:Fallback>
                <p:oleObj name="" r:id="rId1" imgW="2499995" imgH="281940" progId="Equation.3">
                  <p:embed/>
                  <p:pic>
                    <p:nvPicPr>
                      <p:cNvPr id="0" name="图片 3318"/>
                      <p:cNvPicPr/>
                      <p:nvPr/>
                    </p:nvPicPr>
                    <p:blipFill>
                      <a:blip r:embed="rId2">
                        <a:clrChange>
                          <a:clrFrom>
                            <a:srgbClr val="000000"/>
                          </a:clrFrom>
                          <a:clrTo>
                            <a:srgbClr val="000000"/>
                          </a:clrTo>
                        </a:clrChange>
                      </a:blip>
                      <a:stretch>
                        <a:fillRect/>
                      </a:stretch>
                    </p:blipFill>
                    <p:spPr>
                      <a:xfrm>
                        <a:off x="1360488" y="2954338"/>
                        <a:ext cx="5662612" cy="709612"/>
                      </a:xfrm>
                      <a:prstGeom prst="rect">
                        <a:avLst/>
                      </a:prstGeom>
                      <a:noFill/>
                      <a:ln w="38100">
                        <a:noFill/>
                        <a:miter/>
                      </a:ln>
                    </p:spPr>
                  </p:pic>
                </p:oleObj>
              </mc:Fallback>
            </mc:AlternateContent>
          </a:graphicData>
        </a:graphic>
      </p:graphicFrame>
      <p:graphicFrame>
        <p:nvGraphicFramePr>
          <p:cNvPr id="117764" name="Object 4"/>
          <p:cNvGraphicFramePr>
            <a:graphicFrameLocks noChangeAspect="1"/>
          </p:cNvGraphicFramePr>
          <p:nvPr/>
        </p:nvGraphicFramePr>
        <p:xfrm>
          <a:off x="1306513" y="1833563"/>
          <a:ext cx="4362450" cy="1219200"/>
        </p:xfrm>
        <a:graphic>
          <a:graphicData uri="http://schemas.openxmlformats.org/presentationml/2006/ole">
            <mc:AlternateContent xmlns:mc="http://schemas.openxmlformats.org/markup-compatibility/2006">
              <mc:Choice xmlns:v="urn:schemas-microsoft-com:vml" Requires="v">
                <p:oleObj spid="_x0000_s3314" name="" r:id="rId3" imgW="1936115" imgH="495935" progId="Equation.3">
                  <p:embed/>
                </p:oleObj>
              </mc:Choice>
              <mc:Fallback>
                <p:oleObj name="" r:id="rId3" imgW="1936115" imgH="495935" progId="Equation.3">
                  <p:embed/>
                  <p:pic>
                    <p:nvPicPr>
                      <p:cNvPr id="0" name="图片 3313"/>
                      <p:cNvPicPr/>
                      <p:nvPr/>
                    </p:nvPicPr>
                    <p:blipFill>
                      <a:blip r:embed="rId4">
                        <a:clrChange>
                          <a:clrFrom>
                            <a:srgbClr val="000000"/>
                          </a:clrFrom>
                          <a:clrTo>
                            <a:srgbClr val="000000"/>
                          </a:clrTo>
                        </a:clrChange>
                      </a:blip>
                      <a:stretch>
                        <a:fillRect/>
                      </a:stretch>
                    </p:blipFill>
                    <p:spPr>
                      <a:xfrm>
                        <a:off x="1306513" y="1833563"/>
                        <a:ext cx="4362450" cy="12192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7764"/>
                                        </p:tgtEl>
                                        <p:attrNameLst>
                                          <p:attrName>style.visibility</p:attrName>
                                        </p:attrNameLst>
                                      </p:cBhvr>
                                      <p:to>
                                        <p:strVal val="visible"/>
                                      </p:to>
                                    </p:set>
                                    <p:animEffect transition="in" filter="wipe(left)">
                                      <p:cBhvr>
                                        <p:cTn id="7" dur="500"/>
                                        <p:tgtEl>
                                          <p:spTgt spid="1177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7763"/>
                                        </p:tgtEl>
                                        <p:attrNameLst>
                                          <p:attrName>style.visibility</p:attrName>
                                        </p:attrNameLst>
                                      </p:cBhvr>
                                      <p:to>
                                        <p:strVal val="visible"/>
                                      </p:to>
                                    </p:set>
                                    <p:animEffect transition="in" filter="wipe(left)">
                                      <p:cBhvr>
                                        <p:cTn id="12" dur="500"/>
                                        <p:tgtEl>
                                          <p:spTgt spid="117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8786" name="Object 2"/>
          <p:cNvGraphicFramePr>
            <a:graphicFrameLocks noChangeAspect="1"/>
          </p:cNvGraphicFramePr>
          <p:nvPr/>
        </p:nvGraphicFramePr>
        <p:xfrm>
          <a:off x="704850" y="874713"/>
          <a:ext cx="5976938" cy="2384425"/>
        </p:xfrm>
        <a:graphic>
          <a:graphicData uri="http://schemas.openxmlformats.org/presentationml/2006/ole">
            <mc:AlternateContent xmlns:mc="http://schemas.openxmlformats.org/markup-compatibility/2006">
              <mc:Choice xmlns:v="urn:schemas-microsoft-com:vml" Requires="v">
                <p:oleObj spid="_x0000_s3313" name="" r:id="rId1" imgW="3589655" imgH="1322705" progId="Equation.3">
                  <p:embed/>
                </p:oleObj>
              </mc:Choice>
              <mc:Fallback>
                <p:oleObj name="" r:id="rId1" imgW="3589655" imgH="1322705" progId="Equation.3">
                  <p:embed/>
                  <p:pic>
                    <p:nvPicPr>
                      <p:cNvPr id="0" name="图片 3312"/>
                      <p:cNvPicPr/>
                      <p:nvPr/>
                    </p:nvPicPr>
                    <p:blipFill>
                      <a:blip r:embed="rId2">
                        <a:clrChange>
                          <a:clrFrom>
                            <a:srgbClr val="000000"/>
                          </a:clrFrom>
                          <a:clrTo>
                            <a:srgbClr val="000000"/>
                          </a:clrTo>
                        </a:clrChange>
                      </a:blip>
                      <a:stretch>
                        <a:fillRect/>
                      </a:stretch>
                    </p:blipFill>
                    <p:spPr>
                      <a:xfrm>
                        <a:off x="704850" y="874713"/>
                        <a:ext cx="5976938" cy="2384425"/>
                      </a:xfrm>
                      <a:prstGeom prst="rect">
                        <a:avLst/>
                      </a:prstGeom>
                      <a:noFill/>
                      <a:ln w="38100">
                        <a:noFill/>
                        <a:miter/>
                      </a:ln>
                    </p:spPr>
                  </p:pic>
                </p:oleObj>
              </mc:Fallback>
            </mc:AlternateContent>
          </a:graphicData>
        </a:graphic>
      </p:graphicFrame>
      <p:graphicFrame>
        <p:nvGraphicFramePr>
          <p:cNvPr id="118787" name="Object 3"/>
          <p:cNvGraphicFramePr>
            <a:graphicFrameLocks noChangeAspect="1"/>
          </p:cNvGraphicFramePr>
          <p:nvPr/>
        </p:nvGraphicFramePr>
        <p:xfrm>
          <a:off x="628650" y="3481388"/>
          <a:ext cx="5954713" cy="2384425"/>
        </p:xfrm>
        <a:graphic>
          <a:graphicData uri="http://schemas.openxmlformats.org/presentationml/2006/ole">
            <mc:AlternateContent xmlns:mc="http://schemas.openxmlformats.org/markup-compatibility/2006">
              <mc:Choice xmlns:v="urn:schemas-microsoft-com:vml" Requires="v">
                <p:oleObj spid="_x0000_s3315" name="" r:id="rId3" imgW="3579495" imgH="1322705" progId="Equation.3">
                  <p:embed/>
                </p:oleObj>
              </mc:Choice>
              <mc:Fallback>
                <p:oleObj name="" r:id="rId3" imgW="3579495" imgH="1322705" progId="Equation.3">
                  <p:embed/>
                  <p:pic>
                    <p:nvPicPr>
                      <p:cNvPr id="0" name="图片 3314"/>
                      <p:cNvPicPr/>
                      <p:nvPr/>
                    </p:nvPicPr>
                    <p:blipFill>
                      <a:blip r:embed="rId4">
                        <a:clrChange>
                          <a:clrFrom>
                            <a:srgbClr val="000000"/>
                          </a:clrFrom>
                          <a:clrTo>
                            <a:srgbClr val="000000"/>
                          </a:clrTo>
                        </a:clrChange>
                      </a:blip>
                      <a:stretch>
                        <a:fillRect/>
                      </a:stretch>
                    </p:blipFill>
                    <p:spPr>
                      <a:xfrm>
                        <a:off x="628650" y="3481388"/>
                        <a:ext cx="5954713" cy="2384425"/>
                      </a:xfrm>
                      <a:prstGeom prst="rect">
                        <a:avLst/>
                      </a:prstGeom>
                      <a:noFill/>
                      <a:ln w="38100">
                        <a:noFill/>
                        <a:miter/>
                      </a:ln>
                    </p:spPr>
                  </p:pic>
                </p:oleObj>
              </mc:Fallback>
            </mc:AlternateContent>
          </a:graphicData>
        </a:graphic>
      </p:graphicFrame>
      <p:sp>
        <p:nvSpPr>
          <p:cNvPr id="146435" name="Rectangle 4"/>
          <p:cNvSpPr>
            <a:spLocks noGrp="1"/>
          </p:cNvSpPr>
          <p:nvPr>
            <p:ph type="title"/>
          </p:nvPr>
        </p:nvSpPr>
        <p:spPr/>
        <p:txBody>
          <a:bodyPr vert="horz" wrap="square" lIns="91440" tIns="45720" rIns="91440" bIns="45720" anchor="ctr" anchorCtr="0"/>
          <a:p>
            <a:pPr eaLnBrk="1" hangingPunct="1"/>
            <a:r>
              <a:rPr lang="en-US" altLang="zh-CN" dirty="0"/>
              <a:t>     </a:t>
            </a:r>
            <a:endParaRPr lang="en-US" altLang="zh-CN" dirty="0"/>
          </a:p>
        </p:txBody>
      </p:sp>
      <p:graphicFrame>
        <p:nvGraphicFramePr>
          <p:cNvPr id="118789" name="Object 5"/>
          <p:cNvGraphicFramePr>
            <a:graphicFrameLocks noChangeAspect="1"/>
          </p:cNvGraphicFramePr>
          <p:nvPr/>
        </p:nvGraphicFramePr>
        <p:xfrm>
          <a:off x="800100" y="6146800"/>
          <a:ext cx="5932488" cy="420688"/>
        </p:xfrm>
        <a:graphic>
          <a:graphicData uri="http://schemas.openxmlformats.org/presentationml/2006/ole">
            <mc:AlternateContent xmlns:mc="http://schemas.openxmlformats.org/markup-compatibility/2006">
              <mc:Choice xmlns:v="urn:schemas-microsoft-com:vml" Requires="v">
                <p:oleObj spid="_x0000_s3320" name="" r:id="rId5" imgW="3569970" imgH="233680" progId="Equation.3">
                  <p:embed/>
                </p:oleObj>
              </mc:Choice>
              <mc:Fallback>
                <p:oleObj name="" r:id="rId5" imgW="3569970" imgH="233680" progId="Equation.3">
                  <p:embed/>
                  <p:pic>
                    <p:nvPicPr>
                      <p:cNvPr id="0" name="图片 3319"/>
                      <p:cNvPicPr/>
                      <p:nvPr/>
                    </p:nvPicPr>
                    <p:blipFill>
                      <a:blip r:embed="rId6">
                        <a:clrChange>
                          <a:clrFrom>
                            <a:srgbClr val="000000"/>
                          </a:clrFrom>
                          <a:clrTo>
                            <a:srgbClr val="000000"/>
                          </a:clrTo>
                        </a:clrChange>
                      </a:blip>
                      <a:stretch>
                        <a:fillRect/>
                      </a:stretch>
                    </p:blipFill>
                    <p:spPr>
                      <a:xfrm>
                        <a:off x="800100" y="6146800"/>
                        <a:ext cx="5932488" cy="4206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8786"/>
                                        </p:tgtEl>
                                        <p:attrNameLst>
                                          <p:attrName>style.visibility</p:attrName>
                                        </p:attrNameLst>
                                      </p:cBhvr>
                                      <p:to>
                                        <p:strVal val="visible"/>
                                      </p:to>
                                    </p:set>
                                    <p:animEffect transition="in" filter="wipe(up)">
                                      <p:cBhvr>
                                        <p:cTn id="7" dur="2000"/>
                                        <p:tgtEl>
                                          <p:spTgt spid="1187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18787"/>
                                        </p:tgtEl>
                                        <p:attrNameLst>
                                          <p:attrName>style.visibility</p:attrName>
                                        </p:attrNameLst>
                                      </p:cBhvr>
                                      <p:to>
                                        <p:strVal val="visible"/>
                                      </p:to>
                                    </p:set>
                                    <p:animEffect transition="in" filter="wipe(up)">
                                      <p:cBhvr>
                                        <p:cTn id="12" dur="2000"/>
                                        <p:tgtEl>
                                          <p:spTgt spid="1187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8789"/>
                                        </p:tgtEl>
                                        <p:attrNameLst>
                                          <p:attrName>style.visibility</p:attrName>
                                        </p:attrNameLst>
                                      </p:cBhvr>
                                      <p:to>
                                        <p:strVal val="visible"/>
                                      </p:to>
                                    </p:set>
                                    <p:animEffect transition="in" filter="wipe(up)">
                                      <p:cBhvr>
                                        <p:cTn id="17" dur="500"/>
                                        <p:tgtEl>
                                          <p:spTgt spid="118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919288" y="1741488"/>
            <a:ext cx="6883400" cy="3227387"/>
            <a:chOff x="1209" y="1097"/>
            <a:chExt cx="4336" cy="2033"/>
          </a:xfrm>
        </p:grpSpPr>
        <p:sp>
          <p:nvSpPr>
            <p:cNvPr id="147458" name="Rectangle 3"/>
            <p:cNvSpPr/>
            <p:nvPr/>
          </p:nvSpPr>
          <p:spPr>
            <a:xfrm>
              <a:off x="1209" y="1488"/>
              <a:ext cx="3178" cy="1122"/>
            </a:xfrm>
            <a:prstGeom prst="rect">
              <a:avLst/>
            </a:prstGeom>
            <a:solidFill>
              <a:srgbClr val="CCFFFF"/>
            </a:solidFill>
            <a:ln w="381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7459" name="Line 4"/>
            <p:cNvSpPr/>
            <p:nvPr/>
          </p:nvSpPr>
          <p:spPr>
            <a:xfrm flipV="1">
              <a:off x="1441" y="1097"/>
              <a:ext cx="0" cy="375"/>
            </a:xfrm>
            <a:prstGeom prst="line">
              <a:avLst/>
            </a:prstGeom>
            <a:ln w="9525" cap="flat" cmpd="sng">
              <a:solidFill>
                <a:srgbClr val="3333FF"/>
              </a:solidFill>
              <a:prstDash val="solid"/>
              <a:round/>
              <a:headEnd type="none" w="med" len="med"/>
              <a:tailEnd type="none" w="med" len="med"/>
            </a:ln>
          </p:spPr>
        </p:sp>
        <p:sp>
          <p:nvSpPr>
            <p:cNvPr id="147460" name="Line 5"/>
            <p:cNvSpPr/>
            <p:nvPr/>
          </p:nvSpPr>
          <p:spPr>
            <a:xfrm flipV="1">
              <a:off x="1789" y="1097"/>
              <a:ext cx="0" cy="375"/>
            </a:xfrm>
            <a:prstGeom prst="line">
              <a:avLst/>
            </a:prstGeom>
            <a:ln w="9525" cap="flat" cmpd="sng">
              <a:solidFill>
                <a:srgbClr val="3333FF"/>
              </a:solidFill>
              <a:prstDash val="solid"/>
              <a:round/>
              <a:headEnd type="none" w="med" len="med"/>
              <a:tailEnd type="none" w="med" len="med"/>
            </a:ln>
          </p:spPr>
        </p:sp>
        <p:sp>
          <p:nvSpPr>
            <p:cNvPr id="147461" name="Line 6"/>
            <p:cNvSpPr/>
            <p:nvPr/>
          </p:nvSpPr>
          <p:spPr>
            <a:xfrm flipV="1">
              <a:off x="2137" y="1097"/>
              <a:ext cx="0" cy="375"/>
            </a:xfrm>
            <a:prstGeom prst="line">
              <a:avLst/>
            </a:prstGeom>
            <a:ln w="9525" cap="flat" cmpd="sng">
              <a:solidFill>
                <a:srgbClr val="3333FF"/>
              </a:solidFill>
              <a:prstDash val="solid"/>
              <a:round/>
              <a:headEnd type="none" w="med" len="med"/>
              <a:tailEnd type="none" w="med" len="med"/>
            </a:ln>
          </p:spPr>
        </p:sp>
        <p:sp>
          <p:nvSpPr>
            <p:cNvPr id="147462" name="Line 7"/>
            <p:cNvSpPr/>
            <p:nvPr/>
          </p:nvSpPr>
          <p:spPr>
            <a:xfrm flipV="1">
              <a:off x="2485" y="1097"/>
              <a:ext cx="0" cy="375"/>
            </a:xfrm>
            <a:prstGeom prst="line">
              <a:avLst/>
            </a:prstGeom>
            <a:ln w="9525" cap="flat" cmpd="sng">
              <a:solidFill>
                <a:srgbClr val="3333FF"/>
              </a:solidFill>
              <a:prstDash val="solid"/>
              <a:round/>
              <a:headEnd type="none" w="med" len="med"/>
              <a:tailEnd type="none" w="med" len="med"/>
            </a:ln>
          </p:spPr>
        </p:sp>
        <p:sp>
          <p:nvSpPr>
            <p:cNvPr id="147463" name="Line 8"/>
            <p:cNvSpPr/>
            <p:nvPr/>
          </p:nvSpPr>
          <p:spPr>
            <a:xfrm flipV="1">
              <a:off x="2717" y="1097"/>
              <a:ext cx="0" cy="375"/>
            </a:xfrm>
            <a:prstGeom prst="line">
              <a:avLst/>
            </a:prstGeom>
            <a:ln w="9525" cap="flat" cmpd="sng">
              <a:solidFill>
                <a:srgbClr val="3333FF"/>
              </a:solidFill>
              <a:prstDash val="solid"/>
              <a:round/>
              <a:headEnd type="none" w="med" len="med"/>
              <a:tailEnd type="none" w="med" len="med"/>
            </a:ln>
          </p:spPr>
        </p:sp>
        <p:sp>
          <p:nvSpPr>
            <p:cNvPr id="147464" name="Line 9"/>
            <p:cNvSpPr/>
            <p:nvPr/>
          </p:nvSpPr>
          <p:spPr>
            <a:xfrm flipV="1">
              <a:off x="2949" y="1097"/>
              <a:ext cx="0" cy="375"/>
            </a:xfrm>
            <a:prstGeom prst="line">
              <a:avLst/>
            </a:prstGeom>
            <a:ln w="9525" cap="flat" cmpd="sng">
              <a:solidFill>
                <a:srgbClr val="3333FF"/>
              </a:solidFill>
              <a:prstDash val="solid"/>
              <a:round/>
              <a:headEnd type="none" w="med" len="med"/>
              <a:tailEnd type="none" w="med" len="med"/>
            </a:ln>
          </p:spPr>
        </p:sp>
        <p:sp>
          <p:nvSpPr>
            <p:cNvPr id="147465" name="Line 10"/>
            <p:cNvSpPr/>
            <p:nvPr/>
          </p:nvSpPr>
          <p:spPr>
            <a:xfrm flipV="1">
              <a:off x="3181" y="1097"/>
              <a:ext cx="0" cy="375"/>
            </a:xfrm>
            <a:prstGeom prst="line">
              <a:avLst/>
            </a:prstGeom>
            <a:ln w="9525" cap="flat" cmpd="sng">
              <a:solidFill>
                <a:srgbClr val="3333FF"/>
              </a:solidFill>
              <a:prstDash val="solid"/>
              <a:round/>
              <a:headEnd type="none" w="med" len="med"/>
              <a:tailEnd type="none" w="med" len="med"/>
            </a:ln>
          </p:spPr>
        </p:sp>
        <p:sp>
          <p:nvSpPr>
            <p:cNvPr id="147466" name="Line 11"/>
            <p:cNvSpPr/>
            <p:nvPr/>
          </p:nvSpPr>
          <p:spPr>
            <a:xfrm flipV="1">
              <a:off x="3413" y="1097"/>
              <a:ext cx="0" cy="375"/>
            </a:xfrm>
            <a:prstGeom prst="line">
              <a:avLst/>
            </a:prstGeom>
            <a:ln w="9525" cap="flat" cmpd="sng">
              <a:solidFill>
                <a:srgbClr val="3333FF"/>
              </a:solidFill>
              <a:prstDash val="solid"/>
              <a:round/>
              <a:headEnd type="none" w="med" len="med"/>
              <a:tailEnd type="none" w="med" len="med"/>
            </a:ln>
          </p:spPr>
        </p:sp>
        <p:sp>
          <p:nvSpPr>
            <p:cNvPr id="147467" name="Line 12"/>
            <p:cNvSpPr/>
            <p:nvPr/>
          </p:nvSpPr>
          <p:spPr>
            <a:xfrm flipV="1">
              <a:off x="3645" y="1097"/>
              <a:ext cx="0" cy="375"/>
            </a:xfrm>
            <a:prstGeom prst="line">
              <a:avLst/>
            </a:prstGeom>
            <a:ln w="9525" cap="flat" cmpd="sng">
              <a:solidFill>
                <a:srgbClr val="3333FF"/>
              </a:solidFill>
              <a:prstDash val="solid"/>
              <a:round/>
              <a:headEnd type="none" w="med" len="med"/>
              <a:tailEnd type="none" w="med" len="med"/>
            </a:ln>
          </p:spPr>
        </p:sp>
        <p:sp>
          <p:nvSpPr>
            <p:cNvPr id="147468" name="Line 13"/>
            <p:cNvSpPr/>
            <p:nvPr/>
          </p:nvSpPr>
          <p:spPr>
            <a:xfrm flipV="1">
              <a:off x="3877" y="1097"/>
              <a:ext cx="0" cy="375"/>
            </a:xfrm>
            <a:prstGeom prst="line">
              <a:avLst/>
            </a:prstGeom>
            <a:ln w="9525" cap="flat" cmpd="sng">
              <a:solidFill>
                <a:srgbClr val="3333FF"/>
              </a:solidFill>
              <a:prstDash val="solid"/>
              <a:round/>
              <a:headEnd type="none" w="med" len="med"/>
              <a:tailEnd type="none" w="med" len="med"/>
            </a:ln>
          </p:spPr>
        </p:sp>
        <p:sp>
          <p:nvSpPr>
            <p:cNvPr id="147469" name="Line 14"/>
            <p:cNvSpPr/>
            <p:nvPr/>
          </p:nvSpPr>
          <p:spPr>
            <a:xfrm flipV="1">
              <a:off x="4109" y="1097"/>
              <a:ext cx="0" cy="375"/>
            </a:xfrm>
            <a:prstGeom prst="line">
              <a:avLst/>
            </a:prstGeom>
            <a:ln w="9525" cap="flat" cmpd="sng">
              <a:solidFill>
                <a:srgbClr val="3333FF"/>
              </a:solidFill>
              <a:prstDash val="solid"/>
              <a:round/>
              <a:headEnd type="none" w="med" len="med"/>
              <a:tailEnd type="none" w="med" len="med"/>
            </a:ln>
          </p:spPr>
        </p:sp>
        <p:sp>
          <p:nvSpPr>
            <p:cNvPr id="147470" name="Text Box 15"/>
            <p:cNvSpPr txBox="1"/>
            <p:nvPr/>
          </p:nvSpPr>
          <p:spPr>
            <a:xfrm>
              <a:off x="2397" y="1543"/>
              <a:ext cx="2088"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7471" name="Text Box 16"/>
            <p:cNvSpPr txBox="1"/>
            <p:nvPr/>
          </p:nvSpPr>
          <p:spPr>
            <a:xfrm>
              <a:off x="3341" y="1533"/>
              <a:ext cx="2204" cy="230"/>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7472" name="Text Box 17"/>
            <p:cNvSpPr txBox="1"/>
            <p:nvPr/>
          </p:nvSpPr>
          <p:spPr>
            <a:xfrm rot="5400000">
              <a:off x="1689" y="1916"/>
              <a:ext cx="950" cy="230"/>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7473" name="Text Box 18"/>
            <p:cNvSpPr txBox="1"/>
            <p:nvPr/>
          </p:nvSpPr>
          <p:spPr>
            <a:xfrm rot="5400000">
              <a:off x="1005" y="1896"/>
              <a:ext cx="950" cy="230"/>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7474" name="Text Box 19"/>
            <p:cNvSpPr txBox="1"/>
            <p:nvPr/>
          </p:nvSpPr>
          <p:spPr>
            <a:xfrm rot="5400000">
              <a:off x="1341" y="1896"/>
              <a:ext cx="950" cy="230"/>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7475" name="Text Box 20"/>
            <p:cNvSpPr txBox="1"/>
            <p:nvPr/>
          </p:nvSpPr>
          <p:spPr>
            <a:xfrm>
              <a:off x="3493" y="2314"/>
              <a:ext cx="139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7476" name="Text Box 21"/>
            <p:cNvSpPr txBox="1"/>
            <p:nvPr/>
          </p:nvSpPr>
          <p:spPr>
            <a:xfrm>
              <a:off x="2569" y="2317"/>
              <a:ext cx="1392" cy="230"/>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7477" name="Text Box 22"/>
            <p:cNvSpPr txBox="1"/>
            <p:nvPr/>
          </p:nvSpPr>
          <p:spPr>
            <a:xfrm>
              <a:off x="1549" y="2314"/>
              <a:ext cx="139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7478" name="Line 23"/>
            <p:cNvSpPr/>
            <p:nvPr/>
          </p:nvSpPr>
          <p:spPr>
            <a:xfrm>
              <a:off x="3761" y="2610"/>
              <a:ext cx="0" cy="520"/>
            </a:xfrm>
            <a:prstGeom prst="line">
              <a:avLst/>
            </a:prstGeom>
            <a:ln w="9525" cap="flat" cmpd="sng">
              <a:solidFill>
                <a:srgbClr val="3333FF"/>
              </a:solidFill>
              <a:prstDash val="solid"/>
              <a:round/>
              <a:headEnd type="none" w="med" len="med"/>
              <a:tailEnd type="none" w="med" len="med"/>
            </a:ln>
          </p:spPr>
        </p:sp>
        <p:sp>
          <p:nvSpPr>
            <p:cNvPr id="147479" name="Line 24"/>
            <p:cNvSpPr/>
            <p:nvPr/>
          </p:nvSpPr>
          <p:spPr>
            <a:xfrm>
              <a:off x="2833" y="2618"/>
              <a:ext cx="0" cy="491"/>
            </a:xfrm>
            <a:prstGeom prst="line">
              <a:avLst/>
            </a:prstGeom>
            <a:ln w="9525" cap="flat" cmpd="sng">
              <a:solidFill>
                <a:srgbClr val="3333FF"/>
              </a:solidFill>
              <a:prstDash val="solid"/>
              <a:round/>
              <a:headEnd type="none" w="med" len="med"/>
              <a:tailEnd type="none" w="med" len="med"/>
            </a:ln>
          </p:spPr>
        </p:sp>
        <p:sp>
          <p:nvSpPr>
            <p:cNvPr id="147480" name="Line 25"/>
            <p:cNvSpPr/>
            <p:nvPr/>
          </p:nvSpPr>
          <p:spPr>
            <a:xfrm flipH="1">
              <a:off x="1789" y="2616"/>
              <a:ext cx="0" cy="495"/>
            </a:xfrm>
            <a:prstGeom prst="line">
              <a:avLst/>
            </a:prstGeom>
            <a:ln w="9525" cap="flat" cmpd="sng">
              <a:solidFill>
                <a:srgbClr val="3333FF"/>
              </a:solidFill>
              <a:prstDash val="solid"/>
              <a:round/>
              <a:headEnd type="none" w="med" len="med"/>
              <a:tailEnd type="none" w="med" len="med"/>
            </a:ln>
          </p:spPr>
        </p:sp>
      </p:grpSp>
      <p:sp>
        <p:nvSpPr>
          <p:cNvPr id="119834" name="Text Box 26"/>
          <p:cNvSpPr txBox="1">
            <a:spLocks noChangeArrowheads="1"/>
          </p:cNvSpPr>
          <p:nvPr/>
        </p:nvSpPr>
        <p:spPr bwMode="auto">
          <a:xfrm>
            <a:off x="3241675" y="5302250"/>
            <a:ext cx="3386138" cy="519113"/>
          </a:xfrm>
          <a:prstGeom prst="rect">
            <a:avLst/>
          </a:prstGeom>
          <a:noFill/>
          <a:ln w="19050">
            <a:noFill/>
            <a:miter lim="800000"/>
            <a:tailEnd type="none" w="sm" len="lg"/>
          </a:ln>
          <a:effectLst/>
        </p:spPr>
        <p:txBody>
          <a:bodyPr>
            <a:spAutoFit/>
          </a:bodyPr>
          <a:lstStyle/>
          <a:p>
            <a:pPr marR="0" defTabSz="914400">
              <a:buClrTx/>
              <a:buSzTx/>
              <a:buFontTx/>
              <a:buNone/>
              <a:defRPr/>
            </a:pPr>
            <a:r>
              <a:rPr kumimoji="0" lang="en-US" altLang="zh-CN" sz="28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74LS85</a:t>
            </a:r>
            <a:r>
              <a:rPr kumimoji="0" lang="zh-CN" altLang="en-US" sz="28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逻辑图</a:t>
            </a:r>
            <a:endParaRPr kumimoji="0" lang="zh-CN" altLang="en-US" sz="28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8481" name="Group 2"/>
          <p:cNvGrpSpPr/>
          <p:nvPr/>
        </p:nvGrpSpPr>
        <p:grpSpPr>
          <a:xfrm>
            <a:off x="2309813" y="9525"/>
            <a:ext cx="4357687" cy="6848475"/>
            <a:chOff x="1455" y="6"/>
            <a:chExt cx="2745" cy="4314"/>
          </a:xfrm>
        </p:grpSpPr>
        <p:sp>
          <p:nvSpPr>
            <p:cNvPr id="148482" name="Text Box 3"/>
            <p:cNvSpPr txBox="1"/>
            <p:nvPr/>
          </p:nvSpPr>
          <p:spPr>
            <a:xfrm>
              <a:off x="3669" y="2162"/>
              <a:ext cx="499"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0</a:t>
              </a:r>
              <a:endParaRPr lang="en-US" altLang="zh-CN" sz="1400" i="0" dirty="0">
                <a:latin typeface="Times New Roman" panose="02020603050405020304" pitchFamily="18" charset="0"/>
                <a:ea typeface="宋体" panose="02010600030101010101" pitchFamily="2" charset="-122"/>
              </a:endParaRPr>
            </a:p>
          </p:txBody>
        </p:sp>
        <p:sp>
          <p:nvSpPr>
            <p:cNvPr id="148483" name="Text Box 4"/>
            <p:cNvSpPr txBox="1"/>
            <p:nvPr/>
          </p:nvSpPr>
          <p:spPr>
            <a:xfrm>
              <a:off x="1517" y="854"/>
              <a:ext cx="237"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3</a:t>
              </a:r>
              <a:endParaRPr lang="en-US" altLang="zh-CN" sz="1400" i="0" dirty="0">
                <a:latin typeface="Times New Roman" panose="02020603050405020304" pitchFamily="18" charset="0"/>
                <a:ea typeface="宋体" panose="02010600030101010101" pitchFamily="2" charset="-122"/>
              </a:endParaRPr>
            </a:p>
          </p:txBody>
        </p:sp>
        <p:sp>
          <p:nvSpPr>
            <p:cNvPr id="148484" name="Text Box 5"/>
            <p:cNvSpPr txBox="1"/>
            <p:nvPr/>
          </p:nvSpPr>
          <p:spPr>
            <a:xfrm>
              <a:off x="1487" y="1049"/>
              <a:ext cx="325"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3</a:t>
              </a:r>
              <a:endParaRPr lang="en-US" altLang="zh-CN" sz="1400" i="0" dirty="0">
                <a:latin typeface="Times New Roman" panose="02020603050405020304" pitchFamily="18" charset="0"/>
                <a:ea typeface="宋体" panose="02010600030101010101" pitchFamily="2" charset="-122"/>
              </a:endParaRPr>
            </a:p>
          </p:txBody>
        </p:sp>
        <p:sp>
          <p:nvSpPr>
            <p:cNvPr id="148485" name="Text Box 6"/>
            <p:cNvSpPr txBox="1"/>
            <p:nvPr/>
          </p:nvSpPr>
          <p:spPr>
            <a:xfrm>
              <a:off x="3697" y="928"/>
              <a:ext cx="471"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48486" name="Text Box 7"/>
            <p:cNvSpPr txBox="1"/>
            <p:nvPr/>
          </p:nvSpPr>
          <p:spPr>
            <a:xfrm>
              <a:off x="3701" y="3357"/>
              <a:ext cx="499"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48487" name="Text Box 8"/>
            <p:cNvSpPr txBox="1"/>
            <p:nvPr/>
          </p:nvSpPr>
          <p:spPr>
            <a:xfrm>
              <a:off x="1457" y="1971"/>
              <a:ext cx="355" cy="154"/>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rPr>
                <a:t>(A=B)</a:t>
              </a:r>
              <a:r>
                <a:rPr lang="en-US" altLang="zh-CN" sz="1000" i="0" baseline="-25000" dirty="0">
                  <a:latin typeface="Times New Roman" panose="02020603050405020304" pitchFamily="18" charset="0"/>
                  <a:ea typeface="宋体" panose="02010600030101010101" pitchFamily="2" charset="-122"/>
                </a:rPr>
                <a:t>I</a:t>
              </a:r>
              <a:endParaRPr lang="en-US" altLang="zh-CN" sz="1000" i="0" dirty="0">
                <a:latin typeface="Times New Roman" panose="02020603050405020304" pitchFamily="18" charset="0"/>
                <a:ea typeface="宋体" panose="02010600030101010101" pitchFamily="2" charset="-122"/>
              </a:endParaRPr>
            </a:p>
          </p:txBody>
        </p:sp>
        <p:sp>
          <p:nvSpPr>
            <p:cNvPr id="148488" name="Text Box 9"/>
            <p:cNvSpPr txBox="1"/>
            <p:nvPr/>
          </p:nvSpPr>
          <p:spPr>
            <a:xfrm>
              <a:off x="1459" y="2202"/>
              <a:ext cx="357" cy="154"/>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rPr>
                <a:t>(A&gt;B)</a:t>
              </a:r>
              <a:r>
                <a:rPr lang="en-US" altLang="zh-CN" sz="1000" i="0" baseline="-25000" dirty="0">
                  <a:latin typeface="Times New Roman" panose="02020603050405020304" pitchFamily="18" charset="0"/>
                  <a:ea typeface="宋体" panose="02010600030101010101" pitchFamily="2" charset="-122"/>
                </a:rPr>
                <a:t>I</a:t>
              </a:r>
              <a:endParaRPr lang="en-US" altLang="zh-CN" sz="1000" i="0" dirty="0">
                <a:latin typeface="Times New Roman" panose="02020603050405020304" pitchFamily="18" charset="0"/>
                <a:ea typeface="宋体" panose="02010600030101010101" pitchFamily="2" charset="-122"/>
              </a:endParaRPr>
            </a:p>
          </p:txBody>
        </p:sp>
        <p:sp>
          <p:nvSpPr>
            <p:cNvPr id="148489" name="Text Box 10"/>
            <p:cNvSpPr txBox="1"/>
            <p:nvPr/>
          </p:nvSpPr>
          <p:spPr>
            <a:xfrm>
              <a:off x="1455" y="1731"/>
              <a:ext cx="387" cy="154"/>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rPr>
                <a:t>(A&lt;B)</a:t>
              </a:r>
              <a:r>
                <a:rPr lang="en-US" altLang="zh-CN" sz="1000" i="0" baseline="-25000" dirty="0">
                  <a:latin typeface="Times New Roman" panose="02020603050405020304" pitchFamily="18" charset="0"/>
                  <a:ea typeface="宋体" panose="02010600030101010101" pitchFamily="2" charset="-122"/>
                </a:rPr>
                <a:t>I</a:t>
              </a:r>
              <a:endParaRPr lang="en-US" altLang="zh-CN" sz="1000" i="0" dirty="0">
                <a:latin typeface="Times New Roman" panose="02020603050405020304" pitchFamily="18" charset="0"/>
                <a:ea typeface="宋体" panose="02010600030101010101" pitchFamily="2" charset="-122"/>
              </a:endParaRPr>
            </a:p>
          </p:txBody>
        </p:sp>
        <p:grpSp>
          <p:nvGrpSpPr>
            <p:cNvPr id="148490" name="Group 11"/>
            <p:cNvGrpSpPr/>
            <p:nvPr/>
          </p:nvGrpSpPr>
          <p:grpSpPr>
            <a:xfrm>
              <a:off x="2192" y="1007"/>
              <a:ext cx="212" cy="219"/>
              <a:chOff x="1293" y="1104"/>
              <a:chExt cx="344" cy="453"/>
            </a:xfrm>
          </p:grpSpPr>
          <p:sp>
            <p:nvSpPr>
              <p:cNvPr id="148491" name="Rectangle 12"/>
              <p:cNvSpPr/>
              <p:nvPr/>
            </p:nvSpPr>
            <p:spPr>
              <a:xfrm>
                <a:off x="1296" y="1104"/>
                <a:ext cx="277" cy="45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492" name="Text Box 13"/>
              <p:cNvSpPr txBox="1"/>
              <p:nvPr/>
            </p:nvSpPr>
            <p:spPr>
              <a:xfrm>
                <a:off x="1293" y="1108"/>
                <a:ext cx="213" cy="397"/>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&amp;</a:t>
                </a:r>
                <a:endParaRPr lang="en-US" altLang="zh-CN" sz="1400" i="0" dirty="0">
                  <a:latin typeface="Times New Roman" panose="02020603050405020304" pitchFamily="18" charset="0"/>
                  <a:ea typeface="宋体" panose="02010600030101010101" pitchFamily="2" charset="-122"/>
                </a:endParaRPr>
              </a:p>
            </p:txBody>
          </p:sp>
          <p:sp>
            <p:nvSpPr>
              <p:cNvPr id="148493" name="Oval 14"/>
              <p:cNvSpPr/>
              <p:nvPr/>
            </p:nvSpPr>
            <p:spPr>
              <a:xfrm>
                <a:off x="1569" y="129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48494" name="Line 15"/>
            <p:cNvSpPr/>
            <p:nvPr/>
          </p:nvSpPr>
          <p:spPr>
            <a:xfrm>
              <a:off x="1784" y="930"/>
              <a:ext cx="0" cy="3366"/>
            </a:xfrm>
            <a:prstGeom prst="line">
              <a:avLst/>
            </a:prstGeom>
            <a:ln w="9525" cap="flat" cmpd="sng">
              <a:solidFill>
                <a:schemeClr val="tx1"/>
              </a:solidFill>
              <a:prstDash val="solid"/>
              <a:round/>
              <a:headEnd type="none" w="med" len="med"/>
              <a:tailEnd type="none" w="med" len="med"/>
            </a:ln>
          </p:spPr>
        </p:sp>
        <p:sp>
          <p:nvSpPr>
            <p:cNvPr id="148495" name="Line 16"/>
            <p:cNvSpPr/>
            <p:nvPr/>
          </p:nvSpPr>
          <p:spPr>
            <a:xfrm>
              <a:off x="1872" y="1470"/>
              <a:ext cx="0" cy="2656"/>
            </a:xfrm>
            <a:prstGeom prst="line">
              <a:avLst/>
            </a:prstGeom>
            <a:ln w="9525" cap="flat" cmpd="sng">
              <a:solidFill>
                <a:schemeClr val="tx1"/>
              </a:solidFill>
              <a:prstDash val="solid"/>
              <a:round/>
              <a:headEnd type="none" w="med" len="med"/>
              <a:tailEnd type="none" w="med" len="med"/>
            </a:ln>
          </p:spPr>
        </p:sp>
        <p:sp>
          <p:nvSpPr>
            <p:cNvPr id="148496" name="Line 17"/>
            <p:cNvSpPr/>
            <p:nvPr/>
          </p:nvSpPr>
          <p:spPr>
            <a:xfrm>
              <a:off x="1961" y="2439"/>
              <a:ext cx="0" cy="1419"/>
            </a:xfrm>
            <a:prstGeom prst="line">
              <a:avLst/>
            </a:prstGeom>
            <a:ln w="9525" cap="flat" cmpd="sng">
              <a:solidFill>
                <a:schemeClr val="tx1"/>
              </a:solidFill>
              <a:prstDash val="solid"/>
              <a:round/>
              <a:headEnd type="none" w="med" len="med"/>
              <a:tailEnd type="none" w="med" len="med"/>
            </a:ln>
          </p:spPr>
        </p:sp>
        <p:sp>
          <p:nvSpPr>
            <p:cNvPr id="148497" name="Line 18"/>
            <p:cNvSpPr/>
            <p:nvPr/>
          </p:nvSpPr>
          <p:spPr>
            <a:xfrm>
              <a:off x="2020" y="430"/>
              <a:ext cx="0" cy="2437"/>
            </a:xfrm>
            <a:prstGeom prst="line">
              <a:avLst/>
            </a:prstGeom>
            <a:ln w="9525" cap="flat" cmpd="sng">
              <a:solidFill>
                <a:schemeClr val="tx1"/>
              </a:solidFill>
              <a:prstDash val="solid"/>
              <a:round/>
              <a:headEnd type="none" w="med" len="med"/>
              <a:tailEnd type="none" w="med" len="med"/>
            </a:ln>
          </p:spPr>
        </p:sp>
        <p:sp>
          <p:nvSpPr>
            <p:cNvPr id="148498" name="Line 19"/>
            <p:cNvSpPr/>
            <p:nvPr/>
          </p:nvSpPr>
          <p:spPr>
            <a:xfrm>
              <a:off x="2138" y="739"/>
              <a:ext cx="0" cy="2656"/>
            </a:xfrm>
            <a:prstGeom prst="line">
              <a:avLst/>
            </a:prstGeom>
            <a:ln w="9525" cap="flat" cmpd="sng">
              <a:solidFill>
                <a:schemeClr val="tx1"/>
              </a:solidFill>
              <a:prstDash val="solid"/>
              <a:round/>
              <a:headEnd type="none" w="med" len="med"/>
              <a:tailEnd type="none" w="med" len="med"/>
            </a:ln>
          </p:spPr>
        </p:sp>
        <p:sp>
          <p:nvSpPr>
            <p:cNvPr id="148499" name="Line 20"/>
            <p:cNvSpPr/>
            <p:nvPr/>
          </p:nvSpPr>
          <p:spPr>
            <a:xfrm>
              <a:off x="2463" y="122"/>
              <a:ext cx="0" cy="4110"/>
            </a:xfrm>
            <a:prstGeom prst="line">
              <a:avLst/>
            </a:prstGeom>
            <a:ln w="9525" cap="flat" cmpd="sng">
              <a:solidFill>
                <a:schemeClr val="tx1"/>
              </a:solidFill>
              <a:prstDash val="solid"/>
              <a:round/>
              <a:headEnd type="none" w="med" len="med"/>
              <a:tailEnd type="none" w="med" len="med"/>
            </a:ln>
          </p:spPr>
        </p:sp>
        <p:sp>
          <p:nvSpPr>
            <p:cNvPr id="148500" name="Line 21"/>
            <p:cNvSpPr/>
            <p:nvPr/>
          </p:nvSpPr>
          <p:spPr>
            <a:xfrm>
              <a:off x="2522" y="276"/>
              <a:ext cx="0" cy="3801"/>
            </a:xfrm>
            <a:prstGeom prst="line">
              <a:avLst/>
            </a:prstGeom>
            <a:ln w="9525" cap="flat" cmpd="sng">
              <a:solidFill>
                <a:schemeClr val="tx1"/>
              </a:solidFill>
              <a:prstDash val="solid"/>
              <a:round/>
              <a:headEnd type="none" w="med" len="med"/>
              <a:tailEnd type="none" w="med" len="med"/>
            </a:ln>
          </p:spPr>
        </p:sp>
        <p:sp>
          <p:nvSpPr>
            <p:cNvPr id="148501" name="Line 22"/>
            <p:cNvSpPr/>
            <p:nvPr/>
          </p:nvSpPr>
          <p:spPr>
            <a:xfrm>
              <a:off x="2582" y="507"/>
              <a:ext cx="0" cy="3292"/>
            </a:xfrm>
            <a:prstGeom prst="line">
              <a:avLst/>
            </a:prstGeom>
            <a:ln w="9525" cap="flat" cmpd="sng">
              <a:solidFill>
                <a:schemeClr val="tx1"/>
              </a:solidFill>
              <a:prstDash val="solid"/>
              <a:round/>
              <a:headEnd type="none" w="med" len="med"/>
              <a:tailEnd type="none" w="med" len="med"/>
            </a:ln>
          </p:spPr>
        </p:sp>
        <p:sp>
          <p:nvSpPr>
            <p:cNvPr id="148502" name="Line 23"/>
            <p:cNvSpPr/>
            <p:nvPr/>
          </p:nvSpPr>
          <p:spPr>
            <a:xfrm>
              <a:off x="2641" y="815"/>
              <a:ext cx="0" cy="2637"/>
            </a:xfrm>
            <a:prstGeom prst="line">
              <a:avLst/>
            </a:prstGeom>
            <a:ln w="9525" cap="flat" cmpd="sng">
              <a:solidFill>
                <a:schemeClr val="tx1"/>
              </a:solidFill>
              <a:prstDash val="solid"/>
              <a:round/>
              <a:headEnd type="none" w="med" len="med"/>
              <a:tailEnd type="none" w="med" len="med"/>
            </a:ln>
          </p:spPr>
        </p:sp>
        <p:sp>
          <p:nvSpPr>
            <p:cNvPr id="148503" name="Line 24"/>
            <p:cNvSpPr/>
            <p:nvPr/>
          </p:nvSpPr>
          <p:spPr>
            <a:xfrm>
              <a:off x="3114" y="355"/>
              <a:ext cx="0" cy="3638"/>
            </a:xfrm>
            <a:prstGeom prst="line">
              <a:avLst/>
            </a:prstGeom>
            <a:ln w="9525" cap="flat" cmpd="sng">
              <a:solidFill>
                <a:schemeClr val="tx1"/>
              </a:solidFill>
              <a:prstDash val="solid"/>
              <a:round/>
              <a:headEnd type="none" w="med" len="med"/>
              <a:tailEnd type="none" w="med" len="med"/>
            </a:ln>
          </p:spPr>
        </p:sp>
        <p:sp>
          <p:nvSpPr>
            <p:cNvPr id="148504" name="Line 25"/>
            <p:cNvSpPr/>
            <p:nvPr/>
          </p:nvSpPr>
          <p:spPr>
            <a:xfrm>
              <a:off x="3173" y="661"/>
              <a:ext cx="0" cy="2983"/>
            </a:xfrm>
            <a:prstGeom prst="line">
              <a:avLst/>
            </a:prstGeom>
            <a:ln w="9525" cap="flat" cmpd="sng">
              <a:solidFill>
                <a:schemeClr val="tx1"/>
              </a:solidFill>
              <a:prstDash val="solid"/>
              <a:round/>
              <a:headEnd type="none" w="med" len="med"/>
              <a:tailEnd type="none" w="med" len="med"/>
            </a:ln>
          </p:spPr>
        </p:sp>
        <p:sp>
          <p:nvSpPr>
            <p:cNvPr id="148505" name="Line 26"/>
            <p:cNvSpPr/>
            <p:nvPr/>
          </p:nvSpPr>
          <p:spPr>
            <a:xfrm>
              <a:off x="3232" y="1046"/>
              <a:ext cx="0" cy="2178"/>
            </a:xfrm>
            <a:prstGeom prst="line">
              <a:avLst/>
            </a:prstGeom>
            <a:ln w="9525" cap="flat" cmpd="sng">
              <a:solidFill>
                <a:schemeClr val="tx1"/>
              </a:solidFill>
              <a:prstDash val="solid"/>
              <a:round/>
              <a:headEnd type="none" w="med" len="med"/>
              <a:tailEnd type="none" w="med" len="med"/>
            </a:ln>
          </p:spPr>
        </p:sp>
        <p:sp>
          <p:nvSpPr>
            <p:cNvPr id="148506" name="Line 27"/>
            <p:cNvSpPr/>
            <p:nvPr/>
          </p:nvSpPr>
          <p:spPr>
            <a:xfrm>
              <a:off x="3291" y="1393"/>
              <a:ext cx="0" cy="2201"/>
            </a:xfrm>
            <a:prstGeom prst="line">
              <a:avLst/>
            </a:prstGeom>
            <a:ln w="9525" cap="flat" cmpd="sng">
              <a:solidFill>
                <a:schemeClr val="tx1"/>
              </a:solidFill>
              <a:prstDash val="solid"/>
              <a:round/>
              <a:headEnd type="none" w="med" len="med"/>
              <a:tailEnd type="none" w="med" len="med"/>
            </a:ln>
          </p:spPr>
        </p:sp>
        <p:sp>
          <p:nvSpPr>
            <p:cNvPr id="148507" name="Line 28"/>
            <p:cNvSpPr/>
            <p:nvPr/>
          </p:nvSpPr>
          <p:spPr>
            <a:xfrm>
              <a:off x="3350" y="1477"/>
              <a:ext cx="0" cy="455"/>
            </a:xfrm>
            <a:prstGeom prst="line">
              <a:avLst/>
            </a:prstGeom>
            <a:ln w="9525" cap="flat" cmpd="sng">
              <a:solidFill>
                <a:schemeClr val="tx1"/>
              </a:solidFill>
              <a:prstDash val="solid"/>
              <a:round/>
              <a:headEnd type="none" w="med" len="med"/>
              <a:tailEnd type="none" w="med" len="med"/>
            </a:ln>
          </p:spPr>
        </p:sp>
        <p:sp>
          <p:nvSpPr>
            <p:cNvPr id="148508" name="Line 29"/>
            <p:cNvSpPr/>
            <p:nvPr/>
          </p:nvSpPr>
          <p:spPr>
            <a:xfrm>
              <a:off x="3409" y="1893"/>
              <a:ext cx="0" cy="546"/>
            </a:xfrm>
            <a:prstGeom prst="line">
              <a:avLst/>
            </a:prstGeom>
            <a:ln w="9525" cap="flat" cmpd="sng">
              <a:solidFill>
                <a:schemeClr val="tx1"/>
              </a:solidFill>
              <a:prstDash val="solid"/>
              <a:round/>
              <a:headEnd type="none" w="med" len="med"/>
              <a:tailEnd type="none" w="med" len="med"/>
            </a:ln>
          </p:spPr>
        </p:sp>
        <p:grpSp>
          <p:nvGrpSpPr>
            <p:cNvPr id="148509" name="Group 30"/>
            <p:cNvGrpSpPr/>
            <p:nvPr/>
          </p:nvGrpSpPr>
          <p:grpSpPr>
            <a:xfrm>
              <a:off x="2758" y="1489"/>
              <a:ext cx="325" cy="327"/>
              <a:chOff x="2208" y="720"/>
              <a:chExt cx="528" cy="725"/>
            </a:xfrm>
          </p:grpSpPr>
          <p:sp>
            <p:nvSpPr>
              <p:cNvPr id="148510" name="Rectangle 31"/>
              <p:cNvSpPr/>
              <p:nvPr/>
            </p:nvSpPr>
            <p:spPr>
              <a:xfrm>
                <a:off x="2208" y="720"/>
                <a:ext cx="432" cy="725"/>
              </a:xfrm>
              <a:prstGeom prst="rect">
                <a:avLst/>
              </a:prstGeom>
              <a:solidFill>
                <a:srgbClr val="99CC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11" name="Text Box 32"/>
              <p:cNvSpPr txBox="1"/>
              <p:nvPr/>
            </p:nvSpPr>
            <p:spPr>
              <a:xfrm>
                <a:off x="2400" y="771"/>
                <a:ext cx="336" cy="341"/>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1000" i="0" dirty="0">
                  <a:latin typeface="Times New Roman" panose="02020603050405020304" pitchFamily="18" charset="0"/>
                  <a:ea typeface="宋体" panose="02010600030101010101" pitchFamily="2" charset="-122"/>
                </a:endParaRPr>
              </a:p>
            </p:txBody>
          </p:sp>
          <p:sp>
            <p:nvSpPr>
              <p:cNvPr id="148512" name="Oval 33"/>
              <p:cNvSpPr/>
              <p:nvPr/>
            </p:nvSpPr>
            <p:spPr>
              <a:xfrm>
                <a:off x="2640" y="105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13" name="Line 34"/>
              <p:cNvSpPr/>
              <p:nvPr/>
            </p:nvSpPr>
            <p:spPr>
              <a:xfrm>
                <a:off x="2400" y="720"/>
                <a:ext cx="0" cy="725"/>
              </a:xfrm>
              <a:prstGeom prst="line">
                <a:avLst/>
              </a:prstGeom>
              <a:ln w="9525" cap="flat" cmpd="sng">
                <a:solidFill>
                  <a:schemeClr val="tx1"/>
                </a:solidFill>
                <a:prstDash val="solid"/>
                <a:round/>
                <a:headEnd type="none" w="med" len="med"/>
                <a:tailEnd type="none" w="med" len="med"/>
              </a:ln>
            </p:spPr>
          </p:sp>
          <p:sp>
            <p:nvSpPr>
              <p:cNvPr id="148514" name="Text Box 35"/>
              <p:cNvSpPr txBox="1"/>
              <p:nvPr/>
            </p:nvSpPr>
            <p:spPr>
              <a:xfrm>
                <a:off x="2208" y="771"/>
                <a:ext cx="211" cy="384"/>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&amp;</a:t>
                </a:r>
                <a:endParaRPr lang="en-US" altLang="zh-CN" sz="1200" i="0" dirty="0">
                  <a:latin typeface="Times New Roman" panose="02020603050405020304" pitchFamily="18" charset="0"/>
                  <a:ea typeface="宋体" panose="02010600030101010101" pitchFamily="2" charset="-122"/>
                </a:endParaRPr>
              </a:p>
            </p:txBody>
          </p:sp>
          <p:sp>
            <p:nvSpPr>
              <p:cNvPr id="148515" name="Line 36"/>
              <p:cNvSpPr/>
              <p:nvPr/>
            </p:nvSpPr>
            <p:spPr>
              <a:xfrm>
                <a:off x="2208" y="1104"/>
                <a:ext cx="192" cy="0"/>
              </a:xfrm>
              <a:prstGeom prst="line">
                <a:avLst/>
              </a:prstGeom>
              <a:ln w="9525" cap="flat" cmpd="sng">
                <a:solidFill>
                  <a:schemeClr val="tx1"/>
                </a:solidFill>
                <a:prstDash val="solid"/>
                <a:round/>
                <a:headEnd type="none" w="med" len="med"/>
                <a:tailEnd type="none" w="med" len="med"/>
              </a:ln>
            </p:spPr>
          </p:sp>
        </p:grpSp>
        <p:grpSp>
          <p:nvGrpSpPr>
            <p:cNvPr id="148516" name="Group 37"/>
            <p:cNvGrpSpPr/>
            <p:nvPr/>
          </p:nvGrpSpPr>
          <p:grpSpPr>
            <a:xfrm>
              <a:off x="2758" y="2440"/>
              <a:ext cx="329" cy="327"/>
              <a:chOff x="2208" y="720"/>
              <a:chExt cx="534" cy="725"/>
            </a:xfrm>
          </p:grpSpPr>
          <p:sp>
            <p:nvSpPr>
              <p:cNvPr id="148517" name="Rectangle 38"/>
              <p:cNvSpPr/>
              <p:nvPr/>
            </p:nvSpPr>
            <p:spPr>
              <a:xfrm>
                <a:off x="2208" y="720"/>
                <a:ext cx="432" cy="725"/>
              </a:xfrm>
              <a:prstGeom prst="rect">
                <a:avLst/>
              </a:prstGeom>
              <a:solidFill>
                <a:srgbClr val="99CC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18" name="Text Box 39"/>
              <p:cNvSpPr txBox="1"/>
              <p:nvPr/>
            </p:nvSpPr>
            <p:spPr>
              <a:xfrm>
                <a:off x="2406" y="762"/>
                <a:ext cx="336" cy="342"/>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1000" i="0" dirty="0">
                  <a:latin typeface="Times New Roman" panose="02020603050405020304" pitchFamily="18" charset="0"/>
                  <a:ea typeface="宋体" panose="02010600030101010101" pitchFamily="2" charset="-122"/>
                </a:endParaRPr>
              </a:p>
            </p:txBody>
          </p:sp>
          <p:sp>
            <p:nvSpPr>
              <p:cNvPr id="148519" name="Oval 40"/>
              <p:cNvSpPr/>
              <p:nvPr/>
            </p:nvSpPr>
            <p:spPr>
              <a:xfrm>
                <a:off x="2640" y="105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20" name="Line 41"/>
              <p:cNvSpPr/>
              <p:nvPr/>
            </p:nvSpPr>
            <p:spPr>
              <a:xfrm>
                <a:off x="2400" y="720"/>
                <a:ext cx="0" cy="725"/>
              </a:xfrm>
              <a:prstGeom prst="line">
                <a:avLst/>
              </a:prstGeom>
              <a:ln w="9525" cap="flat" cmpd="sng">
                <a:solidFill>
                  <a:schemeClr val="tx1"/>
                </a:solidFill>
                <a:prstDash val="solid"/>
                <a:round/>
                <a:headEnd type="none" w="med" len="med"/>
                <a:tailEnd type="none" w="med" len="med"/>
              </a:ln>
            </p:spPr>
          </p:sp>
          <p:sp>
            <p:nvSpPr>
              <p:cNvPr id="148521" name="Text Box 42"/>
              <p:cNvSpPr txBox="1"/>
              <p:nvPr/>
            </p:nvSpPr>
            <p:spPr>
              <a:xfrm>
                <a:off x="2210" y="764"/>
                <a:ext cx="212" cy="384"/>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&amp;</a:t>
                </a:r>
                <a:endParaRPr lang="en-US" altLang="zh-CN" sz="1200" i="0" dirty="0">
                  <a:latin typeface="Times New Roman" panose="02020603050405020304" pitchFamily="18" charset="0"/>
                  <a:ea typeface="宋体" panose="02010600030101010101" pitchFamily="2" charset="-122"/>
                </a:endParaRPr>
              </a:p>
            </p:txBody>
          </p:sp>
          <p:sp>
            <p:nvSpPr>
              <p:cNvPr id="148522" name="Line 43"/>
              <p:cNvSpPr/>
              <p:nvPr/>
            </p:nvSpPr>
            <p:spPr>
              <a:xfrm>
                <a:off x="2208" y="1104"/>
                <a:ext cx="192" cy="0"/>
              </a:xfrm>
              <a:prstGeom prst="line">
                <a:avLst/>
              </a:prstGeom>
              <a:ln w="9525" cap="flat" cmpd="sng">
                <a:solidFill>
                  <a:schemeClr val="tx1"/>
                </a:solidFill>
                <a:prstDash val="solid"/>
                <a:round/>
                <a:headEnd type="none" w="med" len="med"/>
                <a:tailEnd type="none" w="med" len="med"/>
              </a:ln>
            </p:spPr>
          </p:sp>
        </p:grpSp>
        <p:grpSp>
          <p:nvGrpSpPr>
            <p:cNvPr id="148523" name="Group 44"/>
            <p:cNvGrpSpPr/>
            <p:nvPr/>
          </p:nvGrpSpPr>
          <p:grpSpPr>
            <a:xfrm>
              <a:off x="2758" y="3029"/>
              <a:ext cx="325" cy="328"/>
              <a:chOff x="2208" y="720"/>
              <a:chExt cx="528" cy="725"/>
            </a:xfrm>
          </p:grpSpPr>
          <p:sp>
            <p:nvSpPr>
              <p:cNvPr id="148524" name="Rectangle 45"/>
              <p:cNvSpPr/>
              <p:nvPr/>
            </p:nvSpPr>
            <p:spPr>
              <a:xfrm>
                <a:off x="2208" y="720"/>
                <a:ext cx="432" cy="725"/>
              </a:xfrm>
              <a:prstGeom prst="rect">
                <a:avLst/>
              </a:prstGeom>
              <a:solidFill>
                <a:srgbClr val="99CC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25" name="Text Box 46"/>
              <p:cNvSpPr txBox="1"/>
              <p:nvPr/>
            </p:nvSpPr>
            <p:spPr>
              <a:xfrm>
                <a:off x="2400" y="771"/>
                <a:ext cx="336" cy="340"/>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1000" i="0" dirty="0">
                  <a:latin typeface="Times New Roman" panose="02020603050405020304" pitchFamily="18" charset="0"/>
                  <a:ea typeface="宋体" panose="02010600030101010101" pitchFamily="2" charset="-122"/>
                </a:endParaRPr>
              </a:p>
            </p:txBody>
          </p:sp>
          <p:sp>
            <p:nvSpPr>
              <p:cNvPr id="148526" name="Oval 47"/>
              <p:cNvSpPr/>
              <p:nvPr/>
            </p:nvSpPr>
            <p:spPr>
              <a:xfrm>
                <a:off x="2640" y="105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27" name="Line 48"/>
              <p:cNvSpPr/>
              <p:nvPr/>
            </p:nvSpPr>
            <p:spPr>
              <a:xfrm>
                <a:off x="2400" y="720"/>
                <a:ext cx="0" cy="725"/>
              </a:xfrm>
              <a:prstGeom prst="line">
                <a:avLst/>
              </a:prstGeom>
              <a:ln w="9525" cap="flat" cmpd="sng">
                <a:solidFill>
                  <a:schemeClr val="tx1"/>
                </a:solidFill>
                <a:prstDash val="solid"/>
                <a:round/>
                <a:headEnd type="none" w="med" len="med"/>
                <a:tailEnd type="none" w="med" len="med"/>
              </a:ln>
            </p:spPr>
          </p:sp>
          <p:sp>
            <p:nvSpPr>
              <p:cNvPr id="148528" name="Text Box 49"/>
              <p:cNvSpPr txBox="1"/>
              <p:nvPr/>
            </p:nvSpPr>
            <p:spPr>
              <a:xfrm>
                <a:off x="2208" y="771"/>
                <a:ext cx="211" cy="382"/>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&amp;</a:t>
                </a:r>
                <a:endParaRPr lang="en-US" altLang="zh-CN" sz="1200" i="0" dirty="0">
                  <a:latin typeface="Times New Roman" panose="02020603050405020304" pitchFamily="18" charset="0"/>
                  <a:ea typeface="宋体" panose="02010600030101010101" pitchFamily="2" charset="-122"/>
                </a:endParaRPr>
              </a:p>
            </p:txBody>
          </p:sp>
          <p:sp>
            <p:nvSpPr>
              <p:cNvPr id="148529" name="Line 50"/>
              <p:cNvSpPr/>
              <p:nvPr/>
            </p:nvSpPr>
            <p:spPr>
              <a:xfrm>
                <a:off x="2208" y="1104"/>
                <a:ext cx="192" cy="0"/>
              </a:xfrm>
              <a:prstGeom prst="line">
                <a:avLst/>
              </a:prstGeom>
              <a:ln w="9525" cap="flat" cmpd="sng">
                <a:solidFill>
                  <a:schemeClr val="tx1"/>
                </a:solidFill>
                <a:prstDash val="solid"/>
                <a:round/>
                <a:headEnd type="none" w="med" len="med"/>
                <a:tailEnd type="none" w="med" len="med"/>
              </a:ln>
            </p:spPr>
          </p:sp>
        </p:grpSp>
        <p:sp>
          <p:nvSpPr>
            <p:cNvPr id="148530" name="Rectangle 51"/>
            <p:cNvSpPr/>
            <p:nvPr/>
          </p:nvSpPr>
          <p:spPr>
            <a:xfrm>
              <a:off x="3468" y="6"/>
              <a:ext cx="266" cy="191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31" name="Text Box 52"/>
            <p:cNvSpPr txBox="1"/>
            <p:nvPr/>
          </p:nvSpPr>
          <p:spPr>
            <a:xfrm>
              <a:off x="3590" y="7"/>
              <a:ext cx="207" cy="154"/>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1000" i="0" dirty="0">
                <a:latin typeface="Times New Roman" panose="02020603050405020304" pitchFamily="18" charset="0"/>
                <a:ea typeface="宋体" panose="02010600030101010101" pitchFamily="2" charset="-122"/>
              </a:endParaRPr>
            </a:p>
          </p:txBody>
        </p:sp>
        <p:sp>
          <p:nvSpPr>
            <p:cNvPr id="148532" name="Oval 53"/>
            <p:cNvSpPr/>
            <p:nvPr/>
          </p:nvSpPr>
          <p:spPr>
            <a:xfrm>
              <a:off x="3734" y="914"/>
              <a:ext cx="42" cy="55"/>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33" name="Line 54"/>
            <p:cNvSpPr/>
            <p:nvPr/>
          </p:nvSpPr>
          <p:spPr>
            <a:xfrm>
              <a:off x="3586" y="6"/>
              <a:ext cx="0" cy="1910"/>
            </a:xfrm>
            <a:prstGeom prst="line">
              <a:avLst/>
            </a:prstGeom>
            <a:ln w="9525" cap="flat" cmpd="sng">
              <a:solidFill>
                <a:schemeClr val="tx1"/>
              </a:solidFill>
              <a:prstDash val="solid"/>
              <a:round/>
              <a:headEnd type="none" w="med" len="med"/>
              <a:tailEnd type="none" w="med" len="med"/>
            </a:ln>
          </p:spPr>
        </p:sp>
        <p:sp>
          <p:nvSpPr>
            <p:cNvPr id="148534" name="Text Box 55"/>
            <p:cNvSpPr txBox="1"/>
            <p:nvPr/>
          </p:nvSpPr>
          <p:spPr>
            <a:xfrm>
              <a:off x="3471" y="7"/>
              <a:ext cx="13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&amp;</a:t>
              </a:r>
              <a:endParaRPr lang="en-US" altLang="zh-CN" sz="1200" i="0" dirty="0">
                <a:latin typeface="Times New Roman" panose="02020603050405020304" pitchFamily="18" charset="0"/>
                <a:ea typeface="宋体" panose="02010600030101010101" pitchFamily="2" charset="-122"/>
              </a:endParaRPr>
            </a:p>
          </p:txBody>
        </p:sp>
        <p:sp>
          <p:nvSpPr>
            <p:cNvPr id="148535" name="Line 56"/>
            <p:cNvSpPr/>
            <p:nvPr/>
          </p:nvSpPr>
          <p:spPr>
            <a:xfrm>
              <a:off x="3469" y="392"/>
              <a:ext cx="118" cy="0"/>
            </a:xfrm>
            <a:prstGeom prst="line">
              <a:avLst/>
            </a:prstGeom>
            <a:ln w="9525" cap="flat" cmpd="sng">
              <a:solidFill>
                <a:schemeClr val="tx1"/>
              </a:solidFill>
              <a:prstDash val="solid"/>
              <a:round/>
              <a:headEnd type="none" w="med" len="med"/>
              <a:tailEnd type="none" w="med" len="med"/>
            </a:ln>
          </p:spPr>
        </p:sp>
        <p:sp>
          <p:nvSpPr>
            <p:cNvPr id="148536" name="Line 57"/>
            <p:cNvSpPr/>
            <p:nvPr/>
          </p:nvSpPr>
          <p:spPr>
            <a:xfrm>
              <a:off x="3468" y="699"/>
              <a:ext cx="118" cy="0"/>
            </a:xfrm>
            <a:prstGeom prst="line">
              <a:avLst/>
            </a:prstGeom>
            <a:ln w="9525" cap="flat" cmpd="sng">
              <a:solidFill>
                <a:schemeClr val="tx1"/>
              </a:solidFill>
              <a:prstDash val="solid"/>
              <a:round/>
              <a:headEnd type="none" w="med" len="med"/>
              <a:tailEnd type="none" w="med" len="med"/>
            </a:ln>
          </p:spPr>
        </p:sp>
        <p:sp>
          <p:nvSpPr>
            <p:cNvPr id="148537" name="Line 58"/>
            <p:cNvSpPr/>
            <p:nvPr/>
          </p:nvSpPr>
          <p:spPr>
            <a:xfrm>
              <a:off x="3469" y="161"/>
              <a:ext cx="118" cy="0"/>
            </a:xfrm>
            <a:prstGeom prst="line">
              <a:avLst/>
            </a:prstGeom>
            <a:ln w="9525" cap="flat" cmpd="sng">
              <a:solidFill>
                <a:schemeClr val="tx1"/>
              </a:solidFill>
              <a:prstDash val="solid"/>
              <a:round/>
              <a:headEnd type="none" w="med" len="med"/>
              <a:tailEnd type="none" w="med" len="med"/>
            </a:ln>
          </p:spPr>
        </p:sp>
        <p:sp>
          <p:nvSpPr>
            <p:cNvPr id="148538" name="Line 59"/>
            <p:cNvSpPr/>
            <p:nvPr/>
          </p:nvSpPr>
          <p:spPr>
            <a:xfrm>
              <a:off x="3468" y="1123"/>
              <a:ext cx="118" cy="0"/>
            </a:xfrm>
            <a:prstGeom prst="line">
              <a:avLst/>
            </a:prstGeom>
            <a:ln w="9525" cap="flat" cmpd="sng">
              <a:solidFill>
                <a:schemeClr val="tx1"/>
              </a:solidFill>
              <a:prstDash val="solid"/>
              <a:round/>
              <a:headEnd type="none" w="med" len="med"/>
              <a:tailEnd type="none" w="med" len="med"/>
            </a:ln>
          </p:spPr>
        </p:sp>
        <p:sp>
          <p:nvSpPr>
            <p:cNvPr id="148539" name="Line 60"/>
            <p:cNvSpPr/>
            <p:nvPr/>
          </p:nvSpPr>
          <p:spPr>
            <a:xfrm>
              <a:off x="3468" y="1547"/>
              <a:ext cx="118" cy="0"/>
            </a:xfrm>
            <a:prstGeom prst="line">
              <a:avLst/>
            </a:prstGeom>
            <a:ln w="9525" cap="flat" cmpd="sng">
              <a:solidFill>
                <a:schemeClr val="tx1"/>
              </a:solidFill>
              <a:prstDash val="solid"/>
              <a:round/>
              <a:headEnd type="none" w="med" len="med"/>
              <a:tailEnd type="none" w="med" len="med"/>
            </a:ln>
          </p:spPr>
        </p:sp>
        <p:sp>
          <p:nvSpPr>
            <p:cNvPr id="148540" name="Line 61"/>
            <p:cNvSpPr/>
            <p:nvPr/>
          </p:nvSpPr>
          <p:spPr>
            <a:xfrm flipH="1">
              <a:off x="3119" y="1585"/>
              <a:ext cx="349" cy="0"/>
            </a:xfrm>
            <a:prstGeom prst="line">
              <a:avLst/>
            </a:prstGeom>
            <a:ln w="9525" cap="flat" cmpd="sng">
              <a:solidFill>
                <a:schemeClr val="tx1"/>
              </a:solidFill>
              <a:prstDash val="solid"/>
              <a:round/>
              <a:headEnd type="none" w="med" len="med"/>
              <a:tailEnd type="none" w="med" len="med"/>
            </a:ln>
          </p:spPr>
        </p:sp>
        <p:sp>
          <p:nvSpPr>
            <p:cNvPr id="148541" name="Line 62"/>
            <p:cNvSpPr/>
            <p:nvPr/>
          </p:nvSpPr>
          <p:spPr>
            <a:xfrm flipH="1">
              <a:off x="3054" y="1662"/>
              <a:ext cx="405" cy="0"/>
            </a:xfrm>
            <a:prstGeom prst="line">
              <a:avLst/>
            </a:prstGeom>
            <a:ln w="9525" cap="flat" cmpd="sng">
              <a:solidFill>
                <a:schemeClr val="tx1"/>
              </a:solidFill>
              <a:prstDash val="solid"/>
              <a:round/>
              <a:headEnd type="none" w="med" len="med"/>
              <a:tailEnd type="none" w="med" len="med"/>
            </a:ln>
          </p:spPr>
        </p:sp>
        <p:sp>
          <p:nvSpPr>
            <p:cNvPr id="148542" name="Line 63"/>
            <p:cNvSpPr/>
            <p:nvPr/>
          </p:nvSpPr>
          <p:spPr>
            <a:xfrm flipH="1">
              <a:off x="3228" y="1739"/>
              <a:ext cx="237" cy="0"/>
            </a:xfrm>
            <a:prstGeom prst="line">
              <a:avLst/>
            </a:prstGeom>
            <a:ln w="9525" cap="flat" cmpd="sng">
              <a:solidFill>
                <a:schemeClr val="tx1"/>
              </a:solidFill>
              <a:prstDash val="solid"/>
              <a:round/>
              <a:headEnd type="none" w="med" len="med"/>
              <a:tailEnd type="none" w="med" len="med"/>
            </a:ln>
          </p:spPr>
        </p:sp>
        <p:sp>
          <p:nvSpPr>
            <p:cNvPr id="148543" name="Line 64"/>
            <p:cNvSpPr/>
            <p:nvPr/>
          </p:nvSpPr>
          <p:spPr>
            <a:xfrm flipH="1">
              <a:off x="3290" y="1816"/>
              <a:ext cx="177" cy="0"/>
            </a:xfrm>
            <a:prstGeom prst="line">
              <a:avLst/>
            </a:prstGeom>
            <a:ln w="9525" cap="flat" cmpd="sng">
              <a:solidFill>
                <a:schemeClr val="tx1"/>
              </a:solidFill>
              <a:prstDash val="solid"/>
              <a:round/>
              <a:headEnd type="none" w="med" len="med"/>
              <a:tailEnd type="none" w="med" len="med"/>
            </a:ln>
          </p:spPr>
        </p:sp>
        <p:sp>
          <p:nvSpPr>
            <p:cNvPr id="148544" name="Line 65"/>
            <p:cNvSpPr/>
            <p:nvPr/>
          </p:nvSpPr>
          <p:spPr>
            <a:xfrm flipH="1">
              <a:off x="3410" y="1893"/>
              <a:ext cx="56" cy="0"/>
            </a:xfrm>
            <a:prstGeom prst="line">
              <a:avLst/>
            </a:prstGeom>
            <a:ln w="9525" cap="flat" cmpd="sng">
              <a:solidFill>
                <a:schemeClr val="tx1"/>
              </a:solidFill>
              <a:prstDash val="solid"/>
              <a:round/>
              <a:headEnd type="none" w="med" len="med"/>
              <a:tailEnd type="none" w="med" len="med"/>
            </a:ln>
          </p:spPr>
        </p:sp>
        <p:sp>
          <p:nvSpPr>
            <p:cNvPr id="148545" name="Line 66"/>
            <p:cNvSpPr/>
            <p:nvPr/>
          </p:nvSpPr>
          <p:spPr>
            <a:xfrm flipH="1">
              <a:off x="3054" y="1161"/>
              <a:ext cx="405" cy="0"/>
            </a:xfrm>
            <a:prstGeom prst="line">
              <a:avLst/>
            </a:prstGeom>
            <a:ln w="9525" cap="flat" cmpd="sng">
              <a:solidFill>
                <a:schemeClr val="tx1"/>
              </a:solidFill>
              <a:prstDash val="solid"/>
              <a:round/>
              <a:headEnd type="none" w="med" len="med"/>
              <a:tailEnd type="none" w="med" len="med"/>
            </a:ln>
          </p:spPr>
        </p:sp>
        <p:sp>
          <p:nvSpPr>
            <p:cNvPr id="148546" name="Line 67"/>
            <p:cNvSpPr/>
            <p:nvPr/>
          </p:nvSpPr>
          <p:spPr>
            <a:xfrm flipH="1">
              <a:off x="3172" y="1239"/>
              <a:ext cx="293" cy="0"/>
            </a:xfrm>
            <a:prstGeom prst="line">
              <a:avLst/>
            </a:prstGeom>
            <a:ln w="9525" cap="flat" cmpd="sng">
              <a:solidFill>
                <a:schemeClr val="tx1"/>
              </a:solidFill>
              <a:prstDash val="solid"/>
              <a:round/>
              <a:headEnd type="none" w="med" len="med"/>
              <a:tailEnd type="none" w="med" len="med"/>
            </a:ln>
          </p:spPr>
        </p:sp>
        <p:sp>
          <p:nvSpPr>
            <p:cNvPr id="148547" name="Line 68"/>
            <p:cNvSpPr/>
            <p:nvPr/>
          </p:nvSpPr>
          <p:spPr>
            <a:xfrm flipH="1">
              <a:off x="3228" y="1316"/>
              <a:ext cx="237" cy="0"/>
            </a:xfrm>
            <a:prstGeom prst="line">
              <a:avLst/>
            </a:prstGeom>
            <a:ln w="9525" cap="flat" cmpd="sng">
              <a:solidFill>
                <a:schemeClr val="tx1"/>
              </a:solidFill>
              <a:prstDash val="solid"/>
              <a:round/>
              <a:headEnd type="none" w="med" len="med"/>
              <a:tailEnd type="none" w="med" len="med"/>
            </a:ln>
          </p:spPr>
        </p:sp>
        <p:sp>
          <p:nvSpPr>
            <p:cNvPr id="148548" name="Line 69"/>
            <p:cNvSpPr/>
            <p:nvPr/>
          </p:nvSpPr>
          <p:spPr>
            <a:xfrm flipH="1">
              <a:off x="3290" y="1393"/>
              <a:ext cx="177" cy="0"/>
            </a:xfrm>
            <a:prstGeom prst="line">
              <a:avLst/>
            </a:prstGeom>
            <a:ln w="9525" cap="flat" cmpd="sng">
              <a:solidFill>
                <a:schemeClr val="tx1"/>
              </a:solidFill>
              <a:prstDash val="solid"/>
              <a:round/>
              <a:headEnd type="none" w="med" len="med"/>
              <a:tailEnd type="none" w="med" len="med"/>
            </a:ln>
          </p:spPr>
        </p:sp>
        <p:sp>
          <p:nvSpPr>
            <p:cNvPr id="148549" name="Line 70"/>
            <p:cNvSpPr/>
            <p:nvPr/>
          </p:nvSpPr>
          <p:spPr>
            <a:xfrm flipH="1">
              <a:off x="3342" y="1470"/>
              <a:ext cx="125" cy="0"/>
            </a:xfrm>
            <a:prstGeom prst="line">
              <a:avLst/>
            </a:prstGeom>
            <a:ln w="9525" cap="flat" cmpd="sng">
              <a:solidFill>
                <a:schemeClr val="tx1"/>
              </a:solidFill>
              <a:prstDash val="solid"/>
              <a:round/>
              <a:headEnd type="none" w="med" len="med"/>
              <a:tailEnd type="none" w="med" len="med"/>
            </a:ln>
          </p:spPr>
        </p:sp>
        <p:sp>
          <p:nvSpPr>
            <p:cNvPr id="148550" name="Line 71"/>
            <p:cNvSpPr/>
            <p:nvPr/>
          </p:nvSpPr>
          <p:spPr>
            <a:xfrm flipH="1">
              <a:off x="2141" y="738"/>
              <a:ext cx="1327" cy="0"/>
            </a:xfrm>
            <a:prstGeom prst="line">
              <a:avLst/>
            </a:prstGeom>
            <a:ln w="9525" cap="flat" cmpd="sng">
              <a:solidFill>
                <a:schemeClr val="tx1"/>
              </a:solidFill>
              <a:prstDash val="solid"/>
              <a:round/>
              <a:headEnd type="none" w="med" len="med"/>
              <a:tailEnd type="none" w="med" len="med"/>
            </a:ln>
          </p:spPr>
        </p:sp>
        <p:sp>
          <p:nvSpPr>
            <p:cNvPr id="148551" name="Line 72"/>
            <p:cNvSpPr/>
            <p:nvPr/>
          </p:nvSpPr>
          <p:spPr>
            <a:xfrm flipH="1">
              <a:off x="2637" y="815"/>
              <a:ext cx="823" cy="0"/>
            </a:xfrm>
            <a:prstGeom prst="line">
              <a:avLst/>
            </a:prstGeom>
            <a:ln w="9525" cap="flat" cmpd="sng">
              <a:solidFill>
                <a:schemeClr val="tx1"/>
              </a:solidFill>
              <a:prstDash val="solid"/>
              <a:round/>
              <a:headEnd type="none" w="med" len="med"/>
              <a:tailEnd type="none" w="med" len="med"/>
            </a:ln>
          </p:spPr>
        </p:sp>
        <p:sp>
          <p:nvSpPr>
            <p:cNvPr id="148552" name="Line 73"/>
            <p:cNvSpPr/>
            <p:nvPr/>
          </p:nvSpPr>
          <p:spPr>
            <a:xfrm flipH="1">
              <a:off x="3119" y="892"/>
              <a:ext cx="349" cy="0"/>
            </a:xfrm>
            <a:prstGeom prst="line">
              <a:avLst/>
            </a:prstGeom>
            <a:ln w="9525" cap="flat" cmpd="sng">
              <a:solidFill>
                <a:schemeClr val="tx1"/>
              </a:solidFill>
              <a:prstDash val="solid"/>
              <a:round/>
              <a:headEnd type="none" w="med" len="med"/>
              <a:tailEnd type="none" w="med" len="med"/>
            </a:ln>
          </p:spPr>
        </p:sp>
        <p:sp>
          <p:nvSpPr>
            <p:cNvPr id="148553" name="Line 74"/>
            <p:cNvSpPr/>
            <p:nvPr/>
          </p:nvSpPr>
          <p:spPr>
            <a:xfrm flipH="1">
              <a:off x="3172" y="969"/>
              <a:ext cx="293" cy="0"/>
            </a:xfrm>
            <a:prstGeom prst="line">
              <a:avLst/>
            </a:prstGeom>
            <a:ln w="9525" cap="flat" cmpd="sng">
              <a:solidFill>
                <a:schemeClr val="tx1"/>
              </a:solidFill>
              <a:prstDash val="solid"/>
              <a:round/>
              <a:headEnd type="none" w="med" len="med"/>
              <a:tailEnd type="none" w="med" len="med"/>
            </a:ln>
          </p:spPr>
        </p:sp>
        <p:sp>
          <p:nvSpPr>
            <p:cNvPr id="148554" name="Line 75"/>
            <p:cNvSpPr/>
            <p:nvPr/>
          </p:nvSpPr>
          <p:spPr>
            <a:xfrm flipH="1">
              <a:off x="3228" y="1046"/>
              <a:ext cx="237" cy="0"/>
            </a:xfrm>
            <a:prstGeom prst="line">
              <a:avLst/>
            </a:prstGeom>
            <a:ln w="9525" cap="flat" cmpd="sng">
              <a:solidFill>
                <a:schemeClr val="tx1"/>
              </a:solidFill>
              <a:prstDash val="solid"/>
              <a:round/>
              <a:headEnd type="none" w="med" len="med"/>
              <a:tailEnd type="none" w="med" len="med"/>
            </a:ln>
          </p:spPr>
        </p:sp>
        <p:sp>
          <p:nvSpPr>
            <p:cNvPr id="148555" name="Line 76"/>
            <p:cNvSpPr/>
            <p:nvPr/>
          </p:nvSpPr>
          <p:spPr>
            <a:xfrm flipH="1">
              <a:off x="2014" y="430"/>
              <a:ext cx="1452" cy="0"/>
            </a:xfrm>
            <a:prstGeom prst="line">
              <a:avLst/>
            </a:prstGeom>
            <a:ln w="9525" cap="flat" cmpd="sng">
              <a:solidFill>
                <a:schemeClr val="tx1"/>
              </a:solidFill>
              <a:prstDash val="solid"/>
              <a:round/>
              <a:headEnd type="none" w="med" len="med"/>
              <a:tailEnd type="none" w="med" len="med"/>
            </a:ln>
          </p:spPr>
        </p:sp>
        <p:sp>
          <p:nvSpPr>
            <p:cNvPr id="148556" name="Line 77"/>
            <p:cNvSpPr/>
            <p:nvPr/>
          </p:nvSpPr>
          <p:spPr>
            <a:xfrm flipH="1">
              <a:off x="2575" y="507"/>
              <a:ext cx="894" cy="0"/>
            </a:xfrm>
            <a:prstGeom prst="line">
              <a:avLst/>
            </a:prstGeom>
            <a:ln w="9525" cap="flat" cmpd="sng">
              <a:solidFill>
                <a:schemeClr val="tx1"/>
              </a:solidFill>
              <a:prstDash val="solid"/>
              <a:round/>
              <a:headEnd type="none" w="med" len="med"/>
              <a:tailEnd type="none" w="med" len="med"/>
            </a:ln>
          </p:spPr>
        </p:sp>
        <p:sp>
          <p:nvSpPr>
            <p:cNvPr id="148557" name="Line 78"/>
            <p:cNvSpPr/>
            <p:nvPr/>
          </p:nvSpPr>
          <p:spPr>
            <a:xfrm flipH="1">
              <a:off x="3119" y="584"/>
              <a:ext cx="349" cy="0"/>
            </a:xfrm>
            <a:prstGeom prst="line">
              <a:avLst/>
            </a:prstGeom>
            <a:ln w="9525" cap="flat" cmpd="sng">
              <a:solidFill>
                <a:schemeClr val="tx1"/>
              </a:solidFill>
              <a:prstDash val="solid"/>
              <a:round/>
              <a:headEnd type="none" w="med" len="med"/>
              <a:tailEnd type="none" w="med" len="med"/>
            </a:ln>
          </p:spPr>
        </p:sp>
        <p:sp>
          <p:nvSpPr>
            <p:cNvPr id="148558" name="Line 79"/>
            <p:cNvSpPr/>
            <p:nvPr/>
          </p:nvSpPr>
          <p:spPr>
            <a:xfrm flipH="1">
              <a:off x="3172" y="661"/>
              <a:ext cx="293" cy="0"/>
            </a:xfrm>
            <a:prstGeom prst="line">
              <a:avLst/>
            </a:prstGeom>
            <a:ln w="9525" cap="flat" cmpd="sng">
              <a:solidFill>
                <a:schemeClr val="tx1"/>
              </a:solidFill>
              <a:prstDash val="solid"/>
              <a:round/>
              <a:headEnd type="none" w="med" len="med"/>
              <a:tailEnd type="none" w="med" len="med"/>
            </a:ln>
          </p:spPr>
        </p:sp>
        <p:sp>
          <p:nvSpPr>
            <p:cNvPr id="148559" name="Line 80"/>
            <p:cNvSpPr/>
            <p:nvPr/>
          </p:nvSpPr>
          <p:spPr>
            <a:xfrm flipH="1">
              <a:off x="1863" y="45"/>
              <a:ext cx="1605" cy="0"/>
            </a:xfrm>
            <a:prstGeom prst="line">
              <a:avLst/>
            </a:prstGeom>
            <a:ln w="9525" cap="flat" cmpd="sng">
              <a:solidFill>
                <a:schemeClr val="tx1"/>
              </a:solidFill>
              <a:prstDash val="solid"/>
              <a:round/>
              <a:headEnd type="none" w="med" len="med"/>
              <a:tailEnd type="none" w="med" len="med"/>
            </a:ln>
          </p:spPr>
        </p:sp>
        <p:sp>
          <p:nvSpPr>
            <p:cNvPr id="148560" name="Line 81"/>
            <p:cNvSpPr/>
            <p:nvPr/>
          </p:nvSpPr>
          <p:spPr>
            <a:xfrm flipH="1">
              <a:off x="1961" y="199"/>
              <a:ext cx="1507" cy="0"/>
            </a:xfrm>
            <a:prstGeom prst="line">
              <a:avLst/>
            </a:prstGeom>
            <a:ln w="9525" cap="flat" cmpd="sng">
              <a:solidFill>
                <a:schemeClr val="tx1"/>
              </a:solidFill>
              <a:prstDash val="solid"/>
              <a:round/>
              <a:headEnd type="none" w="med" len="med"/>
              <a:tailEnd type="none" w="med" len="med"/>
            </a:ln>
          </p:spPr>
        </p:sp>
        <p:sp>
          <p:nvSpPr>
            <p:cNvPr id="148561" name="Line 82"/>
            <p:cNvSpPr/>
            <p:nvPr/>
          </p:nvSpPr>
          <p:spPr>
            <a:xfrm flipH="1">
              <a:off x="2516" y="276"/>
              <a:ext cx="950" cy="0"/>
            </a:xfrm>
            <a:prstGeom prst="line">
              <a:avLst/>
            </a:prstGeom>
            <a:ln w="9525" cap="flat" cmpd="sng">
              <a:solidFill>
                <a:schemeClr val="tx1"/>
              </a:solidFill>
              <a:prstDash val="solid"/>
              <a:round/>
              <a:headEnd type="none" w="med" len="med"/>
              <a:tailEnd type="none" w="med" len="med"/>
            </a:ln>
          </p:spPr>
        </p:sp>
        <p:sp>
          <p:nvSpPr>
            <p:cNvPr id="148562" name="Line 83"/>
            <p:cNvSpPr/>
            <p:nvPr/>
          </p:nvSpPr>
          <p:spPr>
            <a:xfrm flipH="1" flipV="1">
              <a:off x="3117" y="352"/>
              <a:ext cx="351" cy="1"/>
            </a:xfrm>
            <a:prstGeom prst="line">
              <a:avLst/>
            </a:prstGeom>
            <a:ln w="9525" cap="flat" cmpd="sng">
              <a:solidFill>
                <a:schemeClr val="tx1"/>
              </a:solidFill>
              <a:prstDash val="solid"/>
              <a:round/>
              <a:headEnd type="none" w="med" len="med"/>
              <a:tailEnd type="none" w="med" len="med"/>
            </a:ln>
          </p:spPr>
        </p:sp>
        <p:sp>
          <p:nvSpPr>
            <p:cNvPr id="148563" name="Rectangle 84"/>
            <p:cNvSpPr/>
            <p:nvPr/>
          </p:nvSpPr>
          <p:spPr>
            <a:xfrm>
              <a:off x="3468" y="2410"/>
              <a:ext cx="266" cy="191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64" name="Text Box 85"/>
            <p:cNvSpPr txBox="1"/>
            <p:nvPr/>
          </p:nvSpPr>
          <p:spPr>
            <a:xfrm>
              <a:off x="3585" y="2411"/>
              <a:ext cx="207" cy="154"/>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1000" i="0" dirty="0">
                <a:latin typeface="Times New Roman" panose="02020603050405020304" pitchFamily="18" charset="0"/>
                <a:ea typeface="宋体" panose="02010600030101010101" pitchFamily="2" charset="-122"/>
              </a:endParaRPr>
            </a:p>
          </p:txBody>
        </p:sp>
        <p:sp>
          <p:nvSpPr>
            <p:cNvPr id="148565" name="Oval 86"/>
            <p:cNvSpPr/>
            <p:nvPr/>
          </p:nvSpPr>
          <p:spPr>
            <a:xfrm>
              <a:off x="3734" y="3318"/>
              <a:ext cx="42" cy="55"/>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66" name="Line 87"/>
            <p:cNvSpPr/>
            <p:nvPr/>
          </p:nvSpPr>
          <p:spPr>
            <a:xfrm>
              <a:off x="3586" y="2410"/>
              <a:ext cx="0" cy="1910"/>
            </a:xfrm>
            <a:prstGeom prst="line">
              <a:avLst/>
            </a:prstGeom>
            <a:ln w="9525" cap="flat" cmpd="sng">
              <a:solidFill>
                <a:schemeClr val="tx1"/>
              </a:solidFill>
              <a:prstDash val="solid"/>
              <a:round/>
              <a:headEnd type="none" w="med" len="med"/>
              <a:tailEnd type="none" w="med" len="med"/>
            </a:ln>
          </p:spPr>
        </p:sp>
        <p:sp>
          <p:nvSpPr>
            <p:cNvPr id="148567" name="Text Box 88"/>
            <p:cNvSpPr txBox="1"/>
            <p:nvPr/>
          </p:nvSpPr>
          <p:spPr>
            <a:xfrm>
              <a:off x="3467" y="2411"/>
              <a:ext cx="13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&amp;</a:t>
              </a:r>
              <a:endParaRPr lang="en-US" altLang="zh-CN" sz="1200" i="0" dirty="0">
                <a:latin typeface="Times New Roman" panose="02020603050405020304" pitchFamily="18" charset="0"/>
                <a:ea typeface="宋体" panose="02010600030101010101" pitchFamily="2" charset="-122"/>
              </a:endParaRPr>
            </a:p>
          </p:txBody>
        </p:sp>
        <p:sp>
          <p:nvSpPr>
            <p:cNvPr id="148568" name="Line 89"/>
            <p:cNvSpPr/>
            <p:nvPr/>
          </p:nvSpPr>
          <p:spPr>
            <a:xfrm>
              <a:off x="3468" y="2795"/>
              <a:ext cx="118" cy="0"/>
            </a:xfrm>
            <a:prstGeom prst="line">
              <a:avLst/>
            </a:prstGeom>
            <a:ln w="9525" cap="flat" cmpd="sng">
              <a:solidFill>
                <a:schemeClr val="tx1"/>
              </a:solidFill>
              <a:prstDash val="solid"/>
              <a:round/>
              <a:headEnd type="none" w="med" len="med"/>
              <a:tailEnd type="none" w="med" len="med"/>
            </a:ln>
          </p:spPr>
        </p:sp>
        <p:sp>
          <p:nvSpPr>
            <p:cNvPr id="148569" name="Line 90"/>
            <p:cNvSpPr/>
            <p:nvPr/>
          </p:nvSpPr>
          <p:spPr>
            <a:xfrm>
              <a:off x="3468" y="4166"/>
              <a:ext cx="118" cy="0"/>
            </a:xfrm>
            <a:prstGeom prst="line">
              <a:avLst/>
            </a:prstGeom>
            <a:ln w="9525" cap="flat" cmpd="sng">
              <a:solidFill>
                <a:schemeClr val="tx1"/>
              </a:solidFill>
              <a:prstDash val="solid"/>
              <a:round/>
              <a:headEnd type="none" w="med" len="med"/>
              <a:tailEnd type="none" w="med" len="med"/>
            </a:ln>
          </p:spPr>
        </p:sp>
        <p:sp>
          <p:nvSpPr>
            <p:cNvPr id="148570" name="Line 91"/>
            <p:cNvSpPr/>
            <p:nvPr/>
          </p:nvSpPr>
          <p:spPr>
            <a:xfrm>
              <a:off x="3468" y="3164"/>
              <a:ext cx="118" cy="0"/>
            </a:xfrm>
            <a:prstGeom prst="line">
              <a:avLst/>
            </a:prstGeom>
            <a:ln w="9525" cap="flat" cmpd="sng">
              <a:solidFill>
                <a:schemeClr val="tx1"/>
              </a:solidFill>
              <a:prstDash val="solid"/>
              <a:round/>
              <a:headEnd type="none" w="med" len="med"/>
              <a:tailEnd type="none" w="med" len="med"/>
            </a:ln>
          </p:spPr>
        </p:sp>
        <p:sp>
          <p:nvSpPr>
            <p:cNvPr id="148571" name="Line 92"/>
            <p:cNvSpPr/>
            <p:nvPr/>
          </p:nvSpPr>
          <p:spPr>
            <a:xfrm>
              <a:off x="3468" y="3549"/>
              <a:ext cx="118" cy="0"/>
            </a:xfrm>
            <a:prstGeom prst="line">
              <a:avLst/>
            </a:prstGeom>
            <a:ln w="9525" cap="flat" cmpd="sng">
              <a:solidFill>
                <a:schemeClr val="tx1"/>
              </a:solidFill>
              <a:prstDash val="solid"/>
              <a:round/>
              <a:headEnd type="none" w="med" len="med"/>
              <a:tailEnd type="none" w="med" len="med"/>
            </a:ln>
          </p:spPr>
        </p:sp>
        <p:sp>
          <p:nvSpPr>
            <p:cNvPr id="148572" name="Line 93"/>
            <p:cNvSpPr/>
            <p:nvPr/>
          </p:nvSpPr>
          <p:spPr>
            <a:xfrm>
              <a:off x="3468" y="3951"/>
              <a:ext cx="118" cy="0"/>
            </a:xfrm>
            <a:prstGeom prst="line">
              <a:avLst/>
            </a:prstGeom>
            <a:ln w="9525" cap="flat" cmpd="sng">
              <a:solidFill>
                <a:schemeClr val="tx1"/>
              </a:solidFill>
              <a:prstDash val="solid"/>
              <a:round/>
              <a:headEnd type="none" w="med" len="med"/>
              <a:tailEnd type="none" w="med" len="med"/>
            </a:ln>
          </p:spPr>
        </p:sp>
        <p:sp>
          <p:nvSpPr>
            <p:cNvPr id="148573" name="Line 94"/>
            <p:cNvSpPr/>
            <p:nvPr/>
          </p:nvSpPr>
          <p:spPr>
            <a:xfrm flipH="1">
              <a:off x="3113" y="3989"/>
              <a:ext cx="349" cy="0"/>
            </a:xfrm>
            <a:prstGeom prst="line">
              <a:avLst/>
            </a:prstGeom>
            <a:ln w="9525" cap="flat" cmpd="sng">
              <a:solidFill>
                <a:schemeClr val="tx1"/>
              </a:solidFill>
              <a:prstDash val="solid"/>
              <a:round/>
              <a:headEnd type="none" w="med" len="med"/>
              <a:tailEnd type="none" w="med" len="med"/>
            </a:ln>
          </p:spPr>
        </p:sp>
        <p:sp>
          <p:nvSpPr>
            <p:cNvPr id="148574" name="Line 95"/>
            <p:cNvSpPr/>
            <p:nvPr/>
          </p:nvSpPr>
          <p:spPr>
            <a:xfrm flipH="1">
              <a:off x="2518" y="4066"/>
              <a:ext cx="949" cy="0"/>
            </a:xfrm>
            <a:prstGeom prst="line">
              <a:avLst/>
            </a:prstGeom>
            <a:ln w="9525" cap="flat" cmpd="sng">
              <a:solidFill>
                <a:schemeClr val="tx1"/>
              </a:solidFill>
              <a:prstDash val="solid"/>
              <a:round/>
              <a:headEnd type="none" w="med" len="med"/>
              <a:tailEnd type="none" w="med" len="med"/>
            </a:ln>
          </p:spPr>
        </p:sp>
        <p:sp>
          <p:nvSpPr>
            <p:cNvPr id="148575" name="Line 96"/>
            <p:cNvSpPr/>
            <p:nvPr/>
          </p:nvSpPr>
          <p:spPr>
            <a:xfrm flipH="1" flipV="1">
              <a:off x="1871" y="4127"/>
              <a:ext cx="1591" cy="0"/>
            </a:xfrm>
            <a:prstGeom prst="line">
              <a:avLst/>
            </a:prstGeom>
            <a:ln w="9525" cap="flat" cmpd="sng">
              <a:solidFill>
                <a:schemeClr val="tx1"/>
              </a:solidFill>
              <a:prstDash val="solid"/>
              <a:round/>
              <a:headEnd type="none" w="med" len="med"/>
              <a:tailEnd type="none" w="med" len="med"/>
            </a:ln>
          </p:spPr>
        </p:sp>
        <p:sp>
          <p:nvSpPr>
            <p:cNvPr id="148576" name="Line 97"/>
            <p:cNvSpPr/>
            <p:nvPr/>
          </p:nvSpPr>
          <p:spPr>
            <a:xfrm flipH="1">
              <a:off x="2462" y="4220"/>
              <a:ext cx="1005" cy="0"/>
            </a:xfrm>
            <a:prstGeom prst="line">
              <a:avLst/>
            </a:prstGeom>
            <a:ln w="9525" cap="flat" cmpd="sng">
              <a:solidFill>
                <a:schemeClr val="tx1"/>
              </a:solidFill>
              <a:prstDash val="solid"/>
              <a:round/>
              <a:headEnd type="none" w="med" len="med"/>
              <a:tailEnd type="none" w="med" len="med"/>
            </a:ln>
          </p:spPr>
        </p:sp>
        <p:sp>
          <p:nvSpPr>
            <p:cNvPr id="148577" name="Line 98"/>
            <p:cNvSpPr/>
            <p:nvPr/>
          </p:nvSpPr>
          <p:spPr>
            <a:xfrm flipH="1">
              <a:off x="1784" y="4281"/>
              <a:ext cx="1674" cy="0"/>
            </a:xfrm>
            <a:prstGeom prst="line">
              <a:avLst/>
            </a:prstGeom>
            <a:ln w="9525" cap="flat" cmpd="sng">
              <a:solidFill>
                <a:schemeClr val="tx1"/>
              </a:solidFill>
              <a:prstDash val="solid"/>
              <a:round/>
              <a:headEnd type="none" w="med" len="med"/>
              <a:tailEnd type="none" w="med" len="med"/>
            </a:ln>
          </p:spPr>
        </p:sp>
        <p:sp>
          <p:nvSpPr>
            <p:cNvPr id="148578" name="Line 99"/>
            <p:cNvSpPr/>
            <p:nvPr/>
          </p:nvSpPr>
          <p:spPr>
            <a:xfrm flipH="1">
              <a:off x="2020" y="3511"/>
              <a:ext cx="1437" cy="0"/>
            </a:xfrm>
            <a:prstGeom prst="line">
              <a:avLst/>
            </a:prstGeom>
            <a:ln w="9525" cap="flat" cmpd="sng">
              <a:solidFill>
                <a:schemeClr val="tx1"/>
              </a:solidFill>
              <a:prstDash val="solid"/>
              <a:round/>
              <a:headEnd type="none" w="med" len="med"/>
              <a:tailEnd type="none" w="med" len="med"/>
            </a:ln>
          </p:spPr>
        </p:sp>
        <p:sp>
          <p:nvSpPr>
            <p:cNvPr id="148579" name="Line 100"/>
            <p:cNvSpPr/>
            <p:nvPr/>
          </p:nvSpPr>
          <p:spPr>
            <a:xfrm flipH="1">
              <a:off x="3172" y="3643"/>
              <a:ext cx="293" cy="0"/>
            </a:xfrm>
            <a:prstGeom prst="line">
              <a:avLst/>
            </a:prstGeom>
            <a:ln w="9525" cap="flat" cmpd="sng">
              <a:solidFill>
                <a:schemeClr val="tx1"/>
              </a:solidFill>
              <a:prstDash val="solid"/>
              <a:round/>
              <a:headEnd type="none" w="med" len="med"/>
              <a:tailEnd type="none" w="med" len="med"/>
            </a:ln>
          </p:spPr>
        </p:sp>
        <p:sp>
          <p:nvSpPr>
            <p:cNvPr id="148580" name="Line 101"/>
            <p:cNvSpPr/>
            <p:nvPr/>
          </p:nvSpPr>
          <p:spPr>
            <a:xfrm flipH="1">
              <a:off x="3113" y="3720"/>
              <a:ext cx="349" cy="0"/>
            </a:xfrm>
            <a:prstGeom prst="line">
              <a:avLst/>
            </a:prstGeom>
            <a:ln w="9525" cap="flat" cmpd="sng">
              <a:solidFill>
                <a:schemeClr val="tx1"/>
              </a:solidFill>
              <a:prstDash val="solid"/>
              <a:round/>
              <a:headEnd type="none" w="med" len="med"/>
              <a:tailEnd type="none" w="med" len="med"/>
            </a:ln>
          </p:spPr>
        </p:sp>
        <p:sp>
          <p:nvSpPr>
            <p:cNvPr id="148581" name="Line 102"/>
            <p:cNvSpPr/>
            <p:nvPr/>
          </p:nvSpPr>
          <p:spPr>
            <a:xfrm flipH="1">
              <a:off x="2579" y="3797"/>
              <a:ext cx="894" cy="0"/>
            </a:xfrm>
            <a:prstGeom prst="line">
              <a:avLst/>
            </a:prstGeom>
            <a:ln w="9525" cap="flat" cmpd="sng">
              <a:solidFill>
                <a:schemeClr val="tx1"/>
              </a:solidFill>
              <a:prstDash val="solid"/>
              <a:round/>
              <a:headEnd type="none" w="med" len="med"/>
              <a:tailEnd type="none" w="med" len="med"/>
            </a:ln>
          </p:spPr>
        </p:sp>
        <p:sp>
          <p:nvSpPr>
            <p:cNvPr id="148582" name="Line 103"/>
            <p:cNvSpPr/>
            <p:nvPr/>
          </p:nvSpPr>
          <p:spPr>
            <a:xfrm flipH="1">
              <a:off x="1960" y="3858"/>
              <a:ext cx="1507" cy="0"/>
            </a:xfrm>
            <a:prstGeom prst="line">
              <a:avLst/>
            </a:prstGeom>
            <a:ln w="9525" cap="flat" cmpd="sng">
              <a:solidFill>
                <a:schemeClr val="tx1"/>
              </a:solidFill>
              <a:prstDash val="solid"/>
              <a:round/>
              <a:headEnd type="none" w="med" len="med"/>
              <a:tailEnd type="none" w="med" len="med"/>
            </a:ln>
          </p:spPr>
        </p:sp>
        <p:sp>
          <p:nvSpPr>
            <p:cNvPr id="148583" name="Line 104"/>
            <p:cNvSpPr/>
            <p:nvPr/>
          </p:nvSpPr>
          <p:spPr>
            <a:xfrm flipH="1">
              <a:off x="3119" y="3142"/>
              <a:ext cx="349" cy="0"/>
            </a:xfrm>
            <a:prstGeom prst="line">
              <a:avLst/>
            </a:prstGeom>
            <a:ln w="9525" cap="flat" cmpd="sng">
              <a:solidFill>
                <a:schemeClr val="tx1"/>
              </a:solidFill>
              <a:prstDash val="solid"/>
              <a:round/>
              <a:headEnd type="none" w="med" len="med"/>
              <a:tailEnd type="none" w="med" len="med"/>
            </a:ln>
          </p:spPr>
        </p:sp>
        <p:sp>
          <p:nvSpPr>
            <p:cNvPr id="148584" name="Line 105"/>
            <p:cNvSpPr/>
            <p:nvPr/>
          </p:nvSpPr>
          <p:spPr>
            <a:xfrm flipH="1">
              <a:off x="3228" y="3219"/>
              <a:ext cx="237" cy="0"/>
            </a:xfrm>
            <a:prstGeom prst="line">
              <a:avLst/>
            </a:prstGeom>
            <a:ln w="9525" cap="flat" cmpd="sng">
              <a:solidFill>
                <a:schemeClr val="tx1"/>
              </a:solidFill>
              <a:prstDash val="solid"/>
              <a:round/>
              <a:headEnd type="none" w="med" len="med"/>
              <a:tailEnd type="none" w="med" len="med"/>
            </a:ln>
          </p:spPr>
        </p:sp>
        <p:sp>
          <p:nvSpPr>
            <p:cNvPr id="148585" name="Line 106"/>
            <p:cNvSpPr/>
            <p:nvPr/>
          </p:nvSpPr>
          <p:spPr>
            <a:xfrm flipH="1">
              <a:off x="3174" y="3296"/>
              <a:ext cx="293" cy="0"/>
            </a:xfrm>
            <a:prstGeom prst="line">
              <a:avLst/>
            </a:prstGeom>
            <a:ln w="9525" cap="flat" cmpd="sng">
              <a:solidFill>
                <a:schemeClr val="tx1"/>
              </a:solidFill>
              <a:prstDash val="solid"/>
              <a:round/>
              <a:headEnd type="none" w="med" len="med"/>
              <a:tailEnd type="none" w="med" len="med"/>
            </a:ln>
          </p:spPr>
        </p:sp>
        <p:sp>
          <p:nvSpPr>
            <p:cNvPr id="148586" name="Line 107"/>
            <p:cNvSpPr/>
            <p:nvPr/>
          </p:nvSpPr>
          <p:spPr>
            <a:xfrm flipH="1">
              <a:off x="3119" y="3373"/>
              <a:ext cx="349" cy="0"/>
            </a:xfrm>
            <a:prstGeom prst="line">
              <a:avLst/>
            </a:prstGeom>
            <a:ln w="9525" cap="flat" cmpd="sng">
              <a:solidFill>
                <a:schemeClr val="tx1"/>
              </a:solidFill>
              <a:prstDash val="solid"/>
              <a:round/>
              <a:headEnd type="none" w="med" len="med"/>
              <a:tailEnd type="none" w="med" len="med"/>
            </a:ln>
          </p:spPr>
        </p:sp>
        <p:sp>
          <p:nvSpPr>
            <p:cNvPr id="148587" name="Line 108"/>
            <p:cNvSpPr/>
            <p:nvPr/>
          </p:nvSpPr>
          <p:spPr>
            <a:xfrm flipH="1">
              <a:off x="2637" y="3450"/>
              <a:ext cx="837" cy="0"/>
            </a:xfrm>
            <a:prstGeom prst="line">
              <a:avLst/>
            </a:prstGeom>
            <a:ln w="9525" cap="flat" cmpd="sng">
              <a:solidFill>
                <a:schemeClr val="tx1"/>
              </a:solidFill>
              <a:prstDash val="solid"/>
              <a:round/>
              <a:headEnd type="none" w="med" len="med"/>
              <a:tailEnd type="none" w="med" len="med"/>
            </a:ln>
          </p:spPr>
        </p:sp>
        <p:sp>
          <p:nvSpPr>
            <p:cNvPr id="148588" name="Line 109"/>
            <p:cNvSpPr/>
            <p:nvPr/>
          </p:nvSpPr>
          <p:spPr>
            <a:xfrm flipH="1">
              <a:off x="3342" y="2834"/>
              <a:ext cx="125" cy="0"/>
            </a:xfrm>
            <a:prstGeom prst="line">
              <a:avLst/>
            </a:prstGeom>
            <a:ln w="9525" cap="flat" cmpd="sng">
              <a:solidFill>
                <a:schemeClr val="tx1"/>
              </a:solidFill>
              <a:prstDash val="solid"/>
              <a:round/>
              <a:headEnd type="none" w="med" len="med"/>
              <a:tailEnd type="none" w="med" len="med"/>
            </a:ln>
          </p:spPr>
        </p:sp>
        <p:sp>
          <p:nvSpPr>
            <p:cNvPr id="148589" name="Line 110"/>
            <p:cNvSpPr/>
            <p:nvPr/>
          </p:nvSpPr>
          <p:spPr>
            <a:xfrm flipH="1">
              <a:off x="3290" y="2911"/>
              <a:ext cx="177" cy="0"/>
            </a:xfrm>
            <a:prstGeom prst="line">
              <a:avLst/>
            </a:prstGeom>
            <a:ln w="9525" cap="flat" cmpd="sng">
              <a:solidFill>
                <a:schemeClr val="tx1"/>
              </a:solidFill>
              <a:prstDash val="solid"/>
              <a:round/>
              <a:headEnd type="none" w="med" len="med"/>
              <a:tailEnd type="none" w="med" len="med"/>
            </a:ln>
          </p:spPr>
        </p:sp>
        <p:sp>
          <p:nvSpPr>
            <p:cNvPr id="148590" name="Line 111"/>
            <p:cNvSpPr/>
            <p:nvPr/>
          </p:nvSpPr>
          <p:spPr>
            <a:xfrm flipH="1">
              <a:off x="3228" y="2988"/>
              <a:ext cx="237" cy="0"/>
            </a:xfrm>
            <a:prstGeom prst="line">
              <a:avLst/>
            </a:prstGeom>
            <a:ln w="9525" cap="flat" cmpd="sng">
              <a:solidFill>
                <a:schemeClr val="tx1"/>
              </a:solidFill>
              <a:prstDash val="solid"/>
              <a:round/>
              <a:headEnd type="none" w="med" len="med"/>
              <a:tailEnd type="none" w="med" len="med"/>
            </a:ln>
          </p:spPr>
        </p:sp>
        <p:sp>
          <p:nvSpPr>
            <p:cNvPr id="148591" name="Line 112"/>
            <p:cNvSpPr/>
            <p:nvPr/>
          </p:nvSpPr>
          <p:spPr>
            <a:xfrm flipH="1">
              <a:off x="3172" y="3065"/>
              <a:ext cx="293" cy="0"/>
            </a:xfrm>
            <a:prstGeom prst="line">
              <a:avLst/>
            </a:prstGeom>
            <a:ln w="9525" cap="flat" cmpd="sng">
              <a:solidFill>
                <a:schemeClr val="tx1"/>
              </a:solidFill>
              <a:prstDash val="solid"/>
              <a:round/>
              <a:headEnd type="none" w="med" len="med"/>
              <a:tailEnd type="none" w="med" len="med"/>
            </a:ln>
          </p:spPr>
        </p:sp>
        <p:sp>
          <p:nvSpPr>
            <p:cNvPr id="148592" name="Line 113"/>
            <p:cNvSpPr/>
            <p:nvPr/>
          </p:nvSpPr>
          <p:spPr>
            <a:xfrm flipH="1">
              <a:off x="3410" y="2432"/>
              <a:ext cx="56" cy="0"/>
            </a:xfrm>
            <a:prstGeom prst="line">
              <a:avLst/>
            </a:prstGeom>
            <a:ln w="9525" cap="flat" cmpd="sng">
              <a:solidFill>
                <a:schemeClr val="tx1"/>
              </a:solidFill>
              <a:prstDash val="solid"/>
              <a:round/>
              <a:headEnd type="none" w="med" len="med"/>
              <a:tailEnd type="none" w="med" len="med"/>
            </a:ln>
          </p:spPr>
        </p:sp>
        <p:sp>
          <p:nvSpPr>
            <p:cNvPr id="148593" name="Line 114"/>
            <p:cNvSpPr/>
            <p:nvPr/>
          </p:nvSpPr>
          <p:spPr>
            <a:xfrm flipH="1">
              <a:off x="3290" y="2526"/>
              <a:ext cx="177" cy="0"/>
            </a:xfrm>
            <a:prstGeom prst="line">
              <a:avLst/>
            </a:prstGeom>
            <a:ln w="9525" cap="flat" cmpd="sng">
              <a:solidFill>
                <a:schemeClr val="tx1"/>
              </a:solidFill>
              <a:prstDash val="solid"/>
              <a:round/>
              <a:headEnd type="none" w="med" len="med"/>
              <a:tailEnd type="none" w="med" len="med"/>
            </a:ln>
          </p:spPr>
        </p:sp>
        <p:sp>
          <p:nvSpPr>
            <p:cNvPr id="148594" name="Line 115"/>
            <p:cNvSpPr/>
            <p:nvPr/>
          </p:nvSpPr>
          <p:spPr>
            <a:xfrm flipH="1">
              <a:off x="3045" y="2603"/>
              <a:ext cx="419" cy="0"/>
            </a:xfrm>
            <a:prstGeom prst="line">
              <a:avLst/>
            </a:prstGeom>
            <a:ln w="9525" cap="flat" cmpd="sng">
              <a:solidFill>
                <a:schemeClr val="tx1"/>
              </a:solidFill>
              <a:prstDash val="solid"/>
              <a:round/>
              <a:headEnd type="none" w="med" len="med"/>
              <a:tailEnd type="none" w="med" len="med"/>
            </a:ln>
          </p:spPr>
        </p:sp>
        <p:sp>
          <p:nvSpPr>
            <p:cNvPr id="148595" name="Line 116"/>
            <p:cNvSpPr/>
            <p:nvPr/>
          </p:nvSpPr>
          <p:spPr>
            <a:xfrm flipH="1">
              <a:off x="3169" y="2680"/>
              <a:ext cx="293" cy="0"/>
            </a:xfrm>
            <a:prstGeom prst="line">
              <a:avLst/>
            </a:prstGeom>
            <a:ln w="9525" cap="flat" cmpd="sng">
              <a:solidFill>
                <a:schemeClr val="tx1"/>
              </a:solidFill>
              <a:prstDash val="solid"/>
              <a:round/>
              <a:headEnd type="none" w="med" len="med"/>
              <a:tailEnd type="none" w="med" len="med"/>
            </a:ln>
          </p:spPr>
        </p:sp>
        <p:sp>
          <p:nvSpPr>
            <p:cNvPr id="148596" name="Line 117"/>
            <p:cNvSpPr/>
            <p:nvPr/>
          </p:nvSpPr>
          <p:spPr>
            <a:xfrm flipH="1">
              <a:off x="3119" y="2757"/>
              <a:ext cx="349" cy="0"/>
            </a:xfrm>
            <a:prstGeom prst="line">
              <a:avLst/>
            </a:prstGeom>
            <a:ln w="9525" cap="flat" cmpd="sng">
              <a:solidFill>
                <a:schemeClr val="tx1"/>
              </a:solidFill>
              <a:prstDash val="solid"/>
              <a:round/>
              <a:headEnd type="none" w="med" len="med"/>
              <a:tailEnd type="none" w="med" len="med"/>
            </a:ln>
          </p:spPr>
        </p:sp>
        <p:sp>
          <p:nvSpPr>
            <p:cNvPr id="148597" name="Line 118"/>
            <p:cNvSpPr/>
            <p:nvPr/>
          </p:nvSpPr>
          <p:spPr>
            <a:xfrm flipH="1">
              <a:off x="3118" y="2009"/>
              <a:ext cx="377" cy="0"/>
            </a:xfrm>
            <a:prstGeom prst="line">
              <a:avLst/>
            </a:prstGeom>
            <a:ln w="9525" cap="flat" cmpd="sng">
              <a:solidFill>
                <a:schemeClr val="tx1"/>
              </a:solidFill>
              <a:prstDash val="solid"/>
              <a:round/>
              <a:headEnd type="none" w="med" len="med"/>
              <a:tailEnd type="none" w="med" len="med"/>
            </a:ln>
          </p:spPr>
        </p:sp>
        <p:sp>
          <p:nvSpPr>
            <p:cNvPr id="148598" name="Line 119"/>
            <p:cNvSpPr/>
            <p:nvPr/>
          </p:nvSpPr>
          <p:spPr>
            <a:xfrm flipH="1">
              <a:off x="3178" y="2086"/>
              <a:ext cx="320" cy="0"/>
            </a:xfrm>
            <a:prstGeom prst="line">
              <a:avLst/>
            </a:prstGeom>
            <a:ln w="9525" cap="flat" cmpd="sng">
              <a:solidFill>
                <a:schemeClr val="tx1"/>
              </a:solidFill>
              <a:prstDash val="solid"/>
              <a:round/>
              <a:headEnd type="none" w="med" len="med"/>
              <a:tailEnd type="none" w="med" len="med"/>
            </a:ln>
          </p:spPr>
        </p:sp>
        <p:sp>
          <p:nvSpPr>
            <p:cNvPr id="148599" name="Line 120"/>
            <p:cNvSpPr/>
            <p:nvPr/>
          </p:nvSpPr>
          <p:spPr>
            <a:xfrm flipH="1">
              <a:off x="1656" y="2163"/>
              <a:ext cx="1842" cy="0"/>
            </a:xfrm>
            <a:prstGeom prst="line">
              <a:avLst/>
            </a:prstGeom>
            <a:ln w="9525" cap="flat" cmpd="sng">
              <a:solidFill>
                <a:schemeClr val="tx1"/>
              </a:solidFill>
              <a:prstDash val="solid"/>
              <a:round/>
              <a:headEnd type="none" w="med" len="med"/>
              <a:tailEnd type="none" w="med" len="med"/>
            </a:ln>
          </p:spPr>
        </p:sp>
        <p:sp>
          <p:nvSpPr>
            <p:cNvPr id="148600" name="Line 121"/>
            <p:cNvSpPr/>
            <p:nvPr/>
          </p:nvSpPr>
          <p:spPr>
            <a:xfrm flipH="1">
              <a:off x="3232" y="2240"/>
              <a:ext cx="266" cy="0"/>
            </a:xfrm>
            <a:prstGeom prst="line">
              <a:avLst/>
            </a:prstGeom>
            <a:ln w="9525" cap="flat" cmpd="sng">
              <a:solidFill>
                <a:schemeClr val="tx1"/>
              </a:solidFill>
              <a:prstDash val="solid"/>
              <a:round/>
              <a:headEnd type="none" w="med" len="med"/>
              <a:tailEnd type="none" w="med" len="med"/>
            </a:ln>
          </p:spPr>
        </p:sp>
        <p:sp>
          <p:nvSpPr>
            <p:cNvPr id="148601" name="Line 122"/>
            <p:cNvSpPr/>
            <p:nvPr/>
          </p:nvSpPr>
          <p:spPr>
            <a:xfrm flipH="1">
              <a:off x="3302" y="2317"/>
              <a:ext cx="195" cy="0"/>
            </a:xfrm>
            <a:prstGeom prst="line">
              <a:avLst/>
            </a:prstGeom>
            <a:ln w="9525" cap="flat" cmpd="sng">
              <a:solidFill>
                <a:schemeClr val="tx1"/>
              </a:solidFill>
              <a:prstDash val="solid"/>
              <a:round/>
              <a:headEnd type="none" w="med" len="med"/>
              <a:tailEnd type="none" w="med" len="med"/>
            </a:ln>
          </p:spPr>
        </p:sp>
        <p:sp>
          <p:nvSpPr>
            <p:cNvPr id="148602" name="Rectangle 123"/>
            <p:cNvSpPr/>
            <p:nvPr/>
          </p:nvSpPr>
          <p:spPr>
            <a:xfrm>
              <a:off x="3497" y="1988"/>
              <a:ext cx="171" cy="36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03" name="Text Box 124"/>
            <p:cNvSpPr txBox="1"/>
            <p:nvPr/>
          </p:nvSpPr>
          <p:spPr>
            <a:xfrm>
              <a:off x="3498" y="2009"/>
              <a:ext cx="13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&amp;</a:t>
              </a:r>
              <a:endParaRPr lang="en-US" altLang="zh-CN" sz="1200" i="0" dirty="0">
                <a:latin typeface="Times New Roman" panose="02020603050405020304" pitchFamily="18" charset="0"/>
                <a:ea typeface="宋体" panose="02010600030101010101" pitchFamily="2" charset="-122"/>
              </a:endParaRPr>
            </a:p>
          </p:txBody>
        </p:sp>
        <p:sp>
          <p:nvSpPr>
            <p:cNvPr id="148604" name="Oval 125"/>
            <p:cNvSpPr/>
            <p:nvPr/>
          </p:nvSpPr>
          <p:spPr>
            <a:xfrm>
              <a:off x="3395" y="2144"/>
              <a:ext cx="27" cy="37"/>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05" name="Line 126"/>
            <p:cNvSpPr/>
            <p:nvPr/>
          </p:nvSpPr>
          <p:spPr>
            <a:xfrm flipH="1">
              <a:off x="1646" y="1932"/>
              <a:ext cx="1703" cy="0"/>
            </a:xfrm>
            <a:prstGeom prst="line">
              <a:avLst/>
            </a:prstGeom>
            <a:ln w="9525" cap="flat" cmpd="sng">
              <a:solidFill>
                <a:schemeClr val="tx1"/>
              </a:solidFill>
              <a:prstDash val="solid"/>
              <a:round/>
              <a:headEnd type="none" w="med" len="med"/>
              <a:tailEnd type="none" w="med" len="med"/>
            </a:ln>
          </p:spPr>
        </p:sp>
        <p:sp>
          <p:nvSpPr>
            <p:cNvPr id="148606" name="Line 127"/>
            <p:cNvSpPr/>
            <p:nvPr/>
          </p:nvSpPr>
          <p:spPr>
            <a:xfrm>
              <a:off x="3350" y="2394"/>
              <a:ext cx="0" cy="435"/>
            </a:xfrm>
            <a:prstGeom prst="line">
              <a:avLst/>
            </a:prstGeom>
            <a:ln w="9525" cap="flat" cmpd="sng">
              <a:solidFill>
                <a:schemeClr val="tx1"/>
              </a:solidFill>
              <a:prstDash val="solid"/>
              <a:round/>
              <a:headEnd type="none" w="med" len="med"/>
              <a:tailEnd type="none" w="med" len="med"/>
            </a:ln>
          </p:spPr>
        </p:sp>
        <p:sp>
          <p:nvSpPr>
            <p:cNvPr id="148607" name="Line 128"/>
            <p:cNvSpPr/>
            <p:nvPr/>
          </p:nvSpPr>
          <p:spPr>
            <a:xfrm flipH="1">
              <a:off x="1646" y="2394"/>
              <a:ext cx="1703" cy="0"/>
            </a:xfrm>
            <a:prstGeom prst="line">
              <a:avLst/>
            </a:prstGeom>
            <a:ln w="9525" cap="flat" cmpd="sng">
              <a:solidFill>
                <a:schemeClr val="tx1"/>
              </a:solidFill>
              <a:prstDash val="solid"/>
              <a:round/>
              <a:headEnd type="none" w="med" len="med"/>
              <a:tailEnd type="none" w="med" len="med"/>
            </a:ln>
          </p:spPr>
        </p:sp>
        <p:sp>
          <p:nvSpPr>
            <p:cNvPr id="148608" name="Oval 129"/>
            <p:cNvSpPr/>
            <p:nvPr/>
          </p:nvSpPr>
          <p:spPr>
            <a:xfrm>
              <a:off x="3277" y="1797"/>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09" name="Oval 130"/>
            <p:cNvSpPr/>
            <p:nvPr/>
          </p:nvSpPr>
          <p:spPr>
            <a:xfrm>
              <a:off x="3277" y="2512"/>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0" name="Oval 131"/>
            <p:cNvSpPr/>
            <p:nvPr/>
          </p:nvSpPr>
          <p:spPr>
            <a:xfrm>
              <a:off x="3277" y="2895"/>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1" name="Oval 132"/>
            <p:cNvSpPr/>
            <p:nvPr/>
          </p:nvSpPr>
          <p:spPr>
            <a:xfrm>
              <a:off x="3277" y="2299"/>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2" name="Oval 133"/>
            <p:cNvSpPr/>
            <p:nvPr/>
          </p:nvSpPr>
          <p:spPr>
            <a:xfrm>
              <a:off x="3218" y="1295"/>
              <a:ext cx="28" cy="37"/>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3" name="Oval 134"/>
            <p:cNvSpPr/>
            <p:nvPr/>
          </p:nvSpPr>
          <p:spPr>
            <a:xfrm>
              <a:off x="3218" y="1719"/>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4" name="Oval 135"/>
            <p:cNvSpPr/>
            <p:nvPr/>
          </p:nvSpPr>
          <p:spPr>
            <a:xfrm>
              <a:off x="3218" y="2221"/>
              <a:ext cx="28" cy="37"/>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5" name="Oval 136"/>
            <p:cNvSpPr/>
            <p:nvPr/>
          </p:nvSpPr>
          <p:spPr>
            <a:xfrm>
              <a:off x="3220" y="2587"/>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6" name="Oval 137"/>
            <p:cNvSpPr/>
            <p:nvPr/>
          </p:nvSpPr>
          <p:spPr>
            <a:xfrm>
              <a:off x="3218" y="2951"/>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7" name="Oval 138"/>
            <p:cNvSpPr/>
            <p:nvPr/>
          </p:nvSpPr>
          <p:spPr>
            <a:xfrm>
              <a:off x="3158" y="948"/>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8" name="Oval 139"/>
            <p:cNvSpPr/>
            <p:nvPr/>
          </p:nvSpPr>
          <p:spPr>
            <a:xfrm>
              <a:off x="3158" y="1221"/>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9" name="Oval 140"/>
            <p:cNvSpPr/>
            <p:nvPr/>
          </p:nvSpPr>
          <p:spPr>
            <a:xfrm>
              <a:off x="3158" y="1645"/>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0" name="Oval 141"/>
            <p:cNvSpPr/>
            <p:nvPr/>
          </p:nvSpPr>
          <p:spPr>
            <a:xfrm>
              <a:off x="3158" y="2068"/>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1" name="Oval 142"/>
            <p:cNvSpPr/>
            <p:nvPr/>
          </p:nvSpPr>
          <p:spPr>
            <a:xfrm>
              <a:off x="3158" y="2666"/>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2" name="Oval 143"/>
            <p:cNvSpPr/>
            <p:nvPr/>
          </p:nvSpPr>
          <p:spPr>
            <a:xfrm>
              <a:off x="3161" y="3051"/>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3" name="Oval 144"/>
            <p:cNvSpPr/>
            <p:nvPr/>
          </p:nvSpPr>
          <p:spPr>
            <a:xfrm>
              <a:off x="3158" y="3282"/>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4" name="Oval 145"/>
            <p:cNvSpPr/>
            <p:nvPr/>
          </p:nvSpPr>
          <p:spPr>
            <a:xfrm>
              <a:off x="3101" y="562"/>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5" name="Oval 146"/>
            <p:cNvSpPr/>
            <p:nvPr/>
          </p:nvSpPr>
          <p:spPr>
            <a:xfrm>
              <a:off x="3100" y="873"/>
              <a:ext cx="28" cy="37"/>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6" name="Oval 147"/>
            <p:cNvSpPr/>
            <p:nvPr/>
          </p:nvSpPr>
          <p:spPr>
            <a:xfrm>
              <a:off x="3100" y="1142"/>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7" name="Oval 148"/>
            <p:cNvSpPr/>
            <p:nvPr/>
          </p:nvSpPr>
          <p:spPr>
            <a:xfrm>
              <a:off x="3100" y="1566"/>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8" name="Oval 149"/>
            <p:cNvSpPr/>
            <p:nvPr/>
          </p:nvSpPr>
          <p:spPr>
            <a:xfrm>
              <a:off x="3100" y="1990"/>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9" name="Oval 150"/>
            <p:cNvSpPr/>
            <p:nvPr/>
          </p:nvSpPr>
          <p:spPr>
            <a:xfrm>
              <a:off x="3100" y="2743"/>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30" name="Oval 151"/>
            <p:cNvSpPr/>
            <p:nvPr/>
          </p:nvSpPr>
          <p:spPr>
            <a:xfrm>
              <a:off x="3101" y="3126"/>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31" name="Oval 152"/>
            <p:cNvSpPr/>
            <p:nvPr/>
          </p:nvSpPr>
          <p:spPr>
            <a:xfrm>
              <a:off x="3100" y="3357"/>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32" name="Line 153"/>
            <p:cNvSpPr/>
            <p:nvPr/>
          </p:nvSpPr>
          <p:spPr>
            <a:xfrm>
              <a:off x="1961" y="199"/>
              <a:ext cx="0" cy="1656"/>
            </a:xfrm>
            <a:prstGeom prst="line">
              <a:avLst/>
            </a:prstGeom>
            <a:ln w="9525" cap="flat" cmpd="sng">
              <a:solidFill>
                <a:schemeClr val="tx1"/>
              </a:solidFill>
              <a:prstDash val="solid"/>
              <a:round/>
              <a:headEnd type="none" w="med" len="med"/>
              <a:tailEnd type="none" w="med" len="med"/>
            </a:ln>
          </p:spPr>
        </p:sp>
        <p:grpSp>
          <p:nvGrpSpPr>
            <p:cNvPr id="148633" name="Group 154"/>
            <p:cNvGrpSpPr/>
            <p:nvPr/>
          </p:nvGrpSpPr>
          <p:grpSpPr>
            <a:xfrm>
              <a:off x="2758" y="988"/>
              <a:ext cx="325" cy="328"/>
              <a:chOff x="2208" y="720"/>
              <a:chExt cx="528" cy="725"/>
            </a:xfrm>
          </p:grpSpPr>
          <p:sp>
            <p:nvSpPr>
              <p:cNvPr id="148634" name="Rectangle 155"/>
              <p:cNvSpPr/>
              <p:nvPr/>
            </p:nvSpPr>
            <p:spPr>
              <a:xfrm>
                <a:off x="2208" y="720"/>
                <a:ext cx="432" cy="725"/>
              </a:xfrm>
              <a:prstGeom prst="rect">
                <a:avLst/>
              </a:prstGeom>
              <a:solidFill>
                <a:srgbClr val="99CC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35" name="Text Box 156"/>
              <p:cNvSpPr txBox="1"/>
              <p:nvPr/>
            </p:nvSpPr>
            <p:spPr>
              <a:xfrm>
                <a:off x="2400" y="771"/>
                <a:ext cx="336" cy="340"/>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1000" i="0" dirty="0">
                  <a:latin typeface="Times New Roman" panose="02020603050405020304" pitchFamily="18" charset="0"/>
                  <a:ea typeface="宋体" panose="02010600030101010101" pitchFamily="2" charset="-122"/>
                </a:endParaRPr>
              </a:p>
            </p:txBody>
          </p:sp>
          <p:sp>
            <p:nvSpPr>
              <p:cNvPr id="148636" name="Oval 157"/>
              <p:cNvSpPr/>
              <p:nvPr/>
            </p:nvSpPr>
            <p:spPr>
              <a:xfrm>
                <a:off x="2640" y="105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37" name="Line 158"/>
              <p:cNvSpPr/>
              <p:nvPr/>
            </p:nvSpPr>
            <p:spPr>
              <a:xfrm>
                <a:off x="2400" y="720"/>
                <a:ext cx="0" cy="725"/>
              </a:xfrm>
              <a:prstGeom prst="line">
                <a:avLst/>
              </a:prstGeom>
              <a:ln w="9525" cap="flat" cmpd="sng">
                <a:solidFill>
                  <a:schemeClr val="tx1"/>
                </a:solidFill>
                <a:prstDash val="solid"/>
                <a:round/>
                <a:headEnd type="none" w="med" len="med"/>
                <a:tailEnd type="none" w="med" len="med"/>
              </a:ln>
            </p:spPr>
          </p:sp>
          <p:sp>
            <p:nvSpPr>
              <p:cNvPr id="148638" name="Text Box 159"/>
              <p:cNvSpPr txBox="1"/>
              <p:nvPr/>
            </p:nvSpPr>
            <p:spPr>
              <a:xfrm>
                <a:off x="2208" y="771"/>
                <a:ext cx="211" cy="38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&amp;</a:t>
                </a:r>
                <a:endParaRPr lang="en-US" altLang="zh-CN" sz="1200" i="0" dirty="0">
                  <a:latin typeface="Times New Roman" panose="02020603050405020304" pitchFamily="18" charset="0"/>
                  <a:ea typeface="宋体" panose="02010600030101010101" pitchFamily="2" charset="-122"/>
                </a:endParaRPr>
              </a:p>
            </p:txBody>
          </p:sp>
          <p:sp>
            <p:nvSpPr>
              <p:cNvPr id="148639" name="Line 160"/>
              <p:cNvSpPr/>
              <p:nvPr/>
            </p:nvSpPr>
            <p:spPr>
              <a:xfrm>
                <a:off x="2208" y="1104"/>
                <a:ext cx="192" cy="0"/>
              </a:xfrm>
              <a:prstGeom prst="line">
                <a:avLst/>
              </a:prstGeom>
              <a:ln w="9525" cap="flat" cmpd="sng">
                <a:solidFill>
                  <a:schemeClr val="tx1"/>
                </a:solidFill>
                <a:prstDash val="solid"/>
                <a:round/>
                <a:headEnd type="none" w="med" len="med"/>
                <a:tailEnd type="none" w="med" len="med"/>
              </a:ln>
            </p:spPr>
          </p:sp>
        </p:grpSp>
        <p:grpSp>
          <p:nvGrpSpPr>
            <p:cNvPr id="148640" name="Group 161"/>
            <p:cNvGrpSpPr/>
            <p:nvPr/>
          </p:nvGrpSpPr>
          <p:grpSpPr>
            <a:xfrm>
              <a:off x="2192" y="1508"/>
              <a:ext cx="212" cy="219"/>
              <a:chOff x="1293" y="1104"/>
              <a:chExt cx="344" cy="453"/>
            </a:xfrm>
          </p:grpSpPr>
          <p:sp>
            <p:nvSpPr>
              <p:cNvPr id="148641" name="Rectangle 162"/>
              <p:cNvSpPr/>
              <p:nvPr/>
            </p:nvSpPr>
            <p:spPr>
              <a:xfrm>
                <a:off x="1296" y="1104"/>
                <a:ext cx="277" cy="45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42" name="Text Box 163"/>
              <p:cNvSpPr txBox="1"/>
              <p:nvPr/>
            </p:nvSpPr>
            <p:spPr>
              <a:xfrm>
                <a:off x="1293" y="1108"/>
                <a:ext cx="213" cy="397"/>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&amp;</a:t>
                </a:r>
                <a:endParaRPr lang="en-US" altLang="zh-CN" sz="1400" i="0" dirty="0">
                  <a:latin typeface="Times New Roman" panose="02020603050405020304" pitchFamily="18" charset="0"/>
                  <a:ea typeface="宋体" panose="02010600030101010101" pitchFamily="2" charset="-122"/>
                </a:endParaRPr>
              </a:p>
            </p:txBody>
          </p:sp>
          <p:sp>
            <p:nvSpPr>
              <p:cNvPr id="148643" name="Oval 164"/>
              <p:cNvSpPr/>
              <p:nvPr/>
            </p:nvSpPr>
            <p:spPr>
              <a:xfrm>
                <a:off x="1569" y="129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48644" name="Group 165"/>
            <p:cNvGrpSpPr/>
            <p:nvPr/>
          </p:nvGrpSpPr>
          <p:grpSpPr>
            <a:xfrm>
              <a:off x="2192" y="2548"/>
              <a:ext cx="212" cy="219"/>
              <a:chOff x="1293" y="1104"/>
              <a:chExt cx="344" cy="453"/>
            </a:xfrm>
          </p:grpSpPr>
          <p:sp>
            <p:nvSpPr>
              <p:cNvPr id="148645" name="Rectangle 166"/>
              <p:cNvSpPr/>
              <p:nvPr/>
            </p:nvSpPr>
            <p:spPr>
              <a:xfrm>
                <a:off x="1296" y="1104"/>
                <a:ext cx="277" cy="45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46" name="Text Box 167"/>
              <p:cNvSpPr txBox="1"/>
              <p:nvPr/>
            </p:nvSpPr>
            <p:spPr>
              <a:xfrm>
                <a:off x="1293" y="1108"/>
                <a:ext cx="213" cy="397"/>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&amp;</a:t>
                </a:r>
                <a:endParaRPr lang="en-US" altLang="zh-CN" sz="1400" i="0" dirty="0">
                  <a:latin typeface="Times New Roman" panose="02020603050405020304" pitchFamily="18" charset="0"/>
                  <a:ea typeface="宋体" panose="02010600030101010101" pitchFamily="2" charset="-122"/>
                </a:endParaRPr>
              </a:p>
            </p:txBody>
          </p:sp>
          <p:sp>
            <p:nvSpPr>
              <p:cNvPr id="148647" name="Oval 168"/>
              <p:cNvSpPr/>
              <p:nvPr/>
            </p:nvSpPr>
            <p:spPr>
              <a:xfrm>
                <a:off x="1569" y="129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48648" name="Group 169"/>
            <p:cNvGrpSpPr/>
            <p:nvPr/>
          </p:nvGrpSpPr>
          <p:grpSpPr>
            <a:xfrm>
              <a:off x="2197" y="3021"/>
              <a:ext cx="212" cy="219"/>
              <a:chOff x="1293" y="1104"/>
              <a:chExt cx="344" cy="453"/>
            </a:xfrm>
          </p:grpSpPr>
          <p:sp>
            <p:nvSpPr>
              <p:cNvPr id="148649" name="Rectangle 170"/>
              <p:cNvSpPr/>
              <p:nvPr/>
            </p:nvSpPr>
            <p:spPr>
              <a:xfrm>
                <a:off x="1296" y="1104"/>
                <a:ext cx="277" cy="45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50" name="Text Box 171"/>
              <p:cNvSpPr txBox="1"/>
              <p:nvPr/>
            </p:nvSpPr>
            <p:spPr>
              <a:xfrm>
                <a:off x="1293" y="1108"/>
                <a:ext cx="213" cy="397"/>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&amp;</a:t>
                </a:r>
                <a:endParaRPr lang="en-US" altLang="zh-CN" sz="1400" i="0" dirty="0">
                  <a:latin typeface="Times New Roman" panose="02020603050405020304" pitchFamily="18" charset="0"/>
                  <a:ea typeface="宋体" panose="02010600030101010101" pitchFamily="2" charset="-122"/>
                </a:endParaRPr>
              </a:p>
            </p:txBody>
          </p:sp>
          <p:sp>
            <p:nvSpPr>
              <p:cNvPr id="148651" name="Oval 172"/>
              <p:cNvSpPr/>
              <p:nvPr/>
            </p:nvSpPr>
            <p:spPr>
              <a:xfrm>
                <a:off x="1569" y="129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48652" name="Line 173"/>
            <p:cNvSpPr/>
            <p:nvPr/>
          </p:nvSpPr>
          <p:spPr>
            <a:xfrm flipH="1">
              <a:off x="2463" y="122"/>
              <a:ext cx="1005" cy="0"/>
            </a:xfrm>
            <a:prstGeom prst="line">
              <a:avLst/>
            </a:prstGeom>
            <a:ln w="9525" cap="flat" cmpd="sng">
              <a:solidFill>
                <a:schemeClr val="tx1"/>
              </a:solidFill>
              <a:prstDash val="solid"/>
              <a:round/>
              <a:headEnd type="none" w="med" len="med"/>
              <a:tailEnd type="none" w="med" len="med"/>
            </a:ln>
          </p:spPr>
        </p:sp>
        <p:sp>
          <p:nvSpPr>
            <p:cNvPr id="148653" name="Oval 174"/>
            <p:cNvSpPr/>
            <p:nvPr/>
          </p:nvSpPr>
          <p:spPr>
            <a:xfrm>
              <a:off x="2449" y="1106"/>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54" name="Line 175"/>
            <p:cNvSpPr/>
            <p:nvPr/>
          </p:nvSpPr>
          <p:spPr>
            <a:xfrm>
              <a:off x="1688" y="1084"/>
              <a:ext cx="509" cy="0"/>
            </a:xfrm>
            <a:prstGeom prst="line">
              <a:avLst/>
            </a:prstGeom>
            <a:ln w="9525" cap="flat" cmpd="sng">
              <a:solidFill>
                <a:schemeClr val="tx1"/>
              </a:solidFill>
              <a:prstDash val="solid"/>
              <a:round/>
              <a:headEnd type="none" w="med" len="med"/>
              <a:tailEnd type="none" w="med" len="med"/>
            </a:ln>
          </p:spPr>
        </p:sp>
        <p:sp>
          <p:nvSpPr>
            <p:cNvPr id="148655" name="Line 176"/>
            <p:cNvSpPr/>
            <p:nvPr/>
          </p:nvSpPr>
          <p:spPr>
            <a:xfrm>
              <a:off x="1688" y="1200"/>
              <a:ext cx="509" cy="0"/>
            </a:xfrm>
            <a:prstGeom prst="line">
              <a:avLst/>
            </a:prstGeom>
            <a:ln w="9525" cap="flat" cmpd="sng">
              <a:solidFill>
                <a:schemeClr val="tx1"/>
              </a:solidFill>
              <a:prstDash val="solid"/>
              <a:round/>
              <a:headEnd type="none" w="med" len="med"/>
              <a:tailEnd type="none" w="med" len="med"/>
            </a:ln>
          </p:spPr>
        </p:sp>
        <p:sp>
          <p:nvSpPr>
            <p:cNvPr id="148656" name="Line 177"/>
            <p:cNvSpPr/>
            <p:nvPr/>
          </p:nvSpPr>
          <p:spPr>
            <a:xfrm>
              <a:off x="1688" y="1585"/>
              <a:ext cx="509" cy="0"/>
            </a:xfrm>
            <a:prstGeom prst="line">
              <a:avLst/>
            </a:prstGeom>
            <a:ln w="9525" cap="flat" cmpd="sng">
              <a:solidFill>
                <a:schemeClr val="tx1"/>
              </a:solidFill>
              <a:prstDash val="solid"/>
              <a:round/>
              <a:headEnd type="none" w="med" len="med"/>
              <a:tailEnd type="none" w="med" len="med"/>
            </a:ln>
          </p:spPr>
        </p:sp>
        <p:sp>
          <p:nvSpPr>
            <p:cNvPr id="148657" name="Line 178"/>
            <p:cNvSpPr/>
            <p:nvPr/>
          </p:nvSpPr>
          <p:spPr>
            <a:xfrm>
              <a:off x="1688" y="1701"/>
              <a:ext cx="509" cy="0"/>
            </a:xfrm>
            <a:prstGeom prst="line">
              <a:avLst/>
            </a:prstGeom>
            <a:ln w="9525" cap="flat" cmpd="sng">
              <a:solidFill>
                <a:schemeClr val="tx1"/>
              </a:solidFill>
              <a:prstDash val="solid"/>
              <a:round/>
              <a:headEnd type="none" w="med" len="med"/>
              <a:tailEnd type="none" w="med" len="med"/>
            </a:ln>
          </p:spPr>
        </p:sp>
        <p:sp>
          <p:nvSpPr>
            <p:cNvPr id="148658" name="Line 179"/>
            <p:cNvSpPr/>
            <p:nvPr/>
          </p:nvSpPr>
          <p:spPr>
            <a:xfrm>
              <a:off x="1688" y="2587"/>
              <a:ext cx="509" cy="0"/>
            </a:xfrm>
            <a:prstGeom prst="line">
              <a:avLst/>
            </a:prstGeom>
            <a:ln w="9525" cap="flat" cmpd="sng">
              <a:solidFill>
                <a:schemeClr val="tx1"/>
              </a:solidFill>
              <a:prstDash val="solid"/>
              <a:round/>
              <a:headEnd type="none" w="med" len="med"/>
              <a:tailEnd type="none" w="med" len="med"/>
            </a:ln>
          </p:spPr>
        </p:sp>
        <p:sp>
          <p:nvSpPr>
            <p:cNvPr id="148659" name="Line 180"/>
            <p:cNvSpPr/>
            <p:nvPr/>
          </p:nvSpPr>
          <p:spPr>
            <a:xfrm>
              <a:off x="1688" y="2702"/>
              <a:ext cx="509" cy="0"/>
            </a:xfrm>
            <a:prstGeom prst="line">
              <a:avLst/>
            </a:prstGeom>
            <a:ln w="9525" cap="flat" cmpd="sng">
              <a:solidFill>
                <a:schemeClr val="tx1"/>
              </a:solidFill>
              <a:prstDash val="solid"/>
              <a:round/>
              <a:headEnd type="none" w="med" len="med"/>
              <a:tailEnd type="none" w="med" len="med"/>
            </a:ln>
          </p:spPr>
        </p:sp>
        <p:sp>
          <p:nvSpPr>
            <p:cNvPr id="148660" name="Line 181"/>
            <p:cNvSpPr/>
            <p:nvPr/>
          </p:nvSpPr>
          <p:spPr>
            <a:xfrm>
              <a:off x="1695" y="3051"/>
              <a:ext cx="509" cy="0"/>
            </a:xfrm>
            <a:prstGeom prst="line">
              <a:avLst/>
            </a:prstGeom>
            <a:ln w="9525" cap="flat" cmpd="sng">
              <a:solidFill>
                <a:schemeClr val="tx1"/>
              </a:solidFill>
              <a:prstDash val="solid"/>
              <a:round/>
              <a:headEnd type="none" w="med" len="med"/>
              <a:tailEnd type="none" w="med" len="med"/>
            </a:ln>
          </p:spPr>
        </p:sp>
        <p:sp>
          <p:nvSpPr>
            <p:cNvPr id="148661" name="Line 182"/>
            <p:cNvSpPr/>
            <p:nvPr/>
          </p:nvSpPr>
          <p:spPr>
            <a:xfrm>
              <a:off x="1695" y="3167"/>
              <a:ext cx="509" cy="0"/>
            </a:xfrm>
            <a:prstGeom prst="line">
              <a:avLst/>
            </a:prstGeom>
            <a:ln w="9525" cap="flat" cmpd="sng">
              <a:solidFill>
                <a:schemeClr val="tx1"/>
              </a:solidFill>
              <a:prstDash val="solid"/>
              <a:round/>
              <a:headEnd type="none" w="med" len="med"/>
              <a:tailEnd type="none" w="med" len="med"/>
            </a:ln>
          </p:spPr>
        </p:sp>
        <p:sp>
          <p:nvSpPr>
            <p:cNvPr id="148662" name="Oval 183"/>
            <p:cNvSpPr/>
            <p:nvPr/>
          </p:nvSpPr>
          <p:spPr>
            <a:xfrm>
              <a:off x="2509" y="1608"/>
              <a:ext cx="27" cy="37"/>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63" name="Line 184"/>
            <p:cNvSpPr/>
            <p:nvPr/>
          </p:nvSpPr>
          <p:spPr>
            <a:xfrm>
              <a:off x="2414" y="2664"/>
              <a:ext cx="168" cy="0"/>
            </a:xfrm>
            <a:prstGeom prst="line">
              <a:avLst/>
            </a:prstGeom>
            <a:ln w="9525" cap="flat" cmpd="sng">
              <a:solidFill>
                <a:schemeClr val="tx1"/>
              </a:solidFill>
              <a:prstDash val="solid"/>
              <a:round/>
              <a:headEnd type="none" w="med" len="med"/>
              <a:tailEnd type="none" w="med" len="med"/>
            </a:ln>
          </p:spPr>
        </p:sp>
        <p:sp>
          <p:nvSpPr>
            <p:cNvPr id="148664" name="Oval 185"/>
            <p:cNvSpPr/>
            <p:nvPr/>
          </p:nvSpPr>
          <p:spPr>
            <a:xfrm>
              <a:off x="2568" y="2645"/>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65" name="Line 186"/>
            <p:cNvSpPr/>
            <p:nvPr/>
          </p:nvSpPr>
          <p:spPr>
            <a:xfrm>
              <a:off x="2417" y="3128"/>
              <a:ext cx="223" cy="0"/>
            </a:xfrm>
            <a:prstGeom prst="line">
              <a:avLst/>
            </a:prstGeom>
            <a:ln w="9525" cap="flat" cmpd="sng">
              <a:solidFill>
                <a:schemeClr val="tx1"/>
              </a:solidFill>
              <a:prstDash val="solid"/>
              <a:round/>
              <a:headEnd type="none" w="med" len="med"/>
              <a:tailEnd type="none" w="med" len="med"/>
            </a:ln>
          </p:spPr>
        </p:sp>
        <p:sp>
          <p:nvSpPr>
            <p:cNvPr id="148666" name="Oval 187"/>
            <p:cNvSpPr/>
            <p:nvPr/>
          </p:nvSpPr>
          <p:spPr>
            <a:xfrm>
              <a:off x="2625" y="3107"/>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67" name="Line 188"/>
            <p:cNvSpPr/>
            <p:nvPr/>
          </p:nvSpPr>
          <p:spPr>
            <a:xfrm>
              <a:off x="2648" y="3126"/>
              <a:ext cx="112" cy="0"/>
            </a:xfrm>
            <a:prstGeom prst="line">
              <a:avLst/>
            </a:prstGeom>
            <a:ln w="9525" cap="flat" cmpd="sng">
              <a:solidFill>
                <a:schemeClr val="tx1"/>
              </a:solidFill>
              <a:prstDash val="solid"/>
              <a:round/>
              <a:headEnd type="none" w="med" len="med"/>
              <a:tailEnd type="none" w="med" len="med"/>
            </a:ln>
          </p:spPr>
        </p:sp>
        <p:sp>
          <p:nvSpPr>
            <p:cNvPr id="148668" name="Line 189"/>
            <p:cNvSpPr/>
            <p:nvPr/>
          </p:nvSpPr>
          <p:spPr>
            <a:xfrm>
              <a:off x="2648" y="3241"/>
              <a:ext cx="112" cy="0"/>
            </a:xfrm>
            <a:prstGeom prst="line">
              <a:avLst/>
            </a:prstGeom>
            <a:ln w="9525" cap="flat" cmpd="sng">
              <a:solidFill>
                <a:schemeClr val="tx1"/>
              </a:solidFill>
              <a:prstDash val="solid"/>
              <a:round/>
              <a:headEnd type="none" w="med" len="med"/>
              <a:tailEnd type="none" w="med" len="med"/>
            </a:ln>
          </p:spPr>
        </p:sp>
        <p:sp>
          <p:nvSpPr>
            <p:cNvPr id="148669" name="Oval 190"/>
            <p:cNvSpPr/>
            <p:nvPr/>
          </p:nvSpPr>
          <p:spPr>
            <a:xfrm>
              <a:off x="2568" y="2565"/>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70" name="Line 191"/>
            <p:cNvSpPr/>
            <p:nvPr/>
          </p:nvSpPr>
          <p:spPr>
            <a:xfrm>
              <a:off x="2591" y="2664"/>
              <a:ext cx="168" cy="0"/>
            </a:xfrm>
            <a:prstGeom prst="line">
              <a:avLst/>
            </a:prstGeom>
            <a:ln w="9525" cap="flat" cmpd="sng">
              <a:solidFill>
                <a:schemeClr val="tx1"/>
              </a:solidFill>
              <a:prstDash val="solid"/>
              <a:round/>
              <a:headEnd type="none" w="med" len="med"/>
              <a:tailEnd type="none" w="med" len="med"/>
            </a:ln>
          </p:spPr>
        </p:sp>
        <p:sp>
          <p:nvSpPr>
            <p:cNvPr id="148671" name="Line 192"/>
            <p:cNvSpPr/>
            <p:nvPr/>
          </p:nvSpPr>
          <p:spPr>
            <a:xfrm>
              <a:off x="2591" y="2587"/>
              <a:ext cx="168" cy="0"/>
            </a:xfrm>
            <a:prstGeom prst="line">
              <a:avLst/>
            </a:prstGeom>
            <a:ln w="9525" cap="flat" cmpd="sng">
              <a:solidFill>
                <a:schemeClr val="tx1"/>
              </a:solidFill>
              <a:prstDash val="solid"/>
              <a:round/>
              <a:headEnd type="none" w="med" len="med"/>
              <a:tailEnd type="none" w="med" len="med"/>
            </a:ln>
          </p:spPr>
        </p:sp>
        <p:sp>
          <p:nvSpPr>
            <p:cNvPr id="148672" name="Oval 193"/>
            <p:cNvSpPr/>
            <p:nvPr/>
          </p:nvSpPr>
          <p:spPr>
            <a:xfrm>
              <a:off x="2626" y="3224"/>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73" name="Oval 194"/>
            <p:cNvSpPr/>
            <p:nvPr/>
          </p:nvSpPr>
          <p:spPr>
            <a:xfrm>
              <a:off x="2509" y="1683"/>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74" name="Line 195"/>
            <p:cNvSpPr/>
            <p:nvPr/>
          </p:nvSpPr>
          <p:spPr>
            <a:xfrm>
              <a:off x="2536" y="1701"/>
              <a:ext cx="224" cy="0"/>
            </a:xfrm>
            <a:prstGeom prst="line">
              <a:avLst/>
            </a:prstGeom>
            <a:ln w="9525" cap="flat" cmpd="sng">
              <a:solidFill>
                <a:schemeClr val="tx1"/>
              </a:solidFill>
              <a:prstDash val="solid"/>
              <a:round/>
              <a:headEnd type="none" w="med" len="med"/>
              <a:tailEnd type="none" w="med" len="med"/>
            </a:ln>
          </p:spPr>
        </p:sp>
        <p:sp>
          <p:nvSpPr>
            <p:cNvPr id="148675" name="Line 196"/>
            <p:cNvSpPr/>
            <p:nvPr/>
          </p:nvSpPr>
          <p:spPr>
            <a:xfrm>
              <a:off x="2404" y="1624"/>
              <a:ext cx="363" cy="0"/>
            </a:xfrm>
            <a:prstGeom prst="line">
              <a:avLst/>
            </a:prstGeom>
            <a:ln w="9525" cap="flat" cmpd="sng">
              <a:solidFill>
                <a:schemeClr val="tx1"/>
              </a:solidFill>
              <a:prstDash val="solid"/>
              <a:round/>
              <a:headEnd type="none" w="med" len="med"/>
              <a:tailEnd type="none" w="med" len="med"/>
            </a:ln>
          </p:spPr>
        </p:sp>
        <p:sp>
          <p:nvSpPr>
            <p:cNvPr id="148676" name="Line 197"/>
            <p:cNvSpPr/>
            <p:nvPr/>
          </p:nvSpPr>
          <p:spPr>
            <a:xfrm>
              <a:off x="2404" y="1123"/>
              <a:ext cx="363" cy="0"/>
            </a:xfrm>
            <a:prstGeom prst="line">
              <a:avLst/>
            </a:prstGeom>
            <a:ln w="9525" cap="flat" cmpd="sng">
              <a:solidFill>
                <a:schemeClr val="tx1"/>
              </a:solidFill>
              <a:prstDash val="solid"/>
              <a:round/>
              <a:headEnd type="none" w="med" len="med"/>
              <a:tailEnd type="none" w="med" len="med"/>
            </a:ln>
          </p:spPr>
        </p:sp>
        <p:sp>
          <p:nvSpPr>
            <p:cNvPr id="148677" name="Line 198"/>
            <p:cNvSpPr/>
            <p:nvPr/>
          </p:nvSpPr>
          <p:spPr>
            <a:xfrm>
              <a:off x="2480" y="1200"/>
              <a:ext cx="279" cy="0"/>
            </a:xfrm>
            <a:prstGeom prst="line">
              <a:avLst/>
            </a:prstGeom>
            <a:ln w="9525" cap="flat" cmpd="sng">
              <a:solidFill>
                <a:schemeClr val="tx1"/>
              </a:solidFill>
              <a:prstDash val="solid"/>
              <a:round/>
              <a:headEnd type="none" w="med" len="med"/>
              <a:tailEnd type="none" w="med" len="med"/>
            </a:ln>
          </p:spPr>
        </p:sp>
        <p:sp>
          <p:nvSpPr>
            <p:cNvPr id="148678" name="Oval 199"/>
            <p:cNvSpPr/>
            <p:nvPr/>
          </p:nvSpPr>
          <p:spPr>
            <a:xfrm>
              <a:off x="2449" y="1184"/>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79" name="Oval 200"/>
            <p:cNvSpPr/>
            <p:nvPr/>
          </p:nvSpPr>
          <p:spPr>
            <a:xfrm>
              <a:off x="1768" y="1066"/>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0" name="Line 201"/>
            <p:cNvSpPr/>
            <p:nvPr/>
          </p:nvSpPr>
          <p:spPr>
            <a:xfrm flipV="1">
              <a:off x="1872" y="45"/>
              <a:ext cx="0" cy="1309"/>
            </a:xfrm>
            <a:prstGeom prst="line">
              <a:avLst/>
            </a:prstGeom>
            <a:ln w="9525" cap="flat" cmpd="sng">
              <a:solidFill>
                <a:schemeClr val="tx1"/>
              </a:solidFill>
              <a:prstDash val="solid"/>
              <a:round/>
              <a:headEnd type="none" w="med" len="med"/>
              <a:tailEnd type="none" w="med" len="med"/>
            </a:ln>
          </p:spPr>
        </p:sp>
        <p:sp>
          <p:nvSpPr>
            <p:cNvPr id="148681" name="Oval 202"/>
            <p:cNvSpPr/>
            <p:nvPr/>
          </p:nvSpPr>
          <p:spPr>
            <a:xfrm>
              <a:off x="1857" y="1179"/>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2" name="Line 203"/>
            <p:cNvSpPr/>
            <p:nvPr/>
          </p:nvSpPr>
          <p:spPr>
            <a:xfrm>
              <a:off x="2020" y="2972"/>
              <a:ext cx="0" cy="545"/>
            </a:xfrm>
            <a:prstGeom prst="line">
              <a:avLst/>
            </a:prstGeom>
            <a:ln w="9525" cap="flat" cmpd="sng">
              <a:solidFill>
                <a:schemeClr val="tx1"/>
              </a:solidFill>
              <a:prstDash val="solid"/>
              <a:round/>
              <a:headEnd type="none" w="med" len="med"/>
              <a:tailEnd type="none" w="med" len="med"/>
            </a:ln>
          </p:spPr>
        </p:sp>
        <p:sp>
          <p:nvSpPr>
            <p:cNvPr id="148683" name="Oval 204"/>
            <p:cNvSpPr/>
            <p:nvPr/>
          </p:nvSpPr>
          <p:spPr>
            <a:xfrm>
              <a:off x="1858" y="1568"/>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4" name="Oval 205"/>
            <p:cNvSpPr/>
            <p:nvPr/>
          </p:nvSpPr>
          <p:spPr>
            <a:xfrm>
              <a:off x="1950" y="1683"/>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5" name="Oval 206"/>
            <p:cNvSpPr/>
            <p:nvPr/>
          </p:nvSpPr>
          <p:spPr>
            <a:xfrm>
              <a:off x="1954" y="2571"/>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6" name="Oval 207"/>
            <p:cNvSpPr/>
            <p:nvPr/>
          </p:nvSpPr>
          <p:spPr>
            <a:xfrm>
              <a:off x="2007" y="2683"/>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7" name="Oval 208"/>
            <p:cNvSpPr/>
            <p:nvPr/>
          </p:nvSpPr>
          <p:spPr>
            <a:xfrm>
              <a:off x="2008" y="3033"/>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8" name="Oval 209"/>
            <p:cNvSpPr/>
            <p:nvPr/>
          </p:nvSpPr>
          <p:spPr>
            <a:xfrm>
              <a:off x="2124" y="3145"/>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9" name="Text Box 210"/>
            <p:cNvSpPr txBox="1"/>
            <p:nvPr/>
          </p:nvSpPr>
          <p:spPr>
            <a:xfrm>
              <a:off x="1517" y="1351"/>
              <a:ext cx="237"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2</a:t>
              </a:r>
              <a:endParaRPr lang="en-US" altLang="zh-CN" sz="1400" i="0" dirty="0">
                <a:latin typeface="Times New Roman" panose="02020603050405020304" pitchFamily="18" charset="0"/>
                <a:ea typeface="宋体" panose="02010600030101010101" pitchFamily="2" charset="-122"/>
              </a:endParaRPr>
            </a:p>
          </p:txBody>
        </p:sp>
        <p:sp>
          <p:nvSpPr>
            <p:cNvPr id="148690" name="Text Box 211"/>
            <p:cNvSpPr txBox="1"/>
            <p:nvPr/>
          </p:nvSpPr>
          <p:spPr>
            <a:xfrm>
              <a:off x="1487" y="1547"/>
              <a:ext cx="267"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2</a:t>
              </a:r>
              <a:endParaRPr lang="en-US" altLang="zh-CN" sz="1400" i="0" dirty="0">
                <a:latin typeface="Times New Roman" panose="02020603050405020304" pitchFamily="18" charset="0"/>
                <a:ea typeface="宋体" panose="02010600030101010101" pitchFamily="2" charset="-122"/>
              </a:endParaRPr>
            </a:p>
          </p:txBody>
        </p:sp>
        <p:sp>
          <p:nvSpPr>
            <p:cNvPr id="148691" name="Text Box 212"/>
            <p:cNvSpPr txBox="1"/>
            <p:nvPr/>
          </p:nvSpPr>
          <p:spPr>
            <a:xfrm>
              <a:off x="1488" y="2432"/>
              <a:ext cx="236"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a:t>
              </a:r>
              <a:endParaRPr lang="en-US" altLang="zh-CN" sz="1400" i="0" dirty="0">
                <a:latin typeface="Times New Roman" panose="02020603050405020304" pitchFamily="18" charset="0"/>
                <a:ea typeface="宋体" panose="02010600030101010101" pitchFamily="2" charset="-122"/>
              </a:endParaRPr>
            </a:p>
          </p:txBody>
        </p:sp>
        <p:sp>
          <p:nvSpPr>
            <p:cNvPr id="148692" name="Text Box 213"/>
            <p:cNvSpPr txBox="1"/>
            <p:nvPr/>
          </p:nvSpPr>
          <p:spPr>
            <a:xfrm>
              <a:off x="1487" y="2627"/>
              <a:ext cx="267"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a:t>
              </a:r>
              <a:endParaRPr lang="en-US" altLang="zh-CN" sz="1400" i="0" dirty="0">
                <a:latin typeface="Times New Roman" panose="02020603050405020304" pitchFamily="18" charset="0"/>
                <a:ea typeface="宋体" panose="02010600030101010101" pitchFamily="2" charset="-122"/>
              </a:endParaRPr>
            </a:p>
          </p:txBody>
        </p:sp>
        <p:sp>
          <p:nvSpPr>
            <p:cNvPr id="148693" name="Text Box 214"/>
            <p:cNvSpPr txBox="1"/>
            <p:nvPr/>
          </p:nvSpPr>
          <p:spPr>
            <a:xfrm>
              <a:off x="1488" y="2895"/>
              <a:ext cx="236"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0</a:t>
              </a:r>
              <a:endParaRPr lang="en-US" altLang="zh-CN" sz="1400" i="0" dirty="0">
                <a:latin typeface="Times New Roman" panose="02020603050405020304" pitchFamily="18" charset="0"/>
                <a:ea typeface="宋体" panose="02010600030101010101" pitchFamily="2" charset="-122"/>
              </a:endParaRPr>
            </a:p>
          </p:txBody>
        </p:sp>
        <p:sp>
          <p:nvSpPr>
            <p:cNvPr id="148694" name="Text Box 215"/>
            <p:cNvSpPr txBox="1"/>
            <p:nvPr/>
          </p:nvSpPr>
          <p:spPr>
            <a:xfrm>
              <a:off x="1487" y="3090"/>
              <a:ext cx="267"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0</a:t>
              </a:r>
              <a:endParaRPr lang="en-US" altLang="zh-CN" sz="1400" i="0" dirty="0">
                <a:latin typeface="Times New Roman" panose="02020603050405020304" pitchFamily="18" charset="0"/>
                <a:ea typeface="宋体" panose="02010600030101010101" pitchFamily="2" charset="-122"/>
              </a:endParaRPr>
            </a:p>
          </p:txBody>
        </p:sp>
        <p:sp>
          <p:nvSpPr>
            <p:cNvPr id="148695" name="Line 216"/>
            <p:cNvSpPr/>
            <p:nvPr/>
          </p:nvSpPr>
          <p:spPr>
            <a:xfrm flipH="1">
              <a:off x="3054" y="3588"/>
              <a:ext cx="237" cy="0"/>
            </a:xfrm>
            <a:prstGeom prst="line">
              <a:avLst/>
            </a:prstGeom>
            <a:ln w="9525" cap="flat" cmpd="sng">
              <a:solidFill>
                <a:schemeClr val="tx1"/>
              </a:solidFill>
              <a:prstDash val="solid"/>
              <a:round/>
              <a:headEnd type="none" w="med" len="med"/>
              <a:tailEnd type="none" w="med" len="med"/>
            </a:ln>
          </p:spPr>
        </p:sp>
        <p:sp>
          <p:nvSpPr>
            <p:cNvPr id="148696" name="Line 217"/>
            <p:cNvSpPr/>
            <p:nvPr/>
          </p:nvSpPr>
          <p:spPr>
            <a:xfrm>
              <a:off x="3054" y="3203"/>
              <a:ext cx="0" cy="382"/>
            </a:xfrm>
            <a:prstGeom prst="line">
              <a:avLst/>
            </a:prstGeom>
            <a:ln w="9525" cap="flat" cmpd="sng">
              <a:solidFill>
                <a:schemeClr val="tx1"/>
              </a:solidFill>
              <a:prstDash val="solid"/>
              <a:round/>
              <a:headEnd type="none" w="med" len="med"/>
              <a:tailEnd type="none" w="med" len="med"/>
            </a:ln>
          </p:spPr>
        </p:sp>
        <p:sp>
          <p:nvSpPr>
            <p:cNvPr id="148697" name="Line 218"/>
            <p:cNvSpPr/>
            <p:nvPr/>
          </p:nvSpPr>
          <p:spPr>
            <a:xfrm flipH="1">
              <a:off x="2704" y="1046"/>
              <a:ext cx="56" cy="0"/>
            </a:xfrm>
            <a:prstGeom prst="line">
              <a:avLst/>
            </a:prstGeom>
            <a:ln w="9525" cap="flat" cmpd="sng">
              <a:solidFill>
                <a:schemeClr val="tx1"/>
              </a:solidFill>
              <a:prstDash val="solid"/>
              <a:round/>
              <a:headEnd type="none" w="med" len="med"/>
              <a:tailEnd type="none" w="med" len="med"/>
            </a:ln>
          </p:spPr>
        </p:sp>
        <p:sp>
          <p:nvSpPr>
            <p:cNvPr id="148698" name="Line 219"/>
            <p:cNvSpPr/>
            <p:nvPr/>
          </p:nvSpPr>
          <p:spPr>
            <a:xfrm flipH="1">
              <a:off x="2700" y="1277"/>
              <a:ext cx="56" cy="0"/>
            </a:xfrm>
            <a:prstGeom prst="line">
              <a:avLst/>
            </a:prstGeom>
            <a:ln w="9525" cap="flat" cmpd="sng">
              <a:solidFill>
                <a:schemeClr val="tx1"/>
              </a:solidFill>
              <a:prstDash val="solid"/>
              <a:round/>
              <a:headEnd type="none" w="med" len="med"/>
              <a:tailEnd type="none" w="med" len="med"/>
            </a:ln>
          </p:spPr>
        </p:sp>
        <p:sp>
          <p:nvSpPr>
            <p:cNvPr id="148699" name="Line 220"/>
            <p:cNvSpPr/>
            <p:nvPr/>
          </p:nvSpPr>
          <p:spPr>
            <a:xfrm flipH="1">
              <a:off x="2700" y="1547"/>
              <a:ext cx="56" cy="0"/>
            </a:xfrm>
            <a:prstGeom prst="line">
              <a:avLst/>
            </a:prstGeom>
            <a:ln w="9525" cap="flat" cmpd="sng">
              <a:solidFill>
                <a:schemeClr val="tx1"/>
              </a:solidFill>
              <a:prstDash val="solid"/>
              <a:round/>
              <a:headEnd type="none" w="med" len="med"/>
              <a:tailEnd type="none" w="med" len="med"/>
            </a:ln>
          </p:spPr>
        </p:sp>
        <p:sp>
          <p:nvSpPr>
            <p:cNvPr id="148700" name="Line 221"/>
            <p:cNvSpPr/>
            <p:nvPr/>
          </p:nvSpPr>
          <p:spPr>
            <a:xfrm flipH="1">
              <a:off x="2700" y="1778"/>
              <a:ext cx="56" cy="0"/>
            </a:xfrm>
            <a:prstGeom prst="line">
              <a:avLst/>
            </a:prstGeom>
            <a:ln w="9525" cap="flat" cmpd="sng">
              <a:solidFill>
                <a:schemeClr val="tx1"/>
              </a:solidFill>
              <a:prstDash val="solid"/>
              <a:round/>
              <a:headEnd type="none" w="med" len="med"/>
              <a:tailEnd type="none" w="med" len="med"/>
            </a:ln>
          </p:spPr>
        </p:sp>
        <p:sp>
          <p:nvSpPr>
            <p:cNvPr id="148701" name="Line 222"/>
            <p:cNvSpPr/>
            <p:nvPr/>
          </p:nvSpPr>
          <p:spPr>
            <a:xfrm flipH="1">
              <a:off x="2700" y="2510"/>
              <a:ext cx="56" cy="0"/>
            </a:xfrm>
            <a:prstGeom prst="line">
              <a:avLst/>
            </a:prstGeom>
            <a:ln w="9525" cap="flat" cmpd="sng">
              <a:solidFill>
                <a:schemeClr val="tx1"/>
              </a:solidFill>
              <a:prstDash val="solid"/>
              <a:round/>
              <a:headEnd type="none" w="med" len="med"/>
              <a:tailEnd type="none" w="med" len="med"/>
            </a:ln>
          </p:spPr>
        </p:sp>
        <p:sp>
          <p:nvSpPr>
            <p:cNvPr id="148702" name="Line 223"/>
            <p:cNvSpPr/>
            <p:nvPr/>
          </p:nvSpPr>
          <p:spPr>
            <a:xfrm flipH="1">
              <a:off x="2700" y="2741"/>
              <a:ext cx="56" cy="0"/>
            </a:xfrm>
            <a:prstGeom prst="line">
              <a:avLst/>
            </a:prstGeom>
            <a:ln w="9525" cap="flat" cmpd="sng">
              <a:solidFill>
                <a:schemeClr val="tx1"/>
              </a:solidFill>
              <a:prstDash val="solid"/>
              <a:round/>
              <a:headEnd type="none" w="med" len="med"/>
              <a:tailEnd type="none" w="med" len="med"/>
            </a:ln>
          </p:spPr>
        </p:sp>
        <p:sp>
          <p:nvSpPr>
            <p:cNvPr id="148703" name="Line 224"/>
            <p:cNvSpPr/>
            <p:nvPr/>
          </p:nvSpPr>
          <p:spPr>
            <a:xfrm flipH="1">
              <a:off x="2704" y="3087"/>
              <a:ext cx="56" cy="0"/>
            </a:xfrm>
            <a:prstGeom prst="line">
              <a:avLst/>
            </a:prstGeom>
            <a:ln w="9525" cap="flat" cmpd="sng">
              <a:solidFill>
                <a:schemeClr val="tx1"/>
              </a:solidFill>
              <a:prstDash val="solid"/>
              <a:round/>
              <a:headEnd type="none" w="med" len="med"/>
              <a:tailEnd type="none" w="med" len="med"/>
            </a:ln>
          </p:spPr>
        </p:sp>
        <p:sp>
          <p:nvSpPr>
            <p:cNvPr id="148704" name="Line 225"/>
            <p:cNvSpPr/>
            <p:nvPr/>
          </p:nvSpPr>
          <p:spPr>
            <a:xfrm flipH="1">
              <a:off x="2700" y="3318"/>
              <a:ext cx="56" cy="0"/>
            </a:xfrm>
            <a:prstGeom prst="line">
              <a:avLst/>
            </a:prstGeom>
            <a:ln w="9525" cap="flat" cmpd="sng">
              <a:solidFill>
                <a:schemeClr val="tx1"/>
              </a:solidFill>
              <a:prstDash val="solid"/>
              <a:round/>
              <a:headEnd type="none" w="med" len="med"/>
              <a:tailEnd type="none" w="med" len="med"/>
            </a:ln>
          </p:spPr>
        </p:sp>
        <p:sp>
          <p:nvSpPr>
            <p:cNvPr id="148705" name="Line 226"/>
            <p:cNvSpPr/>
            <p:nvPr/>
          </p:nvSpPr>
          <p:spPr>
            <a:xfrm flipV="1">
              <a:off x="2700" y="930"/>
              <a:ext cx="0" cy="110"/>
            </a:xfrm>
            <a:prstGeom prst="line">
              <a:avLst/>
            </a:prstGeom>
            <a:ln w="9525" cap="flat" cmpd="sng">
              <a:solidFill>
                <a:schemeClr val="tx1"/>
              </a:solidFill>
              <a:prstDash val="solid"/>
              <a:round/>
              <a:headEnd type="none" w="med" len="med"/>
              <a:tailEnd type="none" w="med" len="med"/>
            </a:ln>
          </p:spPr>
        </p:sp>
        <p:sp>
          <p:nvSpPr>
            <p:cNvPr id="148706" name="Line 227"/>
            <p:cNvSpPr/>
            <p:nvPr/>
          </p:nvSpPr>
          <p:spPr>
            <a:xfrm flipV="1">
              <a:off x="2700" y="1263"/>
              <a:ext cx="0" cy="91"/>
            </a:xfrm>
            <a:prstGeom prst="line">
              <a:avLst/>
            </a:prstGeom>
            <a:ln w="9525" cap="flat" cmpd="sng">
              <a:solidFill>
                <a:schemeClr val="tx1"/>
              </a:solidFill>
              <a:prstDash val="solid"/>
              <a:round/>
              <a:headEnd type="none" w="med" len="med"/>
              <a:tailEnd type="none" w="med" len="med"/>
            </a:ln>
          </p:spPr>
        </p:sp>
        <p:sp>
          <p:nvSpPr>
            <p:cNvPr id="148707" name="Line 228"/>
            <p:cNvSpPr/>
            <p:nvPr/>
          </p:nvSpPr>
          <p:spPr>
            <a:xfrm flipV="1">
              <a:off x="2700" y="1475"/>
              <a:ext cx="6" cy="72"/>
            </a:xfrm>
            <a:prstGeom prst="line">
              <a:avLst/>
            </a:prstGeom>
            <a:ln w="9525" cap="flat" cmpd="sng">
              <a:solidFill>
                <a:schemeClr val="tx1"/>
              </a:solidFill>
              <a:prstDash val="solid"/>
              <a:round/>
              <a:headEnd type="none" w="med" len="med"/>
              <a:tailEnd type="none" w="med" len="med"/>
            </a:ln>
          </p:spPr>
        </p:sp>
        <p:sp>
          <p:nvSpPr>
            <p:cNvPr id="148708" name="Line 229"/>
            <p:cNvSpPr/>
            <p:nvPr/>
          </p:nvSpPr>
          <p:spPr>
            <a:xfrm flipV="1">
              <a:off x="2700" y="1778"/>
              <a:ext cx="0" cy="73"/>
            </a:xfrm>
            <a:prstGeom prst="line">
              <a:avLst/>
            </a:prstGeom>
            <a:ln w="9525" cap="flat" cmpd="sng">
              <a:solidFill>
                <a:schemeClr val="tx1"/>
              </a:solidFill>
              <a:prstDash val="solid"/>
              <a:round/>
              <a:headEnd type="none" w="med" len="med"/>
              <a:tailEnd type="none" w="med" len="med"/>
            </a:ln>
          </p:spPr>
        </p:sp>
        <p:sp>
          <p:nvSpPr>
            <p:cNvPr id="148709" name="Line 230"/>
            <p:cNvSpPr/>
            <p:nvPr/>
          </p:nvSpPr>
          <p:spPr>
            <a:xfrm flipV="1">
              <a:off x="2700" y="2432"/>
              <a:ext cx="0" cy="74"/>
            </a:xfrm>
            <a:prstGeom prst="line">
              <a:avLst/>
            </a:prstGeom>
            <a:ln w="9525" cap="flat" cmpd="sng">
              <a:solidFill>
                <a:schemeClr val="tx1"/>
              </a:solidFill>
              <a:prstDash val="solid"/>
              <a:round/>
              <a:headEnd type="none" w="med" len="med"/>
              <a:tailEnd type="none" w="med" len="med"/>
            </a:ln>
          </p:spPr>
        </p:sp>
        <p:sp>
          <p:nvSpPr>
            <p:cNvPr id="148710" name="Line 231"/>
            <p:cNvSpPr/>
            <p:nvPr/>
          </p:nvSpPr>
          <p:spPr>
            <a:xfrm flipV="1">
              <a:off x="2700" y="2729"/>
              <a:ext cx="0" cy="127"/>
            </a:xfrm>
            <a:prstGeom prst="line">
              <a:avLst/>
            </a:prstGeom>
            <a:ln w="9525" cap="flat" cmpd="sng">
              <a:solidFill>
                <a:schemeClr val="tx1"/>
              </a:solidFill>
              <a:prstDash val="solid"/>
              <a:round/>
              <a:headEnd type="none" w="med" len="med"/>
              <a:tailEnd type="none" w="med" len="med"/>
            </a:ln>
          </p:spPr>
        </p:sp>
        <p:sp>
          <p:nvSpPr>
            <p:cNvPr id="148711" name="Line 232"/>
            <p:cNvSpPr/>
            <p:nvPr/>
          </p:nvSpPr>
          <p:spPr>
            <a:xfrm flipV="1">
              <a:off x="2700" y="2960"/>
              <a:ext cx="0" cy="127"/>
            </a:xfrm>
            <a:prstGeom prst="line">
              <a:avLst/>
            </a:prstGeom>
            <a:ln w="9525" cap="flat" cmpd="sng">
              <a:solidFill>
                <a:schemeClr val="tx1"/>
              </a:solidFill>
              <a:prstDash val="solid"/>
              <a:round/>
              <a:headEnd type="none" w="med" len="med"/>
              <a:tailEnd type="none" w="med" len="med"/>
            </a:ln>
          </p:spPr>
        </p:sp>
        <p:sp>
          <p:nvSpPr>
            <p:cNvPr id="148712" name="Line 233"/>
            <p:cNvSpPr/>
            <p:nvPr/>
          </p:nvSpPr>
          <p:spPr>
            <a:xfrm flipV="1">
              <a:off x="2700" y="3318"/>
              <a:ext cx="0" cy="73"/>
            </a:xfrm>
            <a:prstGeom prst="line">
              <a:avLst/>
            </a:prstGeom>
            <a:ln w="9525" cap="flat" cmpd="sng">
              <a:solidFill>
                <a:schemeClr val="tx1"/>
              </a:solidFill>
              <a:prstDash val="solid"/>
              <a:round/>
              <a:headEnd type="none" w="med" len="med"/>
              <a:tailEnd type="none" w="med" len="med"/>
            </a:ln>
          </p:spPr>
        </p:sp>
        <p:sp>
          <p:nvSpPr>
            <p:cNvPr id="148713" name="Line 234"/>
            <p:cNvSpPr/>
            <p:nvPr/>
          </p:nvSpPr>
          <p:spPr>
            <a:xfrm flipH="1">
              <a:off x="2139" y="3395"/>
              <a:ext cx="558" cy="0"/>
            </a:xfrm>
            <a:prstGeom prst="line">
              <a:avLst/>
            </a:prstGeom>
            <a:ln w="9525" cap="flat" cmpd="sng">
              <a:solidFill>
                <a:schemeClr val="tx1"/>
              </a:solidFill>
              <a:prstDash val="solid"/>
              <a:round/>
              <a:headEnd type="none" w="med" len="med"/>
              <a:tailEnd type="none" w="med" len="med"/>
            </a:ln>
          </p:spPr>
        </p:sp>
        <p:sp>
          <p:nvSpPr>
            <p:cNvPr id="148714" name="Line 235"/>
            <p:cNvSpPr/>
            <p:nvPr/>
          </p:nvSpPr>
          <p:spPr>
            <a:xfrm flipH="1">
              <a:off x="2016" y="2972"/>
              <a:ext cx="684" cy="0"/>
            </a:xfrm>
            <a:prstGeom prst="line">
              <a:avLst/>
            </a:prstGeom>
            <a:ln w="9525" cap="flat" cmpd="sng">
              <a:solidFill>
                <a:schemeClr val="tx1"/>
              </a:solidFill>
              <a:prstDash val="solid"/>
              <a:round/>
              <a:headEnd type="none" w="med" len="med"/>
              <a:tailEnd type="none" w="med" len="med"/>
            </a:ln>
          </p:spPr>
        </p:sp>
        <p:sp>
          <p:nvSpPr>
            <p:cNvPr id="148715" name="Line 236"/>
            <p:cNvSpPr/>
            <p:nvPr/>
          </p:nvSpPr>
          <p:spPr>
            <a:xfrm flipH="1">
              <a:off x="2027" y="2856"/>
              <a:ext cx="670" cy="0"/>
            </a:xfrm>
            <a:prstGeom prst="line">
              <a:avLst/>
            </a:prstGeom>
            <a:ln w="9525" cap="flat" cmpd="sng">
              <a:solidFill>
                <a:schemeClr val="tx1"/>
              </a:solidFill>
              <a:prstDash val="solid"/>
              <a:round/>
              <a:headEnd type="none" w="med" len="med"/>
              <a:tailEnd type="none" w="med" len="med"/>
            </a:ln>
          </p:spPr>
        </p:sp>
        <p:sp>
          <p:nvSpPr>
            <p:cNvPr id="148716" name="Line 237"/>
            <p:cNvSpPr/>
            <p:nvPr/>
          </p:nvSpPr>
          <p:spPr>
            <a:xfrm flipH="1">
              <a:off x="1961" y="2432"/>
              <a:ext cx="740" cy="0"/>
            </a:xfrm>
            <a:prstGeom prst="line">
              <a:avLst/>
            </a:prstGeom>
            <a:ln w="9525" cap="flat" cmpd="sng">
              <a:solidFill>
                <a:schemeClr val="tx1"/>
              </a:solidFill>
              <a:prstDash val="solid"/>
              <a:round/>
              <a:headEnd type="none" w="med" len="med"/>
              <a:tailEnd type="none" w="med" len="med"/>
            </a:ln>
          </p:spPr>
        </p:sp>
        <p:sp>
          <p:nvSpPr>
            <p:cNvPr id="148717" name="Line 238"/>
            <p:cNvSpPr/>
            <p:nvPr/>
          </p:nvSpPr>
          <p:spPr>
            <a:xfrm flipH="1">
              <a:off x="1961" y="1855"/>
              <a:ext cx="740" cy="0"/>
            </a:xfrm>
            <a:prstGeom prst="line">
              <a:avLst/>
            </a:prstGeom>
            <a:ln w="9525" cap="flat" cmpd="sng">
              <a:solidFill>
                <a:schemeClr val="tx1"/>
              </a:solidFill>
              <a:prstDash val="solid"/>
              <a:round/>
              <a:headEnd type="none" w="med" len="med"/>
              <a:tailEnd type="none" w="med" len="med"/>
            </a:ln>
          </p:spPr>
        </p:sp>
        <p:sp>
          <p:nvSpPr>
            <p:cNvPr id="148718" name="Line 239"/>
            <p:cNvSpPr/>
            <p:nvPr/>
          </p:nvSpPr>
          <p:spPr>
            <a:xfrm flipH="1">
              <a:off x="1882" y="1470"/>
              <a:ext cx="818" cy="0"/>
            </a:xfrm>
            <a:prstGeom prst="line">
              <a:avLst/>
            </a:prstGeom>
            <a:ln w="9525" cap="flat" cmpd="sng">
              <a:solidFill>
                <a:schemeClr val="tx1"/>
              </a:solidFill>
              <a:prstDash val="solid"/>
              <a:round/>
              <a:headEnd type="none" w="med" len="med"/>
              <a:tailEnd type="none" w="med" len="med"/>
            </a:ln>
          </p:spPr>
        </p:sp>
        <p:sp>
          <p:nvSpPr>
            <p:cNvPr id="148719" name="Line 240"/>
            <p:cNvSpPr/>
            <p:nvPr/>
          </p:nvSpPr>
          <p:spPr>
            <a:xfrm flipH="1">
              <a:off x="1872" y="1354"/>
              <a:ext cx="824" cy="0"/>
            </a:xfrm>
            <a:prstGeom prst="line">
              <a:avLst/>
            </a:prstGeom>
            <a:ln w="9525" cap="flat" cmpd="sng">
              <a:solidFill>
                <a:schemeClr val="tx1"/>
              </a:solidFill>
              <a:prstDash val="solid"/>
              <a:round/>
              <a:headEnd type="none" w="med" len="med"/>
              <a:tailEnd type="none" w="med" len="med"/>
            </a:ln>
          </p:spPr>
        </p:sp>
        <p:sp>
          <p:nvSpPr>
            <p:cNvPr id="148720" name="Line 241"/>
            <p:cNvSpPr/>
            <p:nvPr/>
          </p:nvSpPr>
          <p:spPr>
            <a:xfrm flipH="1">
              <a:off x="1783" y="930"/>
              <a:ext cx="914" cy="0"/>
            </a:xfrm>
            <a:prstGeom prst="line">
              <a:avLst/>
            </a:prstGeom>
            <a:ln w="9525" cap="flat" cmpd="sng">
              <a:solidFill>
                <a:schemeClr val="tx1"/>
              </a:solidFill>
              <a:prstDash val="solid"/>
              <a:round/>
              <a:headEnd type="none" w="med" len="med"/>
              <a:tailEnd type="none" w="med" len="med"/>
            </a:ln>
          </p:spPr>
        </p:sp>
        <p:sp>
          <p:nvSpPr>
            <p:cNvPr id="148721" name="Oval 242"/>
            <p:cNvSpPr/>
            <p:nvPr/>
          </p:nvSpPr>
          <p:spPr>
            <a:xfrm>
              <a:off x="3101" y="3706"/>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722" name="Text Box 243"/>
            <p:cNvSpPr txBox="1"/>
            <p:nvPr/>
          </p:nvSpPr>
          <p:spPr>
            <a:xfrm>
              <a:off x="2876" y="2818"/>
              <a:ext cx="267"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P</a:t>
              </a:r>
              <a:r>
                <a:rPr lang="en-US" altLang="zh-CN" sz="1400" i="0" baseline="-25000" dirty="0">
                  <a:latin typeface="Times New Roman" panose="02020603050405020304" pitchFamily="18" charset="0"/>
                  <a:ea typeface="宋体" panose="02010600030101010101" pitchFamily="2" charset="-122"/>
                </a:rPr>
                <a:t>0</a:t>
              </a:r>
              <a:endParaRPr lang="en-US" altLang="zh-CN" sz="1400" i="0" dirty="0">
                <a:latin typeface="Times New Roman" panose="02020603050405020304" pitchFamily="18" charset="0"/>
                <a:ea typeface="宋体" panose="02010600030101010101" pitchFamily="2" charset="-122"/>
              </a:endParaRPr>
            </a:p>
          </p:txBody>
        </p:sp>
        <p:sp>
          <p:nvSpPr>
            <p:cNvPr id="148723" name="Text Box 244"/>
            <p:cNvSpPr txBox="1"/>
            <p:nvPr/>
          </p:nvSpPr>
          <p:spPr>
            <a:xfrm>
              <a:off x="2887" y="2158"/>
              <a:ext cx="26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P</a:t>
              </a:r>
              <a:r>
                <a:rPr lang="en-US" altLang="zh-CN" sz="1400" i="0" baseline="-25000" dirty="0">
                  <a:latin typeface="Times New Roman" panose="02020603050405020304" pitchFamily="18" charset="0"/>
                  <a:ea typeface="宋体" panose="02010600030101010101" pitchFamily="2" charset="-122"/>
                </a:rPr>
                <a:t>1</a:t>
              </a:r>
              <a:endParaRPr lang="en-US" altLang="zh-CN" sz="1400" i="0" dirty="0">
                <a:latin typeface="Times New Roman" panose="02020603050405020304" pitchFamily="18" charset="0"/>
                <a:ea typeface="宋体" panose="02010600030101010101" pitchFamily="2" charset="-122"/>
              </a:endParaRPr>
            </a:p>
          </p:txBody>
        </p:sp>
        <p:sp>
          <p:nvSpPr>
            <p:cNvPr id="148724" name="Text Box 245"/>
            <p:cNvSpPr txBox="1"/>
            <p:nvPr/>
          </p:nvSpPr>
          <p:spPr>
            <a:xfrm>
              <a:off x="2876" y="1277"/>
              <a:ext cx="267"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P</a:t>
              </a:r>
              <a:r>
                <a:rPr lang="en-US" altLang="zh-CN" sz="1400" i="0" baseline="-25000" dirty="0">
                  <a:latin typeface="Times New Roman" panose="02020603050405020304" pitchFamily="18" charset="0"/>
                  <a:ea typeface="宋体" panose="02010600030101010101" pitchFamily="2" charset="-122"/>
                </a:rPr>
                <a:t>2</a:t>
              </a:r>
              <a:endParaRPr lang="en-US" altLang="zh-CN" sz="1400" i="0" dirty="0">
                <a:latin typeface="Times New Roman" panose="02020603050405020304" pitchFamily="18" charset="0"/>
                <a:ea typeface="宋体" panose="02010600030101010101" pitchFamily="2" charset="-122"/>
              </a:endParaRPr>
            </a:p>
          </p:txBody>
        </p:sp>
        <p:sp>
          <p:nvSpPr>
            <p:cNvPr id="148725" name="Text Box 246"/>
            <p:cNvSpPr txBox="1"/>
            <p:nvPr/>
          </p:nvSpPr>
          <p:spPr>
            <a:xfrm>
              <a:off x="2876" y="776"/>
              <a:ext cx="267"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P</a:t>
              </a:r>
              <a:r>
                <a:rPr lang="en-US" altLang="zh-CN" sz="1400" i="0" baseline="-25000" dirty="0">
                  <a:latin typeface="Times New Roman" panose="02020603050405020304" pitchFamily="18" charset="0"/>
                  <a:ea typeface="宋体" panose="02010600030101010101" pitchFamily="2" charset="-122"/>
                </a:rPr>
                <a:t>3</a:t>
              </a:r>
              <a:endParaRPr lang="en-US" altLang="zh-CN" sz="1400" i="0" dirty="0">
                <a:latin typeface="Times New Roman" panose="02020603050405020304" pitchFamily="18" charset="0"/>
                <a:ea typeface="宋体" panose="02010600030101010101" pitchFamily="2" charset="-122"/>
              </a:endParaRPr>
            </a:p>
          </p:txBody>
        </p:sp>
        <p:sp>
          <p:nvSpPr>
            <p:cNvPr id="148726" name="Line 247"/>
            <p:cNvSpPr/>
            <p:nvPr/>
          </p:nvSpPr>
          <p:spPr>
            <a:xfrm>
              <a:off x="3772" y="3344"/>
              <a:ext cx="252" cy="0"/>
            </a:xfrm>
            <a:prstGeom prst="line">
              <a:avLst/>
            </a:prstGeom>
            <a:ln w="9525" cap="flat" cmpd="sng">
              <a:solidFill>
                <a:schemeClr val="tx1"/>
              </a:solidFill>
              <a:prstDash val="solid"/>
              <a:round/>
              <a:headEnd type="none" w="med" len="med"/>
              <a:tailEnd type="none" w="med" len="med"/>
            </a:ln>
          </p:spPr>
        </p:sp>
        <p:sp>
          <p:nvSpPr>
            <p:cNvPr id="148727" name="Line 248"/>
            <p:cNvSpPr/>
            <p:nvPr/>
          </p:nvSpPr>
          <p:spPr>
            <a:xfrm>
              <a:off x="3772" y="937"/>
              <a:ext cx="252" cy="0"/>
            </a:xfrm>
            <a:prstGeom prst="line">
              <a:avLst/>
            </a:prstGeom>
            <a:ln w="9525" cap="flat" cmpd="sng">
              <a:solidFill>
                <a:schemeClr val="tx1"/>
              </a:solidFill>
              <a:prstDash val="solid"/>
              <a:round/>
              <a:headEnd type="none" w="med" len="med"/>
              <a:tailEnd type="none" w="med" len="med"/>
            </a:ln>
          </p:spPr>
        </p:sp>
        <p:sp>
          <p:nvSpPr>
            <p:cNvPr id="148728" name="Line 249"/>
            <p:cNvSpPr/>
            <p:nvPr/>
          </p:nvSpPr>
          <p:spPr>
            <a:xfrm>
              <a:off x="3672" y="2162"/>
              <a:ext cx="321" cy="0"/>
            </a:xfrm>
            <a:prstGeom prst="line">
              <a:avLst/>
            </a:prstGeom>
            <a:ln w="9525" cap="flat" cmpd="sng">
              <a:solidFill>
                <a:schemeClr val="tx1"/>
              </a:solidFill>
              <a:prstDash val="solid"/>
              <a:round/>
              <a:headEnd type="none" w="med" len="med"/>
              <a:tailEnd type="none" w="med" len="med"/>
            </a:ln>
          </p:spPr>
        </p:sp>
      </p:grpSp>
      <p:sp>
        <p:nvSpPr>
          <p:cNvPr id="148729" name="Text Box 250"/>
          <p:cNvSpPr txBox="1"/>
          <p:nvPr/>
        </p:nvSpPr>
        <p:spPr>
          <a:xfrm>
            <a:off x="6637338" y="3997325"/>
            <a:ext cx="2506662" cy="822325"/>
          </a:xfrm>
          <a:prstGeom prst="rect">
            <a:avLst/>
          </a:prstGeom>
          <a:noFill/>
          <a:ln w="9525">
            <a:noFill/>
          </a:ln>
        </p:spPr>
        <p:txBody>
          <a:bodyPr anchor="t" anchorCtr="0">
            <a:spAutoFit/>
          </a:bodyPr>
          <a:p>
            <a:pPr algn="ctr">
              <a:spcBef>
                <a:spcPct val="50000"/>
              </a:spcBef>
            </a:pPr>
            <a:r>
              <a:rPr lang="en-US" altLang="zh-CN" sz="2400" b="1" i="0" dirty="0">
                <a:latin typeface="宋体" panose="02010600030101010101" pitchFamily="2" charset="-122"/>
                <a:ea typeface="宋体" panose="02010600030101010101" pitchFamily="2" charset="-122"/>
              </a:rPr>
              <a:t>7485</a:t>
            </a:r>
            <a:r>
              <a:rPr lang="zh-CN" altLang="en-US" sz="2400" b="1" i="0" dirty="0">
                <a:latin typeface="宋体" panose="02010600030101010101" pitchFamily="2" charset="-122"/>
                <a:ea typeface="宋体" panose="02010600030101010101" pitchFamily="2" charset="-122"/>
              </a:rPr>
              <a:t>型四位数字比较器逻辑图</a:t>
            </a:r>
            <a:endParaRPr lang="zh-CN" altLang="en-US" sz="2400" i="0" dirty="0">
              <a:latin typeface="Times New Roman" panose="02020603050405020304" pitchFamily="18" charset="0"/>
              <a:ea typeface="宋体" panose="02010600030101010101" pitchFamily="2" charset="-122"/>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Text Box 2"/>
          <p:cNvSpPr txBox="1">
            <a:spLocks noChangeArrowheads="1"/>
          </p:cNvSpPr>
          <p:nvPr/>
        </p:nvSpPr>
        <p:spPr bwMode="auto">
          <a:xfrm>
            <a:off x="2532063" y="4495800"/>
            <a:ext cx="4430713" cy="519113"/>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2800" b="1" i="0" kern="1200" cap="none" spc="0" normalizeH="0" baseline="0" noProof="0">
                <a:latin typeface="宋体" panose="02010600030101010101" pitchFamily="2" charset="-122"/>
                <a:ea typeface="宋体" panose="02010600030101010101" pitchFamily="2" charset="-122"/>
                <a:cs typeface="+mn-cs"/>
              </a:rPr>
              <a:t>   </a:t>
            </a:r>
            <a:r>
              <a:rPr kumimoji="1" lang="en-US" altLang="zh-CN" sz="28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24</a:t>
            </a:r>
            <a:r>
              <a:rPr kumimoji="1" lang="zh-CN" altLang="en-US" sz="28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位串行比较器</a:t>
            </a:r>
            <a:endParaRPr kumimoji="1" lang="zh-CN" altLang="en-US"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149506" name="Group 3"/>
          <p:cNvGrpSpPr/>
          <p:nvPr/>
        </p:nvGrpSpPr>
        <p:grpSpPr>
          <a:xfrm>
            <a:off x="58738" y="1219200"/>
            <a:ext cx="9296400" cy="2805113"/>
            <a:chOff x="37" y="768"/>
            <a:chExt cx="5856" cy="1767"/>
          </a:xfrm>
        </p:grpSpPr>
        <p:grpSp>
          <p:nvGrpSpPr>
            <p:cNvPr id="149507" name="Group 4"/>
            <p:cNvGrpSpPr/>
            <p:nvPr/>
          </p:nvGrpSpPr>
          <p:grpSpPr>
            <a:xfrm>
              <a:off x="181" y="816"/>
              <a:ext cx="1440" cy="1719"/>
              <a:chOff x="240" y="537"/>
              <a:chExt cx="1440" cy="1719"/>
            </a:xfrm>
          </p:grpSpPr>
          <p:sp>
            <p:nvSpPr>
              <p:cNvPr id="149508" name="Rectangle 5"/>
              <p:cNvSpPr/>
              <p:nvPr/>
            </p:nvSpPr>
            <p:spPr>
              <a:xfrm>
                <a:off x="288" y="1112"/>
                <a:ext cx="1315"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9509" name="Line 6"/>
              <p:cNvSpPr/>
              <p:nvPr/>
            </p:nvSpPr>
            <p:spPr>
              <a:xfrm flipV="1">
                <a:off x="384" y="875"/>
                <a:ext cx="0" cy="227"/>
              </a:xfrm>
              <a:prstGeom prst="line">
                <a:avLst/>
              </a:prstGeom>
              <a:ln w="9525" cap="flat" cmpd="sng">
                <a:solidFill>
                  <a:schemeClr val="tx1"/>
                </a:solidFill>
                <a:prstDash val="solid"/>
                <a:round/>
                <a:headEnd type="none" w="med" len="med"/>
                <a:tailEnd type="none" w="med" len="med"/>
              </a:ln>
            </p:spPr>
          </p:sp>
          <p:sp>
            <p:nvSpPr>
              <p:cNvPr id="149510" name="Line 7"/>
              <p:cNvSpPr/>
              <p:nvPr/>
            </p:nvSpPr>
            <p:spPr>
              <a:xfrm flipV="1">
                <a:off x="528" y="875"/>
                <a:ext cx="0" cy="227"/>
              </a:xfrm>
              <a:prstGeom prst="line">
                <a:avLst/>
              </a:prstGeom>
              <a:ln w="9525" cap="flat" cmpd="sng">
                <a:solidFill>
                  <a:schemeClr val="tx1"/>
                </a:solidFill>
                <a:prstDash val="solid"/>
                <a:round/>
                <a:headEnd type="none" w="med" len="med"/>
                <a:tailEnd type="none" w="med" len="med"/>
              </a:ln>
            </p:spPr>
          </p:sp>
          <p:sp>
            <p:nvSpPr>
              <p:cNvPr id="149511" name="Line 8"/>
              <p:cNvSpPr/>
              <p:nvPr/>
            </p:nvSpPr>
            <p:spPr>
              <a:xfrm flipV="1">
                <a:off x="672" y="875"/>
                <a:ext cx="0" cy="227"/>
              </a:xfrm>
              <a:prstGeom prst="line">
                <a:avLst/>
              </a:prstGeom>
              <a:ln w="9525" cap="flat" cmpd="sng">
                <a:solidFill>
                  <a:schemeClr val="tx1"/>
                </a:solidFill>
                <a:prstDash val="solid"/>
                <a:round/>
                <a:headEnd type="none" w="med" len="med"/>
                <a:tailEnd type="none" w="med" len="med"/>
              </a:ln>
            </p:spPr>
          </p:sp>
          <p:sp>
            <p:nvSpPr>
              <p:cNvPr id="149512" name="Line 9"/>
              <p:cNvSpPr/>
              <p:nvPr/>
            </p:nvSpPr>
            <p:spPr>
              <a:xfrm flipV="1">
                <a:off x="816" y="875"/>
                <a:ext cx="0" cy="227"/>
              </a:xfrm>
              <a:prstGeom prst="line">
                <a:avLst/>
              </a:prstGeom>
              <a:ln w="9525" cap="flat" cmpd="sng">
                <a:solidFill>
                  <a:schemeClr val="tx1"/>
                </a:solidFill>
                <a:prstDash val="solid"/>
                <a:round/>
                <a:headEnd type="none" w="med" len="med"/>
                <a:tailEnd type="none" w="med" len="med"/>
              </a:ln>
            </p:spPr>
          </p:sp>
          <p:sp>
            <p:nvSpPr>
              <p:cNvPr id="149513" name="Line 10"/>
              <p:cNvSpPr/>
              <p:nvPr/>
            </p:nvSpPr>
            <p:spPr>
              <a:xfrm flipV="1">
                <a:off x="912" y="875"/>
                <a:ext cx="0" cy="227"/>
              </a:xfrm>
              <a:prstGeom prst="line">
                <a:avLst/>
              </a:prstGeom>
              <a:ln w="9525" cap="flat" cmpd="sng">
                <a:solidFill>
                  <a:schemeClr val="tx1"/>
                </a:solidFill>
                <a:prstDash val="solid"/>
                <a:round/>
                <a:headEnd type="none" w="med" len="med"/>
                <a:tailEnd type="none" w="med" len="med"/>
              </a:ln>
            </p:spPr>
          </p:sp>
          <p:sp>
            <p:nvSpPr>
              <p:cNvPr id="149514" name="Line 11"/>
              <p:cNvSpPr/>
              <p:nvPr/>
            </p:nvSpPr>
            <p:spPr>
              <a:xfrm flipV="1">
                <a:off x="1008" y="875"/>
                <a:ext cx="0" cy="227"/>
              </a:xfrm>
              <a:prstGeom prst="line">
                <a:avLst/>
              </a:prstGeom>
              <a:ln w="9525" cap="flat" cmpd="sng">
                <a:solidFill>
                  <a:schemeClr val="tx1"/>
                </a:solidFill>
                <a:prstDash val="solid"/>
                <a:round/>
                <a:headEnd type="none" w="med" len="med"/>
                <a:tailEnd type="none" w="med" len="med"/>
              </a:ln>
            </p:spPr>
          </p:sp>
          <p:sp>
            <p:nvSpPr>
              <p:cNvPr id="149515" name="Line 12"/>
              <p:cNvSpPr/>
              <p:nvPr/>
            </p:nvSpPr>
            <p:spPr>
              <a:xfrm flipV="1">
                <a:off x="1104" y="875"/>
                <a:ext cx="0" cy="227"/>
              </a:xfrm>
              <a:prstGeom prst="line">
                <a:avLst/>
              </a:prstGeom>
              <a:ln w="9525" cap="flat" cmpd="sng">
                <a:solidFill>
                  <a:schemeClr val="tx1"/>
                </a:solidFill>
                <a:prstDash val="solid"/>
                <a:round/>
                <a:headEnd type="none" w="med" len="med"/>
                <a:tailEnd type="none" w="med" len="med"/>
              </a:ln>
            </p:spPr>
          </p:sp>
          <p:sp>
            <p:nvSpPr>
              <p:cNvPr id="149516" name="Line 13"/>
              <p:cNvSpPr/>
              <p:nvPr/>
            </p:nvSpPr>
            <p:spPr>
              <a:xfrm flipV="1">
                <a:off x="1200" y="875"/>
                <a:ext cx="0" cy="227"/>
              </a:xfrm>
              <a:prstGeom prst="line">
                <a:avLst/>
              </a:prstGeom>
              <a:ln w="9525" cap="flat" cmpd="sng">
                <a:solidFill>
                  <a:schemeClr val="tx1"/>
                </a:solidFill>
                <a:prstDash val="solid"/>
                <a:round/>
                <a:headEnd type="none" w="med" len="med"/>
                <a:tailEnd type="none" w="med" len="med"/>
              </a:ln>
            </p:spPr>
          </p:sp>
          <p:sp>
            <p:nvSpPr>
              <p:cNvPr id="149517" name="Line 14"/>
              <p:cNvSpPr/>
              <p:nvPr/>
            </p:nvSpPr>
            <p:spPr>
              <a:xfrm flipV="1">
                <a:off x="1296" y="875"/>
                <a:ext cx="0" cy="227"/>
              </a:xfrm>
              <a:prstGeom prst="line">
                <a:avLst/>
              </a:prstGeom>
              <a:ln w="9525" cap="flat" cmpd="sng">
                <a:solidFill>
                  <a:schemeClr val="tx1"/>
                </a:solidFill>
                <a:prstDash val="solid"/>
                <a:round/>
                <a:headEnd type="none" w="med" len="med"/>
                <a:tailEnd type="none" w="med" len="med"/>
              </a:ln>
            </p:spPr>
          </p:sp>
          <p:sp>
            <p:nvSpPr>
              <p:cNvPr id="149518" name="Line 15"/>
              <p:cNvSpPr/>
              <p:nvPr/>
            </p:nvSpPr>
            <p:spPr>
              <a:xfrm flipV="1">
                <a:off x="1392" y="875"/>
                <a:ext cx="0" cy="227"/>
              </a:xfrm>
              <a:prstGeom prst="line">
                <a:avLst/>
              </a:prstGeom>
              <a:ln w="9525" cap="flat" cmpd="sng">
                <a:solidFill>
                  <a:schemeClr val="tx1"/>
                </a:solidFill>
                <a:prstDash val="solid"/>
                <a:round/>
                <a:headEnd type="none" w="med" len="med"/>
                <a:tailEnd type="none" w="med" len="med"/>
              </a:ln>
            </p:spPr>
          </p:sp>
          <p:sp>
            <p:nvSpPr>
              <p:cNvPr id="149519" name="Line 16"/>
              <p:cNvSpPr/>
              <p:nvPr/>
            </p:nvSpPr>
            <p:spPr>
              <a:xfrm flipV="1">
                <a:off x="1488" y="875"/>
                <a:ext cx="0" cy="227"/>
              </a:xfrm>
              <a:prstGeom prst="line">
                <a:avLst/>
              </a:prstGeom>
              <a:ln w="9525" cap="flat" cmpd="sng">
                <a:solidFill>
                  <a:schemeClr val="tx1"/>
                </a:solidFill>
                <a:prstDash val="solid"/>
                <a:round/>
                <a:headEnd type="none" w="med" len="med"/>
                <a:tailEnd type="none" w="med" len="med"/>
              </a:ln>
            </p:spPr>
          </p:sp>
          <p:sp>
            <p:nvSpPr>
              <p:cNvPr id="149520" name="Text Box 17"/>
              <p:cNvSpPr txBox="1"/>
              <p:nvPr/>
            </p:nvSpPr>
            <p:spPr>
              <a:xfrm>
                <a:off x="720" y="1065"/>
                <a:ext cx="864"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9521" name="Text Box 18"/>
              <p:cNvSpPr txBox="1"/>
              <p:nvPr/>
            </p:nvSpPr>
            <p:spPr>
              <a:xfrm>
                <a:off x="768" y="1248"/>
                <a:ext cx="91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9522" name="Text Box 19"/>
              <p:cNvSpPr txBox="1"/>
              <p:nvPr/>
            </p:nvSpPr>
            <p:spPr>
              <a:xfrm rot="5400000">
                <a:off x="417" y="1244"/>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23" name="Text Box 20"/>
              <p:cNvSpPr txBox="1"/>
              <p:nvPr/>
            </p:nvSpPr>
            <p:spPr>
              <a:xfrm rot="5400000">
                <a:off x="129" y="1246"/>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24" name="Text Box 21"/>
              <p:cNvSpPr txBox="1"/>
              <p:nvPr/>
            </p:nvSpPr>
            <p:spPr>
              <a:xfrm rot="5400000">
                <a:off x="273" y="1246"/>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25" name="Text Box 22"/>
              <p:cNvSpPr txBox="1"/>
              <p:nvPr/>
            </p:nvSpPr>
            <p:spPr>
              <a:xfrm>
                <a:off x="1104" y="1547"/>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26" name="Text Box 23"/>
              <p:cNvSpPr txBox="1"/>
              <p:nvPr/>
            </p:nvSpPr>
            <p:spPr>
              <a:xfrm>
                <a:off x="672" y="1556"/>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27" name="Text Box 24"/>
              <p:cNvSpPr txBox="1"/>
              <p:nvPr/>
            </p:nvSpPr>
            <p:spPr>
              <a:xfrm>
                <a:off x="240" y="1547"/>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28" name="Line 25"/>
              <p:cNvSpPr/>
              <p:nvPr/>
            </p:nvSpPr>
            <p:spPr>
              <a:xfrm>
                <a:off x="1344" y="1792"/>
                <a:ext cx="0" cy="272"/>
              </a:xfrm>
              <a:prstGeom prst="line">
                <a:avLst/>
              </a:prstGeom>
              <a:ln w="9525" cap="flat" cmpd="sng">
                <a:solidFill>
                  <a:schemeClr val="tx1"/>
                </a:solidFill>
                <a:prstDash val="solid"/>
                <a:round/>
                <a:headEnd type="none" w="med" len="med"/>
                <a:tailEnd type="none" w="med" len="med"/>
              </a:ln>
            </p:spPr>
          </p:sp>
          <p:sp>
            <p:nvSpPr>
              <p:cNvPr id="149529" name="Line 26"/>
              <p:cNvSpPr/>
              <p:nvPr/>
            </p:nvSpPr>
            <p:spPr>
              <a:xfrm>
                <a:off x="960" y="1797"/>
                <a:ext cx="0" cy="363"/>
              </a:xfrm>
              <a:prstGeom prst="line">
                <a:avLst/>
              </a:prstGeom>
              <a:ln w="9525" cap="flat" cmpd="sng">
                <a:solidFill>
                  <a:schemeClr val="tx1"/>
                </a:solidFill>
                <a:prstDash val="solid"/>
                <a:round/>
                <a:headEnd type="none" w="med" len="med"/>
                <a:tailEnd type="none" w="med" len="med"/>
              </a:ln>
            </p:spPr>
          </p:sp>
          <p:sp>
            <p:nvSpPr>
              <p:cNvPr id="149530" name="Line 27"/>
              <p:cNvSpPr/>
              <p:nvPr/>
            </p:nvSpPr>
            <p:spPr>
              <a:xfrm>
                <a:off x="528" y="1803"/>
                <a:ext cx="0" cy="453"/>
              </a:xfrm>
              <a:prstGeom prst="line">
                <a:avLst/>
              </a:prstGeom>
              <a:ln w="9525" cap="flat" cmpd="sng">
                <a:solidFill>
                  <a:schemeClr val="tx1"/>
                </a:solidFill>
                <a:prstDash val="solid"/>
                <a:round/>
                <a:headEnd type="none" w="med" len="med"/>
                <a:tailEnd type="none" w="med" len="med"/>
              </a:ln>
            </p:spPr>
          </p:sp>
          <p:sp>
            <p:nvSpPr>
              <p:cNvPr id="149531" name="Text Box 28"/>
              <p:cNvSpPr txBox="1"/>
              <p:nvPr/>
            </p:nvSpPr>
            <p:spPr>
              <a:xfrm>
                <a:off x="288" y="635"/>
                <a:ext cx="528" cy="288"/>
              </a:xfrm>
              <a:prstGeom prst="rect">
                <a:avLst/>
              </a:prstGeom>
              <a:noFill/>
              <a:ln w="9525">
                <a:noFill/>
              </a:ln>
            </p:spPr>
            <p:txBody>
              <a:bodyPr anchor="t" anchorCtr="0">
                <a:spAutoFit/>
              </a:bodyPr>
              <a:p>
                <a:pPr algn="just">
                  <a:spcBef>
                    <a:spcPct val="50000"/>
                  </a:spcBef>
                </a:pPr>
                <a:r>
                  <a:rPr lang="en-US" altLang="zh-CN" sz="2400" i="0" dirty="0">
                    <a:latin typeface="Times New Roman" panose="02020603050405020304" pitchFamily="18" charset="0"/>
                    <a:ea typeface="宋体" panose="02010600030101010101" pitchFamily="2" charset="-122"/>
                  </a:rPr>
                  <a:t>0 1 0</a:t>
                </a:r>
                <a:endParaRPr lang="en-US" altLang="zh-CN" sz="2400" i="0" dirty="0">
                  <a:latin typeface="Times New Roman" panose="02020603050405020304" pitchFamily="18" charset="0"/>
                  <a:ea typeface="宋体" panose="02010600030101010101" pitchFamily="2" charset="-122"/>
                </a:endParaRPr>
              </a:p>
            </p:txBody>
          </p:sp>
          <p:sp>
            <p:nvSpPr>
              <p:cNvPr id="149532" name="Text Box 29"/>
              <p:cNvSpPr txBox="1"/>
              <p:nvPr/>
            </p:nvSpPr>
            <p:spPr>
              <a:xfrm>
                <a:off x="768" y="537"/>
                <a:ext cx="91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9533" name="Text Box 30"/>
              <p:cNvSpPr txBox="1"/>
              <p:nvPr/>
            </p:nvSpPr>
            <p:spPr>
              <a:xfrm>
                <a:off x="720" y="672"/>
                <a:ext cx="864"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grpSp>
        <p:grpSp>
          <p:nvGrpSpPr>
            <p:cNvPr id="149534" name="Group 31"/>
            <p:cNvGrpSpPr/>
            <p:nvPr/>
          </p:nvGrpSpPr>
          <p:grpSpPr>
            <a:xfrm>
              <a:off x="2005" y="807"/>
              <a:ext cx="1440" cy="1701"/>
              <a:chOff x="2016" y="576"/>
              <a:chExt cx="1440" cy="1701"/>
            </a:xfrm>
          </p:grpSpPr>
          <p:sp>
            <p:nvSpPr>
              <p:cNvPr id="149535" name="Rectangle 32"/>
              <p:cNvSpPr/>
              <p:nvPr/>
            </p:nvSpPr>
            <p:spPr>
              <a:xfrm>
                <a:off x="2064" y="1143"/>
                <a:ext cx="1315"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9536" name="Line 33"/>
              <p:cNvSpPr/>
              <p:nvPr/>
            </p:nvSpPr>
            <p:spPr>
              <a:xfrm flipV="1">
                <a:off x="2160" y="1008"/>
                <a:ext cx="0" cy="136"/>
              </a:xfrm>
              <a:prstGeom prst="line">
                <a:avLst/>
              </a:prstGeom>
              <a:ln w="9525" cap="flat" cmpd="sng">
                <a:solidFill>
                  <a:schemeClr val="tx1"/>
                </a:solidFill>
                <a:prstDash val="solid"/>
                <a:round/>
                <a:headEnd type="none" w="med" len="med"/>
                <a:tailEnd type="none" w="med" len="med"/>
              </a:ln>
            </p:spPr>
          </p:sp>
          <p:sp>
            <p:nvSpPr>
              <p:cNvPr id="149537" name="Line 34"/>
              <p:cNvSpPr/>
              <p:nvPr/>
            </p:nvSpPr>
            <p:spPr>
              <a:xfrm flipV="1">
                <a:off x="2304" y="912"/>
                <a:ext cx="0" cy="227"/>
              </a:xfrm>
              <a:prstGeom prst="line">
                <a:avLst/>
              </a:prstGeom>
              <a:ln w="9525" cap="flat" cmpd="sng">
                <a:solidFill>
                  <a:schemeClr val="tx1"/>
                </a:solidFill>
                <a:prstDash val="solid"/>
                <a:round/>
                <a:headEnd type="none" w="med" len="med"/>
                <a:tailEnd type="none" w="med" len="med"/>
              </a:ln>
            </p:spPr>
          </p:sp>
          <p:sp>
            <p:nvSpPr>
              <p:cNvPr id="149538" name="Line 35"/>
              <p:cNvSpPr/>
              <p:nvPr/>
            </p:nvSpPr>
            <p:spPr>
              <a:xfrm flipV="1">
                <a:off x="2448" y="816"/>
                <a:ext cx="0" cy="317"/>
              </a:xfrm>
              <a:prstGeom prst="line">
                <a:avLst/>
              </a:prstGeom>
              <a:ln w="9525" cap="flat" cmpd="sng">
                <a:solidFill>
                  <a:schemeClr val="tx1"/>
                </a:solidFill>
                <a:prstDash val="solid"/>
                <a:round/>
                <a:headEnd type="none" w="med" len="med"/>
                <a:tailEnd type="none" w="med" len="med"/>
              </a:ln>
            </p:spPr>
          </p:sp>
          <p:sp>
            <p:nvSpPr>
              <p:cNvPr id="149539" name="Line 36"/>
              <p:cNvSpPr/>
              <p:nvPr/>
            </p:nvSpPr>
            <p:spPr>
              <a:xfrm flipV="1">
                <a:off x="2592" y="912"/>
                <a:ext cx="0" cy="227"/>
              </a:xfrm>
              <a:prstGeom prst="line">
                <a:avLst/>
              </a:prstGeom>
              <a:ln w="9525" cap="flat" cmpd="sng">
                <a:solidFill>
                  <a:schemeClr val="tx1"/>
                </a:solidFill>
                <a:prstDash val="solid"/>
                <a:round/>
                <a:headEnd type="none" w="med" len="med"/>
                <a:tailEnd type="none" w="med" len="med"/>
              </a:ln>
            </p:spPr>
          </p:sp>
          <p:sp>
            <p:nvSpPr>
              <p:cNvPr id="149540" name="Line 37"/>
              <p:cNvSpPr/>
              <p:nvPr/>
            </p:nvSpPr>
            <p:spPr>
              <a:xfrm flipV="1">
                <a:off x="2688" y="912"/>
                <a:ext cx="0" cy="227"/>
              </a:xfrm>
              <a:prstGeom prst="line">
                <a:avLst/>
              </a:prstGeom>
              <a:ln w="9525" cap="flat" cmpd="sng">
                <a:solidFill>
                  <a:schemeClr val="tx1"/>
                </a:solidFill>
                <a:prstDash val="solid"/>
                <a:round/>
                <a:headEnd type="none" w="med" len="med"/>
                <a:tailEnd type="none" w="med" len="med"/>
              </a:ln>
            </p:spPr>
          </p:sp>
          <p:sp>
            <p:nvSpPr>
              <p:cNvPr id="149541" name="Line 38"/>
              <p:cNvSpPr/>
              <p:nvPr/>
            </p:nvSpPr>
            <p:spPr>
              <a:xfrm flipV="1">
                <a:off x="2784" y="912"/>
                <a:ext cx="0" cy="227"/>
              </a:xfrm>
              <a:prstGeom prst="line">
                <a:avLst/>
              </a:prstGeom>
              <a:ln w="9525" cap="flat" cmpd="sng">
                <a:solidFill>
                  <a:schemeClr val="tx1"/>
                </a:solidFill>
                <a:prstDash val="solid"/>
                <a:round/>
                <a:headEnd type="none" w="med" len="med"/>
                <a:tailEnd type="none" w="med" len="med"/>
              </a:ln>
            </p:spPr>
          </p:sp>
          <p:sp>
            <p:nvSpPr>
              <p:cNvPr id="149542" name="Line 39"/>
              <p:cNvSpPr/>
              <p:nvPr/>
            </p:nvSpPr>
            <p:spPr>
              <a:xfrm flipV="1">
                <a:off x="2880" y="912"/>
                <a:ext cx="0" cy="227"/>
              </a:xfrm>
              <a:prstGeom prst="line">
                <a:avLst/>
              </a:prstGeom>
              <a:ln w="9525" cap="flat" cmpd="sng">
                <a:solidFill>
                  <a:schemeClr val="tx1"/>
                </a:solidFill>
                <a:prstDash val="solid"/>
                <a:round/>
                <a:headEnd type="none" w="med" len="med"/>
                <a:tailEnd type="none" w="med" len="med"/>
              </a:ln>
            </p:spPr>
          </p:sp>
          <p:sp>
            <p:nvSpPr>
              <p:cNvPr id="149543" name="Line 40"/>
              <p:cNvSpPr/>
              <p:nvPr/>
            </p:nvSpPr>
            <p:spPr>
              <a:xfrm flipV="1">
                <a:off x="2976" y="912"/>
                <a:ext cx="0" cy="227"/>
              </a:xfrm>
              <a:prstGeom prst="line">
                <a:avLst/>
              </a:prstGeom>
              <a:ln w="9525" cap="flat" cmpd="sng">
                <a:solidFill>
                  <a:schemeClr val="tx1"/>
                </a:solidFill>
                <a:prstDash val="solid"/>
                <a:round/>
                <a:headEnd type="none" w="med" len="med"/>
                <a:tailEnd type="none" w="med" len="med"/>
              </a:ln>
            </p:spPr>
          </p:sp>
          <p:sp>
            <p:nvSpPr>
              <p:cNvPr id="149544" name="Line 41"/>
              <p:cNvSpPr/>
              <p:nvPr/>
            </p:nvSpPr>
            <p:spPr>
              <a:xfrm flipV="1">
                <a:off x="3072" y="912"/>
                <a:ext cx="0" cy="227"/>
              </a:xfrm>
              <a:prstGeom prst="line">
                <a:avLst/>
              </a:prstGeom>
              <a:ln w="9525" cap="flat" cmpd="sng">
                <a:solidFill>
                  <a:schemeClr val="tx1"/>
                </a:solidFill>
                <a:prstDash val="solid"/>
                <a:round/>
                <a:headEnd type="none" w="med" len="med"/>
                <a:tailEnd type="none" w="med" len="med"/>
              </a:ln>
            </p:spPr>
          </p:sp>
          <p:sp>
            <p:nvSpPr>
              <p:cNvPr id="149545" name="Line 42"/>
              <p:cNvSpPr/>
              <p:nvPr/>
            </p:nvSpPr>
            <p:spPr>
              <a:xfrm flipV="1">
                <a:off x="3168" y="912"/>
                <a:ext cx="0" cy="227"/>
              </a:xfrm>
              <a:prstGeom prst="line">
                <a:avLst/>
              </a:prstGeom>
              <a:ln w="9525" cap="flat" cmpd="sng">
                <a:solidFill>
                  <a:schemeClr val="tx1"/>
                </a:solidFill>
                <a:prstDash val="solid"/>
                <a:round/>
                <a:headEnd type="none" w="med" len="med"/>
                <a:tailEnd type="none" w="med" len="med"/>
              </a:ln>
            </p:spPr>
          </p:sp>
          <p:sp>
            <p:nvSpPr>
              <p:cNvPr id="149546" name="Line 43"/>
              <p:cNvSpPr/>
              <p:nvPr/>
            </p:nvSpPr>
            <p:spPr>
              <a:xfrm flipV="1">
                <a:off x="3264" y="912"/>
                <a:ext cx="0" cy="227"/>
              </a:xfrm>
              <a:prstGeom prst="line">
                <a:avLst/>
              </a:prstGeom>
              <a:ln w="9525" cap="flat" cmpd="sng">
                <a:solidFill>
                  <a:schemeClr val="tx1"/>
                </a:solidFill>
                <a:prstDash val="solid"/>
                <a:round/>
                <a:headEnd type="none" w="med" len="med"/>
                <a:tailEnd type="none" w="med" len="med"/>
              </a:ln>
            </p:spPr>
          </p:sp>
          <p:sp>
            <p:nvSpPr>
              <p:cNvPr id="149547" name="Text Box 44"/>
              <p:cNvSpPr txBox="1"/>
              <p:nvPr/>
            </p:nvSpPr>
            <p:spPr>
              <a:xfrm rot="5400000">
                <a:off x="2193" y="1272"/>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48" name="Text Box 45"/>
              <p:cNvSpPr txBox="1"/>
              <p:nvPr/>
            </p:nvSpPr>
            <p:spPr>
              <a:xfrm rot="5400000">
                <a:off x="1905" y="1274"/>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49" name="Text Box 46"/>
              <p:cNvSpPr txBox="1"/>
              <p:nvPr/>
            </p:nvSpPr>
            <p:spPr>
              <a:xfrm rot="5400000">
                <a:off x="2049" y="1274"/>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50" name="Text Box 47"/>
              <p:cNvSpPr txBox="1"/>
              <p:nvPr/>
            </p:nvSpPr>
            <p:spPr>
              <a:xfrm>
                <a:off x="2880" y="1575"/>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51" name="Text Box 48"/>
              <p:cNvSpPr txBox="1"/>
              <p:nvPr/>
            </p:nvSpPr>
            <p:spPr>
              <a:xfrm>
                <a:off x="2448" y="1584"/>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52" name="Text Box 49"/>
              <p:cNvSpPr txBox="1"/>
              <p:nvPr/>
            </p:nvSpPr>
            <p:spPr>
              <a:xfrm>
                <a:off x="2016" y="1575"/>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53" name="Text Box 50"/>
              <p:cNvSpPr txBox="1"/>
              <p:nvPr/>
            </p:nvSpPr>
            <p:spPr>
              <a:xfrm>
                <a:off x="2496" y="1095"/>
                <a:ext cx="864"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9554" name="Text Box 51"/>
              <p:cNvSpPr txBox="1"/>
              <p:nvPr/>
            </p:nvSpPr>
            <p:spPr>
              <a:xfrm>
                <a:off x="2496" y="711"/>
                <a:ext cx="864"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4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5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6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7</a:t>
                </a:r>
                <a:endParaRPr lang="en-US" altLang="zh-CN" sz="1800" i="0" baseline="-25000" dirty="0">
                  <a:latin typeface="Times New Roman" panose="02020603050405020304" pitchFamily="18" charset="0"/>
                  <a:ea typeface="宋体" panose="02010600030101010101" pitchFamily="2" charset="-122"/>
                </a:endParaRPr>
              </a:p>
            </p:txBody>
          </p:sp>
          <p:sp>
            <p:nvSpPr>
              <p:cNvPr id="149555" name="Text Box 52"/>
              <p:cNvSpPr txBox="1"/>
              <p:nvPr/>
            </p:nvSpPr>
            <p:spPr>
              <a:xfrm>
                <a:off x="2544" y="576"/>
                <a:ext cx="91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4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5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6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7</a:t>
                </a:r>
                <a:endParaRPr lang="en-US" altLang="zh-CN" sz="1800" i="0" baseline="-25000" dirty="0">
                  <a:latin typeface="Times New Roman" panose="02020603050405020304" pitchFamily="18" charset="0"/>
                  <a:ea typeface="宋体" panose="02010600030101010101" pitchFamily="2" charset="-122"/>
                </a:endParaRPr>
              </a:p>
            </p:txBody>
          </p:sp>
          <p:sp>
            <p:nvSpPr>
              <p:cNvPr id="149556" name="Text Box 53"/>
              <p:cNvSpPr txBox="1"/>
              <p:nvPr/>
            </p:nvSpPr>
            <p:spPr>
              <a:xfrm>
                <a:off x="2544" y="1239"/>
                <a:ext cx="91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9557" name="Line 54"/>
              <p:cNvSpPr/>
              <p:nvPr/>
            </p:nvSpPr>
            <p:spPr>
              <a:xfrm>
                <a:off x="3120" y="1824"/>
                <a:ext cx="0" cy="272"/>
              </a:xfrm>
              <a:prstGeom prst="line">
                <a:avLst/>
              </a:prstGeom>
              <a:ln w="9525" cap="flat" cmpd="sng">
                <a:solidFill>
                  <a:schemeClr val="tx1"/>
                </a:solidFill>
                <a:prstDash val="solid"/>
                <a:round/>
                <a:headEnd type="none" w="med" len="med"/>
                <a:tailEnd type="none" w="med" len="med"/>
              </a:ln>
            </p:spPr>
          </p:sp>
          <p:sp>
            <p:nvSpPr>
              <p:cNvPr id="149558" name="Line 55"/>
              <p:cNvSpPr/>
              <p:nvPr/>
            </p:nvSpPr>
            <p:spPr>
              <a:xfrm>
                <a:off x="2736" y="1824"/>
                <a:ext cx="0" cy="363"/>
              </a:xfrm>
              <a:prstGeom prst="line">
                <a:avLst/>
              </a:prstGeom>
              <a:ln w="9525" cap="flat" cmpd="sng">
                <a:solidFill>
                  <a:schemeClr val="tx1"/>
                </a:solidFill>
                <a:prstDash val="solid"/>
                <a:round/>
                <a:headEnd type="none" w="med" len="med"/>
                <a:tailEnd type="none" w="med" len="med"/>
              </a:ln>
            </p:spPr>
          </p:sp>
          <p:sp>
            <p:nvSpPr>
              <p:cNvPr id="149559" name="Line 56"/>
              <p:cNvSpPr/>
              <p:nvPr/>
            </p:nvSpPr>
            <p:spPr>
              <a:xfrm>
                <a:off x="2304" y="1824"/>
                <a:ext cx="0" cy="453"/>
              </a:xfrm>
              <a:prstGeom prst="line">
                <a:avLst/>
              </a:prstGeom>
              <a:ln w="9525" cap="flat" cmpd="sng">
                <a:solidFill>
                  <a:schemeClr val="tx1"/>
                </a:solidFill>
                <a:prstDash val="solid"/>
                <a:round/>
                <a:headEnd type="none" w="med" len="med"/>
                <a:tailEnd type="none" w="med" len="med"/>
              </a:ln>
            </p:spPr>
          </p:sp>
        </p:grpSp>
        <p:sp>
          <p:nvSpPr>
            <p:cNvPr id="149560" name="Line 57"/>
            <p:cNvSpPr/>
            <p:nvPr/>
          </p:nvSpPr>
          <p:spPr>
            <a:xfrm>
              <a:off x="1285" y="2343"/>
              <a:ext cx="385" cy="0"/>
            </a:xfrm>
            <a:prstGeom prst="line">
              <a:avLst/>
            </a:prstGeom>
            <a:ln w="9525" cap="flat" cmpd="sng">
              <a:solidFill>
                <a:schemeClr val="tx1"/>
              </a:solidFill>
              <a:prstDash val="solid"/>
              <a:round/>
              <a:headEnd type="none" w="med" len="med"/>
              <a:tailEnd type="none" w="med" len="med"/>
            </a:ln>
          </p:spPr>
        </p:sp>
        <p:sp>
          <p:nvSpPr>
            <p:cNvPr id="149561" name="Line 58"/>
            <p:cNvSpPr/>
            <p:nvPr/>
          </p:nvSpPr>
          <p:spPr>
            <a:xfrm>
              <a:off x="904" y="2439"/>
              <a:ext cx="861" cy="0"/>
            </a:xfrm>
            <a:prstGeom prst="line">
              <a:avLst/>
            </a:prstGeom>
            <a:ln w="9525" cap="flat" cmpd="sng">
              <a:solidFill>
                <a:schemeClr val="tx1"/>
              </a:solidFill>
              <a:prstDash val="solid"/>
              <a:round/>
              <a:headEnd type="none" w="med" len="med"/>
              <a:tailEnd type="none" w="med" len="med"/>
            </a:ln>
          </p:spPr>
        </p:sp>
        <p:sp>
          <p:nvSpPr>
            <p:cNvPr id="149562" name="Line 59"/>
            <p:cNvSpPr/>
            <p:nvPr/>
          </p:nvSpPr>
          <p:spPr>
            <a:xfrm>
              <a:off x="478" y="2535"/>
              <a:ext cx="1383" cy="0"/>
            </a:xfrm>
            <a:prstGeom prst="line">
              <a:avLst/>
            </a:prstGeom>
            <a:ln w="9525" cap="flat" cmpd="sng">
              <a:solidFill>
                <a:schemeClr val="tx1"/>
              </a:solidFill>
              <a:prstDash val="solid"/>
              <a:round/>
              <a:headEnd type="none" w="med" len="med"/>
              <a:tailEnd type="none" w="med" len="med"/>
            </a:ln>
          </p:spPr>
        </p:sp>
        <p:sp>
          <p:nvSpPr>
            <p:cNvPr id="149563" name="Line 60"/>
            <p:cNvSpPr/>
            <p:nvPr/>
          </p:nvSpPr>
          <p:spPr>
            <a:xfrm flipV="1">
              <a:off x="1669" y="1047"/>
              <a:ext cx="0" cy="1292"/>
            </a:xfrm>
            <a:prstGeom prst="line">
              <a:avLst/>
            </a:prstGeom>
            <a:ln w="9525" cap="flat" cmpd="sng">
              <a:solidFill>
                <a:schemeClr val="tx1"/>
              </a:solidFill>
              <a:prstDash val="solid"/>
              <a:round/>
              <a:headEnd type="none" w="med" len="med"/>
              <a:tailEnd type="none" w="med" len="med"/>
            </a:ln>
          </p:spPr>
        </p:sp>
        <p:sp>
          <p:nvSpPr>
            <p:cNvPr id="149564" name="Line 61"/>
            <p:cNvSpPr/>
            <p:nvPr/>
          </p:nvSpPr>
          <p:spPr>
            <a:xfrm>
              <a:off x="1669" y="1047"/>
              <a:ext cx="771" cy="0"/>
            </a:xfrm>
            <a:prstGeom prst="line">
              <a:avLst/>
            </a:prstGeom>
            <a:ln w="9525" cap="flat" cmpd="sng">
              <a:solidFill>
                <a:schemeClr val="tx1"/>
              </a:solidFill>
              <a:prstDash val="solid"/>
              <a:round/>
              <a:headEnd type="none" w="med" len="med"/>
              <a:tailEnd type="none" w="med" len="med"/>
            </a:ln>
          </p:spPr>
        </p:sp>
        <p:sp>
          <p:nvSpPr>
            <p:cNvPr id="149565" name="Line 62"/>
            <p:cNvSpPr/>
            <p:nvPr/>
          </p:nvSpPr>
          <p:spPr>
            <a:xfrm>
              <a:off x="1765" y="1143"/>
              <a:ext cx="520" cy="0"/>
            </a:xfrm>
            <a:prstGeom prst="line">
              <a:avLst/>
            </a:prstGeom>
            <a:ln w="9525" cap="flat" cmpd="sng">
              <a:solidFill>
                <a:schemeClr val="tx1"/>
              </a:solidFill>
              <a:prstDash val="solid"/>
              <a:round/>
              <a:headEnd type="none" w="med" len="med"/>
              <a:tailEnd type="none" w="med" len="med"/>
            </a:ln>
          </p:spPr>
        </p:sp>
        <p:sp>
          <p:nvSpPr>
            <p:cNvPr id="149566" name="Line 63"/>
            <p:cNvSpPr/>
            <p:nvPr/>
          </p:nvSpPr>
          <p:spPr>
            <a:xfrm>
              <a:off x="1861" y="1239"/>
              <a:ext cx="296" cy="0"/>
            </a:xfrm>
            <a:prstGeom prst="line">
              <a:avLst/>
            </a:prstGeom>
            <a:ln w="9525" cap="flat" cmpd="sng">
              <a:solidFill>
                <a:schemeClr val="tx1"/>
              </a:solidFill>
              <a:prstDash val="solid"/>
              <a:round/>
              <a:headEnd type="none" w="med" len="med"/>
              <a:tailEnd type="none" w="med" len="med"/>
            </a:ln>
          </p:spPr>
        </p:sp>
        <p:sp>
          <p:nvSpPr>
            <p:cNvPr id="149567" name="Line 64"/>
            <p:cNvSpPr/>
            <p:nvPr/>
          </p:nvSpPr>
          <p:spPr>
            <a:xfrm flipV="1">
              <a:off x="1765" y="1143"/>
              <a:ext cx="0" cy="1292"/>
            </a:xfrm>
            <a:prstGeom prst="line">
              <a:avLst/>
            </a:prstGeom>
            <a:ln w="9525" cap="flat" cmpd="sng">
              <a:solidFill>
                <a:schemeClr val="tx1"/>
              </a:solidFill>
              <a:prstDash val="solid"/>
              <a:round/>
              <a:headEnd type="none" w="med" len="med"/>
              <a:tailEnd type="none" w="med" len="med"/>
            </a:ln>
          </p:spPr>
        </p:sp>
        <p:sp>
          <p:nvSpPr>
            <p:cNvPr id="149568" name="Line 65"/>
            <p:cNvSpPr/>
            <p:nvPr/>
          </p:nvSpPr>
          <p:spPr>
            <a:xfrm flipV="1">
              <a:off x="1861" y="1239"/>
              <a:ext cx="0" cy="1292"/>
            </a:xfrm>
            <a:prstGeom prst="line">
              <a:avLst/>
            </a:prstGeom>
            <a:ln w="9525" cap="flat" cmpd="sng">
              <a:solidFill>
                <a:schemeClr val="tx1"/>
              </a:solidFill>
              <a:prstDash val="solid"/>
              <a:round/>
              <a:headEnd type="none" w="med" len="med"/>
              <a:tailEnd type="none" w="med" len="med"/>
            </a:ln>
          </p:spPr>
        </p:sp>
        <p:grpSp>
          <p:nvGrpSpPr>
            <p:cNvPr id="149569" name="Group 66"/>
            <p:cNvGrpSpPr/>
            <p:nvPr/>
          </p:nvGrpSpPr>
          <p:grpSpPr>
            <a:xfrm>
              <a:off x="3946" y="768"/>
              <a:ext cx="1563" cy="1650"/>
              <a:chOff x="3813" y="489"/>
              <a:chExt cx="1563" cy="1650"/>
            </a:xfrm>
          </p:grpSpPr>
          <p:sp>
            <p:nvSpPr>
              <p:cNvPr id="149570" name="Rectangle 67"/>
              <p:cNvSpPr/>
              <p:nvPr/>
            </p:nvSpPr>
            <p:spPr>
              <a:xfrm>
                <a:off x="3936" y="1095"/>
                <a:ext cx="1315"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9571" name="Line 68"/>
              <p:cNvSpPr/>
              <p:nvPr/>
            </p:nvSpPr>
            <p:spPr>
              <a:xfrm flipV="1">
                <a:off x="4032" y="960"/>
                <a:ext cx="0" cy="136"/>
              </a:xfrm>
              <a:prstGeom prst="line">
                <a:avLst/>
              </a:prstGeom>
              <a:ln w="9525" cap="flat" cmpd="sng">
                <a:solidFill>
                  <a:schemeClr val="tx1"/>
                </a:solidFill>
                <a:prstDash val="solid"/>
                <a:round/>
                <a:headEnd type="none" w="med" len="med"/>
                <a:tailEnd type="none" w="med" len="med"/>
              </a:ln>
            </p:spPr>
          </p:sp>
          <p:sp>
            <p:nvSpPr>
              <p:cNvPr id="149572" name="Line 69"/>
              <p:cNvSpPr/>
              <p:nvPr/>
            </p:nvSpPr>
            <p:spPr>
              <a:xfrm flipV="1">
                <a:off x="4176" y="864"/>
                <a:ext cx="0" cy="227"/>
              </a:xfrm>
              <a:prstGeom prst="line">
                <a:avLst/>
              </a:prstGeom>
              <a:ln w="9525" cap="flat" cmpd="sng">
                <a:solidFill>
                  <a:schemeClr val="tx1"/>
                </a:solidFill>
                <a:prstDash val="solid"/>
                <a:round/>
                <a:headEnd type="none" w="med" len="med"/>
                <a:tailEnd type="none" w="med" len="med"/>
              </a:ln>
            </p:spPr>
          </p:sp>
          <p:sp>
            <p:nvSpPr>
              <p:cNvPr id="149573" name="Line 70"/>
              <p:cNvSpPr/>
              <p:nvPr/>
            </p:nvSpPr>
            <p:spPr>
              <a:xfrm flipV="1">
                <a:off x="4320" y="768"/>
                <a:ext cx="0" cy="317"/>
              </a:xfrm>
              <a:prstGeom prst="line">
                <a:avLst/>
              </a:prstGeom>
              <a:ln w="9525" cap="flat" cmpd="sng">
                <a:solidFill>
                  <a:schemeClr val="tx1"/>
                </a:solidFill>
                <a:prstDash val="solid"/>
                <a:round/>
                <a:headEnd type="none" w="med" len="med"/>
                <a:tailEnd type="none" w="med" len="med"/>
              </a:ln>
            </p:spPr>
          </p:sp>
          <p:sp>
            <p:nvSpPr>
              <p:cNvPr id="149574" name="Line 71"/>
              <p:cNvSpPr/>
              <p:nvPr/>
            </p:nvSpPr>
            <p:spPr>
              <a:xfrm flipV="1">
                <a:off x="4464" y="864"/>
                <a:ext cx="0" cy="227"/>
              </a:xfrm>
              <a:prstGeom prst="line">
                <a:avLst/>
              </a:prstGeom>
              <a:ln w="9525" cap="flat" cmpd="sng">
                <a:solidFill>
                  <a:schemeClr val="tx1"/>
                </a:solidFill>
                <a:prstDash val="solid"/>
                <a:round/>
                <a:headEnd type="none" w="med" len="med"/>
                <a:tailEnd type="none" w="med" len="med"/>
              </a:ln>
            </p:spPr>
          </p:sp>
          <p:sp>
            <p:nvSpPr>
              <p:cNvPr id="149575" name="Line 72"/>
              <p:cNvSpPr/>
              <p:nvPr/>
            </p:nvSpPr>
            <p:spPr>
              <a:xfrm flipV="1">
                <a:off x="4560" y="864"/>
                <a:ext cx="0" cy="227"/>
              </a:xfrm>
              <a:prstGeom prst="line">
                <a:avLst/>
              </a:prstGeom>
              <a:ln w="9525" cap="flat" cmpd="sng">
                <a:solidFill>
                  <a:schemeClr val="tx1"/>
                </a:solidFill>
                <a:prstDash val="solid"/>
                <a:round/>
                <a:headEnd type="none" w="med" len="med"/>
                <a:tailEnd type="none" w="med" len="med"/>
              </a:ln>
            </p:spPr>
          </p:sp>
          <p:sp>
            <p:nvSpPr>
              <p:cNvPr id="149576" name="Line 73"/>
              <p:cNvSpPr/>
              <p:nvPr/>
            </p:nvSpPr>
            <p:spPr>
              <a:xfrm flipV="1">
                <a:off x="4656" y="864"/>
                <a:ext cx="0" cy="227"/>
              </a:xfrm>
              <a:prstGeom prst="line">
                <a:avLst/>
              </a:prstGeom>
              <a:ln w="9525" cap="flat" cmpd="sng">
                <a:solidFill>
                  <a:schemeClr val="tx1"/>
                </a:solidFill>
                <a:prstDash val="solid"/>
                <a:round/>
                <a:headEnd type="none" w="med" len="med"/>
                <a:tailEnd type="none" w="med" len="med"/>
              </a:ln>
            </p:spPr>
          </p:sp>
          <p:sp>
            <p:nvSpPr>
              <p:cNvPr id="149577" name="Line 74"/>
              <p:cNvSpPr/>
              <p:nvPr/>
            </p:nvSpPr>
            <p:spPr>
              <a:xfrm flipV="1">
                <a:off x="4752" y="864"/>
                <a:ext cx="0" cy="227"/>
              </a:xfrm>
              <a:prstGeom prst="line">
                <a:avLst/>
              </a:prstGeom>
              <a:ln w="9525" cap="flat" cmpd="sng">
                <a:solidFill>
                  <a:schemeClr val="tx1"/>
                </a:solidFill>
                <a:prstDash val="solid"/>
                <a:round/>
                <a:headEnd type="none" w="med" len="med"/>
                <a:tailEnd type="none" w="med" len="med"/>
              </a:ln>
            </p:spPr>
          </p:sp>
          <p:sp>
            <p:nvSpPr>
              <p:cNvPr id="149578" name="Line 75"/>
              <p:cNvSpPr/>
              <p:nvPr/>
            </p:nvSpPr>
            <p:spPr>
              <a:xfrm flipV="1">
                <a:off x="4848" y="864"/>
                <a:ext cx="0" cy="227"/>
              </a:xfrm>
              <a:prstGeom prst="line">
                <a:avLst/>
              </a:prstGeom>
              <a:ln w="9525" cap="flat" cmpd="sng">
                <a:solidFill>
                  <a:schemeClr val="tx1"/>
                </a:solidFill>
                <a:prstDash val="solid"/>
                <a:round/>
                <a:headEnd type="none" w="med" len="med"/>
                <a:tailEnd type="none" w="med" len="med"/>
              </a:ln>
            </p:spPr>
          </p:sp>
          <p:sp>
            <p:nvSpPr>
              <p:cNvPr id="149579" name="Line 76"/>
              <p:cNvSpPr/>
              <p:nvPr/>
            </p:nvSpPr>
            <p:spPr>
              <a:xfrm flipV="1">
                <a:off x="4944" y="864"/>
                <a:ext cx="0" cy="227"/>
              </a:xfrm>
              <a:prstGeom prst="line">
                <a:avLst/>
              </a:prstGeom>
              <a:ln w="9525" cap="flat" cmpd="sng">
                <a:solidFill>
                  <a:schemeClr val="tx1"/>
                </a:solidFill>
                <a:prstDash val="solid"/>
                <a:round/>
                <a:headEnd type="none" w="med" len="med"/>
                <a:tailEnd type="none" w="med" len="med"/>
              </a:ln>
            </p:spPr>
          </p:sp>
          <p:sp>
            <p:nvSpPr>
              <p:cNvPr id="149580" name="Line 77"/>
              <p:cNvSpPr/>
              <p:nvPr/>
            </p:nvSpPr>
            <p:spPr>
              <a:xfrm flipV="1">
                <a:off x="5040" y="864"/>
                <a:ext cx="0" cy="227"/>
              </a:xfrm>
              <a:prstGeom prst="line">
                <a:avLst/>
              </a:prstGeom>
              <a:ln w="9525" cap="flat" cmpd="sng">
                <a:solidFill>
                  <a:schemeClr val="tx1"/>
                </a:solidFill>
                <a:prstDash val="solid"/>
                <a:round/>
                <a:headEnd type="none" w="med" len="med"/>
                <a:tailEnd type="none" w="med" len="med"/>
              </a:ln>
            </p:spPr>
          </p:sp>
          <p:sp>
            <p:nvSpPr>
              <p:cNvPr id="149581" name="Line 78"/>
              <p:cNvSpPr/>
              <p:nvPr/>
            </p:nvSpPr>
            <p:spPr>
              <a:xfrm flipV="1">
                <a:off x="5136" y="864"/>
                <a:ext cx="0" cy="227"/>
              </a:xfrm>
              <a:prstGeom prst="line">
                <a:avLst/>
              </a:prstGeom>
              <a:ln w="9525" cap="flat" cmpd="sng">
                <a:solidFill>
                  <a:schemeClr val="tx1"/>
                </a:solidFill>
                <a:prstDash val="solid"/>
                <a:round/>
                <a:headEnd type="none" w="med" len="med"/>
                <a:tailEnd type="none" w="med" len="med"/>
              </a:ln>
            </p:spPr>
          </p:sp>
          <p:sp>
            <p:nvSpPr>
              <p:cNvPr id="149582" name="Text Box 79"/>
              <p:cNvSpPr txBox="1"/>
              <p:nvPr/>
            </p:nvSpPr>
            <p:spPr>
              <a:xfrm rot="5400000">
                <a:off x="4065" y="1224"/>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83" name="Text Box 80"/>
              <p:cNvSpPr txBox="1"/>
              <p:nvPr/>
            </p:nvSpPr>
            <p:spPr>
              <a:xfrm rot="5400000">
                <a:off x="3777" y="1226"/>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84" name="Text Box 81"/>
              <p:cNvSpPr txBox="1"/>
              <p:nvPr/>
            </p:nvSpPr>
            <p:spPr>
              <a:xfrm rot="5400000">
                <a:off x="3921" y="1226"/>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85" name="Text Box 82"/>
              <p:cNvSpPr txBox="1"/>
              <p:nvPr/>
            </p:nvSpPr>
            <p:spPr>
              <a:xfrm>
                <a:off x="4752" y="1527"/>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86" name="Text Box 83"/>
              <p:cNvSpPr txBox="1"/>
              <p:nvPr/>
            </p:nvSpPr>
            <p:spPr>
              <a:xfrm>
                <a:off x="4320" y="1536"/>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87" name="Text Box 84"/>
              <p:cNvSpPr txBox="1"/>
              <p:nvPr/>
            </p:nvSpPr>
            <p:spPr>
              <a:xfrm>
                <a:off x="3888" y="1527"/>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88" name="Text Box 85"/>
              <p:cNvSpPr txBox="1"/>
              <p:nvPr/>
            </p:nvSpPr>
            <p:spPr>
              <a:xfrm>
                <a:off x="4368" y="1047"/>
                <a:ext cx="864"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9589" name="Text Box 86"/>
              <p:cNvSpPr txBox="1"/>
              <p:nvPr/>
            </p:nvSpPr>
            <p:spPr>
              <a:xfrm>
                <a:off x="4368" y="663"/>
                <a:ext cx="91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20</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21</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22</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23</a:t>
                </a:r>
                <a:endParaRPr lang="en-US" altLang="zh-CN" sz="1800" i="0" baseline="-25000" dirty="0">
                  <a:latin typeface="Times New Roman" panose="02020603050405020304" pitchFamily="18" charset="0"/>
                  <a:ea typeface="宋体" panose="02010600030101010101" pitchFamily="2" charset="-122"/>
                </a:endParaRPr>
              </a:p>
            </p:txBody>
          </p:sp>
          <p:sp>
            <p:nvSpPr>
              <p:cNvPr id="149590" name="Text Box 87"/>
              <p:cNvSpPr txBox="1"/>
              <p:nvPr/>
            </p:nvSpPr>
            <p:spPr>
              <a:xfrm>
                <a:off x="4416" y="1191"/>
                <a:ext cx="91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9591" name="Line 88"/>
              <p:cNvSpPr/>
              <p:nvPr/>
            </p:nvSpPr>
            <p:spPr>
              <a:xfrm>
                <a:off x="4992" y="1776"/>
                <a:ext cx="0" cy="363"/>
              </a:xfrm>
              <a:prstGeom prst="line">
                <a:avLst/>
              </a:prstGeom>
              <a:ln w="9525" cap="flat" cmpd="sng">
                <a:solidFill>
                  <a:schemeClr val="tx1"/>
                </a:solidFill>
                <a:prstDash val="solid"/>
                <a:round/>
                <a:headEnd type="none" w="med" len="med"/>
                <a:tailEnd type="none" w="med" len="med"/>
              </a:ln>
            </p:spPr>
          </p:sp>
          <p:sp>
            <p:nvSpPr>
              <p:cNvPr id="149592" name="Line 89"/>
              <p:cNvSpPr/>
              <p:nvPr/>
            </p:nvSpPr>
            <p:spPr>
              <a:xfrm>
                <a:off x="4608" y="1776"/>
                <a:ext cx="0" cy="363"/>
              </a:xfrm>
              <a:prstGeom prst="line">
                <a:avLst/>
              </a:prstGeom>
              <a:ln w="9525" cap="flat" cmpd="sng">
                <a:solidFill>
                  <a:schemeClr val="tx1"/>
                </a:solidFill>
                <a:prstDash val="solid"/>
                <a:round/>
                <a:headEnd type="none" w="med" len="med"/>
                <a:tailEnd type="none" w="med" len="med"/>
              </a:ln>
            </p:spPr>
          </p:sp>
          <p:sp>
            <p:nvSpPr>
              <p:cNvPr id="149593" name="Line 90"/>
              <p:cNvSpPr/>
              <p:nvPr/>
            </p:nvSpPr>
            <p:spPr>
              <a:xfrm>
                <a:off x="4176" y="1776"/>
                <a:ext cx="0" cy="363"/>
              </a:xfrm>
              <a:prstGeom prst="line">
                <a:avLst/>
              </a:prstGeom>
              <a:ln w="9525" cap="flat" cmpd="sng">
                <a:solidFill>
                  <a:schemeClr val="tx1"/>
                </a:solidFill>
                <a:prstDash val="solid"/>
                <a:round/>
                <a:headEnd type="none" w="med" len="med"/>
                <a:tailEnd type="none" w="med" len="med"/>
              </a:ln>
            </p:spPr>
          </p:sp>
          <p:sp>
            <p:nvSpPr>
              <p:cNvPr id="149594" name="Line 91"/>
              <p:cNvSpPr/>
              <p:nvPr/>
            </p:nvSpPr>
            <p:spPr>
              <a:xfrm>
                <a:off x="3828" y="960"/>
                <a:ext cx="204" cy="0"/>
              </a:xfrm>
              <a:prstGeom prst="line">
                <a:avLst/>
              </a:prstGeom>
              <a:ln w="9525" cap="flat" cmpd="sng">
                <a:solidFill>
                  <a:schemeClr val="tx1"/>
                </a:solidFill>
                <a:prstDash val="solid"/>
                <a:round/>
                <a:headEnd type="triangle" w="med" len="med"/>
                <a:tailEnd type="none" w="med" len="med"/>
              </a:ln>
            </p:spPr>
          </p:sp>
          <p:sp>
            <p:nvSpPr>
              <p:cNvPr id="149595" name="Text Box 92"/>
              <p:cNvSpPr txBox="1"/>
              <p:nvPr/>
            </p:nvSpPr>
            <p:spPr>
              <a:xfrm>
                <a:off x="4416" y="489"/>
                <a:ext cx="960"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20</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21</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22</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23</a:t>
                </a:r>
                <a:endParaRPr lang="en-US" altLang="zh-CN" sz="1800" i="0" baseline="-25000" dirty="0">
                  <a:latin typeface="Times New Roman" panose="02020603050405020304" pitchFamily="18" charset="0"/>
                  <a:ea typeface="宋体" panose="02010600030101010101" pitchFamily="2" charset="-122"/>
                </a:endParaRPr>
              </a:p>
            </p:txBody>
          </p:sp>
          <p:sp>
            <p:nvSpPr>
              <p:cNvPr id="149596" name="Line 93"/>
              <p:cNvSpPr/>
              <p:nvPr/>
            </p:nvSpPr>
            <p:spPr>
              <a:xfrm>
                <a:off x="3813" y="864"/>
                <a:ext cx="363" cy="0"/>
              </a:xfrm>
              <a:prstGeom prst="line">
                <a:avLst/>
              </a:prstGeom>
              <a:ln w="9525" cap="flat" cmpd="sng">
                <a:solidFill>
                  <a:schemeClr val="tx1"/>
                </a:solidFill>
                <a:prstDash val="solid"/>
                <a:round/>
                <a:headEnd type="triangle" w="med" len="med"/>
                <a:tailEnd type="none" w="med" len="med"/>
              </a:ln>
            </p:spPr>
          </p:sp>
          <p:sp>
            <p:nvSpPr>
              <p:cNvPr id="149597" name="Line 94"/>
              <p:cNvSpPr/>
              <p:nvPr/>
            </p:nvSpPr>
            <p:spPr>
              <a:xfrm>
                <a:off x="3819" y="768"/>
                <a:ext cx="499" cy="0"/>
              </a:xfrm>
              <a:prstGeom prst="line">
                <a:avLst/>
              </a:prstGeom>
              <a:ln w="9525" cap="flat" cmpd="sng">
                <a:solidFill>
                  <a:schemeClr val="tx1"/>
                </a:solidFill>
                <a:prstDash val="solid"/>
                <a:round/>
                <a:headEnd type="triangle" w="med" len="med"/>
                <a:tailEnd type="none" w="med" len="med"/>
              </a:ln>
            </p:spPr>
          </p:sp>
        </p:grpSp>
        <p:sp>
          <p:nvSpPr>
            <p:cNvPr id="149598" name="Line 95"/>
            <p:cNvSpPr/>
            <p:nvPr/>
          </p:nvSpPr>
          <p:spPr>
            <a:xfrm flipH="1">
              <a:off x="3109" y="2317"/>
              <a:ext cx="204" cy="0"/>
            </a:xfrm>
            <a:prstGeom prst="line">
              <a:avLst/>
            </a:prstGeom>
            <a:ln w="9525" cap="flat" cmpd="sng">
              <a:solidFill>
                <a:schemeClr val="tx1"/>
              </a:solidFill>
              <a:prstDash val="solid"/>
              <a:round/>
              <a:headEnd type="triangle" w="med" len="med"/>
              <a:tailEnd type="none" w="med" len="med"/>
            </a:ln>
          </p:spPr>
        </p:sp>
        <p:sp>
          <p:nvSpPr>
            <p:cNvPr id="149599" name="Line 96"/>
            <p:cNvSpPr/>
            <p:nvPr/>
          </p:nvSpPr>
          <p:spPr>
            <a:xfrm flipH="1">
              <a:off x="2725" y="2414"/>
              <a:ext cx="363" cy="0"/>
            </a:xfrm>
            <a:prstGeom prst="line">
              <a:avLst/>
            </a:prstGeom>
            <a:ln w="9525" cap="flat" cmpd="sng">
              <a:solidFill>
                <a:schemeClr val="tx1"/>
              </a:solidFill>
              <a:prstDash val="solid"/>
              <a:round/>
              <a:headEnd type="triangle" w="med" len="med"/>
              <a:tailEnd type="none" w="med" len="med"/>
            </a:ln>
          </p:spPr>
        </p:sp>
        <p:sp>
          <p:nvSpPr>
            <p:cNvPr id="149600" name="Line 97"/>
            <p:cNvSpPr/>
            <p:nvPr/>
          </p:nvSpPr>
          <p:spPr>
            <a:xfrm flipH="1">
              <a:off x="2293" y="2500"/>
              <a:ext cx="500" cy="0"/>
            </a:xfrm>
            <a:prstGeom prst="line">
              <a:avLst/>
            </a:prstGeom>
            <a:ln w="9525" cap="flat" cmpd="sng">
              <a:solidFill>
                <a:schemeClr val="tx1"/>
              </a:solidFill>
              <a:prstDash val="solid"/>
              <a:round/>
              <a:headEnd type="triangle" w="med" len="med"/>
              <a:tailEnd type="none" w="med" len="med"/>
            </a:ln>
          </p:spPr>
        </p:sp>
        <p:sp>
          <p:nvSpPr>
            <p:cNvPr id="149601" name="Text Box 98"/>
            <p:cNvSpPr txBox="1"/>
            <p:nvPr/>
          </p:nvSpPr>
          <p:spPr>
            <a:xfrm>
              <a:off x="3397" y="1527"/>
              <a:ext cx="67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49602" name="Text Box 99"/>
            <p:cNvSpPr txBox="1"/>
            <p:nvPr/>
          </p:nvSpPr>
          <p:spPr>
            <a:xfrm>
              <a:off x="37" y="1584"/>
              <a:ext cx="240" cy="250"/>
            </a:xfrm>
            <a:prstGeom prst="rect">
              <a:avLst/>
            </a:prstGeom>
            <a:noFill/>
            <a:ln w="9525">
              <a:noFill/>
            </a:ln>
          </p:spPr>
          <p:txBody>
            <a:bodyPr anchor="t" anchorCtr="0">
              <a:spAutoFit/>
            </a:bodyPr>
            <a:p>
              <a:pPr>
                <a:spcBef>
                  <a:spcPct val="50000"/>
                </a:spcBef>
              </a:pPr>
              <a:r>
                <a:rPr lang="en-US" altLang="zh-CN" dirty="0">
                  <a:latin typeface="Times New Roman" panose="02020603050405020304" pitchFamily="18" charset="0"/>
                  <a:ea typeface="宋体" panose="02010600030101010101" pitchFamily="2" charset="-122"/>
                </a:rPr>
                <a:t>I</a:t>
              </a:r>
              <a:endParaRPr lang="en-US" altLang="zh-CN" dirty="0">
                <a:latin typeface="Times New Roman" panose="02020603050405020304" pitchFamily="18" charset="0"/>
                <a:ea typeface="宋体" panose="02010600030101010101" pitchFamily="2" charset="-122"/>
              </a:endParaRPr>
            </a:p>
          </p:txBody>
        </p:sp>
        <p:sp>
          <p:nvSpPr>
            <p:cNvPr id="149603" name="Text Box 100"/>
            <p:cNvSpPr txBox="1"/>
            <p:nvPr/>
          </p:nvSpPr>
          <p:spPr>
            <a:xfrm>
              <a:off x="1861" y="1632"/>
              <a:ext cx="336" cy="250"/>
            </a:xfrm>
            <a:prstGeom prst="rect">
              <a:avLst/>
            </a:prstGeom>
            <a:noFill/>
            <a:ln w="9525">
              <a:noFill/>
            </a:ln>
          </p:spPr>
          <p:txBody>
            <a:bodyPr anchor="t" anchorCtr="0">
              <a:spAutoFit/>
            </a:bodyPr>
            <a:p>
              <a:pPr>
                <a:spcBef>
                  <a:spcPct val="50000"/>
                </a:spcBef>
              </a:pPr>
              <a:r>
                <a:rPr lang="en-US" altLang="zh-CN" dirty="0">
                  <a:latin typeface="Times New Roman" panose="02020603050405020304" pitchFamily="18" charset="0"/>
                  <a:ea typeface="宋体" panose="02010600030101010101" pitchFamily="2" charset="-122"/>
                </a:rPr>
                <a:t>II</a:t>
              </a:r>
              <a:endParaRPr lang="en-US" altLang="zh-CN" dirty="0">
                <a:latin typeface="Times New Roman" panose="02020603050405020304" pitchFamily="18" charset="0"/>
                <a:ea typeface="宋体" panose="02010600030101010101" pitchFamily="2" charset="-122"/>
              </a:endParaRPr>
            </a:p>
          </p:txBody>
        </p:sp>
        <p:sp>
          <p:nvSpPr>
            <p:cNvPr id="149604" name="Text Box 101"/>
            <p:cNvSpPr txBox="1"/>
            <p:nvPr/>
          </p:nvSpPr>
          <p:spPr>
            <a:xfrm>
              <a:off x="3781" y="1632"/>
              <a:ext cx="336" cy="250"/>
            </a:xfrm>
            <a:prstGeom prst="rect">
              <a:avLst/>
            </a:prstGeom>
            <a:noFill/>
            <a:ln w="9525">
              <a:noFill/>
            </a:ln>
          </p:spPr>
          <p:txBody>
            <a:bodyPr anchor="t" anchorCtr="0">
              <a:spAutoFit/>
            </a:bodyPr>
            <a:p>
              <a:pPr>
                <a:spcBef>
                  <a:spcPct val="50000"/>
                </a:spcBef>
              </a:pPr>
              <a:r>
                <a:rPr lang="en-US" altLang="zh-CN" dirty="0">
                  <a:latin typeface="Times New Roman" panose="02020603050405020304" pitchFamily="18" charset="0"/>
                  <a:ea typeface="宋体" panose="02010600030101010101" pitchFamily="2" charset="-122"/>
                </a:rPr>
                <a:t>VI</a:t>
              </a:r>
              <a:endParaRPr lang="en-US" altLang="zh-CN" dirty="0">
                <a:latin typeface="Times New Roman" panose="02020603050405020304" pitchFamily="18" charset="0"/>
                <a:ea typeface="宋体" panose="02010600030101010101" pitchFamily="2" charset="-122"/>
              </a:endParaRPr>
            </a:p>
          </p:txBody>
        </p:sp>
        <p:sp>
          <p:nvSpPr>
            <p:cNvPr id="149605" name="Text Box 102"/>
            <p:cNvSpPr txBox="1"/>
            <p:nvPr/>
          </p:nvSpPr>
          <p:spPr>
            <a:xfrm>
              <a:off x="5125" y="2160"/>
              <a:ext cx="576" cy="288"/>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宋体" panose="02010600030101010101" pitchFamily="2" charset="-122"/>
                </a:rPr>
                <a:t>输出</a:t>
              </a:r>
              <a:endParaRPr lang="zh-CN" altLang="en-US" sz="2400" i="0" dirty="0">
                <a:latin typeface="Times New Roman" panose="02020603050405020304" pitchFamily="18" charset="0"/>
                <a:ea typeface="宋体" panose="02010600030101010101" pitchFamily="2" charset="-122"/>
              </a:endParaRPr>
            </a:p>
          </p:txBody>
        </p:sp>
        <p:sp>
          <p:nvSpPr>
            <p:cNvPr id="149606" name="Text Box 103"/>
            <p:cNvSpPr txBox="1"/>
            <p:nvPr/>
          </p:nvSpPr>
          <p:spPr>
            <a:xfrm>
              <a:off x="5317" y="960"/>
              <a:ext cx="576" cy="288"/>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宋体" panose="02010600030101010101" pitchFamily="2" charset="-122"/>
                </a:rPr>
                <a:t>输入</a:t>
              </a:r>
              <a:endParaRPr lang="zh-CN" altLang="en-US" sz="2400"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Text Box 2"/>
          <p:cNvSpPr txBox="1">
            <a:spLocks noChangeArrowheads="1"/>
          </p:cNvSpPr>
          <p:nvPr/>
        </p:nvSpPr>
        <p:spPr bwMode="auto">
          <a:xfrm>
            <a:off x="2824163" y="6115050"/>
            <a:ext cx="3376613" cy="457200"/>
          </a:xfrm>
          <a:prstGeom prst="rect">
            <a:avLst/>
          </a:prstGeom>
          <a:noFill/>
          <a:ln w="9525">
            <a:noFill/>
            <a:miter lim="800000"/>
          </a:ln>
          <a:effectLst/>
        </p:spPr>
        <p:txBody>
          <a:bodyPr>
            <a:spAutoFit/>
          </a:bodyPr>
          <a:lstStyle/>
          <a:p>
            <a:pPr marR="0" algn="just" defTabSz="914400">
              <a:spcBef>
                <a:spcPct val="50000"/>
              </a:spcBef>
              <a:buClrTx/>
              <a:buSzTx/>
              <a:buFontTx/>
              <a:buNone/>
              <a:defRPr/>
            </a:pPr>
            <a:r>
              <a:rPr kumimoji="1" lang="en-US" altLang="zh-CN" sz="2400" b="1" i="0" kern="1200" cap="none" spc="0" normalizeH="0" baseline="0" noProof="0">
                <a:latin typeface="宋体" panose="02010600030101010101" pitchFamily="2" charset="-122"/>
                <a:ea typeface="宋体" panose="02010600030101010101" pitchFamily="2" charset="-122"/>
                <a:cs typeface="+mn-cs"/>
              </a:rPr>
              <a:t>   </a:t>
            </a:r>
            <a:r>
              <a:rPr kumimoji="1" lang="en-US" altLang="zh-CN" sz="24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24</a:t>
            </a:r>
            <a:r>
              <a:rPr kumimoji="1" lang="zh-CN" altLang="en-US" sz="24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位并行比较器</a:t>
            </a:r>
            <a:endParaRPr kumimoji="1" lang="zh-CN" altLang="en-US" sz="24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150530" name="Group 3"/>
          <p:cNvGrpSpPr/>
          <p:nvPr/>
        </p:nvGrpSpPr>
        <p:grpSpPr>
          <a:xfrm>
            <a:off x="66675" y="76200"/>
            <a:ext cx="9077325" cy="6019800"/>
            <a:chOff x="42" y="48"/>
            <a:chExt cx="5718" cy="3792"/>
          </a:xfrm>
        </p:grpSpPr>
        <p:sp>
          <p:nvSpPr>
            <p:cNvPr id="150531" name="Line 4"/>
            <p:cNvSpPr/>
            <p:nvPr/>
          </p:nvSpPr>
          <p:spPr>
            <a:xfrm>
              <a:off x="841" y="1728"/>
              <a:ext cx="0" cy="385"/>
            </a:xfrm>
            <a:prstGeom prst="line">
              <a:avLst/>
            </a:prstGeom>
            <a:ln w="9525" cap="flat" cmpd="sng">
              <a:solidFill>
                <a:schemeClr val="tx1"/>
              </a:solidFill>
              <a:prstDash val="solid"/>
              <a:round/>
              <a:headEnd type="none" w="med" len="med"/>
              <a:tailEnd type="none" w="med" len="med"/>
            </a:ln>
          </p:spPr>
        </p:sp>
        <p:sp>
          <p:nvSpPr>
            <p:cNvPr id="150532" name="Line 5"/>
            <p:cNvSpPr/>
            <p:nvPr/>
          </p:nvSpPr>
          <p:spPr>
            <a:xfrm>
              <a:off x="532" y="1728"/>
              <a:ext cx="0" cy="476"/>
            </a:xfrm>
            <a:prstGeom prst="line">
              <a:avLst/>
            </a:prstGeom>
            <a:ln w="9525" cap="flat" cmpd="sng">
              <a:solidFill>
                <a:schemeClr val="tx1"/>
              </a:solidFill>
              <a:prstDash val="solid"/>
              <a:round/>
              <a:headEnd type="none" w="med" len="med"/>
              <a:tailEnd type="none" w="med" len="med"/>
            </a:ln>
          </p:spPr>
        </p:sp>
        <p:sp>
          <p:nvSpPr>
            <p:cNvPr id="150533" name="Line 6"/>
            <p:cNvSpPr/>
            <p:nvPr/>
          </p:nvSpPr>
          <p:spPr>
            <a:xfrm>
              <a:off x="222" y="1739"/>
              <a:ext cx="0" cy="567"/>
            </a:xfrm>
            <a:prstGeom prst="line">
              <a:avLst/>
            </a:prstGeom>
            <a:ln w="9525" cap="flat" cmpd="sng">
              <a:solidFill>
                <a:schemeClr val="tx1"/>
              </a:solidFill>
              <a:prstDash val="solid"/>
              <a:round/>
              <a:headEnd type="none" w="med" len="med"/>
              <a:tailEnd type="none" w="med" len="med"/>
            </a:ln>
          </p:spPr>
        </p:sp>
        <p:sp>
          <p:nvSpPr>
            <p:cNvPr id="150534" name="Text Box 7"/>
            <p:cNvSpPr txBox="1"/>
            <p:nvPr/>
          </p:nvSpPr>
          <p:spPr>
            <a:xfrm>
              <a:off x="92" y="576"/>
              <a:ext cx="440"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010</a:t>
              </a:r>
              <a:endParaRPr lang="en-US" altLang="zh-CN" sz="1800" i="0" dirty="0">
                <a:latin typeface="Times New Roman" panose="02020603050405020304" pitchFamily="18" charset="0"/>
                <a:ea typeface="宋体" panose="02010600030101010101" pitchFamily="2" charset="-122"/>
              </a:endParaRPr>
            </a:p>
          </p:txBody>
        </p:sp>
        <p:sp>
          <p:nvSpPr>
            <p:cNvPr id="150535" name="Text Box 8"/>
            <p:cNvSpPr txBox="1"/>
            <p:nvPr/>
          </p:nvSpPr>
          <p:spPr>
            <a:xfrm>
              <a:off x="443" y="432"/>
              <a:ext cx="753"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0 </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 </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2 </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3</a:t>
              </a:r>
              <a:endParaRPr lang="en-US" altLang="zh-CN" sz="1400" i="0" baseline="-25000" dirty="0">
                <a:latin typeface="Times New Roman" panose="02020603050405020304" pitchFamily="18" charset="0"/>
                <a:ea typeface="宋体" panose="02010600030101010101" pitchFamily="2" charset="-122"/>
              </a:endParaRPr>
            </a:p>
          </p:txBody>
        </p:sp>
        <p:sp>
          <p:nvSpPr>
            <p:cNvPr id="150536" name="Text Box 9"/>
            <p:cNvSpPr txBox="1"/>
            <p:nvPr/>
          </p:nvSpPr>
          <p:spPr>
            <a:xfrm>
              <a:off x="354" y="604"/>
              <a:ext cx="710"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0 </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 </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2 </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3</a:t>
              </a:r>
              <a:endParaRPr lang="en-US" altLang="zh-CN" sz="1400" i="0" baseline="-25000" dirty="0">
                <a:latin typeface="Times New Roman" panose="02020603050405020304" pitchFamily="18" charset="0"/>
                <a:ea typeface="宋体" panose="02010600030101010101" pitchFamily="2" charset="-122"/>
              </a:endParaRPr>
            </a:p>
          </p:txBody>
        </p:sp>
        <p:sp>
          <p:nvSpPr>
            <p:cNvPr id="150537" name="Text Box 10"/>
            <p:cNvSpPr txBox="1"/>
            <p:nvPr/>
          </p:nvSpPr>
          <p:spPr>
            <a:xfrm>
              <a:off x="1196" y="624"/>
              <a:ext cx="488"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4</a:t>
              </a:r>
              <a:r>
                <a:rPr lang="en-US" altLang="zh-CN" sz="1400" i="0" dirty="0">
                  <a:latin typeface="Times New Roman" panose="02020603050405020304" pitchFamily="18" charset="0"/>
                  <a:ea typeface="宋体" panose="02010600030101010101" pitchFamily="2" charset="-122"/>
                </a:rPr>
                <a:t>0B</a:t>
              </a:r>
              <a:r>
                <a:rPr lang="en-US" altLang="zh-CN" sz="1400" i="0" baseline="-25000" dirty="0">
                  <a:latin typeface="Times New Roman" panose="02020603050405020304" pitchFamily="18" charset="0"/>
                  <a:ea typeface="宋体" panose="02010600030101010101" pitchFamily="2" charset="-122"/>
                </a:rPr>
                <a:t>4</a:t>
              </a:r>
              <a:endParaRPr lang="en-US" altLang="zh-CN" sz="1400" i="0" baseline="-25000" dirty="0">
                <a:latin typeface="Times New Roman" panose="02020603050405020304" pitchFamily="18" charset="0"/>
                <a:ea typeface="宋体" panose="02010600030101010101" pitchFamily="2" charset="-122"/>
              </a:endParaRPr>
            </a:p>
          </p:txBody>
        </p:sp>
        <p:sp>
          <p:nvSpPr>
            <p:cNvPr id="150538" name="Rectangle 11"/>
            <p:cNvSpPr/>
            <p:nvPr/>
          </p:nvSpPr>
          <p:spPr>
            <a:xfrm>
              <a:off x="1995" y="2439"/>
              <a:ext cx="1316" cy="680"/>
            </a:xfrm>
            <a:prstGeom prst="rect">
              <a:avLst/>
            </a:prstGeom>
            <a:solidFill>
              <a:srgbClr val="CCFFCC"/>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0539" name="Line 12"/>
            <p:cNvSpPr/>
            <p:nvPr/>
          </p:nvSpPr>
          <p:spPr>
            <a:xfrm flipV="1">
              <a:off x="2091" y="2304"/>
              <a:ext cx="0" cy="136"/>
            </a:xfrm>
            <a:prstGeom prst="line">
              <a:avLst/>
            </a:prstGeom>
            <a:ln w="9525" cap="flat" cmpd="sng">
              <a:solidFill>
                <a:schemeClr val="tx1"/>
              </a:solidFill>
              <a:prstDash val="solid"/>
              <a:round/>
              <a:headEnd type="none" w="med" len="med"/>
              <a:tailEnd type="none" w="med" len="med"/>
            </a:ln>
          </p:spPr>
        </p:sp>
        <p:sp>
          <p:nvSpPr>
            <p:cNvPr id="150540" name="Line 13"/>
            <p:cNvSpPr/>
            <p:nvPr/>
          </p:nvSpPr>
          <p:spPr>
            <a:xfrm flipV="1">
              <a:off x="2235" y="2208"/>
              <a:ext cx="0" cy="227"/>
            </a:xfrm>
            <a:prstGeom prst="line">
              <a:avLst/>
            </a:prstGeom>
            <a:ln w="9525" cap="flat" cmpd="sng">
              <a:solidFill>
                <a:schemeClr val="tx1"/>
              </a:solidFill>
              <a:prstDash val="solid"/>
              <a:round/>
              <a:headEnd type="none" w="med" len="med"/>
              <a:tailEnd type="none" w="med" len="med"/>
            </a:ln>
          </p:spPr>
        </p:sp>
        <p:sp>
          <p:nvSpPr>
            <p:cNvPr id="150541" name="Line 14"/>
            <p:cNvSpPr/>
            <p:nvPr/>
          </p:nvSpPr>
          <p:spPr>
            <a:xfrm flipV="1">
              <a:off x="2379" y="2112"/>
              <a:ext cx="0" cy="317"/>
            </a:xfrm>
            <a:prstGeom prst="line">
              <a:avLst/>
            </a:prstGeom>
            <a:ln w="9525" cap="flat" cmpd="sng">
              <a:solidFill>
                <a:schemeClr val="tx1"/>
              </a:solidFill>
              <a:prstDash val="solid"/>
              <a:round/>
              <a:headEnd type="none" w="med" len="med"/>
              <a:tailEnd type="none" w="med" len="med"/>
            </a:ln>
          </p:spPr>
        </p:sp>
        <p:sp>
          <p:nvSpPr>
            <p:cNvPr id="150542" name="Line 15"/>
            <p:cNvSpPr/>
            <p:nvPr/>
          </p:nvSpPr>
          <p:spPr>
            <a:xfrm flipV="1">
              <a:off x="2523" y="2016"/>
              <a:ext cx="0" cy="431"/>
            </a:xfrm>
            <a:prstGeom prst="line">
              <a:avLst/>
            </a:prstGeom>
            <a:ln w="9525" cap="flat" cmpd="sng">
              <a:solidFill>
                <a:schemeClr val="tx1"/>
              </a:solidFill>
              <a:prstDash val="solid"/>
              <a:round/>
              <a:headEnd type="none" w="med" len="med"/>
              <a:tailEnd type="none" w="med" len="med"/>
            </a:ln>
          </p:spPr>
        </p:sp>
        <p:sp>
          <p:nvSpPr>
            <p:cNvPr id="150543" name="Line 16"/>
            <p:cNvSpPr/>
            <p:nvPr/>
          </p:nvSpPr>
          <p:spPr>
            <a:xfrm flipV="1">
              <a:off x="2619" y="1972"/>
              <a:ext cx="0" cy="476"/>
            </a:xfrm>
            <a:prstGeom prst="line">
              <a:avLst/>
            </a:prstGeom>
            <a:ln w="9525" cap="flat" cmpd="sng">
              <a:solidFill>
                <a:schemeClr val="tx1"/>
              </a:solidFill>
              <a:prstDash val="solid"/>
              <a:round/>
              <a:headEnd type="none" w="med" len="med"/>
              <a:tailEnd type="none" w="med" len="med"/>
            </a:ln>
          </p:spPr>
        </p:sp>
        <p:sp>
          <p:nvSpPr>
            <p:cNvPr id="150544" name="Line 17"/>
            <p:cNvSpPr/>
            <p:nvPr/>
          </p:nvSpPr>
          <p:spPr>
            <a:xfrm flipV="1">
              <a:off x="2715" y="1872"/>
              <a:ext cx="0" cy="567"/>
            </a:xfrm>
            <a:prstGeom prst="line">
              <a:avLst/>
            </a:prstGeom>
            <a:ln w="9525" cap="flat" cmpd="sng">
              <a:solidFill>
                <a:schemeClr val="tx1"/>
              </a:solidFill>
              <a:prstDash val="solid"/>
              <a:round/>
              <a:headEnd type="none" w="med" len="med"/>
              <a:tailEnd type="none" w="med" len="med"/>
            </a:ln>
          </p:spPr>
        </p:sp>
        <p:sp>
          <p:nvSpPr>
            <p:cNvPr id="150545" name="Line 18"/>
            <p:cNvSpPr/>
            <p:nvPr/>
          </p:nvSpPr>
          <p:spPr>
            <a:xfrm flipV="1">
              <a:off x="2811" y="1920"/>
              <a:ext cx="0" cy="521"/>
            </a:xfrm>
            <a:prstGeom prst="line">
              <a:avLst/>
            </a:prstGeom>
            <a:ln w="9525" cap="flat" cmpd="sng">
              <a:solidFill>
                <a:schemeClr val="tx1"/>
              </a:solidFill>
              <a:prstDash val="solid"/>
              <a:round/>
              <a:headEnd type="none" w="med" len="med"/>
              <a:tailEnd type="none" w="med" len="med"/>
            </a:ln>
          </p:spPr>
        </p:sp>
        <p:sp>
          <p:nvSpPr>
            <p:cNvPr id="150546" name="Line 19"/>
            <p:cNvSpPr/>
            <p:nvPr/>
          </p:nvSpPr>
          <p:spPr>
            <a:xfrm flipV="1">
              <a:off x="2907" y="1920"/>
              <a:ext cx="0" cy="521"/>
            </a:xfrm>
            <a:prstGeom prst="line">
              <a:avLst/>
            </a:prstGeom>
            <a:ln w="9525" cap="flat" cmpd="sng">
              <a:solidFill>
                <a:schemeClr val="tx1"/>
              </a:solidFill>
              <a:prstDash val="solid"/>
              <a:round/>
              <a:headEnd type="none" w="med" len="med"/>
              <a:tailEnd type="none" w="med" len="med"/>
            </a:ln>
          </p:spPr>
        </p:sp>
        <p:sp>
          <p:nvSpPr>
            <p:cNvPr id="150547" name="Line 20"/>
            <p:cNvSpPr/>
            <p:nvPr/>
          </p:nvSpPr>
          <p:spPr>
            <a:xfrm flipV="1">
              <a:off x="3003" y="1968"/>
              <a:ext cx="0" cy="476"/>
            </a:xfrm>
            <a:prstGeom prst="line">
              <a:avLst/>
            </a:prstGeom>
            <a:ln w="9525" cap="flat" cmpd="sng">
              <a:solidFill>
                <a:schemeClr val="tx1"/>
              </a:solidFill>
              <a:prstDash val="solid"/>
              <a:round/>
              <a:headEnd type="none" w="med" len="med"/>
              <a:tailEnd type="none" w="med" len="med"/>
            </a:ln>
          </p:spPr>
        </p:sp>
        <p:sp>
          <p:nvSpPr>
            <p:cNvPr id="150548" name="Line 21"/>
            <p:cNvSpPr/>
            <p:nvPr/>
          </p:nvSpPr>
          <p:spPr>
            <a:xfrm flipV="1">
              <a:off x="3099" y="2063"/>
              <a:ext cx="0" cy="363"/>
            </a:xfrm>
            <a:prstGeom prst="line">
              <a:avLst/>
            </a:prstGeom>
            <a:ln w="9525" cap="flat" cmpd="sng">
              <a:solidFill>
                <a:schemeClr val="tx1"/>
              </a:solidFill>
              <a:prstDash val="solid"/>
              <a:round/>
              <a:headEnd type="none" w="med" len="med"/>
              <a:tailEnd type="none" w="med" len="med"/>
            </a:ln>
          </p:spPr>
        </p:sp>
        <p:sp>
          <p:nvSpPr>
            <p:cNvPr id="150549" name="Line 22"/>
            <p:cNvSpPr/>
            <p:nvPr/>
          </p:nvSpPr>
          <p:spPr>
            <a:xfrm flipV="1">
              <a:off x="3195" y="2208"/>
              <a:ext cx="0" cy="227"/>
            </a:xfrm>
            <a:prstGeom prst="line">
              <a:avLst/>
            </a:prstGeom>
            <a:ln w="9525" cap="flat" cmpd="sng">
              <a:solidFill>
                <a:schemeClr val="tx1"/>
              </a:solidFill>
              <a:prstDash val="solid"/>
              <a:round/>
              <a:headEnd type="none" w="med" len="med"/>
              <a:tailEnd type="none" w="med" len="med"/>
            </a:ln>
          </p:spPr>
        </p:sp>
        <p:sp>
          <p:nvSpPr>
            <p:cNvPr id="150550" name="Text Box 23"/>
            <p:cNvSpPr txBox="1"/>
            <p:nvPr/>
          </p:nvSpPr>
          <p:spPr>
            <a:xfrm rot="5400000">
              <a:off x="2123" y="2568"/>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50551" name="Text Box 24"/>
            <p:cNvSpPr txBox="1"/>
            <p:nvPr/>
          </p:nvSpPr>
          <p:spPr>
            <a:xfrm rot="5400000">
              <a:off x="1835" y="2570"/>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50552" name="Text Box 25"/>
            <p:cNvSpPr txBox="1"/>
            <p:nvPr/>
          </p:nvSpPr>
          <p:spPr>
            <a:xfrm rot="5400000">
              <a:off x="1979" y="2570"/>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50553" name="Text Box 26"/>
            <p:cNvSpPr txBox="1"/>
            <p:nvPr/>
          </p:nvSpPr>
          <p:spPr>
            <a:xfrm>
              <a:off x="2811" y="2871"/>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50554" name="Text Box 27"/>
            <p:cNvSpPr txBox="1"/>
            <p:nvPr/>
          </p:nvSpPr>
          <p:spPr>
            <a:xfrm>
              <a:off x="2379" y="2880"/>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50555" name="Text Box 28"/>
            <p:cNvSpPr txBox="1"/>
            <p:nvPr/>
          </p:nvSpPr>
          <p:spPr>
            <a:xfrm>
              <a:off x="1947" y="2871"/>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50556" name="Text Box 29"/>
            <p:cNvSpPr txBox="1"/>
            <p:nvPr/>
          </p:nvSpPr>
          <p:spPr>
            <a:xfrm>
              <a:off x="2427" y="2391"/>
              <a:ext cx="864"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50557" name="Text Box 30"/>
            <p:cNvSpPr txBox="1"/>
            <p:nvPr/>
          </p:nvSpPr>
          <p:spPr>
            <a:xfrm>
              <a:off x="2475" y="2535"/>
              <a:ext cx="91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50558" name="Line 31"/>
            <p:cNvSpPr/>
            <p:nvPr/>
          </p:nvSpPr>
          <p:spPr>
            <a:xfrm>
              <a:off x="3051" y="3120"/>
              <a:ext cx="0" cy="363"/>
            </a:xfrm>
            <a:prstGeom prst="line">
              <a:avLst/>
            </a:prstGeom>
            <a:ln w="9525" cap="flat" cmpd="sng">
              <a:solidFill>
                <a:schemeClr val="tx1"/>
              </a:solidFill>
              <a:prstDash val="solid"/>
              <a:round/>
              <a:headEnd type="none" w="med" len="med"/>
              <a:tailEnd type="none" w="med" len="med"/>
            </a:ln>
          </p:spPr>
        </p:sp>
        <p:sp>
          <p:nvSpPr>
            <p:cNvPr id="150559" name="Line 32"/>
            <p:cNvSpPr/>
            <p:nvPr/>
          </p:nvSpPr>
          <p:spPr>
            <a:xfrm>
              <a:off x="2667" y="3120"/>
              <a:ext cx="0" cy="363"/>
            </a:xfrm>
            <a:prstGeom prst="line">
              <a:avLst/>
            </a:prstGeom>
            <a:ln w="9525" cap="flat" cmpd="sng">
              <a:solidFill>
                <a:schemeClr val="tx1"/>
              </a:solidFill>
              <a:prstDash val="solid"/>
              <a:round/>
              <a:headEnd type="none" w="med" len="med"/>
              <a:tailEnd type="none" w="med" len="med"/>
            </a:ln>
          </p:spPr>
        </p:sp>
        <p:sp>
          <p:nvSpPr>
            <p:cNvPr id="150560" name="Line 33"/>
            <p:cNvSpPr/>
            <p:nvPr/>
          </p:nvSpPr>
          <p:spPr>
            <a:xfrm>
              <a:off x="2235" y="3120"/>
              <a:ext cx="0" cy="363"/>
            </a:xfrm>
            <a:prstGeom prst="line">
              <a:avLst/>
            </a:prstGeom>
            <a:ln w="9525" cap="flat" cmpd="sng">
              <a:solidFill>
                <a:schemeClr val="tx1"/>
              </a:solidFill>
              <a:prstDash val="solid"/>
              <a:round/>
              <a:headEnd type="none" w="med" len="med"/>
              <a:tailEnd type="none" w="med" len="med"/>
            </a:ln>
          </p:spPr>
        </p:sp>
        <p:sp>
          <p:nvSpPr>
            <p:cNvPr id="150561" name="Text Box 34"/>
            <p:cNvSpPr txBox="1"/>
            <p:nvPr/>
          </p:nvSpPr>
          <p:spPr>
            <a:xfrm>
              <a:off x="2437" y="3552"/>
              <a:ext cx="576" cy="288"/>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宋体" panose="02010600030101010101" pitchFamily="2" charset="-122"/>
                </a:rPr>
                <a:t>输出</a:t>
              </a:r>
              <a:endParaRPr lang="zh-CN" altLang="en-US" sz="2400" i="0" dirty="0">
                <a:latin typeface="Times New Roman" panose="02020603050405020304" pitchFamily="18" charset="0"/>
                <a:ea typeface="宋体" panose="02010600030101010101" pitchFamily="2" charset="-122"/>
              </a:endParaRPr>
            </a:p>
          </p:txBody>
        </p:sp>
        <p:sp>
          <p:nvSpPr>
            <p:cNvPr id="150562" name="Text Box 35"/>
            <p:cNvSpPr txBox="1"/>
            <p:nvPr/>
          </p:nvSpPr>
          <p:spPr>
            <a:xfrm>
              <a:off x="2747" y="48"/>
              <a:ext cx="576" cy="288"/>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宋体" panose="02010600030101010101" pitchFamily="2" charset="-122"/>
                </a:rPr>
                <a:t>输入</a:t>
              </a:r>
              <a:endParaRPr lang="zh-CN" altLang="en-US" sz="2400" i="0" dirty="0">
                <a:latin typeface="Times New Roman" panose="02020603050405020304" pitchFamily="18" charset="0"/>
                <a:ea typeface="宋体" panose="02010600030101010101" pitchFamily="2" charset="-122"/>
              </a:endParaRPr>
            </a:p>
          </p:txBody>
        </p:sp>
        <p:sp>
          <p:nvSpPr>
            <p:cNvPr id="150563" name="Text Box 36"/>
            <p:cNvSpPr txBox="1"/>
            <p:nvPr/>
          </p:nvSpPr>
          <p:spPr>
            <a:xfrm>
              <a:off x="1746" y="2649"/>
              <a:ext cx="336" cy="250"/>
            </a:xfrm>
            <a:prstGeom prst="rect">
              <a:avLst/>
            </a:prstGeom>
            <a:noFill/>
            <a:ln w="9525">
              <a:noFill/>
            </a:ln>
          </p:spPr>
          <p:txBody>
            <a:bodyPr anchor="t" anchorCtr="0">
              <a:spAutoFit/>
            </a:bodyPr>
            <a:p>
              <a:pPr>
                <a:spcBef>
                  <a:spcPct val="50000"/>
                </a:spcBef>
              </a:pPr>
              <a:r>
                <a:rPr lang="en-US" altLang="zh-CN" dirty="0">
                  <a:latin typeface="Times New Roman" panose="02020603050405020304" pitchFamily="18" charset="0"/>
                  <a:ea typeface="宋体" panose="02010600030101010101" pitchFamily="2" charset="-122"/>
                </a:rPr>
                <a:t>VI</a:t>
              </a:r>
              <a:endParaRPr lang="en-US" altLang="zh-CN" dirty="0">
                <a:latin typeface="Times New Roman" panose="02020603050405020304" pitchFamily="18" charset="0"/>
                <a:ea typeface="宋体" panose="02010600030101010101" pitchFamily="2" charset="-122"/>
              </a:endParaRPr>
            </a:p>
          </p:txBody>
        </p:sp>
        <p:grpSp>
          <p:nvGrpSpPr>
            <p:cNvPr id="150564" name="Group 37"/>
            <p:cNvGrpSpPr/>
            <p:nvPr/>
          </p:nvGrpSpPr>
          <p:grpSpPr>
            <a:xfrm>
              <a:off x="42" y="816"/>
              <a:ext cx="1066" cy="907"/>
              <a:chOff x="355" y="829"/>
              <a:chExt cx="1155" cy="907"/>
            </a:xfrm>
          </p:grpSpPr>
          <p:sp>
            <p:nvSpPr>
              <p:cNvPr id="150565" name="Text Box 38"/>
              <p:cNvSpPr txBox="1"/>
              <p:nvPr/>
            </p:nvSpPr>
            <p:spPr>
              <a:xfrm>
                <a:off x="864" y="1344"/>
                <a:ext cx="260" cy="212"/>
              </a:xfrm>
              <a:prstGeom prst="rect">
                <a:avLst/>
              </a:prstGeom>
              <a:noFill/>
              <a:ln w="9525">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I</a:t>
                </a:r>
                <a:endParaRPr lang="en-US" altLang="zh-CN" sz="1600" dirty="0">
                  <a:latin typeface="Times New Roman" panose="02020603050405020304" pitchFamily="18" charset="0"/>
                  <a:ea typeface="宋体" panose="02010600030101010101" pitchFamily="2" charset="-122"/>
                </a:endParaRPr>
              </a:p>
            </p:txBody>
          </p:sp>
          <p:sp>
            <p:nvSpPr>
              <p:cNvPr id="150566" name="Rectangle 39"/>
              <p:cNvSpPr/>
              <p:nvPr/>
            </p:nvSpPr>
            <p:spPr>
              <a:xfrm>
                <a:off x="394" y="1056"/>
                <a:ext cx="1054"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0567" name="Line 40"/>
              <p:cNvSpPr/>
              <p:nvPr/>
            </p:nvSpPr>
            <p:spPr>
              <a:xfrm flipV="1">
                <a:off x="471" y="829"/>
                <a:ext cx="0" cy="227"/>
              </a:xfrm>
              <a:prstGeom prst="line">
                <a:avLst/>
              </a:prstGeom>
              <a:ln w="9525" cap="flat" cmpd="sng">
                <a:solidFill>
                  <a:schemeClr val="tx1"/>
                </a:solidFill>
                <a:prstDash val="solid"/>
                <a:round/>
                <a:headEnd type="none" w="med" len="med"/>
                <a:tailEnd type="none" w="med" len="med"/>
              </a:ln>
            </p:spPr>
          </p:sp>
          <p:sp>
            <p:nvSpPr>
              <p:cNvPr id="150568" name="Line 41"/>
              <p:cNvSpPr/>
              <p:nvPr/>
            </p:nvSpPr>
            <p:spPr>
              <a:xfrm flipV="1">
                <a:off x="586" y="829"/>
                <a:ext cx="0" cy="227"/>
              </a:xfrm>
              <a:prstGeom prst="line">
                <a:avLst/>
              </a:prstGeom>
              <a:ln w="9525" cap="flat" cmpd="sng">
                <a:solidFill>
                  <a:schemeClr val="tx1"/>
                </a:solidFill>
                <a:prstDash val="solid"/>
                <a:round/>
                <a:headEnd type="none" w="med" len="med"/>
                <a:tailEnd type="none" w="med" len="med"/>
              </a:ln>
            </p:spPr>
          </p:sp>
          <p:sp>
            <p:nvSpPr>
              <p:cNvPr id="150569" name="Line 42"/>
              <p:cNvSpPr/>
              <p:nvPr/>
            </p:nvSpPr>
            <p:spPr>
              <a:xfrm flipV="1">
                <a:off x="702" y="829"/>
                <a:ext cx="0" cy="227"/>
              </a:xfrm>
              <a:prstGeom prst="line">
                <a:avLst/>
              </a:prstGeom>
              <a:ln w="9525" cap="flat" cmpd="sng">
                <a:solidFill>
                  <a:schemeClr val="tx1"/>
                </a:solidFill>
                <a:prstDash val="solid"/>
                <a:round/>
                <a:headEnd type="none" w="med" len="med"/>
                <a:tailEnd type="none" w="med" len="med"/>
              </a:ln>
            </p:spPr>
          </p:sp>
          <p:sp>
            <p:nvSpPr>
              <p:cNvPr id="150570" name="Line 43"/>
              <p:cNvSpPr/>
              <p:nvPr/>
            </p:nvSpPr>
            <p:spPr>
              <a:xfrm flipV="1">
                <a:off x="817" y="829"/>
                <a:ext cx="0" cy="227"/>
              </a:xfrm>
              <a:prstGeom prst="line">
                <a:avLst/>
              </a:prstGeom>
              <a:ln w="9525" cap="flat" cmpd="sng">
                <a:solidFill>
                  <a:schemeClr val="tx1"/>
                </a:solidFill>
                <a:prstDash val="solid"/>
                <a:round/>
                <a:headEnd type="none" w="med" len="med"/>
                <a:tailEnd type="none" w="med" len="med"/>
              </a:ln>
            </p:spPr>
          </p:sp>
          <p:sp>
            <p:nvSpPr>
              <p:cNvPr id="150571" name="Line 44"/>
              <p:cNvSpPr/>
              <p:nvPr/>
            </p:nvSpPr>
            <p:spPr>
              <a:xfrm flipV="1">
                <a:off x="894" y="829"/>
                <a:ext cx="0" cy="227"/>
              </a:xfrm>
              <a:prstGeom prst="line">
                <a:avLst/>
              </a:prstGeom>
              <a:ln w="9525" cap="flat" cmpd="sng">
                <a:solidFill>
                  <a:schemeClr val="tx1"/>
                </a:solidFill>
                <a:prstDash val="solid"/>
                <a:round/>
                <a:headEnd type="none" w="med" len="med"/>
                <a:tailEnd type="none" w="med" len="med"/>
              </a:ln>
            </p:spPr>
          </p:sp>
          <p:sp>
            <p:nvSpPr>
              <p:cNvPr id="150572" name="Line 45"/>
              <p:cNvSpPr/>
              <p:nvPr/>
            </p:nvSpPr>
            <p:spPr>
              <a:xfrm flipV="1">
                <a:off x="971" y="829"/>
                <a:ext cx="0" cy="227"/>
              </a:xfrm>
              <a:prstGeom prst="line">
                <a:avLst/>
              </a:prstGeom>
              <a:ln w="9525" cap="flat" cmpd="sng">
                <a:solidFill>
                  <a:schemeClr val="tx1"/>
                </a:solidFill>
                <a:prstDash val="solid"/>
                <a:round/>
                <a:headEnd type="none" w="med" len="med"/>
                <a:tailEnd type="none" w="med" len="med"/>
              </a:ln>
            </p:spPr>
          </p:sp>
          <p:sp>
            <p:nvSpPr>
              <p:cNvPr id="150573" name="Line 46"/>
              <p:cNvSpPr/>
              <p:nvPr/>
            </p:nvSpPr>
            <p:spPr>
              <a:xfrm flipV="1">
                <a:off x="1048" y="829"/>
                <a:ext cx="0" cy="227"/>
              </a:xfrm>
              <a:prstGeom prst="line">
                <a:avLst/>
              </a:prstGeom>
              <a:ln w="9525" cap="flat" cmpd="sng">
                <a:solidFill>
                  <a:schemeClr val="tx1"/>
                </a:solidFill>
                <a:prstDash val="solid"/>
                <a:round/>
                <a:headEnd type="none" w="med" len="med"/>
                <a:tailEnd type="none" w="med" len="med"/>
              </a:ln>
            </p:spPr>
          </p:sp>
          <p:sp>
            <p:nvSpPr>
              <p:cNvPr id="150574" name="Line 47"/>
              <p:cNvSpPr/>
              <p:nvPr/>
            </p:nvSpPr>
            <p:spPr>
              <a:xfrm flipV="1">
                <a:off x="1125" y="829"/>
                <a:ext cx="0" cy="227"/>
              </a:xfrm>
              <a:prstGeom prst="line">
                <a:avLst/>
              </a:prstGeom>
              <a:ln w="9525" cap="flat" cmpd="sng">
                <a:solidFill>
                  <a:schemeClr val="tx1"/>
                </a:solidFill>
                <a:prstDash val="solid"/>
                <a:round/>
                <a:headEnd type="none" w="med" len="med"/>
                <a:tailEnd type="none" w="med" len="med"/>
              </a:ln>
            </p:spPr>
          </p:sp>
          <p:sp>
            <p:nvSpPr>
              <p:cNvPr id="150575" name="Line 48"/>
              <p:cNvSpPr/>
              <p:nvPr/>
            </p:nvSpPr>
            <p:spPr>
              <a:xfrm flipV="1">
                <a:off x="1202" y="829"/>
                <a:ext cx="0" cy="227"/>
              </a:xfrm>
              <a:prstGeom prst="line">
                <a:avLst/>
              </a:prstGeom>
              <a:ln w="9525" cap="flat" cmpd="sng">
                <a:solidFill>
                  <a:schemeClr val="tx1"/>
                </a:solidFill>
                <a:prstDash val="solid"/>
                <a:round/>
                <a:headEnd type="none" w="med" len="med"/>
                <a:tailEnd type="none" w="med" len="med"/>
              </a:ln>
            </p:spPr>
          </p:sp>
          <p:sp>
            <p:nvSpPr>
              <p:cNvPr id="150576" name="Line 49"/>
              <p:cNvSpPr/>
              <p:nvPr/>
            </p:nvSpPr>
            <p:spPr>
              <a:xfrm flipV="1">
                <a:off x="1279" y="829"/>
                <a:ext cx="0" cy="227"/>
              </a:xfrm>
              <a:prstGeom prst="line">
                <a:avLst/>
              </a:prstGeom>
              <a:ln w="9525" cap="flat" cmpd="sng">
                <a:solidFill>
                  <a:schemeClr val="tx1"/>
                </a:solidFill>
                <a:prstDash val="solid"/>
                <a:round/>
                <a:headEnd type="none" w="med" len="med"/>
                <a:tailEnd type="none" w="med" len="med"/>
              </a:ln>
            </p:spPr>
          </p:sp>
          <p:sp>
            <p:nvSpPr>
              <p:cNvPr id="150577" name="Line 50"/>
              <p:cNvSpPr/>
              <p:nvPr/>
            </p:nvSpPr>
            <p:spPr>
              <a:xfrm flipV="1">
                <a:off x="1356" y="829"/>
                <a:ext cx="0" cy="227"/>
              </a:xfrm>
              <a:prstGeom prst="line">
                <a:avLst/>
              </a:prstGeom>
              <a:ln w="9525" cap="flat" cmpd="sng">
                <a:solidFill>
                  <a:schemeClr val="tx1"/>
                </a:solidFill>
                <a:prstDash val="solid"/>
                <a:round/>
                <a:headEnd type="none" w="med" len="med"/>
                <a:tailEnd type="none" w="med" len="med"/>
              </a:ln>
            </p:spPr>
          </p:sp>
          <p:sp>
            <p:nvSpPr>
              <p:cNvPr id="150578" name="Text Box 51"/>
              <p:cNvSpPr txBox="1"/>
              <p:nvPr/>
            </p:nvSpPr>
            <p:spPr>
              <a:xfrm rot="5400000">
                <a:off x="429" y="1235"/>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579" name="Text Box 52"/>
              <p:cNvSpPr txBox="1"/>
              <p:nvPr/>
            </p:nvSpPr>
            <p:spPr>
              <a:xfrm rot="5400000">
                <a:off x="198"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580" name="Text Box 53"/>
              <p:cNvSpPr txBox="1"/>
              <p:nvPr/>
            </p:nvSpPr>
            <p:spPr>
              <a:xfrm rot="5400000">
                <a:off x="314"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581" name="Text Box 54"/>
              <p:cNvSpPr txBox="1"/>
              <p:nvPr/>
            </p:nvSpPr>
            <p:spPr>
              <a:xfrm>
                <a:off x="1048"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582" name="Text Box 55"/>
              <p:cNvSpPr txBox="1"/>
              <p:nvPr/>
            </p:nvSpPr>
            <p:spPr>
              <a:xfrm>
                <a:off x="702" y="1536"/>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583" name="Text Box 56"/>
              <p:cNvSpPr txBox="1"/>
              <p:nvPr/>
            </p:nvSpPr>
            <p:spPr>
              <a:xfrm>
                <a:off x="355"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584" name="Text Box 57"/>
              <p:cNvSpPr txBox="1"/>
              <p:nvPr/>
            </p:nvSpPr>
            <p:spPr>
              <a:xfrm>
                <a:off x="740" y="1047"/>
                <a:ext cx="693"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sp>
            <p:nvSpPr>
              <p:cNvPr id="150585" name="Text Box 58"/>
              <p:cNvSpPr txBox="1"/>
              <p:nvPr/>
            </p:nvSpPr>
            <p:spPr>
              <a:xfrm>
                <a:off x="779" y="1191"/>
                <a:ext cx="731"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grpSp>
        <p:grpSp>
          <p:nvGrpSpPr>
            <p:cNvPr id="150586" name="Group 59"/>
            <p:cNvGrpSpPr/>
            <p:nvPr/>
          </p:nvGrpSpPr>
          <p:grpSpPr>
            <a:xfrm>
              <a:off x="1182" y="816"/>
              <a:ext cx="1066" cy="907"/>
              <a:chOff x="355" y="829"/>
              <a:chExt cx="1155" cy="907"/>
            </a:xfrm>
          </p:grpSpPr>
          <p:sp>
            <p:nvSpPr>
              <p:cNvPr id="150587" name="Text Box 60"/>
              <p:cNvSpPr txBox="1"/>
              <p:nvPr/>
            </p:nvSpPr>
            <p:spPr>
              <a:xfrm>
                <a:off x="864" y="1344"/>
                <a:ext cx="260" cy="212"/>
              </a:xfrm>
              <a:prstGeom prst="rect">
                <a:avLst/>
              </a:prstGeom>
              <a:noFill/>
              <a:ln w="9525">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II</a:t>
                </a:r>
                <a:endParaRPr lang="en-US" altLang="zh-CN" sz="1600" dirty="0">
                  <a:latin typeface="Times New Roman" panose="02020603050405020304" pitchFamily="18" charset="0"/>
                  <a:ea typeface="宋体" panose="02010600030101010101" pitchFamily="2" charset="-122"/>
                </a:endParaRPr>
              </a:p>
            </p:txBody>
          </p:sp>
          <p:sp>
            <p:nvSpPr>
              <p:cNvPr id="150588" name="Rectangle 61"/>
              <p:cNvSpPr/>
              <p:nvPr/>
            </p:nvSpPr>
            <p:spPr>
              <a:xfrm>
                <a:off x="394" y="1056"/>
                <a:ext cx="1054"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0589" name="Line 62"/>
              <p:cNvSpPr/>
              <p:nvPr/>
            </p:nvSpPr>
            <p:spPr>
              <a:xfrm flipV="1">
                <a:off x="471" y="829"/>
                <a:ext cx="0" cy="227"/>
              </a:xfrm>
              <a:prstGeom prst="line">
                <a:avLst/>
              </a:prstGeom>
              <a:ln w="9525" cap="flat" cmpd="sng">
                <a:solidFill>
                  <a:schemeClr val="tx1"/>
                </a:solidFill>
                <a:prstDash val="solid"/>
                <a:round/>
                <a:headEnd type="none" w="med" len="med"/>
                <a:tailEnd type="none" w="med" len="med"/>
              </a:ln>
            </p:spPr>
          </p:sp>
          <p:sp>
            <p:nvSpPr>
              <p:cNvPr id="150590" name="Line 63"/>
              <p:cNvSpPr/>
              <p:nvPr/>
            </p:nvSpPr>
            <p:spPr>
              <a:xfrm flipV="1">
                <a:off x="586" y="829"/>
                <a:ext cx="0" cy="227"/>
              </a:xfrm>
              <a:prstGeom prst="line">
                <a:avLst/>
              </a:prstGeom>
              <a:ln w="9525" cap="flat" cmpd="sng">
                <a:solidFill>
                  <a:schemeClr val="tx1"/>
                </a:solidFill>
                <a:prstDash val="solid"/>
                <a:round/>
                <a:headEnd type="none" w="med" len="med"/>
                <a:tailEnd type="none" w="med" len="med"/>
              </a:ln>
            </p:spPr>
          </p:sp>
          <p:sp>
            <p:nvSpPr>
              <p:cNvPr id="150591" name="Line 64"/>
              <p:cNvSpPr/>
              <p:nvPr/>
            </p:nvSpPr>
            <p:spPr>
              <a:xfrm flipV="1">
                <a:off x="702" y="829"/>
                <a:ext cx="0" cy="227"/>
              </a:xfrm>
              <a:prstGeom prst="line">
                <a:avLst/>
              </a:prstGeom>
              <a:ln w="9525" cap="flat" cmpd="sng">
                <a:solidFill>
                  <a:schemeClr val="tx1"/>
                </a:solidFill>
                <a:prstDash val="solid"/>
                <a:round/>
                <a:headEnd type="none" w="med" len="med"/>
                <a:tailEnd type="none" w="med" len="med"/>
              </a:ln>
            </p:spPr>
          </p:sp>
          <p:sp>
            <p:nvSpPr>
              <p:cNvPr id="150592" name="Line 65"/>
              <p:cNvSpPr/>
              <p:nvPr/>
            </p:nvSpPr>
            <p:spPr>
              <a:xfrm flipV="1">
                <a:off x="817" y="829"/>
                <a:ext cx="0" cy="227"/>
              </a:xfrm>
              <a:prstGeom prst="line">
                <a:avLst/>
              </a:prstGeom>
              <a:ln w="9525" cap="flat" cmpd="sng">
                <a:solidFill>
                  <a:schemeClr val="tx1"/>
                </a:solidFill>
                <a:prstDash val="solid"/>
                <a:round/>
                <a:headEnd type="none" w="med" len="med"/>
                <a:tailEnd type="none" w="med" len="med"/>
              </a:ln>
            </p:spPr>
          </p:sp>
          <p:sp>
            <p:nvSpPr>
              <p:cNvPr id="150593" name="Line 66"/>
              <p:cNvSpPr/>
              <p:nvPr/>
            </p:nvSpPr>
            <p:spPr>
              <a:xfrm flipV="1">
                <a:off x="894" y="829"/>
                <a:ext cx="0" cy="227"/>
              </a:xfrm>
              <a:prstGeom prst="line">
                <a:avLst/>
              </a:prstGeom>
              <a:ln w="9525" cap="flat" cmpd="sng">
                <a:solidFill>
                  <a:schemeClr val="tx1"/>
                </a:solidFill>
                <a:prstDash val="solid"/>
                <a:round/>
                <a:headEnd type="none" w="med" len="med"/>
                <a:tailEnd type="none" w="med" len="med"/>
              </a:ln>
            </p:spPr>
          </p:sp>
          <p:sp>
            <p:nvSpPr>
              <p:cNvPr id="150594" name="Line 67"/>
              <p:cNvSpPr/>
              <p:nvPr/>
            </p:nvSpPr>
            <p:spPr>
              <a:xfrm flipV="1">
                <a:off x="971" y="829"/>
                <a:ext cx="0" cy="227"/>
              </a:xfrm>
              <a:prstGeom prst="line">
                <a:avLst/>
              </a:prstGeom>
              <a:ln w="9525" cap="flat" cmpd="sng">
                <a:solidFill>
                  <a:schemeClr val="tx1"/>
                </a:solidFill>
                <a:prstDash val="solid"/>
                <a:round/>
                <a:headEnd type="none" w="med" len="med"/>
                <a:tailEnd type="none" w="med" len="med"/>
              </a:ln>
            </p:spPr>
          </p:sp>
          <p:sp>
            <p:nvSpPr>
              <p:cNvPr id="150595" name="Line 68"/>
              <p:cNvSpPr/>
              <p:nvPr/>
            </p:nvSpPr>
            <p:spPr>
              <a:xfrm flipV="1">
                <a:off x="1048" y="829"/>
                <a:ext cx="0" cy="227"/>
              </a:xfrm>
              <a:prstGeom prst="line">
                <a:avLst/>
              </a:prstGeom>
              <a:ln w="9525" cap="flat" cmpd="sng">
                <a:solidFill>
                  <a:schemeClr val="tx1"/>
                </a:solidFill>
                <a:prstDash val="solid"/>
                <a:round/>
                <a:headEnd type="none" w="med" len="med"/>
                <a:tailEnd type="none" w="med" len="med"/>
              </a:ln>
            </p:spPr>
          </p:sp>
          <p:sp>
            <p:nvSpPr>
              <p:cNvPr id="150596" name="Line 69"/>
              <p:cNvSpPr/>
              <p:nvPr/>
            </p:nvSpPr>
            <p:spPr>
              <a:xfrm flipV="1">
                <a:off x="1125" y="829"/>
                <a:ext cx="0" cy="227"/>
              </a:xfrm>
              <a:prstGeom prst="line">
                <a:avLst/>
              </a:prstGeom>
              <a:ln w="9525" cap="flat" cmpd="sng">
                <a:solidFill>
                  <a:schemeClr val="tx1"/>
                </a:solidFill>
                <a:prstDash val="solid"/>
                <a:round/>
                <a:headEnd type="none" w="med" len="med"/>
                <a:tailEnd type="none" w="med" len="med"/>
              </a:ln>
            </p:spPr>
          </p:sp>
          <p:sp>
            <p:nvSpPr>
              <p:cNvPr id="150597" name="Line 70"/>
              <p:cNvSpPr/>
              <p:nvPr/>
            </p:nvSpPr>
            <p:spPr>
              <a:xfrm flipV="1">
                <a:off x="1202" y="829"/>
                <a:ext cx="0" cy="227"/>
              </a:xfrm>
              <a:prstGeom prst="line">
                <a:avLst/>
              </a:prstGeom>
              <a:ln w="9525" cap="flat" cmpd="sng">
                <a:solidFill>
                  <a:schemeClr val="tx1"/>
                </a:solidFill>
                <a:prstDash val="solid"/>
                <a:round/>
                <a:headEnd type="none" w="med" len="med"/>
                <a:tailEnd type="none" w="med" len="med"/>
              </a:ln>
            </p:spPr>
          </p:sp>
          <p:sp>
            <p:nvSpPr>
              <p:cNvPr id="150598" name="Line 71"/>
              <p:cNvSpPr/>
              <p:nvPr/>
            </p:nvSpPr>
            <p:spPr>
              <a:xfrm flipV="1">
                <a:off x="1279" y="829"/>
                <a:ext cx="0" cy="227"/>
              </a:xfrm>
              <a:prstGeom prst="line">
                <a:avLst/>
              </a:prstGeom>
              <a:ln w="9525" cap="flat" cmpd="sng">
                <a:solidFill>
                  <a:schemeClr val="tx1"/>
                </a:solidFill>
                <a:prstDash val="solid"/>
                <a:round/>
                <a:headEnd type="none" w="med" len="med"/>
                <a:tailEnd type="none" w="med" len="med"/>
              </a:ln>
            </p:spPr>
          </p:sp>
          <p:sp>
            <p:nvSpPr>
              <p:cNvPr id="150599" name="Line 72"/>
              <p:cNvSpPr/>
              <p:nvPr/>
            </p:nvSpPr>
            <p:spPr>
              <a:xfrm flipV="1">
                <a:off x="1356" y="829"/>
                <a:ext cx="0" cy="227"/>
              </a:xfrm>
              <a:prstGeom prst="line">
                <a:avLst/>
              </a:prstGeom>
              <a:ln w="9525" cap="flat" cmpd="sng">
                <a:solidFill>
                  <a:schemeClr val="tx1"/>
                </a:solidFill>
                <a:prstDash val="solid"/>
                <a:round/>
                <a:headEnd type="none" w="med" len="med"/>
                <a:tailEnd type="none" w="med" len="med"/>
              </a:ln>
            </p:spPr>
          </p:sp>
          <p:sp>
            <p:nvSpPr>
              <p:cNvPr id="150600" name="Text Box 73"/>
              <p:cNvSpPr txBox="1"/>
              <p:nvPr/>
            </p:nvSpPr>
            <p:spPr>
              <a:xfrm rot="5400000">
                <a:off x="429" y="1235"/>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01" name="Text Box 74"/>
              <p:cNvSpPr txBox="1"/>
              <p:nvPr/>
            </p:nvSpPr>
            <p:spPr>
              <a:xfrm rot="5400000">
                <a:off x="198"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02" name="Text Box 75"/>
              <p:cNvSpPr txBox="1"/>
              <p:nvPr/>
            </p:nvSpPr>
            <p:spPr>
              <a:xfrm rot="5400000">
                <a:off x="314"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03" name="Text Box 76"/>
              <p:cNvSpPr txBox="1"/>
              <p:nvPr/>
            </p:nvSpPr>
            <p:spPr>
              <a:xfrm>
                <a:off x="1048"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04" name="Text Box 77"/>
              <p:cNvSpPr txBox="1"/>
              <p:nvPr/>
            </p:nvSpPr>
            <p:spPr>
              <a:xfrm>
                <a:off x="702" y="1536"/>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05" name="Text Box 78"/>
              <p:cNvSpPr txBox="1"/>
              <p:nvPr/>
            </p:nvSpPr>
            <p:spPr>
              <a:xfrm>
                <a:off x="355"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06" name="Text Box 79"/>
              <p:cNvSpPr txBox="1"/>
              <p:nvPr/>
            </p:nvSpPr>
            <p:spPr>
              <a:xfrm>
                <a:off x="740" y="1047"/>
                <a:ext cx="693"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sp>
            <p:nvSpPr>
              <p:cNvPr id="150607" name="Text Box 80"/>
              <p:cNvSpPr txBox="1"/>
              <p:nvPr/>
            </p:nvSpPr>
            <p:spPr>
              <a:xfrm>
                <a:off x="779" y="1191"/>
                <a:ext cx="731"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grpSp>
        <p:grpSp>
          <p:nvGrpSpPr>
            <p:cNvPr id="150608" name="Group 81"/>
            <p:cNvGrpSpPr/>
            <p:nvPr/>
          </p:nvGrpSpPr>
          <p:grpSpPr>
            <a:xfrm>
              <a:off x="2324" y="816"/>
              <a:ext cx="1066" cy="907"/>
              <a:chOff x="355" y="829"/>
              <a:chExt cx="1155" cy="907"/>
            </a:xfrm>
          </p:grpSpPr>
          <p:sp>
            <p:nvSpPr>
              <p:cNvPr id="150609" name="Text Box 82"/>
              <p:cNvSpPr txBox="1"/>
              <p:nvPr/>
            </p:nvSpPr>
            <p:spPr>
              <a:xfrm>
                <a:off x="864" y="1344"/>
                <a:ext cx="260" cy="212"/>
              </a:xfrm>
              <a:prstGeom prst="rect">
                <a:avLst/>
              </a:prstGeom>
              <a:noFill/>
              <a:ln w="9525">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III</a:t>
                </a:r>
                <a:endParaRPr lang="en-US" altLang="zh-CN" sz="1600" dirty="0">
                  <a:latin typeface="Times New Roman" panose="02020603050405020304" pitchFamily="18" charset="0"/>
                  <a:ea typeface="宋体" panose="02010600030101010101" pitchFamily="2" charset="-122"/>
                </a:endParaRPr>
              </a:p>
            </p:txBody>
          </p:sp>
          <p:sp>
            <p:nvSpPr>
              <p:cNvPr id="150610" name="Rectangle 83"/>
              <p:cNvSpPr/>
              <p:nvPr/>
            </p:nvSpPr>
            <p:spPr>
              <a:xfrm>
                <a:off x="394" y="1056"/>
                <a:ext cx="1054"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0611" name="Line 84"/>
              <p:cNvSpPr/>
              <p:nvPr/>
            </p:nvSpPr>
            <p:spPr>
              <a:xfrm flipV="1">
                <a:off x="471" y="829"/>
                <a:ext cx="0" cy="227"/>
              </a:xfrm>
              <a:prstGeom prst="line">
                <a:avLst/>
              </a:prstGeom>
              <a:ln w="9525" cap="flat" cmpd="sng">
                <a:solidFill>
                  <a:schemeClr val="tx1"/>
                </a:solidFill>
                <a:prstDash val="solid"/>
                <a:round/>
                <a:headEnd type="none" w="med" len="med"/>
                <a:tailEnd type="none" w="med" len="med"/>
              </a:ln>
            </p:spPr>
          </p:sp>
          <p:sp>
            <p:nvSpPr>
              <p:cNvPr id="150612" name="Line 85"/>
              <p:cNvSpPr/>
              <p:nvPr/>
            </p:nvSpPr>
            <p:spPr>
              <a:xfrm flipV="1">
                <a:off x="586" y="829"/>
                <a:ext cx="0" cy="227"/>
              </a:xfrm>
              <a:prstGeom prst="line">
                <a:avLst/>
              </a:prstGeom>
              <a:ln w="9525" cap="flat" cmpd="sng">
                <a:solidFill>
                  <a:schemeClr val="tx1"/>
                </a:solidFill>
                <a:prstDash val="solid"/>
                <a:round/>
                <a:headEnd type="none" w="med" len="med"/>
                <a:tailEnd type="none" w="med" len="med"/>
              </a:ln>
            </p:spPr>
          </p:sp>
          <p:sp>
            <p:nvSpPr>
              <p:cNvPr id="150613" name="Line 86"/>
              <p:cNvSpPr/>
              <p:nvPr/>
            </p:nvSpPr>
            <p:spPr>
              <a:xfrm flipV="1">
                <a:off x="702" y="829"/>
                <a:ext cx="0" cy="227"/>
              </a:xfrm>
              <a:prstGeom prst="line">
                <a:avLst/>
              </a:prstGeom>
              <a:ln w="9525" cap="flat" cmpd="sng">
                <a:solidFill>
                  <a:schemeClr val="tx1"/>
                </a:solidFill>
                <a:prstDash val="solid"/>
                <a:round/>
                <a:headEnd type="none" w="med" len="med"/>
                <a:tailEnd type="none" w="med" len="med"/>
              </a:ln>
            </p:spPr>
          </p:sp>
          <p:sp>
            <p:nvSpPr>
              <p:cNvPr id="150614" name="Line 87"/>
              <p:cNvSpPr/>
              <p:nvPr/>
            </p:nvSpPr>
            <p:spPr>
              <a:xfrm flipV="1">
                <a:off x="817" y="829"/>
                <a:ext cx="0" cy="227"/>
              </a:xfrm>
              <a:prstGeom prst="line">
                <a:avLst/>
              </a:prstGeom>
              <a:ln w="9525" cap="flat" cmpd="sng">
                <a:solidFill>
                  <a:schemeClr val="tx1"/>
                </a:solidFill>
                <a:prstDash val="solid"/>
                <a:round/>
                <a:headEnd type="none" w="med" len="med"/>
                <a:tailEnd type="none" w="med" len="med"/>
              </a:ln>
            </p:spPr>
          </p:sp>
          <p:sp>
            <p:nvSpPr>
              <p:cNvPr id="150615" name="Line 88"/>
              <p:cNvSpPr/>
              <p:nvPr/>
            </p:nvSpPr>
            <p:spPr>
              <a:xfrm flipV="1">
                <a:off x="894" y="829"/>
                <a:ext cx="0" cy="227"/>
              </a:xfrm>
              <a:prstGeom prst="line">
                <a:avLst/>
              </a:prstGeom>
              <a:ln w="9525" cap="flat" cmpd="sng">
                <a:solidFill>
                  <a:schemeClr val="tx1"/>
                </a:solidFill>
                <a:prstDash val="solid"/>
                <a:round/>
                <a:headEnd type="none" w="med" len="med"/>
                <a:tailEnd type="none" w="med" len="med"/>
              </a:ln>
            </p:spPr>
          </p:sp>
          <p:sp>
            <p:nvSpPr>
              <p:cNvPr id="150616" name="Line 89"/>
              <p:cNvSpPr/>
              <p:nvPr/>
            </p:nvSpPr>
            <p:spPr>
              <a:xfrm flipV="1">
                <a:off x="971" y="829"/>
                <a:ext cx="0" cy="227"/>
              </a:xfrm>
              <a:prstGeom prst="line">
                <a:avLst/>
              </a:prstGeom>
              <a:ln w="9525" cap="flat" cmpd="sng">
                <a:solidFill>
                  <a:schemeClr val="tx1"/>
                </a:solidFill>
                <a:prstDash val="solid"/>
                <a:round/>
                <a:headEnd type="none" w="med" len="med"/>
                <a:tailEnd type="none" w="med" len="med"/>
              </a:ln>
            </p:spPr>
          </p:sp>
          <p:sp>
            <p:nvSpPr>
              <p:cNvPr id="150617" name="Line 90"/>
              <p:cNvSpPr/>
              <p:nvPr/>
            </p:nvSpPr>
            <p:spPr>
              <a:xfrm flipV="1">
                <a:off x="1048" y="829"/>
                <a:ext cx="0" cy="227"/>
              </a:xfrm>
              <a:prstGeom prst="line">
                <a:avLst/>
              </a:prstGeom>
              <a:ln w="9525" cap="flat" cmpd="sng">
                <a:solidFill>
                  <a:schemeClr val="tx1"/>
                </a:solidFill>
                <a:prstDash val="solid"/>
                <a:round/>
                <a:headEnd type="none" w="med" len="med"/>
                <a:tailEnd type="none" w="med" len="med"/>
              </a:ln>
            </p:spPr>
          </p:sp>
          <p:sp>
            <p:nvSpPr>
              <p:cNvPr id="150618" name="Line 91"/>
              <p:cNvSpPr/>
              <p:nvPr/>
            </p:nvSpPr>
            <p:spPr>
              <a:xfrm flipV="1">
                <a:off x="1125" y="829"/>
                <a:ext cx="0" cy="227"/>
              </a:xfrm>
              <a:prstGeom prst="line">
                <a:avLst/>
              </a:prstGeom>
              <a:ln w="9525" cap="flat" cmpd="sng">
                <a:solidFill>
                  <a:schemeClr val="tx1"/>
                </a:solidFill>
                <a:prstDash val="solid"/>
                <a:round/>
                <a:headEnd type="none" w="med" len="med"/>
                <a:tailEnd type="none" w="med" len="med"/>
              </a:ln>
            </p:spPr>
          </p:sp>
          <p:sp>
            <p:nvSpPr>
              <p:cNvPr id="150619" name="Line 92"/>
              <p:cNvSpPr/>
              <p:nvPr/>
            </p:nvSpPr>
            <p:spPr>
              <a:xfrm flipV="1">
                <a:off x="1202" y="829"/>
                <a:ext cx="0" cy="227"/>
              </a:xfrm>
              <a:prstGeom prst="line">
                <a:avLst/>
              </a:prstGeom>
              <a:ln w="9525" cap="flat" cmpd="sng">
                <a:solidFill>
                  <a:schemeClr val="tx1"/>
                </a:solidFill>
                <a:prstDash val="solid"/>
                <a:round/>
                <a:headEnd type="none" w="med" len="med"/>
                <a:tailEnd type="none" w="med" len="med"/>
              </a:ln>
            </p:spPr>
          </p:sp>
          <p:sp>
            <p:nvSpPr>
              <p:cNvPr id="150620" name="Line 93"/>
              <p:cNvSpPr/>
              <p:nvPr/>
            </p:nvSpPr>
            <p:spPr>
              <a:xfrm flipV="1">
                <a:off x="1279" y="829"/>
                <a:ext cx="0" cy="227"/>
              </a:xfrm>
              <a:prstGeom prst="line">
                <a:avLst/>
              </a:prstGeom>
              <a:ln w="9525" cap="flat" cmpd="sng">
                <a:solidFill>
                  <a:schemeClr val="tx1"/>
                </a:solidFill>
                <a:prstDash val="solid"/>
                <a:round/>
                <a:headEnd type="none" w="med" len="med"/>
                <a:tailEnd type="none" w="med" len="med"/>
              </a:ln>
            </p:spPr>
          </p:sp>
          <p:sp>
            <p:nvSpPr>
              <p:cNvPr id="150621" name="Line 94"/>
              <p:cNvSpPr/>
              <p:nvPr/>
            </p:nvSpPr>
            <p:spPr>
              <a:xfrm flipV="1">
                <a:off x="1356" y="829"/>
                <a:ext cx="0" cy="227"/>
              </a:xfrm>
              <a:prstGeom prst="line">
                <a:avLst/>
              </a:prstGeom>
              <a:ln w="9525" cap="flat" cmpd="sng">
                <a:solidFill>
                  <a:schemeClr val="tx1"/>
                </a:solidFill>
                <a:prstDash val="solid"/>
                <a:round/>
                <a:headEnd type="none" w="med" len="med"/>
                <a:tailEnd type="none" w="med" len="med"/>
              </a:ln>
            </p:spPr>
          </p:sp>
          <p:sp>
            <p:nvSpPr>
              <p:cNvPr id="150622" name="Text Box 95"/>
              <p:cNvSpPr txBox="1"/>
              <p:nvPr/>
            </p:nvSpPr>
            <p:spPr>
              <a:xfrm rot="5400000">
                <a:off x="429" y="1235"/>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23" name="Text Box 96"/>
              <p:cNvSpPr txBox="1"/>
              <p:nvPr/>
            </p:nvSpPr>
            <p:spPr>
              <a:xfrm rot="5400000">
                <a:off x="198"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24" name="Text Box 97"/>
              <p:cNvSpPr txBox="1"/>
              <p:nvPr/>
            </p:nvSpPr>
            <p:spPr>
              <a:xfrm rot="5400000">
                <a:off x="314"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25" name="Text Box 98"/>
              <p:cNvSpPr txBox="1"/>
              <p:nvPr/>
            </p:nvSpPr>
            <p:spPr>
              <a:xfrm>
                <a:off x="1048"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26" name="Text Box 99"/>
              <p:cNvSpPr txBox="1"/>
              <p:nvPr/>
            </p:nvSpPr>
            <p:spPr>
              <a:xfrm>
                <a:off x="702" y="1536"/>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27" name="Text Box 100"/>
              <p:cNvSpPr txBox="1"/>
              <p:nvPr/>
            </p:nvSpPr>
            <p:spPr>
              <a:xfrm>
                <a:off x="355"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28" name="Text Box 101"/>
              <p:cNvSpPr txBox="1"/>
              <p:nvPr/>
            </p:nvSpPr>
            <p:spPr>
              <a:xfrm>
                <a:off x="740" y="1047"/>
                <a:ext cx="693"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sp>
            <p:nvSpPr>
              <p:cNvPr id="150629" name="Text Box 102"/>
              <p:cNvSpPr txBox="1"/>
              <p:nvPr/>
            </p:nvSpPr>
            <p:spPr>
              <a:xfrm>
                <a:off x="779" y="1191"/>
                <a:ext cx="731"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grpSp>
        <p:grpSp>
          <p:nvGrpSpPr>
            <p:cNvPr id="150630" name="Group 103"/>
            <p:cNvGrpSpPr/>
            <p:nvPr/>
          </p:nvGrpSpPr>
          <p:grpSpPr>
            <a:xfrm>
              <a:off x="3464" y="816"/>
              <a:ext cx="1066" cy="907"/>
              <a:chOff x="355" y="829"/>
              <a:chExt cx="1155" cy="907"/>
            </a:xfrm>
          </p:grpSpPr>
          <p:sp>
            <p:nvSpPr>
              <p:cNvPr id="150631" name="Text Box 104"/>
              <p:cNvSpPr txBox="1"/>
              <p:nvPr/>
            </p:nvSpPr>
            <p:spPr>
              <a:xfrm>
                <a:off x="864" y="1344"/>
                <a:ext cx="260" cy="212"/>
              </a:xfrm>
              <a:prstGeom prst="rect">
                <a:avLst/>
              </a:prstGeom>
              <a:noFill/>
              <a:ln w="9525">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IV</a:t>
                </a:r>
                <a:endParaRPr lang="en-US" altLang="zh-CN" sz="1600" dirty="0">
                  <a:latin typeface="Times New Roman" panose="02020603050405020304" pitchFamily="18" charset="0"/>
                  <a:ea typeface="宋体" panose="02010600030101010101" pitchFamily="2" charset="-122"/>
                </a:endParaRPr>
              </a:p>
            </p:txBody>
          </p:sp>
          <p:sp>
            <p:nvSpPr>
              <p:cNvPr id="150632" name="Rectangle 105"/>
              <p:cNvSpPr/>
              <p:nvPr/>
            </p:nvSpPr>
            <p:spPr>
              <a:xfrm>
                <a:off x="394" y="1056"/>
                <a:ext cx="1054"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0633" name="Line 106"/>
              <p:cNvSpPr/>
              <p:nvPr/>
            </p:nvSpPr>
            <p:spPr>
              <a:xfrm flipV="1">
                <a:off x="471" y="829"/>
                <a:ext cx="0" cy="227"/>
              </a:xfrm>
              <a:prstGeom prst="line">
                <a:avLst/>
              </a:prstGeom>
              <a:ln w="9525" cap="flat" cmpd="sng">
                <a:solidFill>
                  <a:schemeClr val="tx1"/>
                </a:solidFill>
                <a:prstDash val="solid"/>
                <a:round/>
                <a:headEnd type="none" w="med" len="med"/>
                <a:tailEnd type="none" w="med" len="med"/>
              </a:ln>
            </p:spPr>
          </p:sp>
          <p:sp>
            <p:nvSpPr>
              <p:cNvPr id="150634" name="Line 107"/>
              <p:cNvSpPr/>
              <p:nvPr/>
            </p:nvSpPr>
            <p:spPr>
              <a:xfrm flipV="1">
                <a:off x="586" y="829"/>
                <a:ext cx="0" cy="227"/>
              </a:xfrm>
              <a:prstGeom prst="line">
                <a:avLst/>
              </a:prstGeom>
              <a:ln w="9525" cap="flat" cmpd="sng">
                <a:solidFill>
                  <a:schemeClr val="tx1"/>
                </a:solidFill>
                <a:prstDash val="solid"/>
                <a:round/>
                <a:headEnd type="none" w="med" len="med"/>
                <a:tailEnd type="none" w="med" len="med"/>
              </a:ln>
            </p:spPr>
          </p:sp>
          <p:sp>
            <p:nvSpPr>
              <p:cNvPr id="150635" name="Line 108"/>
              <p:cNvSpPr/>
              <p:nvPr/>
            </p:nvSpPr>
            <p:spPr>
              <a:xfrm flipV="1">
                <a:off x="702" y="829"/>
                <a:ext cx="0" cy="227"/>
              </a:xfrm>
              <a:prstGeom prst="line">
                <a:avLst/>
              </a:prstGeom>
              <a:ln w="9525" cap="flat" cmpd="sng">
                <a:solidFill>
                  <a:schemeClr val="tx1"/>
                </a:solidFill>
                <a:prstDash val="solid"/>
                <a:round/>
                <a:headEnd type="none" w="med" len="med"/>
                <a:tailEnd type="none" w="med" len="med"/>
              </a:ln>
            </p:spPr>
          </p:sp>
          <p:sp>
            <p:nvSpPr>
              <p:cNvPr id="150636" name="Line 109"/>
              <p:cNvSpPr/>
              <p:nvPr/>
            </p:nvSpPr>
            <p:spPr>
              <a:xfrm flipV="1">
                <a:off x="817" y="829"/>
                <a:ext cx="0" cy="227"/>
              </a:xfrm>
              <a:prstGeom prst="line">
                <a:avLst/>
              </a:prstGeom>
              <a:ln w="9525" cap="flat" cmpd="sng">
                <a:solidFill>
                  <a:schemeClr val="tx1"/>
                </a:solidFill>
                <a:prstDash val="solid"/>
                <a:round/>
                <a:headEnd type="none" w="med" len="med"/>
                <a:tailEnd type="none" w="med" len="med"/>
              </a:ln>
            </p:spPr>
          </p:sp>
          <p:sp>
            <p:nvSpPr>
              <p:cNvPr id="150637" name="Line 110"/>
              <p:cNvSpPr/>
              <p:nvPr/>
            </p:nvSpPr>
            <p:spPr>
              <a:xfrm flipV="1">
                <a:off x="894" y="829"/>
                <a:ext cx="0" cy="227"/>
              </a:xfrm>
              <a:prstGeom prst="line">
                <a:avLst/>
              </a:prstGeom>
              <a:ln w="9525" cap="flat" cmpd="sng">
                <a:solidFill>
                  <a:schemeClr val="tx1"/>
                </a:solidFill>
                <a:prstDash val="solid"/>
                <a:round/>
                <a:headEnd type="none" w="med" len="med"/>
                <a:tailEnd type="none" w="med" len="med"/>
              </a:ln>
            </p:spPr>
          </p:sp>
          <p:sp>
            <p:nvSpPr>
              <p:cNvPr id="150638" name="Line 111"/>
              <p:cNvSpPr/>
              <p:nvPr/>
            </p:nvSpPr>
            <p:spPr>
              <a:xfrm flipV="1">
                <a:off x="971" y="829"/>
                <a:ext cx="0" cy="227"/>
              </a:xfrm>
              <a:prstGeom prst="line">
                <a:avLst/>
              </a:prstGeom>
              <a:ln w="9525" cap="flat" cmpd="sng">
                <a:solidFill>
                  <a:schemeClr val="tx1"/>
                </a:solidFill>
                <a:prstDash val="solid"/>
                <a:round/>
                <a:headEnd type="none" w="med" len="med"/>
                <a:tailEnd type="none" w="med" len="med"/>
              </a:ln>
            </p:spPr>
          </p:sp>
          <p:sp>
            <p:nvSpPr>
              <p:cNvPr id="150639" name="Line 112"/>
              <p:cNvSpPr/>
              <p:nvPr/>
            </p:nvSpPr>
            <p:spPr>
              <a:xfrm flipV="1">
                <a:off x="1048" y="829"/>
                <a:ext cx="0" cy="227"/>
              </a:xfrm>
              <a:prstGeom prst="line">
                <a:avLst/>
              </a:prstGeom>
              <a:ln w="9525" cap="flat" cmpd="sng">
                <a:solidFill>
                  <a:schemeClr val="tx1"/>
                </a:solidFill>
                <a:prstDash val="solid"/>
                <a:round/>
                <a:headEnd type="none" w="med" len="med"/>
                <a:tailEnd type="none" w="med" len="med"/>
              </a:ln>
            </p:spPr>
          </p:sp>
          <p:sp>
            <p:nvSpPr>
              <p:cNvPr id="150640" name="Line 113"/>
              <p:cNvSpPr/>
              <p:nvPr/>
            </p:nvSpPr>
            <p:spPr>
              <a:xfrm flipV="1">
                <a:off x="1125" y="829"/>
                <a:ext cx="0" cy="227"/>
              </a:xfrm>
              <a:prstGeom prst="line">
                <a:avLst/>
              </a:prstGeom>
              <a:ln w="9525" cap="flat" cmpd="sng">
                <a:solidFill>
                  <a:schemeClr val="tx1"/>
                </a:solidFill>
                <a:prstDash val="solid"/>
                <a:round/>
                <a:headEnd type="none" w="med" len="med"/>
                <a:tailEnd type="none" w="med" len="med"/>
              </a:ln>
            </p:spPr>
          </p:sp>
          <p:sp>
            <p:nvSpPr>
              <p:cNvPr id="150641" name="Line 114"/>
              <p:cNvSpPr/>
              <p:nvPr/>
            </p:nvSpPr>
            <p:spPr>
              <a:xfrm flipV="1">
                <a:off x="1202" y="829"/>
                <a:ext cx="0" cy="227"/>
              </a:xfrm>
              <a:prstGeom prst="line">
                <a:avLst/>
              </a:prstGeom>
              <a:ln w="9525" cap="flat" cmpd="sng">
                <a:solidFill>
                  <a:schemeClr val="tx1"/>
                </a:solidFill>
                <a:prstDash val="solid"/>
                <a:round/>
                <a:headEnd type="none" w="med" len="med"/>
                <a:tailEnd type="none" w="med" len="med"/>
              </a:ln>
            </p:spPr>
          </p:sp>
          <p:sp>
            <p:nvSpPr>
              <p:cNvPr id="150642" name="Line 115"/>
              <p:cNvSpPr/>
              <p:nvPr/>
            </p:nvSpPr>
            <p:spPr>
              <a:xfrm flipV="1">
                <a:off x="1279" y="829"/>
                <a:ext cx="0" cy="227"/>
              </a:xfrm>
              <a:prstGeom prst="line">
                <a:avLst/>
              </a:prstGeom>
              <a:ln w="9525" cap="flat" cmpd="sng">
                <a:solidFill>
                  <a:schemeClr val="tx1"/>
                </a:solidFill>
                <a:prstDash val="solid"/>
                <a:round/>
                <a:headEnd type="none" w="med" len="med"/>
                <a:tailEnd type="none" w="med" len="med"/>
              </a:ln>
            </p:spPr>
          </p:sp>
          <p:sp>
            <p:nvSpPr>
              <p:cNvPr id="150643" name="Line 116"/>
              <p:cNvSpPr/>
              <p:nvPr/>
            </p:nvSpPr>
            <p:spPr>
              <a:xfrm flipV="1">
                <a:off x="1356" y="829"/>
                <a:ext cx="0" cy="227"/>
              </a:xfrm>
              <a:prstGeom prst="line">
                <a:avLst/>
              </a:prstGeom>
              <a:ln w="9525" cap="flat" cmpd="sng">
                <a:solidFill>
                  <a:schemeClr val="tx1"/>
                </a:solidFill>
                <a:prstDash val="solid"/>
                <a:round/>
                <a:headEnd type="none" w="med" len="med"/>
                <a:tailEnd type="none" w="med" len="med"/>
              </a:ln>
            </p:spPr>
          </p:sp>
          <p:sp>
            <p:nvSpPr>
              <p:cNvPr id="150644" name="Text Box 117"/>
              <p:cNvSpPr txBox="1"/>
              <p:nvPr/>
            </p:nvSpPr>
            <p:spPr>
              <a:xfrm rot="5400000">
                <a:off x="429" y="1235"/>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45" name="Text Box 118"/>
              <p:cNvSpPr txBox="1"/>
              <p:nvPr/>
            </p:nvSpPr>
            <p:spPr>
              <a:xfrm rot="5400000">
                <a:off x="198"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46" name="Text Box 119"/>
              <p:cNvSpPr txBox="1"/>
              <p:nvPr/>
            </p:nvSpPr>
            <p:spPr>
              <a:xfrm rot="5400000">
                <a:off x="314"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47" name="Text Box 120"/>
              <p:cNvSpPr txBox="1"/>
              <p:nvPr/>
            </p:nvSpPr>
            <p:spPr>
              <a:xfrm>
                <a:off x="1048"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48" name="Text Box 121"/>
              <p:cNvSpPr txBox="1"/>
              <p:nvPr/>
            </p:nvSpPr>
            <p:spPr>
              <a:xfrm>
                <a:off x="702" y="1536"/>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49" name="Text Box 122"/>
              <p:cNvSpPr txBox="1"/>
              <p:nvPr/>
            </p:nvSpPr>
            <p:spPr>
              <a:xfrm>
                <a:off x="355"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50" name="Text Box 123"/>
              <p:cNvSpPr txBox="1"/>
              <p:nvPr/>
            </p:nvSpPr>
            <p:spPr>
              <a:xfrm>
                <a:off x="740" y="1047"/>
                <a:ext cx="693"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sp>
            <p:nvSpPr>
              <p:cNvPr id="150651" name="Text Box 124"/>
              <p:cNvSpPr txBox="1"/>
              <p:nvPr/>
            </p:nvSpPr>
            <p:spPr>
              <a:xfrm>
                <a:off x="779" y="1191"/>
                <a:ext cx="731"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grpSp>
        <p:grpSp>
          <p:nvGrpSpPr>
            <p:cNvPr id="150652" name="Group 125"/>
            <p:cNvGrpSpPr/>
            <p:nvPr/>
          </p:nvGrpSpPr>
          <p:grpSpPr>
            <a:xfrm>
              <a:off x="4605" y="816"/>
              <a:ext cx="1067" cy="907"/>
              <a:chOff x="355" y="829"/>
              <a:chExt cx="1155" cy="907"/>
            </a:xfrm>
          </p:grpSpPr>
          <p:sp>
            <p:nvSpPr>
              <p:cNvPr id="150653" name="Text Box 126"/>
              <p:cNvSpPr txBox="1"/>
              <p:nvPr/>
            </p:nvSpPr>
            <p:spPr>
              <a:xfrm>
                <a:off x="864" y="1344"/>
                <a:ext cx="260" cy="212"/>
              </a:xfrm>
              <a:prstGeom prst="rect">
                <a:avLst/>
              </a:prstGeom>
              <a:noFill/>
              <a:ln w="9525">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V</a:t>
                </a:r>
                <a:endParaRPr lang="en-US" altLang="zh-CN" sz="1600" dirty="0">
                  <a:latin typeface="Times New Roman" panose="02020603050405020304" pitchFamily="18" charset="0"/>
                  <a:ea typeface="宋体" panose="02010600030101010101" pitchFamily="2" charset="-122"/>
                </a:endParaRPr>
              </a:p>
            </p:txBody>
          </p:sp>
          <p:sp>
            <p:nvSpPr>
              <p:cNvPr id="150654" name="Rectangle 127"/>
              <p:cNvSpPr/>
              <p:nvPr/>
            </p:nvSpPr>
            <p:spPr>
              <a:xfrm>
                <a:off x="394" y="1056"/>
                <a:ext cx="1054"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0655" name="Line 128"/>
              <p:cNvSpPr/>
              <p:nvPr/>
            </p:nvSpPr>
            <p:spPr>
              <a:xfrm flipV="1">
                <a:off x="471" y="829"/>
                <a:ext cx="0" cy="227"/>
              </a:xfrm>
              <a:prstGeom prst="line">
                <a:avLst/>
              </a:prstGeom>
              <a:ln w="9525" cap="flat" cmpd="sng">
                <a:solidFill>
                  <a:schemeClr val="tx1"/>
                </a:solidFill>
                <a:prstDash val="solid"/>
                <a:round/>
                <a:headEnd type="none" w="med" len="med"/>
                <a:tailEnd type="none" w="med" len="med"/>
              </a:ln>
            </p:spPr>
          </p:sp>
          <p:sp>
            <p:nvSpPr>
              <p:cNvPr id="150656" name="Line 129"/>
              <p:cNvSpPr/>
              <p:nvPr/>
            </p:nvSpPr>
            <p:spPr>
              <a:xfrm flipV="1">
                <a:off x="586" y="829"/>
                <a:ext cx="0" cy="227"/>
              </a:xfrm>
              <a:prstGeom prst="line">
                <a:avLst/>
              </a:prstGeom>
              <a:ln w="9525" cap="flat" cmpd="sng">
                <a:solidFill>
                  <a:schemeClr val="tx1"/>
                </a:solidFill>
                <a:prstDash val="solid"/>
                <a:round/>
                <a:headEnd type="none" w="med" len="med"/>
                <a:tailEnd type="none" w="med" len="med"/>
              </a:ln>
            </p:spPr>
          </p:sp>
          <p:sp>
            <p:nvSpPr>
              <p:cNvPr id="150657" name="Line 130"/>
              <p:cNvSpPr/>
              <p:nvPr/>
            </p:nvSpPr>
            <p:spPr>
              <a:xfrm flipV="1">
                <a:off x="702" y="829"/>
                <a:ext cx="0" cy="227"/>
              </a:xfrm>
              <a:prstGeom prst="line">
                <a:avLst/>
              </a:prstGeom>
              <a:ln w="9525" cap="flat" cmpd="sng">
                <a:solidFill>
                  <a:schemeClr val="tx1"/>
                </a:solidFill>
                <a:prstDash val="solid"/>
                <a:round/>
                <a:headEnd type="none" w="med" len="med"/>
                <a:tailEnd type="none" w="med" len="med"/>
              </a:ln>
            </p:spPr>
          </p:sp>
          <p:sp>
            <p:nvSpPr>
              <p:cNvPr id="150658" name="Line 131"/>
              <p:cNvSpPr/>
              <p:nvPr/>
            </p:nvSpPr>
            <p:spPr>
              <a:xfrm flipV="1">
                <a:off x="817" y="829"/>
                <a:ext cx="0" cy="227"/>
              </a:xfrm>
              <a:prstGeom prst="line">
                <a:avLst/>
              </a:prstGeom>
              <a:ln w="9525" cap="flat" cmpd="sng">
                <a:solidFill>
                  <a:schemeClr val="tx1"/>
                </a:solidFill>
                <a:prstDash val="solid"/>
                <a:round/>
                <a:headEnd type="none" w="med" len="med"/>
                <a:tailEnd type="none" w="med" len="med"/>
              </a:ln>
            </p:spPr>
          </p:sp>
          <p:sp>
            <p:nvSpPr>
              <p:cNvPr id="150659" name="Line 132"/>
              <p:cNvSpPr/>
              <p:nvPr/>
            </p:nvSpPr>
            <p:spPr>
              <a:xfrm flipV="1">
                <a:off x="894" y="829"/>
                <a:ext cx="0" cy="227"/>
              </a:xfrm>
              <a:prstGeom prst="line">
                <a:avLst/>
              </a:prstGeom>
              <a:ln w="9525" cap="flat" cmpd="sng">
                <a:solidFill>
                  <a:schemeClr val="tx1"/>
                </a:solidFill>
                <a:prstDash val="solid"/>
                <a:round/>
                <a:headEnd type="none" w="med" len="med"/>
                <a:tailEnd type="none" w="med" len="med"/>
              </a:ln>
            </p:spPr>
          </p:sp>
          <p:sp>
            <p:nvSpPr>
              <p:cNvPr id="150660" name="Line 133"/>
              <p:cNvSpPr/>
              <p:nvPr/>
            </p:nvSpPr>
            <p:spPr>
              <a:xfrm flipV="1">
                <a:off x="971" y="829"/>
                <a:ext cx="0" cy="227"/>
              </a:xfrm>
              <a:prstGeom prst="line">
                <a:avLst/>
              </a:prstGeom>
              <a:ln w="9525" cap="flat" cmpd="sng">
                <a:solidFill>
                  <a:schemeClr val="tx1"/>
                </a:solidFill>
                <a:prstDash val="solid"/>
                <a:round/>
                <a:headEnd type="none" w="med" len="med"/>
                <a:tailEnd type="none" w="med" len="med"/>
              </a:ln>
            </p:spPr>
          </p:sp>
          <p:sp>
            <p:nvSpPr>
              <p:cNvPr id="150661" name="Line 134"/>
              <p:cNvSpPr/>
              <p:nvPr/>
            </p:nvSpPr>
            <p:spPr>
              <a:xfrm flipV="1">
                <a:off x="1048" y="829"/>
                <a:ext cx="0" cy="227"/>
              </a:xfrm>
              <a:prstGeom prst="line">
                <a:avLst/>
              </a:prstGeom>
              <a:ln w="9525" cap="flat" cmpd="sng">
                <a:solidFill>
                  <a:schemeClr val="tx1"/>
                </a:solidFill>
                <a:prstDash val="solid"/>
                <a:round/>
                <a:headEnd type="none" w="med" len="med"/>
                <a:tailEnd type="none" w="med" len="med"/>
              </a:ln>
            </p:spPr>
          </p:sp>
          <p:sp>
            <p:nvSpPr>
              <p:cNvPr id="150662" name="Line 135"/>
              <p:cNvSpPr/>
              <p:nvPr/>
            </p:nvSpPr>
            <p:spPr>
              <a:xfrm flipV="1">
                <a:off x="1125" y="829"/>
                <a:ext cx="0" cy="227"/>
              </a:xfrm>
              <a:prstGeom prst="line">
                <a:avLst/>
              </a:prstGeom>
              <a:ln w="9525" cap="flat" cmpd="sng">
                <a:solidFill>
                  <a:schemeClr val="tx1"/>
                </a:solidFill>
                <a:prstDash val="solid"/>
                <a:round/>
                <a:headEnd type="none" w="med" len="med"/>
                <a:tailEnd type="none" w="med" len="med"/>
              </a:ln>
            </p:spPr>
          </p:sp>
          <p:sp>
            <p:nvSpPr>
              <p:cNvPr id="150663" name="Line 136"/>
              <p:cNvSpPr/>
              <p:nvPr/>
            </p:nvSpPr>
            <p:spPr>
              <a:xfrm flipV="1">
                <a:off x="1202" y="829"/>
                <a:ext cx="0" cy="227"/>
              </a:xfrm>
              <a:prstGeom prst="line">
                <a:avLst/>
              </a:prstGeom>
              <a:ln w="9525" cap="flat" cmpd="sng">
                <a:solidFill>
                  <a:schemeClr val="tx1"/>
                </a:solidFill>
                <a:prstDash val="solid"/>
                <a:round/>
                <a:headEnd type="none" w="med" len="med"/>
                <a:tailEnd type="none" w="med" len="med"/>
              </a:ln>
            </p:spPr>
          </p:sp>
          <p:sp>
            <p:nvSpPr>
              <p:cNvPr id="150664" name="Line 137"/>
              <p:cNvSpPr/>
              <p:nvPr/>
            </p:nvSpPr>
            <p:spPr>
              <a:xfrm flipV="1">
                <a:off x="1279" y="829"/>
                <a:ext cx="0" cy="227"/>
              </a:xfrm>
              <a:prstGeom prst="line">
                <a:avLst/>
              </a:prstGeom>
              <a:ln w="9525" cap="flat" cmpd="sng">
                <a:solidFill>
                  <a:schemeClr val="tx1"/>
                </a:solidFill>
                <a:prstDash val="solid"/>
                <a:round/>
                <a:headEnd type="none" w="med" len="med"/>
                <a:tailEnd type="none" w="med" len="med"/>
              </a:ln>
            </p:spPr>
          </p:sp>
          <p:sp>
            <p:nvSpPr>
              <p:cNvPr id="150665" name="Line 138"/>
              <p:cNvSpPr/>
              <p:nvPr/>
            </p:nvSpPr>
            <p:spPr>
              <a:xfrm flipV="1">
                <a:off x="1356" y="829"/>
                <a:ext cx="0" cy="227"/>
              </a:xfrm>
              <a:prstGeom prst="line">
                <a:avLst/>
              </a:prstGeom>
              <a:ln w="9525" cap="flat" cmpd="sng">
                <a:solidFill>
                  <a:schemeClr val="tx1"/>
                </a:solidFill>
                <a:prstDash val="solid"/>
                <a:round/>
                <a:headEnd type="none" w="med" len="med"/>
                <a:tailEnd type="none" w="med" len="med"/>
              </a:ln>
            </p:spPr>
          </p:sp>
          <p:sp>
            <p:nvSpPr>
              <p:cNvPr id="150666" name="Text Box 139"/>
              <p:cNvSpPr txBox="1"/>
              <p:nvPr/>
            </p:nvSpPr>
            <p:spPr>
              <a:xfrm rot="5400000">
                <a:off x="429" y="1235"/>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67" name="Text Box 140"/>
              <p:cNvSpPr txBox="1"/>
              <p:nvPr/>
            </p:nvSpPr>
            <p:spPr>
              <a:xfrm rot="5400000">
                <a:off x="198"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68" name="Text Box 141"/>
              <p:cNvSpPr txBox="1"/>
              <p:nvPr/>
            </p:nvSpPr>
            <p:spPr>
              <a:xfrm rot="5400000">
                <a:off x="314"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69" name="Text Box 142"/>
              <p:cNvSpPr txBox="1"/>
              <p:nvPr/>
            </p:nvSpPr>
            <p:spPr>
              <a:xfrm>
                <a:off x="1048"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70" name="Text Box 143"/>
              <p:cNvSpPr txBox="1"/>
              <p:nvPr/>
            </p:nvSpPr>
            <p:spPr>
              <a:xfrm>
                <a:off x="702" y="1536"/>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71" name="Text Box 144"/>
              <p:cNvSpPr txBox="1"/>
              <p:nvPr/>
            </p:nvSpPr>
            <p:spPr>
              <a:xfrm>
                <a:off x="355"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72" name="Text Box 145"/>
              <p:cNvSpPr txBox="1"/>
              <p:nvPr/>
            </p:nvSpPr>
            <p:spPr>
              <a:xfrm>
                <a:off x="740" y="1047"/>
                <a:ext cx="693"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sp>
            <p:nvSpPr>
              <p:cNvPr id="150673" name="Text Box 146"/>
              <p:cNvSpPr txBox="1"/>
              <p:nvPr/>
            </p:nvSpPr>
            <p:spPr>
              <a:xfrm>
                <a:off x="779" y="1191"/>
                <a:ext cx="731"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grpSp>
        <p:sp>
          <p:nvSpPr>
            <p:cNvPr id="150674" name="Text Box 147"/>
            <p:cNvSpPr txBox="1"/>
            <p:nvPr/>
          </p:nvSpPr>
          <p:spPr>
            <a:xfrm>
              <a:off x="1506" y="615"/>
              <a:ext cx="710"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5 </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6 </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7 </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8</a:t>
              </a:r>
              <a:endParaRPr lang="en-US" altLang="zh-CN" sz="1400" i="0" baseline="-25000" dirty="0">
                <a:latin typeface="Times New Roman" panose="02020603050405020304" pitchFamily="18" charset="0"/>
                <a:ea typeface="宋体" panose="02010600030101010101" pitchFamily="2" charset="-122"/>
              </a:endParaRPr>
            </a:p>
          </p:txBody>
        </p:sp>
        <p:sp>
          <p:nvSpPr>
            <p:cNvPr id="150675" name="Text Box 148"/>
            <p:cNvSpPr txBox="1"/>
            <p:nvPr/>
          </p:nvSpPr>
          <p:spPr>
            <a:xfrm>
              <a:off x="1554" y="432"/>
              <a:ext cx="70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5 </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6 </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7 </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8</a:t>
              </a:r>
              <a:endParaRPr lang="en-US" altLang="zh-CN" sz="1400" i="0" baseline="-25000" dirty="0">
                <a:latin typeface="Times New Roman" panose="02020603050405020304" pitchFamily="18" charset="0"/>
                <a:ea typeface="宋体" panose="02010600030101010101" pitchFamily="2" charset="-122"/>
              </a:endParaRPr>
            </a:p>
          </p:txBody>
        </p:sp>
        <p:sp>
          <p:nvSpPr>
            <p:cNvPr id="150676" name="Text Box 149"/>
            <p:cNvSpPr txBox="1"/>
            <p:nvPr/>
          </p:nvSpPr>
          <p:spPr>
            <a:xfrm>
              <a:off x="2348" y="624"/>
              <a:ext cx="488"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9</a:t>
              </a:r>
              <a:r>
                <a:rPr lang="en-US" altLang="zh-CN" sz="1400" i="0" dirty="0">
                  <a:latin typeface="Times New Roman" panose="02020603050405020304" pitchFamily="18" charset="0"/>
                  <a:ea typeface="宋体" panose="02010600030101010101" pitchFamily="2" charset="-122"/>
                </a:rPr>
                <a:t>0B</a:t>
              </a:r>
              <a:r>
                <a:rPr lang="en-US" altLang="zh-CN" sz="1400" i="0" baseline="-25000" dirty="0">
                  <a:latin typeface="Times New Roman" panose="02020603050405020304" pitchFamily="18" charset="0"/>
                  <a:ea typeface="宋体" panose="02010600030101010101" pitchFamily="2" charset="-122"/>
                </a:rPr>
                <a:t>9</a:t>
              </a:r>
              <a:endParaRPr lang="en-US" altLang="zh-CN" sz="1400" i="0" baseline="-25000" dirty="0">
                <a:latin typeface="Times New Roman" panose="02020603050405020304" pitchFamily="18" charset="0"/>
                <a:ea typeface="宋体" panose="02010600030101010101" pitchFamily="2" charset="-122"/>
              </a:endParaRPr>
            </a:p>
          </p:txBody>
        </p:sp>
        <p:sp>
          <p:nvSpPr>
            <p:cNvPr id="150677" name="Text Box 150"/>
            <p:cNvSpPr txBox="1"/>
            <p:nvPr/>
          </p:nvSpPr>
          <p:spPr>
            <a:xfrm>
              <a:off x="2658" y="615"/>
              <a:ext cx="710"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10</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11</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12</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13</a:t>
              </a:r>
              <a:endParaRPr lang="en-US" altLang="zh-CN" sz="1400" i="0" baseline="-25000" dirty="0">
                <a:latin typeface="Times New Roman" panose="02020603050405020304" pitchFamily="18" charset="0"/>
                <a:ea typeface="宋体" panose="02010600030101010101" pitchFamily="2" charset="-122"/>
              </a:endParaRPr>
            </a:p>
          </p:txBody>
        </p:sp>
        <p:sp>
          <p:nvSpPr>
            <p:cNvPr id="150678" name="Text Box 151"/>
            <p:cNvSpPr txBox="1"/>
            <p:nvPr/>
          </p:nvSpPr>
          <p:spPr>
            <a:xfrm>
              <a:off x="2706" y="432"/>
              <a:ext cx="794"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10</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11</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12</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13</a:t>
              </a:r>
              <a:endParaRPr lang="en-US" altLang="zh-CN" sz="1400" i="0" baseline="-25000" dirty="0">
                <a:latin typeface="Times New Roman" panose="02020603050405020304" pitchFamily="18" charset="0"/>
                <a:ea typeface="宋体" panose="02010600030101010101" pitchFamily="2" charset="-122"/>
              </a:endParaRPr>
            </a:p>
          </p:txBody>
        </p:sp>
        <p:sp>
          <p:nvSpPr>
            <p:cNvPr id="150679" name="Text Box 152"/>
            <p:cNvSpPr txBox="1"/>
            <p:nvPr/>
          </p:nvSpPr>
          <p:spPr>
            <a:xfrm>
              <a:off x="3456" y="624"/>
              <a:ext cx="488"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14</a:t>
              </a:r>
              <a:r>
                <a:rPr lang="en-US" altLang="zh-CN" sz="1200" i="0" dirty="0">
                  <a:latin typeface="Times New Roman" panose="02020603050405020304" pitchFamily="18" charset="0"/>
                  <a:ea typeface="宋体" panose="02010600030101010101" pitchFamily="2" charset="-122"/>
                </a:rPr>
                <a:t>0 B</a:t>
              </a:r>
              <a:r>
                <a:rPr lang="en-US" altLang="zh-CN" sz="1200" i="0" baseline="-25000" dirty="0">
                  <a:latin typeface="Times New Roman" panose="02020603050405020304" pitchFamily="18" charset="0"/>
                  <a:ea typeface="宋体" panose="02010600030101010101" pitchFamily="2" charset="-122"/>
                </a:rPr>
                <a:t>14</a:t>
              </a:r>
              <a:endParaRPr lang="en-US" altLang="zh-CN" sz="1200" i="0" baseline="-25000" dirty="0">
                <a:latin typeface="Times New Roman" panose="02020603050405020304" pitchFamily="18" charset="0"/>
                <a:ea typeface="宋体" panose="02010600030101010101" pitchFamily="2" charset="-122"/>
              </a:endParaRPr>
            </a:p>
          </p:txBody>
        </p:sp>
        <p:sp>
          <p:nvSpPr>
            <p:cNvPr id="150680" name="Text Box 153"/>
            <p:cNvSpPr txBox="1"/>
            <p:nvPr/>
          </p:nvSpPr>
          <p:spPr>
            <a:xfrm>
              <a:off x="3767" y="615"/>
              <a:ext cx="708"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15</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16</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17</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18</a:t>
              </a:r>
              <a:endParaRPr lang="en-US" altLang="zh-CN" sz="1400" i="0" baseline="-25000" dirty="0">
                <a:latin typeface="Times New Roman" panose="02020603050405020304" pitchFamily="18" charset="0"/>
                <a:ea typeface="宋体" panose="02010600030101010101" pitchFamily="2" charset="-122"/>
              </a:endParaRPr>
            </a:p>
          </p:txBody>
        </p:sp>
        <p:sp>
          <p:nvSpPr>
            <p:cNvPr id="150681" name="Text Box 154"/>
            <p:cNvSpPr txBox="1"/>
            <p:nvPr/>
          </p:nvSpPr>
          <p:spPr>
            <a:xfrm>
              <a:off x="3815" y="432"/>
              <a:ext cx="793"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15</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16</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17</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18</a:t>
              </a:r>
              <a:endParaRPr lang="en-US" altLang="zh-CN" sz="1400" i="0" baseline="-25000" dirty="0">
                <a:latin typeface="Times New Roman" panose="02020603050405020304" pitchFamily="18" charset="0"/>
                <a:ea typeface="宋体" panose="02010600030101010101" pitchFamily="2" charset="-122"/>
              </a:endParaRPr>
            </a:p>
          </p:txBody>
        </p:sp>
        <p:sp>
          <p:nvSpPr>
            <p:cNvPr id="150682" name="Text Box 155"/>
            <p:cNvSpPr txBox="1"/>
            <p:nvPr/>
          </p:nvSpPr>
          <p:spPr>
            <a:xfrm>
              <a:off x="4608" y="624"/>
              <a:ext cx="488"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19</a:t>
              </a:r>
              <a:r>
                <a:rPr lang="en-US" altLang="zh-CN" sz="1200" i="0" dirty="0">
                  <a:latin typeface="Times New Roman" panose="02020603050405020304" pitchFamily="18" charset="0"/>
                  <a:ea typeface="宋体" panose="02010600030101010101" pitchFamily="2" charset="-122"/>
                </a:rPr>
                <a:t>0 B</a:t>
              </a:r>
              <a:r>
                <a:rPr lang="en-US" altLang="zh-CN" sz="1200" i="0" baseline="-25000" dirty="0">
                  <a:latin typeface="Times New Roman" panose="02020603050405020304" pitchFamily="18" charset="0"/>
                  <a:ea typeface="宋体" panose="02010600030101010101" pitchFamily="2" charset="-122"/>
                </a:rPr>
                <a:t>19</a:t>
              </a:r>
              <a:endParaRPr lang="en-US" altLang="zh-CN" sz="1200" i="0" baseline="-25000" dirty="0">
                <a:latin typeface="Times New Roman" panose="02020603050405020304" pitchFamily="18" charset="0"/>
                <a:ea typeface="宋体" panose="02010600030101010101" pitchFamily="2" charset="-122"/>
              </a:endParaRPr>
            </a:p>
          </p:txBody>
        </p:sp>
        <p:sp>
          <p:nvSpPr>
            <p:cNvPr id="150683" name="Text Box 156"/>
            <p:cNvSpPr txBox="1"/>
            <p:nvPr/>
          </p:nvSpPr>
          <p:spPr>
            <a:xfrm>
              <a:off x="4919" y="615"/>
              <a:ext cx="708"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20</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21</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22</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23</a:t>
              </a:r>
              <a:endParaRPr lang="en-US" altLang="zh-CN" sz="1400" i="0" baseline="-25000" dirty="0">
                <a:latin typeface="Times New Roman" panose="02020603050405020304" pitchFamily="18" charset="0"/>
                <a:ea typeface="宋体" panose="02010600030101010101" pitchFamily="2" charset="-122"/>
              </a:endParaRPr>
            </a:p>
          </p:txBody>
        </p:sp>
        <p:sp>
          <p:nvSpPr>
            <p:cNvPr id="150684" name="Text Box 157"/>
            <p:cNvSpPr txBox="1"/>
            <p:nvPr/>
          </p:nvSpPr>
          <p:spPr>
            <a:xfrm>
              <a:off x="4967" y="432"/>
              <a:ext cx="793"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20</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21</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22</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23</a:t>
              </a:r>
              <a:endParaRPr lang="en-US" altLang="zh-CN" sz="1400" i="0" baseline="-25000" dirty="0">
                <a:latin typeface="Times New Roman" panose="02020603050405020304" pitchFamily="18" charset="0"/>
                <a:ea typeface="宋体" panose="02010600030101010101" pitchFamily="2" charset="-122"/>
              </a:endParaRPr>
            </a:p>
          </p:txBody>
        </p:sp>
        <p:sp>
          <p:nvSpPr>
            <p:cNvPr id="150685" name="Line 158"/>
            <p:cNvSpPr/>
            <p:nvPr/>
          </p:nvSpPr>
          <p:spPr>
            <a:xfrm>
              <a:off x="3145" y="1728"/>
              <a:ext cx="0" cy="159"/>
            </a:xfrm>
            <a:prstGeom prst="line">
              <a:avLst/>
            </a:prstGeom>
            <a:ln w="9525" cap="flat" cmpd="sng">
              <a:solidFill>
                <a:schemeClr val="tx1"/>
              </a:solidFill>
              <a:prstDash val="solid"/>
              <a:round/>
              <a:headEnd type="none" w="med" len="med"/>
              <a:tailEnd type="none" w="med" len="med"/>
            </a:ln>
          </p:spPr>
        </p:sp>
        <p:sp>
          <p:nvSpPr>
            <p:cNvPr id="150686" name="Line 159"/>
            <p:cNvSpPr/>
            <p:nvPr/>
          </p:nvSpPr>
          <p:spPr>
            <a:xfrm flipH="1">
              <a:off x="2703" y="1872"/>
              <a:ext cx="442" cy="0"/>
            </a:xfrm>
            <a:prstGeom prst="line">
              <a:avLst/>
            </a:prstGeom>
            <a:ln w="9525" cap="flat" cmpd="sng">
              <a:solidFill>
                <a:schemeClr val="tx1"/>
              </a:solidFill>
              <a:prstDash val="solid"/>
              <a:round/>
              <a:headEnd type="none" w="med" len="med"/>
              <a:tailEnd type="none" w="med" len="med"/>
            </a:ln>
          </p:spPr>
        </p:sp>
        <p:sp>
          <p:nvSpPr>
            <p:cNvPr id="150687" name="Line 160"/>
            <p:cNvSpPr/>
            <p:nvPr/>
          </p:nvSpPr>
          <p:spPr>
            <a:xfrm flipH="1">
              <a:off x="2526" y="1920"/>
              <a:ext cx="282" cy="0"/>
            </a:xfrm>
            <a:prstGeom prst="line">
              <a:avLst/>
            </a:prstGeom>
            <a:ln w="9525" cap="flat" cmpd="sng">
              <a:solidFill>
                <a:schemeClr val="tx1"/>
              </a:solidFill>
              <a:prstDash val="solid"/>
              <a:round/>
              <a:headEnd type="none" w="med" len="med"/>
              <a:tailEnd type="none" w="med" len="med"/>
            </a:ln>
          </p:spPr>
        </p:sp>
        <p:sp>
          <p:nvSpPr>
            <p:cNvPr id="150688" name="Line 161"/>
            <p:cNvSpPr/>
            <p:nvPr/>
          </p:nvSpPr>
          <p:spPr>
            <a:xfrm flipH="1">
              <a:off x="2904" y="1920"/>
              <a:ext cx="1350" cy="0"/>
            </a:xfrm>
            <a:prstGeom prst="line">
              <a:avLst/>
            </a:prstGeom>
            <a:ln w="9525" cap="flat" cmpd="sng">
              <a:solidFill>
                <a:schemeClr val="tx1"/>
              </a:solidFill>
              <a:prstDash val="solid"/>
              <a:round/>
              <a:headEnd type="none" w="med" len="med"/>
              <a:tailEnd type="none" w="med" len="med"/>
            </a:ln>
          </p:spPr>
        </p:sp>
        <p:sp>
          <p:nvSpPr>
            <p:cNvPr id="150689" name="Line 162"/>
            <p:cNvSpPr/>
            <p:nvPr/>
          </p:nvSpPr>
          <p:spPr>
            <a:xfrm flipH="1">
              <a:off x="2997" y="1968"/>
              <a:ext cx="681" cy="0"/>
            </a:xfrm>
            <a:prstGeom prst="line">
              <a:avLst/>
            </a:prstGeom>
            <a:ln w="9525" cap="flat" cmpd="sng">
              <a:solidFill>
                <a:schemeClr val="tx1"/>
              </a:solidFill>
              <a:prstDash val="solid"/>
              <a:round/>
              <a:headEnd type="none" w="med" len="med"/>
              <a:tailEnd type="none" w="med" len="med"/>
            </a:ln>
          </p:spPr>
        </p:sp>
        <p:sp>
          <p:nvSpPr>
            <p:cNvPr id="150690" name="Line 163"/>
            <p:cNvSpPr/>
            <p:nvPr/>
          </p:nvSpPr>
          <p:spPr>
            <a:xfrm flipH="1">
              <a:off x="1993" y="2016"/>
              <a:ext cx="535" cy="0"/>
            </a:xfrm>
            <a:prstGeom prst="line">
              <a:avLst/>
            </a:prstGeom>
            <a:ln w="9525" cap="flat" cmpd="sng">
              <a:solidFill>
                <a:schemeClr val="tx1"/>
              </a:solidFill>
              <a:prstDash val="solid"/>
              <a:round/>
              <a:headEnd type="none" w="med" len="med"/>
              <a:tailEnd type="none" w="med" len="med"/>
            </a:ln>
          </p:spPr>
        </p:sp>
        <p:sp>
          <p:nvSpPr>
            <p:cNvPr id="150691" name="Line 164"/>
            <p:cNvSpPr/>
            <p:nvPr/>
          </p:nvSpPr>
          <p:spPr>
            <a:xfrm flipH="1">
              <a:off x="3102" y="2064"/>
              <a:ext cx="2347" cy="0"/>
            </a:xfrm>
            <a:prstGeom prst="line">
              <a:avLst/>
            </a:prstGeom>
            <a:ln w="9525" cap="flat" cmpd="sng">
              <a:solidFill>
                <a:schemeClr val="tx1"/>
              </a:solidFill>
              <a:prstDash val="solid"/>
              <a:round/>
              <a:headEnd type="none" w="med" len="med"/>
              <a:tailEnd type="none" w="med" len="med"/>
            </a:ln>
          </p:spPr>
        </p:sp>
        <p:sp>
          <p:nvSpPr>
            <p:cNvPr id="150692" name="Line 165"/>
            <p:cNvSpPr/>
            <p:nvPr/>
          </p:nvSpPr>
          <p:spPr>
            <a:xfrm flipH="1">
              <a:off x="3191" y="2208"/>
              <a:ext cx="1593" cy="0"/>
            </a:xfrm>
            <a:prstGeom prst="line">
              <a:avLst/>
            </a:prstGeom>
            <a:ln w="9525" cap="flat" cmpd="sng">
              <a:solidFill>
                <a:schemeClr val="tx1"/>
              </a:solidFill>
              <a:prstDash val="solid"/>
              <a:round/>
              <a:headEnd type="none" w="med" len="med"/>
              <a:tailEnd type="none" w="med" len="med"/>
            </a:ln>
          </p:spPr>
        </p:sp>
        <p:sp>
          <p:nvSpPr>
            <p:cNvPr id="150693" name="Line 166"/>
            <p:cNvSpPr/>
            <p:nvPr/>
          </p:nvSpPr>
          <p:spPr>
            <a:xfrm>
              <a:off x="2526" y="1728"/>
              <a:ext cx="0" cy="204"/>
            </a:xfrm>
            <a:prstGeom prst="line">
              <a:avLst/>
            </a:prstGeom>
            <a:ln w="9525" cap="flat" cmpd="sng">
              <a:solidFill>
                <a:schemeClr val="tx1"/>
              </a:solidFill>
              <a:prstDash val="solid"/>
              <a:round/>
              <a:headEnd type="none" w="med" len="med"/>
              <a:tailEnd type="none" w="med" len="med"/>
            </a:ln>
          </p:spPr>
        </p:sp>
        <p:sp>
          <p:nvSpPr>
            <p:cNvPr id="150694" name="Line 167"/>
            <p:cNvSpPr/>
            <p:nvPr/>
          </p:nvSpPr>
          <p:spPr>
            <a:xfrm>
              <a:off x="4254" y="1728"/>
              <a:ext cx="0" cy="204"/>
            </a:xfrm>
            <a:prstGeom prst="line">
              <a:avLst/>
            </a:prstGeom>
            <a:ln w="9525" cap="flat" cmpd="sng">
              <a:solidFill>
                <a:schemeClr val="tx1"/>
              </a:solidFill>
              <a:prstDash val="solid"/>
              <a:round/>
              <a:headEnd type="none" w="med" len="med"/>
              <a:tailEnd type="none" w="med" len="med"/>
            </a:ln>
          </p:spPr>
        </p:sp>
        <p:sp>
          <p:nvSpPr>
            <p:cNvPr id="150695" name="Line 168"/>
            <p:cNvSpPr/>
            <p:nvPr/>
          </p:nvSpPr>
          <p:spPr>
            <a:xfrm>
              <a:off x="3678" y="1728"/>
              <a:ext cx="0" cy="249"/>
            </a:xfrm>
            <a:prstGeom prst="line">
              <a:avLst/>
            </a:prstGeom>
            <a:ln w="9525" cap="flat" cmpd="sng">
              <a:solidFill>
                <a:schemeClr val="tx1"/>
              </a:solidFill>
              <a:prstDash val="solid"/>
              <a:round/>
              <a:headEnd type="none" w="med" len="med"/>
              <a:tailEnd type="none" w="med" len="med"/>
            </a:ln>
          </p:spPr>
        </p:sp>
        <p:sp>
          <p:nvSpPr>
            <p:cNvPr id="150696" name="Line 169"/>
            <p:cNvSpPr/>
            <p:nvPr/>
          </p:nvSpPr>
          <p:spPr>
            <a:xfrm>
              <a:off x="5449" y="1728"/>
              <a:ext cx="0" cy="340"/>
            </a:xfrm>
            <a:prstGeom prst="line">
              <a:avLst/>
            </a:prstGeom>
            <a:ln w="9525" cap="flat" cmpd="sng">
              <a:solidFill>
                <a:schemeClr val="tx1"/>
              </a:solidFill>
              <a:prstDash val="solid"/>
              <a:round/>
              <a:headEnd type="none" w="med" len="med"/>
              <a:tailEnd type="none" w="med" len="med"/>
            </a:ln>
          </p:spPr>
        </p:sp>
        <p:sp>
          <p:nvSpPr>
            <p:cNvPr id="150697" name="Line 170"/>
            <p:cNvSpPr/>
            <p:nvPr/>
          </p:nvSpPr>
          <p:spPr>
            <a:xfrm>
              <a:off x="4785" y="1732"/>
              <a:ext cx="0" cy="476"/>
            </a:xfrm>
            <a:prstGeom prst="line">
              <a:avLst/>
            </a:prstGeom>
            <a:ln w="9525" cap="flat" cmpd="sng">
              <a:solidFill>
                <a:schemeClr val="tx1"/>
              </a:solidFill>
              <a:prstDash val="solid"/>
              <a:round/>
              <a:headEnd type="none" w="med" len="med"/>
              <a:tailEnd type="none" w="med" len="med"/>
            </a:ln>
          </p:spPr>
        </p:sp>
        <p:sp>
          <p:nvSpPr>
            <p:cNvPr id="150698" name="Line 171"/>
            <p:cNvSpPr/>
            <p:nvPr/>
          </p:nvSpPr>
          <p:spPr>
            <a:xfrm flipH="1">
              <a:off x="222" y="2304"/>
              <a:ext cx="1860" cy="0"/>
            </a:xfrm>
            <a:prstGeom prst="line">
              <a:avLst/>
            </a:prstGeom>
            <a:ln w="9525" cap="flat" cmpd="sng">
              <a:solidFill>
                <a:schemeClr val="tx1"/>
              </a:solidFill>
              <a:prstDash val="solid"/>
              <a:round/>
              <a:headEnd type="none" w="med" len="med"/>
              <a:tailEnd type="none" w="med" len="med"/>
            </a:ln>
          </p:spPr>
        </p:sp>
        <p:sp>
          <p:nvSpPr>
            <p:cNvPr id="150699" name="Line 172"/>
            <p:cNvSpPr/>
            <p:nvPr/>
          </p:nvSpPr>
          <p:spPr>
            <a:xfrm flipH="1">
              <a:off x="532" y="2208"/>
              <a:ext cx="1706" cy="0"/>
            </a:xfrm>
            <a:prstGeom prst="line">
              <a:avLst/>
            </a:prstGeom>
            <a:ln w="9525" cap="flat" cmpd="sng">
              <a:solidFill>
                <a:schemeClr val="tx1"/>
              </a:solidFill>
              <a:prstDash val="solid"/>
              <a:round/>
              <a:headEnd type="none" w="med" len="med"/>
              <a:tailEnd type="none" w="med" len="med"/>
            </a:ln>
          </p:spPr>
        </p:sp>
        <p:sp>
          <p:nvSpPr>
            <p:cNvPr id="150700" name="Line 173"/>
            <p:cNvSpPr/>
            <p:nvPr/>
          </p:nvSpPr>
          <p:spPr>
            <a:xfrm flipH="1">
              <a:off x="841" y="2112"/>
              <a:ext cx="1539" cy="0"/>
            </a:xfrm>
            <a:prstGeom prst="line">
              <a:avLst/>
            </a:prstGeom>
            <a:ln w="9525" cap="flat" cmpd="sng">
              <a:solidFill>
                <a:schemeClr val="tx1"/>
              </a:solidFill>
              <a:prstDash val="solid"/>
              <a:round/>
              <a:headEnd type="none" w="med" len="med"/>
              <a:tailEnd type="none" w="med" len="med"/>
            </a:ln>
          </p:spPr>
        </p:sp>
        <p:sp>
          <p:nvSpPr>
            <p:cNvPr id="150701" name="Line 174"/>
            <p:cNvSpPr/>
            <p:nvPr/>
          </p:nvSpPr>
          <p:spPr>
            <a:xfrm flipH="1">
              <a:off x="1329" y="1968"/>
              <a:ext cx="1286" cy="0"/>
            </a:xfrm>
            <a:prstGeom prst="line">
              <a:avLst/>
            </a:prstGeom>
            <a:ln w="9525" cap="flat" cmpd="sng">
              <a:solidFill>
                <a:schemeClr val="tx1"/>
              </a:solidFill>
              <a:prstDash val="solid"/>
              <a:round/>
              <a:headEnd type="none" w="med" len="med"/>
              <a:tailEnd type="none" w="med" len="med"/>
            </a:ln>
          </p:spPr>
        </p:sp>
        <p:sp>
          <p:nvSpPr>
            <p:cNvPr id="150702" name="Line 175"/>
            <p:cNvSpPr/>
            <p:nvPr/>
          </p:nvSpPr>
          <p:spPr>
            <a:xfrm>
              <a:off x="1993" y="1728"/>
              <a:ext cx="0" cy="295"/>
            </a:xfrm>
            <a:prstGeom prst="line">
              <a:avLst/>
            </a:prstGeom>
            <a:ln w="9525" cap="flat" cmpd="sng">
              <a:solidFill>
                <a:schemeClr val="tx1"/>
              </a:solidFill>
              <a:prstDash val="solid"/>
              <a:round/>
              <a:headEnd type="none" w="med" len="med"/>
              <a:tailEnd type="none" w="med" len="med"/>
            </a:ln>
          </p:spPr>
        </p:sp>
        <p:sp>
          <p:nvSpPr>
            <p:cNvPr id="150703" name="Line 176"/>
            <p:cNvSpPr/>
            <p:nvPr/>
          </p:nvSpPr>
          <p:spPr>
            <a:xfrm>
              <a:off x="1329" y="1728"/>
              <a:ext cx="0" cy="249"/>
            </a:xfrm>
            <a:prstGeom prst="line">
              <a:avLst/>
            </a:prstGeom>
            <a:ln w="9525" cap="flat" cmpd="sng">
              <a:solidFill>
                <a:schemeClr val="tx1"/>
              </a:solidFill>
              <a:prstDash val="solid"/>
              <a:round/>
              <a:headEnd type="none" w="med" len="med"/>
              <a:tailEnd type="none" w="med" len="med"/>
            </a:ln>
          </p:spPr>
        </p:sp>
        <p:sp>
          <p:nvSpPr>
            <p:cNvPr id="150704" name="AutoShape 177"/>
            <p:cNvSpPr/>
            <p:nvPr/>
          </p:nvSpPr>
          <p:spPr>
            <a:xfrm rot="-5400000">
              <a:off x="2564" y="3108"/>
              <a:ext cx="168" cy="864"/>
            </a:xfrm>
            <a:prstGeom prst="leftBrace">
              <a:avLst>
                <a:gd name="adj1" fmla="val 42785"/>
                <a:gd name="adj2" fmla="val 50000"/>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0705" name="AutoShape 178"/>
            <p:cNvSpPr/>
            <p:nvPr/>
          </p:nvSpPr>
          <p:spPr>
            <a:xfrm rot="5400000" flipV="1">
              <a:off x="2893" y="-2161"/>
              <a:ext cx="144" cy="5139"/>
            </a:xfrm>
            <a:prstGeom prst="leftBrace">
              <a:avLst>
                <a:gd name="adj1" fmla="val 296900"/>
                <a:gd name="adj2" fmla="val 50000"/>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5890" name="Object 2"/>
          <p:cNvGraphicFramePr>
            <a:graphicFrameLocks noChangeAspect="1"/>
          </p:cNvGraphicFramePr>
          <p:nvPr/>
        </p:nvGraphicFramePr>
        <p:xfrm>
          <a:off x="-69850" y="1524000"/>
          <a:ext cx="5151438" cy="4038600"/>
        </p:xfrm>
        <a:graphic>
          <a:graphicData uri="http://schemas.openxmlformats.org/presentationml/2006/ole">
            <mc:AlternateContent xmlns:mc="http://schemas.openxmlformats.org/markup-compatibility/2006">
              <mc:Choice xmlns:v="urn:schemas-microsoft-com:vml" Requires="v">
                <p:oleObj spid="_x0000_s3321" name="" r:id="rId1" imgW="5389245" imgH="3900805" progId="Word.Document.8">
                  <p:embed/>
                </p:oleObj>
              </mc:Choice>
              <mc:Fallback>
                <p:oleObj name="" r:id="rId1" imgW="5389245" imgH="3900805" progId="Word.Document.8">
                  <p:embed/>
                  <p:pic>
                    <p:nvPicPr>
                      <p:cNvPr id="0" name="图片 3320"/>
                      <p:cNvPicPr/>
                      <p:nvPr/>
                    </p:nvPicPr>
                    <p:blipFill>
                      <a:blip r:embed="rId2">
                        <a:clrChange>
                          <a:clrFrom>
                            <a:srgbClr val="000000"/>
                          </a:clrFrom>
                          <a:clrTo>
                            <a:srgbClr val="FF0000"/>
                          </a:clrTo>
                        </a:clrChange>
                        <a:clrChange>
                          <a:clrFrom>
                            <a:srgbClr val="FFFF00"/>
                          </a:clrFrom>
                          <a:clrTo>
                            <a:srgbClr val="000000"/>
                          </a:clrTo>
                        </a:clrChange>
                      </a:blip>
                      <a:stretch>
                        <a:fillRect/>
                      </a:stretch>
                    </p:blipFill>
                    <p:spPr>
                      <a:xfrm>
                        <a:off x="-69850" y="1524000"/>
                        <a:ext cx="5151438" cy="4038600"/>
                      </a:xfrm>
                      <a:prstGeom prst="rect">
                        <a:avLst/>
                      </a:prstGeom>
                      <a:noFill/>
                      <a:ln w="38100">
                        <a:noFill/>
                        <a:miter/>
                      </a:ln>
                    </p:spPr>
                  </p:pic>
                </p:oleObj>
              </mc:Fallback>
            </mc:AlternateContent>
          </a:graphicData>
        </a:graphic>
      </p:graphicFrame>
      <p:sp>
        <p:nvSpPr>
          <p:cNvPr id="165891" name="Text Box 3"/>
          <p:cNvSpPr txBox="1">
            <a:spLocks noChangeArrowheads="1"/>
          </p:cNvSpPr>
          <p:nvPr/>
        </p:nvSpPr>
        <p:spPr bwMode="auto">
          <a:xfrm>
            <a:off x="257175" y="460375"/>
            <a:ext cx="8424863" cy="953135"/>
          </a:xfrm>
          <a:prstGeom prst="rect">
            <a:avLst/>
          </a:prstGeom>
          <a:noFill/>
          <a:ln w="9525">
            <a:noFill/>
            <a:miter lim="800000"/>
          </a:ln>
          <a:effectLst/>
        </p:spPr>
        <p:txBody>
          <a:bodyPr>
            <a:spAutoFit/>
          </a:bodyPr>
          <a:lstStyle/>
          <a:p>
            <a:pPr marR="0" algn="just" defTabSz="914400">
              <a:buClrTx/>
              <a:buSzTx/>
              <a:buFontTx/>
              <a:buNone/>
              <a:defRPr/>
            </a:pPr>
            <a:r>
              <a:rPr kumimoji="1" lang="en-US" altLang="zh-CN" sz="2800" b="1" i="0" kern="1200" cap="none" spc="0" normalizeH="0" baseline="0" noProof="0" dirty="0" smtClean="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5.8   </a:t>
            </a:r>
            <a:r>
              <a:rPr kumimoji="1" lang="zh-CN" altLang="en-US" sz="2800" b="1" i="0"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奇偶校验器</a:t>
            </a:r>
            <a:endParaRPr kumimoji="1" lang="zh-CN" altLang="en-US" sz="2800" b="1" i="0"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buNone/>
              <a:defRPr/>
            </a:pPr>
            <a:r>
              <a:rPr kumimoji="1" lang="zh-CN" altLang="en-US" sz="2800" i="0" kern="1200" cap="none" spc="0" normalizeH="0" baseline="0" noProof="0" dirty="0">
                <a:latin typeface="华文楷体" panose="02010600040101010101" pitchFamily="2" charset="-122"/>
                <a:ea typeface="华文楷体" panose="02010600040101010101" pitchFamily="2" charset="-122"/>
                <a:cs typeface="+mn-cs"/>
              </a:rPr>
              <a:t>          检验数据码中</a:t>
            </a:r>
            <a:r>
              <a:rPr kumimoji="1" lang="en-US" altLang="zh-CN" sz="2800" i="0" kern="1200" cap="none" spc="0" normalizeH="0" baseline="0" noProof="0" dirty="0">
                <a:latin typeface="华文楷体" panose="02010600040101010101" pitchFamily="2" charset="-122"/>
                <a:ea typeface="华文楷体" panose="02010600040101010101" pitchFamily="2" charset="-122"/>
                <a:cs typeface="+mn-cs"/>
              </a:rPr>
              <a:t>1</a:t>
            </a:r>
            <a:r>
              <a:rPr kumimoji="1" lang="zh-CN" altLang="en-US" sz="2800" i="0" kern="1200" cap="none" spc="0" normalizeH="0" baseline="0" noProof="0" dirty="0">
                <a:latin typeface="华文楷体" panose="02010600040101010101" pitchFamily="2" charset="-122"/>
                <a:ea typeface="华文楷体" panose="02010600040101010101" pitchFamily="2" charset="-122"/>
                <a:cs typeface="+mn-cs"/>
              </a:rPr>
              <a:t>的总个数是奇数还是偶数。</a:t>
            </a:r>
            <a:endParaRPr kumimoji="1" lang="zh-CN" altLang="en-US" sz="3200" i="0" kern="1200" cap="none" spc="0" normalizeH="0" baseline="0" noProof="0" dirty="0">
              <a:latin typeface="华文楷体" panose="02010600040101010101" pitchFamily="2" charset="-122"/>
              <a:ea typeface="华文楷体" panose="02010600040101010101" pitchFamily="2" charset="-122"/>
              <a:cs typeface="+mn-cs"/>
            </a:endParaRPr>
          </a:p>
        </p:txBody>
      </p:sp>
      <p:graphicFrame>
        <p:nvGraphicFramePr>
          <p:cNvPr id="165892" name="Object 4"/>
          <p:cNvGraphicFramePr>
            <a:graphicFrameLocks noChangeAspect="1"/>
          </p:cNvGraphicFramePr>
          <p:nvPr/>
        </p:nvGraphicFramePr>
        <p:xfrm>
          <a:off x="6315075" y="4419600"/>
          <a:ext cx="1266825" cy="403225"/>
        </p:xfrm>
        <a:graphic>
          <a:graphicData uri="http://schemas.openxmlformats.org/presentationml/2006/ole">
            <mc:AlternateContent xmlns:mc="http://schemas.openxmlformats.org/markup-compatibility/2006">
              <mc:Choice xmlns:v="urn:schemas-microsoft-com:vml" Requires="v">
                <p:oleObj spid="_x0000_s3322" name="" r:id="rId3" imgW="923925" imgH="272415" progId="Equation.3">
                  <p:embed/>
                </p:oleObj>
              </mc:Choice>
              <mc:Fallback>
                <p:oleObj name="" r:id="rId3" imgW="923925" imgH="272415" progId="Equation.3">
                  <p:embed/>
                  <p:pic>
                    <p:nvPicPr>
                      <p:cNvPr id="0" name="图片 3321"/>
                      <p:cNvPicPr/>
                      <p:nvPr/>
                    </p:nvPicPr>
                    <p:blipFill>
                      <a:blip r:embed="rId4">
                        <a:clrChange>
                          <a:clrFrom>
                            <a:srgbClr val="000000"/>
                          </a:clrFrom>
                          <a:clrTo>
                            <a:srgbClr val="000000"/>
                          </a:clrTo>
                        </a:clrChange>
                      </a:blip>
                      <a:stretch>
                        <a:fillRect/>
                      </a:stretch>
                    </p:blipFill>
                    <p:spPr>
                      <a:xfrm>
                        <a:off x="6315075" y="4419600"/>
                        <a:ext cx="1266825" cy="403225"/>
                      </a:xfrm>
                      <a:prstGeom prst="rect">
                        <a:avLst/>
                      </a:prstGeom>
                      <a:noFill/>
                      <a:ln w="38100">
                        <a:noFill/>
                        <a:miter/>
                      </a:ln>
                    </p:spPr>
                  </p:pic>
                </p:oleObj>
              </mc:Fallback>
            </mc:AlternateContent>
          </a:graphicData>
        </a:graphic>
      </p:graphicFrame>
      <p:graphicFrame>
        <p:nvGraphicFramePr>
          <p:cNvPr id="165893" name="Object 5"/>
          <p:cNvGraphicFramePr>
            <a:graphicFrameLocks noChangeAspect="1"/>
          </p:cNvGraphicFramePr>
          <p:nvPr/>
        </p:nvGraphicFramePr>
        <p:xfrm>
          <a:off x="5330825" y="1984375"/>
          <a:ext cx="3492500" cy="1984375"/>
        </p:xfrm>
        <a:graphic>
          <a:graphicData uri="http://schemas.openxmlformats.org/presentationml/2006/ole">
            <mc:AlternateContent xmlns:mc="http://schemas.openxmlformats.org/markup-compatibility/2006">
              <mc:Choice xmlns:v="urn:schemas-microsoft-com:vml" Requires="v">
                <p:oleObj spid="_x0000_s3323" name="" r:id="rId5" imgW="3716020" imgH="2120900" progId="Word.Document.8">
                  <p:embed/>
                </p:oleObj>
              </mc:Choice>
              <mc:Fallback>
                <p:oleObj name="" r:id="rId5" imgW="3716020" imgH="2120900" progId="Word.Document.8">
                  <p:embed/>
                  <p:pic>
                    <p:nvPicPr>
                      <p:cNvPr id="0" name="图片 3322"/>
                      <p:cNvPicPr/>
                      <p:nvPr/>
                    </p:nvPicPr>
                    <p:blipFill>
                      <a:blip r:embed="rId6">
                        <a:clrChange>
                          <a:clrFrom>
                            <a:srgbClr val="000000"/>
                          </a:clrFrom>
                          <a:clrTo>
                            <a:srgbClr val="FF0000"/>
                          </a:clrTo>
                        </a:clrChange>
                        <a:clrChange>
                          <a:clrFrom>
                            <a:srgbClr val="FFFF00"/>
                          </a:clrFrom>
                          <a:clrTo>
                            <a:srgbClr val="000000"/>
                          </a:clrTo>
                        </a:clrChange>
                      </a:blip>
                      <a:stretch>
                        <a:fillRect/>
                      </a:stretch>
                    </p:blipFill>
                    <p:spPr>
                      <a:xfrm>
                        <a:off x="5330825" y="1984375"/>
                        <a:ext cx="3492500" cy="19843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5891">
                                            <p:txEl>
                                              <p:charRg st="4294967295" end="4294967295"/>
                                            </p:txEl>
                                          </p:spTgt>
                                        </p:tgtEl>
                                        <p:attrNameLst>
                                          <p:attrName>style.visibility</p:attrName>
                                        </p:attrNameLst>
                                      </p:cBhvr>
                                      <p:to>
                                        <p:strVal val="visible"/>
                                      </p:to>
                                    </p:set>
                                    <p:anim calcmode="lin" valueType="num">
                                      <p:cBhvr additive="base">
                                        <p:cTn id="7" dur="500" fill="hold"/>
                                        <p:tgtEl>
                                          <p:spTgt spid="165891">
                                            <p:txEl>
                                              <p:charRg st="4294967295" end="429496729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5891">
                                            <p:txEl>
                                              <p:char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5891">
                                            <p:txEl>
                                              <p:charRg st="0" end="12"/>
                                            </p:txEl>
                                          </p:spTgt>
                                        </p:tgtEl>
                                        <p:attrNameLst>
                                          <p:attrName>style.visibility</p:attrName>
                                        </p:attrNameLst>
                                      </p:cBhvr>
                                      <p:to>
                                        <p:strVal val="visible"/>
                                      </p:to>
                                    </p:set>
                                    <p:anim calcmode="lin" valueType="num">
                                      <p:cBhvr additive="base">
                                        <p:cTn id="13" dur="500" fill="hold"/>
                                        <p:tgtEl>
                                          <p:spTgt spid="165891">
                                            <p:txEl>
                                              <p:charRg st="0" end="1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5891">
                                            <p:txEl>
                                              <p:charRg st="0" end="1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5891">
                                            <p:txEl>
                                              <p:charRg st="12" end="42"/>
                                            </p:txEl>
                                          </p:spTgt>
                                        </p:tgtEl>
                                        <p:attrNameLst>
                                          <p:attrName>style.visibility</p:attrName>
                                        </p:attrNameLst>
                                      </p:cBhvr>
                                      <p:to>
                                        <p:strVal val="visible"/>
                                      </p:to>
                                    </p:set>
                                    <p:anim calcmode="lin" valueType="num">
                                      <p:cBhvr additive="base">
                                        <p:cTn id="19" dur="500" fill="hold"/>
                                        <p:tgtEl>
                                          <p:spTgt spid="165891">
                                            <p:txEl>
                                              <p:charRg st="12" end="4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5891">
                                            <p:txEl>
                                              <p:charRg st="12" end="4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65890"/>
                                        </p:tgtEl>
                                        <p:attrNameLst>
                                          <p:attrName>style.visibility</p:attrName>
                                        </p:attrNameLst>
                                      </p:cBhvr>
                                      <p:to>
                                        <p:strVal val="visible"/>
                                      </p:to>
                                    </p:set>
                                    <p:anim calcmode="lin" valueType="num">
                                      <p:cBhvr additive="base">
                                        <p:cTn id="25" dur="500" fill="hold"/>
                                        <p:tgtEl>
                                          <p:spTgt spid="165890"/>
                                        </p:tgtEl>
                                        <p:attrNameLst>
                                          <p:attrName>ppt_x</p:attrName>
                                        </p:attrNameLst>
                                      </p:cBhvr>
                                      <p:tavLst>
                                        <p:tav tm="0">
                                          <p:val>
                                            <p:strVal val="0-#ppt_w/2"/>
                                          </p:val>
                                        </p:tav>
                                        <p:tav tm="100000">
                                          <p:val>
                                            <p:strVal val="#ppt_x"/>
                                          </p:val>
                                        </p:tav>
                                      </p:tavLst>
                                    </p:anim>
                                    <p:anim calcmode="lin" valueType="num">
                                      <p:cBhvr additive="base">
                                        <p:cTn id="26" dur="500" fill="hold"/>
                                        <p:tgtEl>
                                          <p:spTgt spid="16589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65893"/>
                                        </p:tgtEl>
                                        <p:attrNameLst>
                                          <p:attrName>style.visibility</p:attrName>
                                        </p:attrNameLst>
                                      </p:cBhvr>
                                      <p:to>
                                        <p:strVal val="visible"/>
                                      </p:to>
                                    </p:set>
                                    <p:anim calcmode="lin" valueType="num">
                                      <p:cBhvr additive="base">
                                        <p:cTn id="31" dur="500" fill="hold"/>
                                        <p:tgtEl>
                                          <p:spTgt spid="165893"/>
                                        </p:tgtEl>
                                        <p:attrNameLst>
                                          <p:attrName>ppt_x</p:attrName>
                                        </p:attrNameLst>
                                      </p:cBhvr>
                                      <p:tavLst>
                                        <p:tav tm="0">
                                          <p:val>
                                            <p:strVal val="0-#ppt_w/2"/>
                                          </p:val>
                                        </p:tav>
                                        <p:tav tm="100000">
                                          <p:val>
                                            <p:strVal val="#ppt_x"/>
                                          </p:val>
                                        </p:tav>
                                      </p:tavLst>
                                    </p:anim>
                                    <p:anim calcmode="lin" valueType="num">
                                      <p:cBhvr additive="base">
                                        <p:cTn id="32" dur="500" fill="hold"/>
                                        <p:tgtEl>
                                          <p:spTgt spid="16589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65892"/>
                                        </p:tgtEl>
                                        <p:attrNameLst>
                                          <p:attrName>style.visibility</p:attrName>
                                        </p:attrNameLst>
                                      </p:cBhvr>
                                      <p:to>
                                        <p:strVal val="visible"/>
                                      </p:to>
                                    </p:set>
                                    <p:anim calcmode="lin" valueType="num">
                                      <p:cBhvr additive="base">
                                        <p:cTn id="37" dur="500" fill="hold"/>
                                        <p:tgtEl>
                                          <p:spTgt spid="165892"/>
                                        </p:tgtEl>
                                        <p:attrNameLst>
                                          <p:attrName>ppt_x</p:attrName>
                                        </p:attrNameLst>
                                      </p:cBhvr>
                                      <p:tavLst>
                                        <p:tav tm="0">
                                          <p:val>
                                            <p:strVal val="0-#ppt_w/2"/>
                                          </p:val>
                                        </p:tav>
                                        <p:tav tm="100000">
                                          <p:val>
                                            <p:strVal val="#ppt_x"/>
                                          </p:val>
                                        </p:tav>
                                      </p:tavLst>
                                    </p:anim>
                                    <p:anim calcmode="lin" valueType="num">
                                      <p:cBhvr additive="base">
                                        <p:cTn id="38" dur="500" fill="hold"/>
                                        <p:tgtEl>
                                          <p:spTgt spid="1658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2577" name="Group 2"/>
          <p:cNvGrpSpPr/>
          <p:nvPr/>
        </p:nvGrpSpPr>
        <p:grpSpPr>
          <a:xfrm>
            <a:off x="728663" y="998538"/>
            <a:ext cx="7623175" cy="4986337"/>
            <a:chOff x="3414" y="3110"/>
            <a:chExt cx="5706" cy="3077"/>
          </a:xfrm>
        </p:grpSpPr>
        <p:grpSp>
          <p:nvGrpSpPr>
            <p:cNvPr id="152578" name="Group 3"/>
            <p:cNvGrpSpPr/>
            <p:nvPr/>
          </p:nvGrpSpPr>
          <p:grpSpPr>
            <a:xfrm>
              <a:off x="3414" y="3110"/>
              <a:ext cx="5706" cy="2902"/>
              <a:chOff x="3414" y="11118"/>
              <a:chExt cx="5706" cy="2902"/>
            </a:xfrm>
          </p:grpSpPr>
          <p:sp>
            <p:nvSpPr>
              <p:cNvPr id="152579" name="Line 4"/>
              <p:cNvSpPr/>
              <p:nvPr/>
            </p:nvSpPr>
            <p:spPr>
              <a:xfrm flipV="1">
                <a:off x="7434" y="11611"/>
                <a:ext cx="0" cy="102"/>
              </a:xfrm>
              <a:prstGeom prst="line">
                <a:avLst/>
              </a:prstGeom>
              <a:ln w="9525" cap="flat" cmpd="sng">
                <a:solidFill>
                  <a:srgbClr val="0000FF"/>
                </a:solidFill>
                <a:prstDash val="solid"/>
                <a:round/>
                <a:headEnd type="none" w="med" len="med"/>
                <a:tailEnd type="none" w="med" len="med"/>
              </a:ln>
            </p:spPr>
          </p:sp>
          <p:sp>
            <p:nvSpPr>
              <p:cNvPr id="152580" name="Line 5"/>
              <p:cNvSpPr/>
              <p:nvPr/>
            </p:nvSpPr>
            <p:spPr>
              <a:xfrm flipV="1">
                <a:off x="7434" y="11803"/>
                <a:ext cx="0" cy="102"/>
              </a:xfrm>
              <a:prstGeom prst="line">
                <a:avLst/>
              </a:prstGeom>
              <a:ln w="9525" cap="flat" cmpd="sng">
                <a:solidFill>
                  <a:srgbClr val="0000FF"/>
                </a:solidFill>
                <a:prstDash val="solid"/>
                <a:round/>
                <a:headEnd type="none" w="med" len="med"/>
                <a:tailEnd type="none" w="med" len="med"/>
              </a:ln>
            </p:spPr>
          </p:sp>
          <p:sp>
            <p:nvSpPr>
              <p:cNvPr id="152581" name="Freeform 6"/>
              <p:cNvSpPr/>
              <p:nvPr/>
            </p:nvSpPr>
            <p:spPr>
              <a:xfrm rot="-5400000" flipV="1">
                <a:off x="7361" y="11675"/>
                <a:ext cx="306" cy="176"/>
              </a:xfrm>
              <a:custGeom>
                <a:avLst/>
                <a:gdLst/>
                <a:ahLst/>
                <a:cxnLst>
                  <a:cxn ang="0">
                    <a:pos x="0" y="175"/>
                  </a:cxn>
                  <a:cxn ang="0">
                    <a:pos x="153" y="0"/>
                  </a:cxn>
                  <a:cxn ang="0">
                    <a:pos x="306" y="176"/>
                  </a:cxn>
                </a:cxnLst>
                <a:pathLst>
                  <a:path w="360" h="289">
                    <a:moveTo>
                      <a:pt x="0" y="288"/>
                    </a:moveTo>
                    <a:lnTo>
                      <a:pt x="180" y="0"/>
                    </a:lnTo>
                    <a:lnTo>
                      <a:pt x="360" y="289"/>
                    </a:lnTo>
                  </a:path>
                </a:pathLst>
              </a:custGeom>
              <a:noFill/>
              <a:ln w="9525" cap="flat" cmpd="sng">
                <a:solidFill>
                  <a:srgbClr val="0000FF"/>
                </a:solidFill>
                <a:prstDash val="solid"/>
                <a:round/>
                <a:headEnd type="none" w="med" len="med"/>
                <a:tailEnd type="none" w="med" len="med"/>
              </a:ln>
            </p:spPr>
            <p:txBody>
              <a:bodyPr/>
              <a:p>
                <a:endParaRPr lang="zh-CN" altLang="en-US"/>
              </a:p>
            </p:txBody>
          </p:sp>
          <p:sp>
            <p:nvSpPr>
              <p:cNvPr id="152582" name="Line 7"/>
              <p:cNvSpPr/>
              <p:nvPr/>
            </p:nvSpPr>
            <p:spPr>
              <a:xfrm>
                <a:off x="5511" y="11938"/>
                <a:ext cx="125" cy="0"/>
              </a:xfrm>
              <a:prstGeom prst="line">
                <a:avLst/>
              </a:prstGeom>
              <a:ln w="9525" cap="flat" cmpd="sng">
                <a:solidFill>
                  <a:srgbClr val="0000FF"/>
                </a:solidFill>
                <a:prstDash val="solid"/>
                <a:round/>
                <a:headEnd type="none" w="med" len="med"/>
                <a:tailEnd type="none" w="med" len="med"/>
              </a:ln>
            </p:spPr>
          </p:sp>
          <p:sp>
            <p:nvSpPr>
              <p:cNvPr id="152583" name="Line 8"/>
              <p:cNvSpPr/>
              <p:nvPr/>
            </p:nvSpPr>
            <p:spPr>
              <a:xfrm>
                <a:off x="4692" y="11806"/>
                <a:ext cx="0" cy="624"/>
              </a:xfrm>
              <a:prstGeom prst="line">
                <a:avLst/>
              </a:prstGeom>
              <a:ln w="9525" cap="flat" cmpd="sng">
                <a:solidFill>
                  <a:srgbClr val="0000FF"/>
                </a:solidFill>
                <a:prstDash val="solid"/>
                <a:round/>
                <a:headEnd type="none" w="med" len="med"/>
                <a:tailEnd type="none" w="med" len="med"/>
              </a:ln>
            </p:spPr>
          </p:sp>
          <p:sp>
            <p:nvSpPr>
              <p:cNvPr id="152584" name="Line 9"/>
              <p:cNvSpPr/>
              <p:nvPr/>
            </p:nvSpPr>
            <p:spPr>
              <a:xfrm flipH="1" flipV="1">
                <a:off x="4791" y="11806"/>
                <a:ext cx="1" cy="626"/>
              </a:xfrm>
              <a:prstGeom prst="line">
                <a:avLst/>
              </a:prstGeom>
              <a:ln w="9525" cap="flat" cmpd="sng">
                <a:solidFill>
                  <a:srgbClr val="0000FF"/>
                </a:solidFill>
                <a:prstDash val="solid"/>
                <a:round/>
                <a:headEnd type="none" w="med" len="med"/>
                <a:tailEnd type="none" w="med" len="med"/>
              </a:ln>
            </p:spPr>
          </p:sp>
          <p:sp>
            <p:nvSpPr>
              <p:cNvPr id="152585" name="Rectangle 10" descr="羊皮纸"/>
              <p:cNvSpPr/>
              <p:nvPr/>
            </p:nvSpPr>
            <p:spPr>
              <a:xfrm>
                <a:off x="8220" y="12169"/>
                <a:ext cx="900" cy="1248"/>
              </a:xfrm>
              <a:prstGeom prst="rect">
                <a:avLst/>
              </a:prstGeom>
              <a:blipFill rotWithShape="1">
                <a:blip r:embed="rId1"/>
              </a:blipFill>
              <a:ln w="9525">
                <a:noFill/>
              </a:ln>
            </p:spPr>
            <p:txBody>
              <a:bodyPr lIns="0" tIns="0" rIns="0" bIns="0" anchor="t" anchorCtr="0"/>
              <a:p>
                <a:pPr algn="just">
                  <a:lnSpc>
                    <a:spcPct val="96000"/>
                  </a:lnSpc>
                </a:pPr>
                <a:r>
                  <a:rPr lang="zh-CN" altLang="en-US" i="0" dirty="0">
                    <a:latin typeface="Times New Roman" panose="02020603050405020304" pitchFamily="18" charset="0"/>
                    <a:ea typeface="宋体" panose="02010600030101010101" pitchFamily="2" charset="-122"/>
                  </a:rPr>
                  <a:t>校验正确</a:t>
                </a:r>
                <a:endParaRPr lang="zh-CN" altLang="en-US" i="0" dirty="0">
                  <a:latin typeface="Times New Roman" panose="02020603050405020304" pitchFamily="18" charset="0"/>
                  <a:ea typeface="宋体" panose="02010600030101010101" pitchFamily="2" charset="-122"/>
                </a:endParaRPr>
              </a:p>
              <a:p>
                <a:pPr algn="just">
                  <a:lnSpc>
                    <a:spcPct val="96000"/>
                  </a:lnSpc>
                </a:pPr>
                <a:r>
                  <a:rPr lang="zh-CN" altLang="en-US" i="0" dirty="0">
                    <a:latin typeface="Times New Roman" panose="02020603050405020304" pitchFamily="18" charset="0"/>
                    <a:ea typeface="宋体" panose="02010600030101010101" pitchFamily="2" charset="-122"/>
                  </a:rPr>
                  <a:t>命令接收</a:t>
                </a:r>
                <a:endParaRPr lang="zh-CN" altLang="en-US" i="0" dirty="0">
                  <a:latin typeface="Times New Roman" panose="02020603050405020304" pitchFamily="18" charset="0"/>
                  <a:ea typeface="宋体" panose="02010600030101010101" pitchFamily="2" charset="-122"/>
                </a:endParaRPr>
              </a:p>
              <a:p>
                <a:pPr algn="just">
                  <a:lnSpc>
                    <a:spcPct val="96000"/>
                  </a:lnSpc>
                </a:pPr>
                <a:endParaRPr lang="zh-CN" altLang="en-US" i="0" dirty="0">
                  <a:latin typeface="Times New Roman" panose="02020603050405020304" pitchFamily="18" charset="0"/>
                  <a:ea typeface="宋体" panose="02010600030101010101" pitchFamily="2" charset="-122"/>
                </a:endParaRPr>
              </a:p>
              <a:p>
                <a:pPr algn="just">
                  <a:lnSpc>
                    <a:spcPct val="96000"/>
                  </a:lnSpc>
                </a:pPr>
                <a:r>
                  <a:rPr lang="zh-CN" altLang="en-US" i="0" dirty="0">
                    <a:latin typeface="Times New Roman" panose="02020603050405020304" pitchFamily="18" charset="0"/>
                    <a:ea typeface="宋体" panose="02010600030101010101" pitchFamily="2" charset="-122"/>
                  </a:rPr>
                  <a:t>校验出错</a:t>
                </a:r>
                <a:endParaRPr lang="zh-CN" altLang="en-US" i="0" dirty="0">
                  <a:latin typeface="Times New Roman" panose="02020603050405020304" pitchFamily="18" charset="0"/>
                  <a:ea typeface="宋体" panose="02010600030101010101" pitchFamily="2" charset="-122"/>
                </a:endParaRPr>
              </a:p>
              <a:p>
                <a:pPr algn="just">
                  <a:lnSpc>
                    <a:spcPct val="96000"/>
                  </a:lnSpc>
                </a:pPr>
                <a:r>
                  <a:rPr lang="zh-CN" altLang="en-US" i="0" dirty="0">
                    <a:latin typeface="Times New Roman" panose="02020603050405020304" pitchFamily="18" charset="0"/>
                    <a:ea typeface="宋体" panose="02010600030101010101" pitchFamily="2" charset="-122"/>
                  </a:rPr>
                  <a:t>报  警</a:t>
                </a:r>
                <a:endParaRPr lang="zh-CN" altLang="en-US" dirty="0">
                  <a:latin typeface="Times New Roman" panose="02020603050405020304" pitchFamily="18" charset="0"/>
                  <a:ea typeface="宋体" panose="02010600030101010101" pitchFamily="2" charset="-122"/>
                </a:endParaRPr>
              </a:p>
            </p:txBody>
          </p:sp>
          <p:sp>
            <p:nvSpPr>
              <p:cNvPr id="152586" name="Rectangle 11"/>
              <p:cNvSpPr/>
              <p:nvPr/>
            </p:nvSpPr>
            <p:spPr>
              <a:xfrm>
                <a:off x="3414" y="11515"/>
                <a:ext cx="900" cy="46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nchor="t" anchorCtr="0"/>
              <a:p>
                <a:pPr algn="ctr"/>
                <a:r>
                  <a:rPr lang="zh-CN" altLang="en-US" i="0" dirty="0">
                    <a:latin typeface="Times New Roman" panose="02020603050405020304" pitchFamily="18" charset="0"/>
                    <a:ea typeface="宋体" panose="02010600030101010101" pitchFamily="2" charset="-122"/>
                  </a:rPr>
                  <a:t>发送端</a:t>
                </a:r>
                <a:endParaRPr lang="zh-CN" altLang="en-US" dirty="0">
                  <a:latin typeface="Times New Roman" panose="02020603050405020304" pitchFamily="18" charset="0"/>
                  <a:ea typeface="宋体" panose="02010600030101010101" pitchFamily="2" charset="-122"/>
                </a:endParaRPr>
              </a:p>
            </p:txBody>
          </p:sp>
          <p:sp>
            <p:nvSpPr>
              <p:cNvPr id="152587" name="Rectangle 12"/>
              <p:cNvSpPr/>
              <p:nvPr/>
            </p:nvSpPr>
            <p:spPr>
              <a:xfrm>
                <a:off x="7605" y="11506"/>
                <a:ext cx="900" cy="46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nchor="t" anchorCtr="0"/>
              <a:p>
                <a:pPr algn="ctr"/>
                <a:r>
                  <a:rPr lang="zh-CN" altLang="en-US" i="0" dirty="0">
                    <a:latin typeface="Times New Roman" panose="02020603050405020304" pitchFamily="18" charset="0"/>
                    <a:ea typeface="宋体" panose="02010600030101010101" pitchFamily="2" charset="-122"/>
                  </a:rPr>
                  <a:t>接收端</a:t>
                </a:r>
                <a:endParaRPr lang="zh-CN" altLang="en-US" dirty="0">
                  <a:latin typeface="Times New Roman" panose="02020603050405020304" pitchFamily="18" charset="0"/>
                  <a:ea typeface="宋体" panose="02010600030101010101" pitchFamily="2" charset="-122"/>
                </a:endParaRPr>
              </a:p>
            </p:txBody>
          </p:sp>
          <p:sp>
            <p:nvSpPr>
              <p:cNvPr id="152588" name="Rectangle 13"/>
              <p:cNvSpPr/>
              <p:nvPr/>
            </p:nvSpPr>
            <p:spPr>
              <a:xfrm>
                <a:off x="4329" y="12613"/>
                <a:ext cx="900" cy="60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nchor="t" anchorCtr="0"/>
              <a:p>
                <a:pPr algn="ctr"/>
                <a:r>
                  <a:rPr lang="zh-CN" altLang="en-US" i="0" dirty="0">
                    <a:latin typeface="Times New Roman" panose="02020603050405020304" pitchFamily="18" charset="0"/>
                    <a:ea typeface="宋体" panose="02010600030101010101" pitchFamily="2" charset="-122"/>
                  </a:rPr>
                  <a:t>奇偶</a:t>
                </a:r>
                <a:endParaRPr lang="zh-CN" altLang="en-US" i="0" dirty="0">
                  <a:latin typeface="Times New Roman" panose="02020603050405020304" pitchFamily="18" charset="0"/>
                  <a:ea typeface="宋体" panose="02010600030101010101" pitchFamily="2" charset="-122"/>
                </a:endParaRPr>
              </a:p>
              <a:p>
                <a:pPr algn="ctr"/>
                <a:r>
                  <a:rPr lang="zh-CN" altLang="en-US" i="0" dirty="0">
                    <a:latin typeface="Times New Roman" panose="02020603050405020304" pitchFamily="18" charset="0"/>
                    <a:ea typeface="宋体" panose="02010600030101010101" pitchFamily="2" charset="-122"/>
                  </a:rPr>
                  <a:t>发生器</a:t>
                </a:r>
                <a:endParaRPr lang="zh-CN" altLang="en-US" dirty="0">
                  <a:latin typeface="Times New Roman" panose="02020603050405020304" pitchFamily="18" charset="0"/>
                  <a:ea typeface="宋体" panose="02010600030101010101" pitchFamily="2" charset="-122"/>
                </a:endParaRPr>
              </a:p>
            </p:txBody>
          </p:sp>
          <p:sp>
            <p:nvSpPr>
              <p:cNvPr id="152589" name="Rectangle 14"/>
              <p:cNvSpPr/>
              <p:nvPr/>
            </p:nvSpPr>
            <p:spPr>
              <a:xfrm>
                <a:off x="6519" y="12622"/>
                <a:ext cx="900" cy="60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nchor="t" anchorCtr="0"/>
              <a:p>
                <a:pPr algn="ctr"/>
                <a:r>
                  <a:rPr lang="zh-CN" altLang="en-US" i="0" dirty="0">
                    <a:latin typeface="Times New Roman" panose="02020603050405020304" pitchFamily="18" charset="0"/>
                    <a:ea typeface="宋体" panose="02010600030101010101" pitchFamily="2" charset="-122"/>
                  </a:rPr>
                  <a:t>奇偶</a:t>
                </a:r>
                <a:endParaRPr lang="zh-CN" altLang="en-US" i="0" dirty="0">
                  <a:latin typeface="Times New Roman" panose="02020603050405020304" pitchFamily="18" charset="0"/>
                  <a:ea typeface="宋体" panose="02010600030101010101" pitchFamily="2" charset="-122"/>
                </a:endParaRPr>
              </a:p>
              <a:p>
                <a:pPr algn="ctr"/>
                <a:r>
                  <a:rPr lang="zh-CN" altLang="en-US" i="0" dirty="0">
                    <a:latin typeface="Times New Roman" panose="02020603050405020304" pitchFamily="18" charset="0"/>
                    <a:ea typeface="宋体" panose="02010600030101010101" pitchFamily="2" charset="-122"/>
                  </a:rPr>
                  <a:t>校验器</a:t>
                </a:r>
                <a:endParaRPr lang="zh-CN" altLang="en-US" dirty="0">
                  <a:latin typeface="Times New Roman" panose="02020603050405020304" pitchFamily="18" charset="0"/>
                  <a:ea typeface="宋体" panose="02010600030101010101" pitchFamily="2" charset="-122"/>
                </a:endParaRPr>
              </a:p>
            </p:txBody>
          </p:sp>
          <p:sp>
            <p:nvSpPr>
              <p:cNvPr id="152590" name="Rectangle 15"/>
              <p:cNvSpPr/>
              <p:nvPr/>
            </p:nvSpPr>
            <p:spPr>
              <a:xfrm>
                <a:off x="7638" y="13552"/>
                <a:ext cx="900" cy="46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nchor="t" anchorCtr="0"/>
              <a:p>
                <a:pPr algn="ctr"/>
                <a:r>
                  <a:rPr lang="zh-CN" altLang="en-US" i="0" dirty="0">
                    <a:latin typeface="Times New Roman" panose="02020603050405020304" pitchFamily="18" charset="0"/>
                    <a:ea typeface="宋体" panose="02010600030101010101" pitchFamily="2" charset="-122"/>
                  </a:rPr>
                  <a:t>报警</a:t>
                </a:r>
                <a:endParaRPr lang="zh-CN" altLang="en-US" dirty="0">
                  <a:latin typeface="Times New Roman" panose="02020603050405020304" pitchFamily="18" charset="0"/>
                  <a:ea typeface="宋体" panose="02010600030101010101" pitchFamily="2" charset="-122"/>
                </a:endParaRPr>
              </a:p>
            </p:txBody>
          </p:sp>
          <p:sp>
            <p:nvSpPr>
              <p:cNvPr id="152591" name="Line 16"/>
              <p:cNvSpPr/>
              <p:nvPr/>
            </p:nvSpPr>
            <p:spPr>
              <a:xfrm>
                <a:off x="4311" y="11716"/>
                <a:ext cx="1270" cy="0"/>
              </a:xfrm>
              <a:prstGeom prst="line">
                <a:avLst/>
              </a:prstGeom>
              <a:ln w="9525" cap="flat" cmpd="sng">
                <a:solidFill>
                  <a:srgbClr val="0000FF"/>
                </a:solidFill>
                <a:prstDash val="solid"/>
                <a:round/>
                <a:headEnd type="none" w="med" len="med"/>
                <a:tailEnd type="none" w="med" len="med"/>
              </a:ln>
            </p:spPr>
          </p:sp>
          <p:sp>
            <p:nvSpPr>
              <p:cNvPr id="152592" name="Line 17"/>
              <p:cNvSpPr/>
              <p:nvPr/>
            </p:nvSpPr>
            <p:spPr>
              <a:xfrm>
                <a:off x="6999" y="11797"/>
                <a:ext cx="437" cy="0"/>
              </a:xfrm>
              <a:prstGeom prst="line">
                <a:avLst/>
              </a:prstGeom>
              <a:ln w="9525" cap="flat" cmpd="sng">
                <a:solidFill>
                  <a:srgbClr val="0000FF"/>
                </a:solidFill>
                <a:prstDash val="solid"/>
                <a:round/>
                <a:headEnd type="none" w="med" len="med"/>
                <a:tailEnd type="none" w="med" len="med"/>
              </a:ln>
            </p:spPr>
          </p:sp>
          <p:sp>
            <p:nvSpPr>
              <p:cNvPr id="152593" name="Line 18"/>
              <p:cNvSpPr/>
              <p:nvPr/>
            </p:nvSpPr>
            <p:spPr>
              <a:xfrm rot="5400000" flipV="1">
                <a:off x="4853" y="12385"/>
                <a:ext cx="0" cy="102"/>
              </a:xfrm>
              <a:prstGeom prst="line">
                <a:avLst/>
              </a:prstGeom>
              <a:ln w="9525" cap="flat" cmpd="sng">
                <a:solidFill>
                  <a:srgbClr val="0000FF"/>
                </a:solidFill>
                <a:prstDash val="solid"/>
                <a:round/>
                <a:headEnd type="none" w="med" len="med"/>
                <a:tailEnd type="none" w="med" len="med"/>
              </a:ln>
            </p:spPr>
          </p:sp>
          <p:sp>
            <p:nvSpPr>
              <p:cNvPr id="152594" name="Line 19"/>
              <p:cNvSpPr/>
              <p:nvPr/>
            </p:nvSpPr>
            <p:spPr>
              <a:xfrm rot="5400000" flipV="1">
                <a:off x="4661" y="12385"/>
                <a:ext cx="0" cy="102"/>
              </a:xfrm>
              <a:prstGeom prst="line">
                <a:avLst/>
              </a:prstGeom>
              <a:ln w="9525" cap="flat" cmpd="sng">
                <a:solidFill>
                  <a:srgbClr val="0000FF"/>
                </a:solidFill>
                <a:prstDash val="solid"/>
                <a:round/>
                <a:headEnd type="none" w="med" len="med"/>
                <a:tailEnd type="none" w="med" len="med"/>
              </a:ln>
            </p:spPr>
          </p:sp>
          <p:sp>
            <p:nvSpPr>
              <p:cNvPr id="152595" name="Freeform 20"/>
              <p:cNvSpPr/>
              <p:nvPr/>
            </p:nvSpPr>
            <p:spPr>
              <a:xfrm flipV="1">
                <a:off x="4599" y="12428"/>
                <a:ext cx="306" cy="176"/>
              </a:xfrm>
              <a:custGeom>
                <a:avLst/>
                <a:gdLst/>
                <a:ahLst/>
                <a:cxnLst>
                  <a:cxn ang="0">
                    <a:pos x="0" y="175"/>
                  </a:cxn>
                  <a:cxn ang="0">
                    <a:pos x="153" y="0"/>
                  </a:cxn>
                  <a:cxn ang="0">
                    <a:pos x="306" y="176"/>
                  </a:cxn>
                </a:cxnLst>
                <a:pathLst>
                  <a:path w="360" h="289">
                    <a:moveTo>
                      <a:pt x="0" y="288"/>
                    </a:moveTo>
                    <a:lnTo>
                      <a:pt x="180" y="0"/>
                    </a:lnTo>
                    <a:lnTo>
                      <a:pt x="360" y="289"/>
                    </a:lnTo>
                  </a:path>
                </a:pathLst>
              </a:custGeom>
              <a:noFill/>
              <a:ln w="9525" cap="flat" cmpd="sng">
                <a:solidFill>
                  <a:srgbClr val="0000FF"/>
                </a:solidFill>
                <a:prstDash val="solid"/>
                <a:round/>
                <a:headEnd type="none" w="med" len="med"/>
                <a:tailEnd type="none" w="med" len="med"/>
              </a:ln>
            </p:spPr>
            <p:txBody>
              <a:bodyPr/>
              <a:p>
                <a:endParaRPr lang="zh-CN" altLang="en-US"/>
              </a:p>
            </p:txBody>
          </p:sp>
          <p:sp>
            <p:nvSpPr>
              <p:cNvPr id="152596" name="Line 21"/>
              <p:cNvSpPr/>
              <p:nvPr/>
            </p:nvSpPr>
            <p:spPr>
              <a:xfrm rot="5400000" flipV="1">
                <a:off x="7058" y="12379"/>
                <a:ext cx="0" cy="102"/>
              </a:xfrm>
              <a:prstGeom prst="line">
                <a:avLst/>
              </a:prstGeom>
              <a:ln w="9525" cap="flat" cmpd="sng">
                <a:solidFill>
                  <a:srgbClr val="0000FF"/>
                </a:solidFill>
                <a:prstDash val="solid"/>
                <a:round/>
                <a:headEnd type="none" w="med" len="med"/>
                <a:tailEnd type="none" w="med" len="med"/>
              </a:ln>
            </p:spPr>
          </p:sp>
          <p:sp>
            <p:nvSpPr>
              <p:cNvPr id="152597" name="Line 22"/>
              <p:cNvSpPr/>
              <p:nvPr/>
            </p:nvSpPr>
            <p:spPr>
              <a:xfrm rot="5400000" flipV="1">
                <a:off x="6854" y="12379"/>
                <a:ext cx="0" cy="102"/>
              </a:xfrm>
              <a:prstGeom prst="line">
                <a:avLst/>
              </a:prstGeom>
              <a:ln w="9525" cap="flat" cmpd="sng">
                <a:solidFill>
                  <a:srgbClr val="0000FF"/>
                </a:solidFill>
                <a:prstDash val="solid"/>
                <a:round/>
                <a:headEnd type="none" w="med" len="med"/>
                <a:tailEnd type="none" w="med" len="med"/>
              </a:ln>
            </p:spPr>
          </p:sp>
          <p:sp>
            <p:nvSpPr>
              <p:cNvPr id="152598" name="Freeform 23"/>
              <p:cNvSpPr/>
              <p:nvPr/>
            </p:nvSpPr>
            <p:spPr>
              <a:xfrm flipV="1">
                <a:off x="6804" y="12422"/>
                <a:ext cx="306" cy="176"/>
              </a:xfrm>
              <a:custGeom>
                <a:avLst/>
                <a:gdLst/>
                <a:ahLst/>
                <a:cxnLst>
                  <a:cxn ang="0">
                    <a:pos x="0" y="175"/>
                  </a:cxn>
                  <a:cxn ang="0">
                    <a:pos x="153" y="0"/>
                  </a:cxn>
                  <a:cxn ang="0">
                    <a:pos x="306" y="176"/>
                  </a:cxn>
                </a:cxnLst>
                <a:pathLst>
                  <a:path w="360" h="289">
                    <a:moveTo>
                      <a:pt x="0" y="288"/>
                    </a:moveTo>
                    <a:lnTo>
                      <a:pt x="180" y="0"/>
                    </a:lnTo>
                    <a:lnTo>
                      <a:pt x="360" y="289"/>
                    </a:lnTo>
                  </a:path>
                </a:pathLst>
              </a:custGeom>
              <a:noFill/>
              <a:ln w="9525" cap="flat" cmpd="sng">
                <a:solidFill>
                  <a:srgbClr val="0000FF"/>
                </a:solidFill>
                <a:prstDash val="solid"/>
                <a:round/>
                <a:headEnd type="none" w="med" len="med"/>
                <a:tailEnd type="none" w="med" len="med"/>
              </a:ln>
            </p:spPr>
            <p:txBody>
              <a:bodyPr/>
              <a:p>
                <a:endParaRPr lang="zh-CN" altLang="en-US"/>
              </a:p>
            </p:txBody>
          </p:sp>
          <p:sp>
            <p:nvSpPr>
              <p:cNvPr id="152599" name="Line 24"/>
              <p:cNvSpPr/>
              <p:nvPr/>
            </p:nvSpPr>
            <p:spPr>
              <a:xfrm flipV="1">
                <a:off x="6999" y="11806"/>
                <a:ext cx="0" cy="612"/>
              </a:xfrm>
              <a:prstGeom prst="line">
                <a:avLst/>
              </a:prstGeom>
              <a:ln w="9525" cap="flat" cmpd="sng">
                <a:solidFill>
                  <a:srgbClr val="0000FF"/>
                </a:solidFill>
                <a:prstDash val="solid"/>
                <a:round/>
                <a:headEnd type="none" w="med" len="med"/>
                <a:tailEnd type="none" w="med" len="med"/>
              </a:ln>
            </p:spPr>
          </p:sp>
          <p:sp>
            <p:nvSpPr>
              <p:cNvPr id="152600" name="Line 25"/>
              <p:cNvSpPr/>
              <p:nvPr/>
            </p:nvSpPr>
            <p:spPr>
              <a:xfrm flipV="1">
                <a:off x="6909" y="11818"/>
                <a:ext cx="0" cy="612"/>
              </a:xfrm>
              <a:prstGeom prst="line">
                <a:avLst/>
              </a:prstGeom>
              <a:ln w="9525" cap="flat" cmpd="sng">
                <a:solidFill>
                  <a:srgbClr val="0000FF"/>
                </a:solidFill>
                <a:prstDash val="solid"/>
                <a:round/>
                <a:headEnd type="none" w="med" len="med"/>
                <a:tailEnd type="none" w="med" len="med"/>
              </a:ln>
            </p:spPr>
          </p:sp>
          <p:sp>
            <p:nvSpPr>
              <p:cNvPr id="152601" name="Line 26"/>
              <p:cNvSpPr/>
              <p:nvPr/>
            </p:nvSpPr>
            <p:spPr>
              <a:xfrm>
                <a:off x="6111" y="11809"/>
                <a:ext cx="810" cy="0"/>
              </a:xfrm>
              <a:prstGeom prst="line">
                <a:avLst/>
              </a:prstGeom>
              <a:ln w="9525" cap="flat" cmpd="sng">
                <a:solidFill>
                  <a:srgbClr val="0000FF"/>
                </a:solidFill>
                <a:prstDash val="solid"/>
                <a:round/>
                <a:headEnd type="none" w="med" len="med"/>
                <a:tailEnd type="none" w="med" len="med"/>
              </a:ln>
            </p:spPr>
          </p:sp>
          <p:sp>
            <p:nvSpPr>
              <p:cNvPr id="152602" name="Line 27"/>
              <p:cNvSpPr/>
              <p:nvPr/>
            </p:nvSpPr>
            <p:spPr>
              <a:xfrm>
                <a:off x="4329" y="11797"/>
                <a:ext cx="360" cy="0"/>
              </a:xfrm>
              <a:prstGeom prst="line">
                <a:avLst/>
              </a:prstGeom>
              <a:ln w="9525" cap="flat" cmpd="sng">
                <a:solidFill>
                  <a:srgbClr val="0000FF"/>
                </a:solidFill>
                <a:prstDash val="solid"/>
                <a:round/>
                <a:headEnd type="none" w="med" len="med"/>
                <a:tailEnd type="none" w="med" len="med"/>
              </a:ln>
            </p:spPr>
          </p:sp>
          <p:sp>
            <p:nvSpPr>
              <p:cNvPr id="152603" name="Line 28"/>
              <p:cNvSpPr/>
              <p:nvPr/>
            </p:nvSpPr>
            <p:spPr>
              <a:xfrm>
                <a:off x="4779" y="11797"/>
                <a:ext cx="765" cy="0"/>
              </a:xfrm>
              <a:prstGeom prst="line">
                <a:avLst/>
              </a:prstGeom>
              <a:ln w="9525" cap="flat" cmpd="sng">
                <a:solidFill>
                  <a:srgbClr val="0000FF"/>
                </a:solidFill>
                <a:prstDash val="solid"/>
                <a:round/>
                <a:headEnd type="none" w="med" len="med"/>
                <a:tailEnd type="none" w="med" len="med"/>
              </a:ln>
            </p:spPr>
          </p:sp>
          <p:sp>
            <p:nvSpPr>
              <p:cNvPr id="152604" name="Line 29"/>
              <p:cNvSpPr/>
              <p:nvPr/>
            </p:nvSpPr>
            <p:spPr>
              <a:xfrm>
                <a:off x="5589" y="11812"/>
                <a:ext cx="540" cy="0"/>
              </a:xfrm>
              <a:prstGeom prst="line">
                <a:avLst/>
              </a:prstGeom>
              <a:ln w="9525" cap="flat" cmpd="sng">
                <a:solidFill>
                  <a:srgbClr val="0000FF"/>
                </a:solidFill>
                <a:prstDash val="dash"/>
                <a:round/>
                <a:headEnd type="none" w="med" len="med"/>
                <a:tailEnd type="none" w="med" len="med"/>
              </a:ln>
            </p:spPr>
          </p:sp>
          <p:sp>
            <p:nvSpPr>
              <p:cNvPr id="152605" name="Line 30"/>
              <p:cNvSpPr/>
              <p:nvPr/>
            </p:nvSpPr>
            <p:spPr>
              <a:xfrm>
                <a:off x="5649" y="11932"/>
                <a:ext cx="540" cy="0"/>
              </a:xfrm>
              <a:prstGeom prst="line">
                <a:avLst/>
              </a:prstGeom>
              <a:ln w="9525" cap="flat" cmpd="sng">
                <a:solidFill>
                  <a:srgbClr val="0000FF"/>
                </a:solidFill>
                <a:prstDash val="dash"/>
                <a:round/>
                <a:headEnd type="none" w="med" len="med"/>
                <a:tailEnd type="none" w="med" len="med"/>
              </a:ln>
            </p:spPr>
          </p:sp>
          <p:sp>
            <p:nvSpPr>
              <p:cNvPr id="152606" name="Line 31"/>
              <p:cNvSpPr/>
              <p:nvPr/>
            </p:nvSpPr>
            <p:spPr>
              <a:xfrm>
                <a:off x="5604" y="11716"/>
                <a:ext cx="540" cy="0"/>
              </a:xfrm>
              <a:prstGeom prst="line">
                <a:avLst/>
              </a:prstGeom>
              <a:ln w="9525" cap="flat" cmpd="sng">
                <a:solidFill>
                  <a:srgbClr val="0000FF"/>
                </a:solidFill>
                <a:prstDash val="dash"/>
                <a:round/>
                <a:headEnd type="none" w="med" len="med"/>
                <a:tailEnd type="none" w="med" len="med"/>
              </a:ln>
            </p:spPr>
          </p:sp>
          <p:sp>
            <p:nvSpPr>
              <p:cNvPr id="152607" name="Line 32"/>
              <p:cNvSpPr/>
              <p:nvPr/>
            </p:nvSpPr>
            <p:spPr>
              <a:xfrm>
                <a:off x="6129" y="11716"/>
                <a:ext cx="1293" cy="0"/>
              </a:xfrm>
              <a:prstGeom prst="line">
                <a:avLst/>
              </a:prstGeom>
              <a:ln w="9525" cap="flat" cmpd="sng">
                <a:solidFill>
                  <a:srgbClr val="0000FF"/>
                </a:solidFill>
                <a:prstDash val="solid"/>
                <a:round/>
                <a:headEnd type="none" w="med" len="med"/>
                <a:tailEnd type="none" w="med" len="med"/>
              </a:ln>
            </p:spPr>
          </p:sp>
          <p:sp>
            <p:nvSpPr>
              <p:cNvPr id="152608" name="Line 33"/>
              <p:cNvSpPr/>
              <p:nvPr/>
            </p:nvSpPr>
            <p:spPr>
              <a:xfrm flipV="1">
                <a:off x="5223" y="12936"/>
                <a:ext cx="285" cy="1"/>
              </a:xfrm>
              <a:prstGeom prst="line">
                <a:avLst/>
              </a:prstGeom>
              <a:ln w="9525" cap="flat" cmpd="sng">
                <a:solidFill>
                  <a:srgbClr val="0000FF"/>
                </a:solidFill>
                <a:prstDash val="solid"/>
                <a:round/>
                <a:headEnd type="none" w="med" len="med"/>
                <a:tailEnd type="none" w="med" len="med"/>
              </a:ln>
            </p:spPr>
          </p:sp>
          <p:sp>
            <p:nvSpPr>
              <p:cNvPr id="152609" name="Line 34"/>
              <p:cNvSpPr/>
              <p:nvPr/>
            </p:nvSpPr>
            <p:spPr>
              <a:xfrm>
                <a:off x="5499" y="11932"/>
                <a:ext cx="1" cy="1004"/>
              </a:xfrm>
              <a:prstGeom prst="line">
                <a:avLst/>
              </a:prstGeom>
              <a:ln w="9525" cap="flat" cmpd="sng">
                <a:solidFill>
                  <a:srgbClr val="0000FF"/>
                </a:solidFill>
                <a:prstDash val="solid"/>
                <a:round/>
                <a:headEnd type="none" w="med" len="med"/>
                <a:tailEnd type="none" w="med" len="med"/>
              </a:ln>
            </p:spPr>
          </p:sp>
          <p:sp>
            <p:nvSpPr>
              <p:cNvPr id="152610" name="Line 35"/>
              <p:cNvSpPr/>
              <p:nvPr/>
            </p:nvSpPr>
            <p:spPr>
              <a:xfrm>
                <a:off x="6324" y="12937"/>
                <a:ext cx="180" cy="0"/>
              </a:xfrm>
              <a:prstGeom prst="line">
                <a:avLst/>
              </a:prstGeom>
              <a:ln w="9525" cap="flat" cmpd="sng">
                <a:solidFill>
                  <a:srgbClr val="0000FF"/>
                </a:solidFill>
                <a:prstDash val="solid"/>
                <a:round/>
                <a:headEnd type="none" w="med" len="med"/>
                <a:tailEnd type="stealth" w="med" len="med"/>
              </a:ln>
            </p:spPr>
          </p:sp>
          <p:sp>
            <p:nvSpPr>
              <p:cNvPr id="152611" name="Line 36"/>
              <p:cNvSpPr/>
              <p:nvPr/>
            </p:nvSpPr>
            <p:spPr>
              <a:xfrm>
                <a:off x="6324" y="11950"/>
                <a:ext cx="0" cy="996"/>
              </a:xfrm>
              <a:prstGeom prst="line">
                <a:avLst/>
              </a:prstGeom>
              <a:ln w="9525" cap="flat" cmpd="sng">
                <a:solidFill>
                  <a:srgbClr val="0000FF"/>
                </a:solidFill>
                <a:prstDash val="solid"/>
                <a:round/>
                <a:headEnd type="none" w="med" len="med"/>
                <a:tailEnd type="none" w="med" len="med"/>
              </a:ln>
            </p:spPr>
          </p:sp>
          <p:sp>
            <p:nvSpPr>
              <p:cNvPr id="152612" name="Line 37"/>
              <p:cNvSpPr/>
              <p:nvPr/>
            </p:nvSpPr>
            <p:spPr>
              <a:xfrm>
                <a:off x="6199" y="11938"/>
                <a:ext cx="125" cy="0"/>
              </a:xfrm>
              <a:prstGeom prst="line">
                <a:avLst/>
              </a:prstGeom>
              <a:ln w="9525" cap="flat" cmpd="sng">
                <a:solidFill>
                  <a:srgbClr val="0000FF"/>
                </a:solidFill>
                <a:prstDash val="solid"/>
                <a:round/>
                <a:headEnd type="none" w="med" len="med"/>
                <a:tailEnd type="none" w="med" len="med"/>
              </a:ln>
            </p:spPr>
          </p:sp>
          <p:sp>
            <p:nvSpPr>
              <p:cNvPr id="152613" name="Line 38"/>
              <p:cNvSpPr/>
              <p:nvPr/>
            </p:nvSpPr>
            <p:spPr>
              <a:xfrm flipV="1">
                <a:off x="5496" y="12169"/>
                <a:ext cx="0" cy="156"/>
              </a:xfrm>
              <a:prstGeom prst="line">
                <a:avLst/>
              </a:prstGeom>
              <a:ln w="9525" cap="flat" cmpd="sng">
                <a:solidFill>
                  <a:srgbClr val="0000FF"/>
                </a:solidFill>
                <a:prstDash val="solid"/>
                <a:round/>
                <a:headEnd type="none" w="med" len="med"/>
                <a:tailEnd type="stealth" w="med" len="med"/>
              </a:ln>
            </p:spPr>
          </p:sp>
          <p:sp>
            <p:nvSpPr>
              <p:cNvPr id="152614" name="Line 39"/>
              <p:cNvSpPr/>
              <p:nvPr/>
            </p:nvSpPr>
            <p:spPr>
              <a:xfrm>
                <a:off x="6324" y="12169"/>
                <a:ext cx="0" cy="156"/>
              </a:xfrm>
              <a:prstGeom prst="line">
                <a:avLst/>
              </a:prstGeom>
              <a:ln w="9525" cap="flat" cmpd="sng">
                <a:solidFill>
                  <a:srgbClr val="0000FF"/>
                </a:solidFill>
                <a:prstDash val="solid"/>
                <a:round/>
                <a:headEnd type="none" w="med" len="med"/>
                <a:tailEnd type="stealth" w="med" len="med"/>
              </a:ln>
            </p:spPr>
          </p:sp>
          <p:sp>
            <p:nvSpPr>
              <p:cNvPr id="152615" name="Line 40"/>
              <p:cNvSpPr/>
              <p:nvPr/>
            </p:nvSpPr>
            <p:spPr>
              <a:xfrm>
                <a:off x="8088" y="11967"/>
                <a:ext cx="0" cy="1585"/>
              </a:xfrm>
              <a:prstGeom prst="line">
                <a:avLst/>
              </a:prstGeom>
              <a:ln w="9525" cap="flat" cmpd="sng">
                <a:solidFill>
                  <a:srgbClr val="0000FF"/>
                </a:solidFill>
                <a:prstDash val="solid"/>
                <a:round/>
                <a:headEnd type="stealth" w="med" len="med"/>
                <a:tailEnd type="stealth" w="med" len="med"/>
              </a:ln>
            </p:spPr>
          </p:sp>
          <p:sp>
            <p:nvSpPr>
              <p:cNvPr id="152616" name="Line 41"/>
              <p:cNvSpPr/>
              <p:nvPr/>
            </p:nvSpPr>
            <p:spPr>
              <a:xfrm>
                <a:off x="7428" y="12937"/>
                <a:ext cx="652" cy="0"/>
              </a:xfrm>
              <a:prstGeom prst="line">
                <a:avLst/>
              </a:prstGeom>
              <a:ln w="9525" cap="flat" cmpd="sng">
                <a:solidFill>
                  <a:srgbClr val="0000FF"/>
                </a:solidFill>
                <a:prstDash val="solid"/>
                <a:round/>
                <a:headEnd type="none" w="med" len="med"/>
                <a:tailEnd type="none" w="med" len="med"/>
              </a:ln>
            </p:spPr>
          </p:sp>
          <p:sp>
            <p:nvSpPr>
              <p:cNvPr id="152617" name="Oval 42"/>
              <p:cNvSpPr/>
              <p:nvPr/>
            </p:nvSpPr>
            <p:spPr>
              <a:xfrm>
                <a:off x="8064" y="12913"/>
                <a:ext cx="57" cy="57"/>
              </a:xfrm>
              <a:prstGeom prst="ellipse">
                <a:avLst/>
              </a:prstGeom>
              <a:solidFill>
                <a:srgbClr val="000000"/>
              </a:solidFill>
              <a:ln w="9525"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2618" name="AutoShape 43"/>
              <p:cNvSpPr/>
              <p:nvPr/>
            </p:nvSpPr>
            <p:spPr>
              <a:xfrm>
                <a:off x="4476" y="11136"/>
                <a:ext cx="1068" cy="312"/>
              </a:xfrm>
              <a:prstGeom prst="wedgeRoundRectCallout">
                <a:avLst>
                  <a:gd name="adj1" fmla="val -43634"/>
                  <a:gd name="adj2" fmla="val 127565"/>
                  <a:gd name="adj3" fmla="val 16667"/>
                </a:avLst>
              </a:prstGeom>
              <a:noFill/>
              <a:ln w="9525" cap="flat" cmpd="sng">
                <a:solidFill>
                  <a:srgbClr val="0000FF"/>
                </a:solidFill>
                <a:prstDash val="solid"/>
                <a:miter/>
                <a:headEnd type="none" w="med" len="med"/>
                <a:tailEnd type="none" w="med" len="med"/>
              </a:ln>
            </p:spPr>
            <p:txBody>
              <a:bodyPr lIns="0" tIns="0" rIns="0" bIns="0" anchor="t" anchorCtr="0"/>
              <a:p>
                <a:pPr algn="ctr">
                  <a:lnSpc>
                    <a:spcPct val="96000"/>
                  </a:lnSpc>
                </a:pPr>
                <a:r>
                  <a:rPr lang="en-US" altLang="zh-CN" i="0" dirty="0">
                    <a:latin typeface="Times New Roman" panose="02020603050405020304" pitchFamily="18" charset="0"/>
                    <a:ea typeface="宋体" panose="02010600030101010101" pitchFamily="2" charset="-122"/>
                  </a:rPr>
                  <a:t>N</a:t>
                </a:r>
                <a:r>
                  <a:rPr lang="zh-CN" altLang="en-US" i="0" dirty="0">
                    <a:latin typeface="Times New Roman" panose="02020603050405020304" pitchFamily="18" charset="0"/>
                    <a:ea typeface="宋体" panose="02010600030101010101" pitchFamily="2" charset="-122"/>
                  </a:rPr>
                  <a:t>位信息码</a:t>
                </a:r>
                <a:endParaRPr lang="zh-CN" altLang="en-US" dirty="0">
                  <a:latin typeface="Times New Roman" panose="02020603050405020304" pitchFamily="18" charset="0"/>
                  <a:ea typeface="宋体" panose="02010600030101010101" pitchFamily="2" charset="-122"/>
                </a:endParaRPr>
              </a:p>
            </p:txBody>
          </p:sp>
          <p:sp>
            <p:nvSpPr>
              <p:cNvPr id="152619" name="AutoShape 44"/>
              <p:cNvSpPr/>
              <p:nvPr/>
            </p:nvSpPr>
            <p:spPr>
              <a:xfrm>
                <a:off x="5952" y="11118"/>
                <a:ext cx="1212" cy="312"/>
              </a:xfrm>
              <a:prstGeom prst="wedgeRoundRectCallout">
                <a:avLst>
                  <a:gd name="adj1" fmla="val -55199"/>
                  <a:gd name="adj2" fmla="val 124681"/>
                  <a:gd name="adj3" fmla="val 16667"/>
                </a:avLst>
              </a:prstGeom>
              <a:noFill/>
              <a:ln w="9525" cap="flat" cmpd="sng">
                <a:solidFill>
                  <a:srgbClr val="0000FF"/>
                </a:solidFill>
                <a:prstDash val="solid"/>
                <a:miter/>
                <a:headEnd type="none" w="med" len="med"/>
                <a:tailEnd type="none" w="med" len="med"/>
              </a:ln>
            </p:spPr>
            <p:txBody>
              <a:bodyPr lIns="0" tIns="0" rIns="0" bIns="0" anchor="t" anchorCtr="0"/>
              <a:p>
                <a:pPr algn="ctr">
                  <a:lnSpc>
                    <a:spcPct val="96000"/>
                  </a:lnSpc>
                </a:pPr>
                <a:r>
                  <a:rPr lang="en-US" altLang="zh-CN" i="0" dirty="0">
                    <a:latin typeface="Times New Roman" panose="02020603050405020304" pitchFamily="18" charset="0"/>
                    <a:ea typeface="宋体" panose="02010600030101010101" pitchFamily="2" charset="-122"/>
                  </a:rPr>
                  <a:t>N+1</a:t>
                </a:r>
                <a:r>
                  <a:rPr lang="zh-CN" altLang="en-US" i="0" dirty="0">
                    <a:latin typeface="Times New Roman" panose="02020603050405020304" pitchFamily="18" charset="0"/>
                    <a:ea typeface="宋体" panose="02010600030101010101" pitchFamily="2" charset="-122"/>
                  </a:rPr>
                  <a:t>位传输码</a:t>
                </a:r>
                <a:endParaRPr lang="zh-CN" altLang="en-US" dirty="0">
                  <a:latin typeface="Times New Roman" panose="02020603050405020304" pitchFamily="18" charset="0"/>
                  <a:ea typeface="宋体" panose="02010600030101010101" pitchFamily="2" charset="-122"/>
                </a:endParaRPr>
              </a:p>
            </p:txBody>
          </p:sp>
          <p:sp>
            <p:nvSpPr>
              <p:cNvPr id="152620" name="AutoShape 45"/>
              <p:cNvSpPr/>
              <p:nvPr/>
            </p:nvSpPr>
            <p:spPr>
              <a:xfrm>
                <a:off x="5412" y="13260"/>
                <a:ext cx="920" cy="366"/>
              </a:xfrm>
              <a:prstGeom prst="wedgeRoundRectCallout">
                <a:avLst>
                  <a:gd name="adj1" fmla="val -48588"/>
                  <a:gd name="adj2" fmla="val -139889"/>
                  <a:gd name="adj3" fmla="val 16667"/>
                </a:avLst>
              </a:prstGeom>
              <a:noFill/>
              <a:ln w="9525" cap="flat" cmpd="sng">
                <a:solidFill>
                  <a:srgbClr val="0000FF"/>
                </a:solidFill>
                <a:prstDash val="solid"/>
                <a:miter/>
                <a:headEnd type="none" w="med" len="med"/>
                <a:tailEnd type="none" w="med" len="med"/>
              </a:ln>
            </p:spPr>
            <p:txBody>
              <a:bodyPr lIns="0" tIns="0" rIns="0" bIns="0" anchor="t" anchorCtr="0"/>
              <a:p>
                <a:pPr algn="ctr"/>
                <a:r>
                  <a:rPr lang="zh-CN" altLang="en-US" i="0" dirty="0">
                    <a:latin typeface="Times New Roman" panose="02020603050405020304" pitchFamily="18" charset="0"/>
                    <a:ea typeface="宋体" panose="02010600030101010101" pitchFamily="2" charset="-122"/>
                  </a:rPr>
                  <a:t>校验位</a:t>
                </a:r>
                <a:endParaRPr lang="zh-CN" altLang="en-US" dirty="0">
                  <a:latin typeface="Times New Roman" panose="02020603050405020304" pitchFamily="18" charset="0"/>
                  <a:ea typeface="宋体" panose="02010600030101010101" pitchFamily="2" charset="-122"/>
                </a:endParaRPr>
              </a:p>
            </p:txBody>
          </p:sp>
        </p:grpSp>
        <p:sp>
          <p:nvSpPr>
            <p:cNvPr id="152621" name="Text Box 46"/>
            <p:cNvSpPr txBox="1"/>
            <p:nvPr/>
          </p:nvSpPr>
          <p:spPr>
            <a:xfrm>
              <a:off x="4780" y="5905"/>
              <a:ext cx="1973" cy="282"/>
            </a:xfrm>
            <a:prstGeom prst="rect">
              <a:avLst/>
            </a:prstGeom>
            <a:noFill/>
            <a:ln w="9525">
              <a:noFill/>
            </a:ln>
          </p:spPr>
          <p:txBody>
            <a:bodyPr wrap="none" anchor="t" anchorCtr="0">
              <a:spAutoFit/>
            </a:bodyPr>
            <a:p>
              <a:pPr algn="ctr"/>
              <a:r>
                <a:rPr lang="zh-CN" altLang="en-US" sz="2400" b="1" i="0" dirty="0">
                  <a:solidFill>
                    <a:srgbClr val="000000"/>
                  </a:solidFill>
                  <a:latin typeface="Times New Roman" panose="02020603050405020304" pitchFamily="18" charset="0"/>
                  <a:ea typeface="宋体" panose="02010600030101010101" pitchFamily="2" charset="-122"/>
                </a:rPr>
                <a:t>奇偶校验原理框图</a:t>
              </a:r>
              <a:endParaRPr lang="zh-CN" altLang="en-US" sz="2400" b="1"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3601" name="Group 2"/>
          <p:cNvGrpSpPr/>
          <p:nvPr/>
        </p:nvGrpSpPr>
        <p:grpSpPr>
          <a:xfrm>
            <a:off x="525463" y="728663"/>
            <a:ext cx="8223250" cy="5186362"/>
            <a:chOff x="2960" y="9467"/>
            <a:chExt cx="6251" cy="3039"/>
          </a:xfrm>
        </p:grpSpPr>
        <p:grpSp>
          <p:nvGrpSpPr>
            <p:cNvPr id="153602" name="Group 3"/>
            <p:cNvGrpSpPr/>
            <p:nvPr/>
          </p:nvGrpSpPr>
          <p:grpSpPr>
            <a:xfrm>
              <a:off x="3376" y="9467"/>
              <a:ext cx="5835" cy="3039"/>
              <a:chOff x="3375" y="3753"/>
              <a:chExt cx="5835" cy="3039"/>
            </a:xfrm>
          </p:grpSpPr>
          <p:sp>
            <p:nvSpPr>
              <p:cNvPr id="153603" name="Rectangle 4"/>
              <p:cNvSpPr/>
              <p:nvPr/>
            </p:nvSpPr>
            <p:spPr>
              <a:xfrm>
                <a:off x="8670" y="5400"/>
                <a:ext cx="540" cy="468"/>
              </a:xfrm>
              <a:prstGeom prst="rect">
                <a:avLst/>
              </a:prstGeom>
              <a:noFill/>
              <a:ln w="25400">
                <a:noFill/>
              </a:ln>
            </p:spPr>
            <p:txBody>
              <a:bodyPr lIns="0" tIns="0" rIns="0" bIns="0" anchor="t" anchorCtr="0"/>
              <a:p>
                <a:pPr algn="just">
                  <a:lnSpc>
                    <a:spcPct val="112000"/>
                  </a:lnSpc>
                </a:pPr>
                <a:r>
                  <a:rPr lang="en-US" altLang="zh-CN" sz="2400" dirty="0">
                    <a:latin typeface="Times New Roman" panose="02020603050405020304" pitchFamily="18" charset="0"/>
                    <a:ea typeface="宋体" panose="02010600030101010101" pitchFamily="2" charset="-122"/>
                  </a:rPr>
                  <a:t>W</a:t>
                </a:r>
                <a:r>
                  <a:rPr lang="en-US" altLang="zh-CN" sz="2400" baseline="-25000" dirty="0">
                    <a:latin typeface="Times New Roman" panose="02020603050405020304" pitchFamily="18" charset="0"/>
                    <a:ea typeface="宋体" panose="02010600030101010101" pitchFamily="2" charset="-122"/>
                  </a:rPr>
                  <a:t>OD</a:t>
                </a:r>
                <a:endParaRPr lang="en-US" altLang="zh-CN" sz="2400" dirty="0">
                  <a:latin typeface="Times New Roman" panose="02020603050405020304" pitchFamily="18" charset="0"/>
                  <a:ea typeface="宋体" panose="02010600030101010101" pitchFamily="2" charset="-122"/>
                </a:endParaRPr>
              </a:p>
            </p:txBody>
          </p:sp>
          <p:sp>
            <p:nvSpPr>
              <p:cNvPr id="153604" name="Rectangle 5"/>
              <p:cNvSpPr/>
              <p:nvPr/>
            </p:nvSpPr>
            <p:spPr>
              <a:xfrm>
                <a:off x="8670" y="4107"/>
                <a:ext cx="360" cy="297"/>
              </a:xfrm>
              <a:prstGeom prst="rect">
                <a:avLst/>
              </a:prstGeom>
              <a:noFill/>
              <a:ln w="25400">
                <a:noFill/>
              </a:ln>
            </p:spPr>
            <p:txBody>
              <a:bodyPr lIns="0" tIns="0" rIns="0" bIns="0" anchor="t" anchorCtr="0"/>
              <a:p>
                <a:pPr algn="just">
                  <a:lnSpc>
                    <a:spcPct val="112000"/>
                  </a:lnSpc>
                </a:pPr>
                <a:r>
                  <a:rPr lang="en-US" altLang="zh-CN" sz="2400" dirty="0">
                    <a:latin typeface="Times New Roman" panose="02020603050405020304" pitchFamily="18" charset="0"/>
                    <a:ea typeface="宋体" panose="02010600030101010101" pitchFamily="2" charset="-122"/>
                  </a:rPr>
                  <a:t>W</a:t>
                </a:r>
                <a:r>
                  <a:rPr lang="en-US" altLang="zh-CN" sz="2400" baseline="-250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153605" name="Rectangle 6"/>
              <p:cNvSpPr/>
              <p:nvPr/>
            </p:nvSpPr>
            <p:spPr>
              <a:xfrm>
                <a:off x="6001" y="4932"/>
                <a:ext cx="19" cy="228"/>
              </a:xfrm>
              <a:prstGeom prst="rect">
                <a:avLst/>
              </a:prstGeom>
              <a:solidFill>
                <a:srgbClr val="CCFFFF"/>
              </a:solidFill>
              <a:ln w="25400" cap="flat" cmpd="sng">
                <a:solidFill>
                  <a:srgbClr val="0000FF"/>
                </a:solidFill>
                <a:prstDash val="solid"/>
                <a:miter/>
                <a:headEnd type="none" w="med" len="med"/>
                <a:tailEnd type="none" w="med" len="med"/>
              </a:ln>
            </p:spPr>
            <p:txBody>
              <a:bodyPr wrap="none" lIns="0" tIns="0" rIns="0" bIns="0" anchor="t" anchorCtr="0">
                <a:spAutoFit/>
              </a:bodyPr>
              <a:p>
                <a:pPr algn="just"/>
                <a:endParaRPr lang="zh-CN" altLang="zh-CN" sz="2400" dirty="0">
                  <a:latin typeface="Times New Roman" panose="02020603050405020304" pitchFamily="18" charset="0"/>
                  <a:ea typeface="宋体" panose="02010600030101010101" pitchFamily="2" charset="-122"/>
                </a:endParaRPr>
              </a:p>
            </p:txBody>
          </p:sp>
          <p:sp>
            <p:nvSpPr>
              <p:cNvPr id="153606" name="Rectangle 7"/>
              <p:cNvSpPr/>
              <p:nvPr/>
            </p:nvSpPr>
            <p:spPr>
              <a:xfrm>
                <a:off x="6750" y="4938"/>
                <a:ext cx="180" cy="312"/>
              </a:xfrm>
              <a:prstGeom prst="rect">
                <a:avLst/>
              </a:prstGeom>
              <a:noFill/>
              <a:ln w="25400">
                <a:noFill/>
              </a:ln>
            </p:spPr>
            <p:txBody>
              <a:bodyPr lIns="0" tIns="0" rIns="0" bIns="0" anchor="t" anchorCtr="0"/>
              <a:p>
                <a:pPr algn="just">
                  <a:lnSpc>
                    <a:spcPct val="112000"/>
                  </a:lnSpc>
                </a:pPr>
                <a:r>
                  <a:rPr lang="en-US" altLang="zh-CN" sz="2400" dirty="0">
                    <a:latin typeface="Times New Roman" panose="02020603050405020304" pitchFamily="18" charset="0"/>
                    <a:ea typeface="宋体" panose="02010600030101010101" pitchFamily="2" charset="-122"/>
                  </a:rPr>
                  <a:t>P</a:t>
                </a:r>
                <a:endParaRPr lang="en-US" altLang="zh-CN" sz="2400" dirty="0">
                  <a:latin typeface="Times New Roman" panose="02020603050405020304" pitchFamily="18" charset="0"/>
                  <a:ea typeface="宋体" panose="02010600030101010101" pitchFamily="2" charset="-122"/>
                </a:endParaRPr>
              </a:p>
            </p:txBody>
          </p:sp>
          <p:sp>
            <p:nvSpPr>
              <p:cNvPr id="153607" name="Rectangle 8"/>
              <p:cNvSpPr/>
              <p:nvPr/>
            </p:nvSpPr>
            <p:spPr>
              <a:xfrm>
                <a:off x="3375" y="3753"/>
                <a:ext cx="420" cy="3039"/>
              </a:xfrm>
              <a:prstGeom prst="rect">
                <a:avLst/>
              </a:prstGeom>
              <a:noFill/>
              <a:ln w="25400">
                <a:noFill/>
              </a:ln>
            </p:spPr>
            <p:txBody>
              <a:bodyPr lIns="0" tIns="0" rIns="0" bIns="0" anchor="t" anchorCtr="0"/>
              <a:p>
                <a:pPr algn="just">
                  <a:lnSpc>
                    <a:spcPct val="112000"/>
                  </a:lnSpc>
                </a:pPr>
                <a:r>
                  <a:rPr lang="en-US" altLang="zh-CN" sz="2800" dirty="0">
                    <a:latin typeface="Times New Roman" panose="02020603050405020304" pitchFamily="18" charset="0"/>
                    <a:ea typeface="宋体" panose="02010600030101010101" pitchFamily="2" charset="-122"/>
                  </a:rPr>
                  <a:t>A</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B</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C</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D</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E</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F</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G</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H</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OD</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E</a:t>
                </a:r>
                <a:endParaRPr lang="en-US" altLang="zh-CN" sz="2800" dirty="0">
                  <a:latin typeface="Times New Roman" panose="02020603050405020304" pitchFamily="18" charset="0"/>
                  <a:ea typeface="宋体" panose="02010600030101010101" pitchFamily="2" charset="-122"/>
                </a:endParaRPr>
              </a:p>
            </p:txBody>
          </p:sp>
          <p:sp>
            <p:nvSpPr>
              <p:cNvPr id="153608" name="Rectangle 9"/>
              <p:cNvSpPr/>
              <p:nvPr/>
            </p:nvSpPr>
            <p:spPr>
              <a:xfrm>
                <a:off x="4122" y="3780"/>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zh-CN" altLang="en-US" sz="1800" i="0" dirty="0">
                    <a:latin typeface="Times New Roman" panose="02020603050405020304" pitchFamily="18" charset="0"/>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09" name="Rectangle 10"/>
              <p:cNvSpPr/>
              <p:nvPr/>
            </p:nvSpPr>
            <p:spPr>
              <a:xfrm>
                <a:off x="4122" y="4404"/>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zh-CN" altLang="en-US" sz="1800" i="0" dirty="0">
                    <a:latin typeface="Times New Roman" panose="02020603050405020304" pitchFamily="18" charset="0"/>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10" name="Line 11" descr="羊皮纸"/>
              <p:cNvSpPr/>
              <p:nvPr/>
            </p:nvSpPr>
            <p:spPr>
              <a:xfrm>
                <a:off x="3750" y="3885"/>
                <a:ext cx="360" cy="0"/>
              </a:xfrm>
              <a:prstGeom prst="line">
                <a:avLst/>
              </a:prstGeom>
              <a:ln w="25400" cap="flat" cmpd="sng">
                <a:solidFill>
                  <a:srgbClr val="0000FF"/>
                </a:solidFill>
                <a:prstDash val="solid"/>
                <a:round/>
                <a:headEnd type="none" w="med" len="med"/>
                <a:tailEnd type="none" w="med" len="med"/>
              </a:ln>
            </p:spPr>
          </p:sp>
          <p:sp>
            <p:nvSpPr>
              <p:cNvPr id="153611" name="Line 12" descr="羊皮纸"/>
              <p:cNvSpPr/>
              <p:nvPr/>
            </p:nvSpPr>
            <p:spPr>
              <a:xfrm>
                <a:off x="3750" y="4125"/>
                <a:ext cx="360" cy="0"/>
              </a:xfrm>
              <a:prstGeom prst="line">
                <a:avLst/>
              </a:prstGeom>
              <a:ln w="25400" cap="flat" cmpd="sng">
                <a:solidFill>
                  <a:srgbClr val="0000FF"/>
                </a:solidFill>
                <a:prstDash val="solid"/>
                <a:round/>
                <a:headEnd type="none" w="med" len="med"/>
                <a:tailEnd type="none" w="med" len="med"/>
              </a:ln>
            </p:spPr>
          </p:sp>
          <p:sp>
            <p:nvSpPr>
              <p:cNvPr id="153612" name="Line 13" descr="羊皮纸"/>
              <p:cNvSpPr/>
              <p:nvPr/>
            </p:nvSpPr>
            <p:spPr>
              <a:xfrm>
                <a:off x="3750" y="4500"/>
                <a:ext cx="360" cy="0"/>
              </a:xfrm>
              <a:prstGeom prst="line">
                <a:avLst/>
              </a:prstGeom>
              <a:ln w="25400" cap="flat" cmpd="sng">
                <a:solidFill>
                  <a:srgbClr val="0000FF"/>
                </a:solidFill>
                <a:prstDash val="solid"/>
                <a:round/>
                <a:headEnd type="none" w="med" len="med"/>
                <a:tailEnd type="none" w="med" len="med"/>
              </a:ln>
            </p:spPr>
          </p:sp>
          <p:sp>
            <p:nvSpPr>
              <p:cNvPr id="153613" name="Line 14" descr="羊皮纸"/>
              <p:cNvSpPr/>
              <p:nvPr/>
            </p:nvSpPr>
            <p:spPr>
              <a:xfrm>
                <a:off x="3750" y="4740"/>
                <a:ext cx="360" cy="0"/>
              </a:xfrm>
              <a:prstGeom prst="line">
                <a:avLst/>
              </a:prstGeom>
              <a:ln w="25400" cap="flat" cmpd="sng">
                <a:solidFill>
                  <a:srgbClr val="0000FF"/>
                </a:solidFill>
                <a:prstDash val="solid"/>
                <a:round/>
                <a:headEnd type="none" w="med" len="med"/>
                <a:tailEnd type="none" w="med" len="med"/>
              </a:ln>
            </p:spPr>
          </p:sp>
          <p:sp>
            <p:nvSpPr>
              <p:cNvPr id="153614" name="Rectangle 15"/>
              <p:cNvSpPr/>
              <p:nvPr/>
            </p:nvSpPr>
            <p:spPr>
              <a:xfrm>
                <a:off x="4122" y="5038"/>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zh-CN" altLang="en-US" sz="1800" i="0" dirty="0">
                    <a:latin typeface="Times New Roman" panose="02020603050405020304" pitchFamily="18" charset="0"/>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15" name="Rectangle 16"/>
              <p:cNvSpPr/>
              <p:nvPr/>
            </p:nvSpPr>
            <p:spPr>
              <a:xfrm>
                <a:off x="4122" y="5662"/>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zh-CN" altLang="en-US" sz="1800" i="0" dirty="0">
                    <a:latin typeface="Times New Roman" panose="02020603050405020304" pitchFamily="18" charset="0"/>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16" name="Line 17" descr="羊皮纸"/>
              <p:cNvSpPr/>
              <p:nvPr/>
            </p:nvSpPr>
            <p:spPr>
              <a:xfrm>
                <a:off x="3750" y="5143"/>
                <a:ext cx="360" cy="0"/>
              </a:xfrm>
              <a:prstGeom prst="line">
                <a:avLst/>
              </a:prstGeom>
              <a:ln w="25400" cap="flat" cmpd="sng">
                <a:solidFill>
                  <a:srgbClr val="0000FF"/>
                </a:solidFill>
                <a:prstDash val="solid"/>
                <a:round/>
                <a:headEnd type="none" w="med" len="med"/>
                <a:tailEnd type="none" w="med" len="med"/>
              </a:ln>
            </p:spPr>
          </p:sp>
          <p:sp>
            <p:nvSpPr>
              <p:cNvPr id="153617" name="Line 18" descr="羊皮纸"/>
              <p:cNvSpPr/>
              <p:nvPr/>
            </p:nvSpPr>
            <p:spPr>
              <a:xfrm>
                <a:off x="3750" y="5383"/>
                <a:ext cx="360" cy="0"/>
              </a:xfrm>
              <a:prstGeom prst="line">
                <a:avLst/>
              </a:prstGeom>
              <a:ln w="25400" cap="flat" cmpd="sng">
                <a:solidFill>
                  <a:srgbClr val="0000FF"/>
                </a:solidFill>
                <a:prstDash val="solid"/>
                <a:round/>
                <a:headEnd type="none" w="med" len="med"/>
                <a:tailEnd type="none" w="med" len="med"/>
              </a:ln>
            </p:spPr>
          </p:sp>
          <p:sp>
            <p:nvSpPr>
              <p:cNvPr id="153618" name="Line 19" descr="羊皮纸"/>
              <p:cNvSpPr/>
              <p:nvPr/>
            </p:nvSpPr>
            <p:spPr>
              <a:xfrm>
                <a:off x="3750" y="5758"/>
                <a:ext cx="360" cy="0"/>
              </a:xfrm>
              <a:prstGeom prst="line">
                <a:avLst/>
              </a:prstGeom>
              <a:ln w="25400" cap="flat" cmpd="sng">
                <a:solidFill>
                  <a:srgbClr val="0000FF"/>
                </a:solidFill>
                <a:prstDash val="solid"/>
                <a:round/>
                <a:headEnd type="none" w="med" len="med"/>
                <a:tailEnd type="none" w="med" len="med"/>
              </a:ln>
            </p:spPr>
          </p:sp>
          <p:sp>
            <p:nvSpPr>
              <p:cNvPr id="153619" name="Line 20" descr="羊皮纸"/>
              <p:cNvSpPr/>
              <p:nvPr/>
            </p:nvSpPr>
            <p:spPr>
              <a:xfrm>
                <a:off x="3750" y="5998"/>
                <a:ext cx="360" cy="0"/>
              </a:xfrm>
              <a:prstGeom prst="line">
                <a:avLst/>
              </a:prstGeom>
              <a:ln w="25400" cap="flat" cmpd="sng">
                <a:solidFill>
                  <a:srgbClr val="0000FF"/>
                </a:solidFill>
                <a:prstDash val="solid"/>
                <a:round/>
                <a:headEnd type="none" w="med" len="med"/>
                <a:tailEnd type="none" w="med" len="med"/>
              </a:ln>
            </p:spPr>
          </p:sp>
          <p:sp>
            <p:nvSpPr>
              <p:cNvPr id="153620" name="Rectangle 21"/>
              <p:cNvSpPr/>
              <p:nvPr/>
            </p:nvSpPr>
            <p:spPr>
              <a:xfrm>
                <a:off x="4914" y="4063"/>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zh-CN" altLang="en-US" sz="1800" i="0" dirty="0">
                    <a:latin typeface="Times New Roman" panose="02020603050405020304" pitchFamily="18" charset="0"/>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21" name="Rectangle 22"/>
              <p:cNvSpPr/>
              <p:nvPr/>
            </p:nvSpPr>
            <p:spPr>
              <a:xfrm>
                <a:off x="4899" y="5347"/>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zh-CN" altLang="en-US" sz="1800" i="0" dirty="0">
                    <a:latin typeface="Times New Roman" panose="02020603050405020304" pitchFamily="18" charset="0"/>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22" name="Line 23" descr="羊皮纸"/>
              <p:cNvSpPr/>
              <p:nvPr/>
            </p:nvSpPr>
            <p:spPr>
              <a:xfrm>
                <a:off x="4428" y="3978"/>
                <a:ext cx="238" cy="0"/>
              </a:xfrm>
              <a:prstGeom prst="line">
                <a:avLst/>
              </a:prstGeom>
              <a:ln w="25400" cap="flat" cmpd="sng">
                <a:solidFill>
                  <a:srgbClr val="0000FF"/>
                </a:solidFill>
                <a:prstDash val="solid"/>
                <a:round/>
                <a:headEnd type="none" w="med" len="med"/>
                <a:tailEnd type="none" w="med" len="med"/>
              </a:ln>
            </p:spPr>
          </p:sp>
          <p:sp>
            <p:nvSpPr>
              <p:cNvPr id="153623" name="Line 24" descr="羊皮纸"/>
              <p:cNvSpPr/>
              <p:nvPr/>
            </p:nvSpPr>
            <p:spPr>
              <a:xfrm>
                <a:off x="4425" y="4635"/>
                <a:ext cx="238" cy="0"/>
              </a:xfrm>
              <a:prstGeom prst="line">
                <a:avLst/>
              </a:prstGeom>
              <a:ln w="25400" cap="flat" cmpd="sng">
                <a:solidFill>
                  <a:srgbClr val="0000FF"/>
                </a:solidFill>
                <a:prstDash val="solid"/>
                <a:round/>
                <a:headEnd type="none" w="med" len="med"/>
                <a:tailEnd type="none" w="med" len="med"/>
              </a:ln>
            </p:spPr>
          </p:sp>
          <p:sp>
            <p:nvSpPr>
              <p:cNvPr id="153624" name="Line 25" descr="羊皮纸"/>
              <p:cNvSpPr/>
              <p:nvPr/>
            </p:nvSpPr>
            <p:spPr>
              <a:xfrm>
                <a:off x="4428" y="5244"/>
                <a:ext cx="238" cy="0"/>
              </a:xfrm>
              <a:prstGeom prst="line">
                <a:avLst/>
              </a:prstGeom>
              <a:ln w="25400" cap="flat" cmpd="sng">
                <a:solidFill>
                  <a:srgbClr val="0000FF"/>
                </a:solidFill>
                <a:prstDash val="solid"/>
                <a:round/>
                <a:headEnd type="none" w="med" len="med"/>
                <a:tailEnd type="none" w="med" len="med"/>
              </a:ln>
            </p:spPr>
          </p:sp>
          <p:sp>
            <p:nvSpPr>
              <p:cNvPr id="153625" name="Line 26" descr="羊皮纸"/>
              <p:cNvSpPr/>
              <p:nvPr/>
            </p:nvSpPr>
            <p:spPr>
              <a:xfrm>
                <a:off x="4425" y="5898"/>
                <a:ext cx="238" cy="0"/>
              </a:xfrm>
              <a:prstGeom prst="line">
                <a:avLst/>
              </a:prstGeom>
              <a:ln w="25400" cap="flat" cmpd="sng">
                <a:solidFill>
                  <a:srgbClr val="0000FF"/>
                </a:solidFill>
                <a:prstDash val="solid"/>
                <a:round/>
                <a:headEnd type="none" w="med" len="med"/>
                <a:tailEnd type="none" w="med" len="med"/>
              </a:ln>
            </p:spPr>
          </p:sp>
          <p:sp>
            <p:nvSpPr>
              <p:cNvPr id="153626" name="Line 27" descr="羊皮纸"/>
              <p:cNvSpPr/>
              <p:nvPr/>
            </p:nvSpPr>
            <p:spPr>
              <a:xfrm>
                <a:off x="4665" y="3981"/>
                <a:ext cx="0" cy="255"/>
              </a:xfrm>
              <a:prstGeom prst="line">
                <a:avLst/>
              </a:prstGeom>
              <a:ln w="25400" cap="flat" cmpd="sng">
                <a:solidFill>
                  <a:srgbClr val="0000FF"/>
                </a:solidFill>
                <a:prstDash val="solid"/>
                <a:round/>
                <a:headEnd type="none" w="med" len="med"/>
                <a:tailEnd type="none" w="med" len="med"/>
              </a:ln>
            </p:spPr>
          </p:sp>
          <p:sp>
            <p:nvSpPr>
              <p:cNvPr id="153627" name="Line 28" descr="羊皮纸"/>
              <p:cNvSpPr/>
              <p:nvPr/>
            </p:nvSpPr>
            <p:spPr>
              <a:xfrm>
                <a:off x="4665" y="4380"/>
                <a:ext cx="0" cy="255"/>
              </a:xfrm>
              <a:prstGeom prst="line">
                <a:avLst/>
              </a:prstGeom>
              <a:ln w="25400" cap="flat" cmpd="sng">
                <a:solidFill>
                  <a:srgbClr val="0000FF"/>
                </a:solidFill>
                <a:prstDash val="solid"/>
                <a:round/>
                <a:headEnd type="none" w="med" len="med"/>
                <a:tailEnd type="none" w="med" len="med"/>
              </a:ln>
            </p:spPr>
          </p:sp>
          <p:sp>
            <p:nvSpPr>
              <p:cNvPr id="153628" name="Line 29" descr="羊皮纸"/>
              <p:cNvSpPr/>
              <p:nvPr/>
            </p:nvSpPr>
            <p:spPr>
              <a:xfrm>
                <a:off x="4665" y="4233"/>
                <a:ext cx="238" cy="0"/>
              </a:xfrm>
              <a:prstGeom prst="line">
                <a:avLst/>
              </a:prstGeom>
              <a:ln w="25400" cap="flat" cmpd="sng">
                <a:solidFill>
                  <a:srgbClr val="0000FF"/>
                </a:solidFill>
                <a:prstDash val="solid"/>
                <a:round/>
                <a:headEnd type="none" w="med" len="med"/>
                <a:tailEnd type="none" w="med" len="med"/>
              </a:ln>
            </p:spPr>
          </p:sp>
          <p:sp>
            <p:nvSpPr>
              <p:cNvPr id="153629" name="Line 30" descr="羊皮纸"/>
              <p:cNvSpPr/>
              <p:nvPr/>
            </p:nvSpPr>
            <p:spPr>
              <a:xfrm>
                <a:off x="4665" y="4374"/>
                <a:ext cx="238" cy="0"/>
              </a:xfrm>
              <a:prstGeom prst="line">
                <a:avLst/>
              </a:prstGeom>
              <a:ln w="25400" cap="flat" cmpd="sng">
                <a:solidFill>
                  <a:srgbClr val="0000FF"/>
                </a:solidFill>
                <a:prstDash val="solid"/>
                <a:round/>
                <a:headEnd type="none" w="med" len="med"/>
                <a:tailEnd type="none" w="med" len="med"/>
              </a:ln>
            </p:spPr>
          </p:sp>
          <p:sp>
            <p:nvSpPr>
              <p:cNvPr id="153630" name="Line 31" descr="羊皮纸"/>
              <p:cNvSpPr/>
              <p:nvPr/>
            </p:nvSpPr>
            <p:spPr>
              <a:xfrm>
                <a:off x="4665" y="5244"/>
                <a:ext cx="0" cy="255"/>
              </a:xfrm>
              <a:prstGeom prst="line">
                <a:avLst/>
              </a:prstGeom>
              <a:ln w="25400" cap="flat" cmpd="sng">
                <a:solidFill>
                  <a:srgbClr val="0000FF"/>
                </a:solidFill>
                <a:prstDash val="solid"/>
                <a:round/>
                <a:headEnd type="none" w="med" len="med"/>
                <a:tailEnd type="none" w="med" len="med"/>
              </a:ln>
            </p:spPr>
          </p:sp>
          <p:sp>
            <p:nvSpPr>
              <p:cNvPr id="153631" name="Line 32" descr="羊皮纸"/>
              <p:cNvSpPr/>
              <p:nvPr/>
            </p:nvSpPr>
            <p:spPr>
              <a:xfrm>
                <a:off x="4665" y="5643"/>
                <a:ext cx="0" cy="255"/>
              </a:xfrm>
              <a:prstGeom prst="line">
                <a:avLst/>
              </a:prstGeom>
              <a:ln w="25400" cap="flat" cmpd="sng">
                <a:solidFill>
                  <a:srgbClr val="0000FF"/>
                </a:solidFill>
                <a:prstDash val="solid"/>
                <a:round/>
                <a:headEnd type="none" w="med" len="med"/>
                <a:tailEnd type="none" w="med" len="med"/>
              </a:ln>
            </p:spPr>
          </p:sp>
          <p:sp>
            <p:nvSpPr>
              <p:cNvPr id="153632" name="Line 33" descr="羊皮纸"/>
              <p:cNvSpPr/>
              <p:nvPr/>
            </p:nvSpPr>
            <p:spPr>
              <a:xfrm>
                <a:off x="4665" y="5496"/>
                <a:ext cx="238" cy="0"/>
              </a:xfrm>
              <a:prstGeom prst="line">
                <a:avLst/>
              </a:prstGeom>
              <a:ln w="25400" cap="flat" cmpd="sng">
                <a:solidFill>
                  <a:srgbClr val="0000FF"/>
                </a:solidFill>
                <a:prstDash val="solid"/>
                <a:round/>
                <a:headEnd type="none" w="med" len="med"/>
                <a:tailEnd type="none" w="med" len="med"/>
              </a:ln>
            </p:spPr>
          </p:sp>
          <p:sp>
            <p:nvSpPr>
              <p:cNvPr id="153633" name="Line 34" descr="羊皮纸"/>
              <p:cNvSpPr/>
              <p:nvPr/>
            </p:nvSpPr>
            <p:spPr>
              <a:xfrm>
                <a:off x="4665" y="5637"/>
                <a:ext cx="238" cy="0"/>
              </a:xfrm>
              <a:prstGeom prst="line">
                <a:avLst/>
              </a:prstGeom>
              <a:ln w="25400" cap="flat" cmpd="sng">
                <a:solidFill>
                  <a:srgbClr val="0000FF"/>
                </a:solidFill>
                <a:prstDash val="solid"/>
                <a:round/>
                <a:headEnd type="none" w="med" len="med"/>
                <a:tailEnd type="none" w="med" len="med"/>
              </a:ln>
            </p:spPr>
          </p:sp>
          <p:sp>
            <p:nvSpPr>
              <p:cNvPr id="153634" name="Line 35" descr="羊皮纸"/>
              <p:cNvSpPr/>
              <p:nvPr/>
            </p:nvSpPr>
            <p:spPr>
              <a:xfrm>
                <a:off x="5208" y="4263"/>
                <a:ext cx="238" cy="0"/>
              </a:xfrm>
              <a:prstGeom prst="line">
                <a:avLst/>
              </a:prstGeom>
              <a:ln w="25400" cap="flat" cmpd="sng">
                <a:solidFill>
                  <a:srgbClr val="0000FF"/>
                </a:solidFill>
                <a:prstDash val="solid"/>
                <a:round/>
                <a:headEnd type="none" w="med" len="med"/>
                <a:tailEnd type="none" w="med" len="med"/>
              </a:ln>
            </p:spPr>
          </p:sp>
          <p:sp>
            <p:nvSpPr>
              <p:cNvPr id="153635" name="Line 36" descr="羊皮纸"/>
              <p:cNvSpPr/>
              <p:nvPr/>
            </p:nvSpPr>
            <p:spPr>
              <a:xfrm>
                <a:off x="5205" y="5625"/>
                <a:ext cx="238" cy="0"/>
              </a:xfrm>
              <a:prstGeom prst="line">
                <a:avLst/>
              </a:prstGeom>
              <a:ln w="25400" cap="flat" cmpd="sng">
                <a:solidFill>
                  <a:srgbClr val="0000FF"/>
                </a:solidFill>
                <a:prstDash val="solid"/>
                <a:round/>
                <a:headEnd type="none" w="med" len="med"/>
                <a:tailEnd type="none" w="med" len="med"/>
              </a:ln>
            </p:spPr>
          </p:sp>
          <p:sp>
            <p:nvSpPr>
              <p:cNvPr id="153636" name="Line 37" descr="羊皮纸"/>
              <p:cNvSpPr/>
              <p:nvPr/>
            </p:nvSpPr>
            <p:spPr>
              <a:xfrm>
                <a:off x="5445" y="4263"/>
                <a:ext cx="0" cy="624"/>
              </a:xfrm>
              <a:prstGeom prst="line">
                <a:avLst/>
              </a:prstGeom>
              <a:ln w="25400" cap="flat" cmpd="sng">
                <a:solidFill>
                  <a:srgbClr val="0000FF"/>
                </a:solidFill>
                <a:prstDash val="solid"/>
                <a:round/>
                <a:headEnd type="none" w="med" len="med"/>
                <a:tailEnd type="none" w="med" len="med"/>
              </a:ln>
            </p:spPr>
          </p:sp>
          <p:sp>
            <p:nvSpPr>
              <p:cNvPr id="153637" name="Line 38" descr="羊皮纸"/>
              <p:cNvSpPr/>
              <p:nvPr/>
            </p:nvSpPr>
            <p:spPr>
              <a:xfrm>
                <a:off x="5445" y="4893"/>
                <a:ext cx="238" cy="0"/>
              </a:xfrm>
              <a:prstGeom prst="line">
                <a:avLst/>
              </a:prstGeom>
              <a:ln w="25400" cap="flat" cmpd="sng">
                <a:solidFill>
                  <a:srgbClr val="0000FF"/>
                </a:solidFill>
                <a:prstDash val="solid"/>
                <a:round/>
                <a:headEnd type="none" w="med" len="med"/>
                <a:tailEnd type="none" w="med" len="med"/>
              </a:ln>
            </p:spPr>
          </p:sp>
          <p:sp>
            <p:nvSpPr>
              <p:cNvPr id="153638" name="Line 39" descr="羊皮纸"/>
              <p:cNvSpPr/>
              <p:nvPr/>
            </p:nvSpPr>
            <p:spPr>
              <a:xfrm>
                <a:off x="5445" y="4998"/>
                <a:ext cx="238" cy="0"/>
              </a:xfrm>
              <a:prstGeom prst="line">
                <a:avLst/>
              </a:prstGeom>
              <a:ln w="25400" cap="flat" cmpd="sng">
                <a:solidFill>
                  <a:srgbClr val="0000FF"/>
                </a:solidFill>
                <a:prstDash val="solid"/>
                <a:round/>
                <a:headEnd type="none" w="med" len="med"/>
                <a:tailEnd type="none" w="med" len="med"/>
              </a:ln>
            </p:spPr>
          </p:sp>
          <p:sp>
            <p:nvSpPr>
              <p:cNvPr id="153639" name="Rectangle 40"/>
              <p:cNvSpPr/>
              <p:nvPr/>
            </p:nvSpPr>
            <p:spPr>
              <a:xfrm>
                <a:off x="5685" y="4716"/>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zh-CN" altLang="en-US" sz="1800" i="0" dirty="0">
                    <a:latin typeface="Times New Roman" panose="02020603050405020304" pitchFamily="18" charset="0"/>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40" name="Line 41" descr="羊皮纸"/>
              <p:cNvSpPr/>
              <p:nvPr/>
            </p:nvSpPr>
            <p:spPr>
              <a:xfrm>
                <a:off x="5445" y="4998"/>
                <a:ext cx="0" cy="624"/>
              </a:xfrm>
              <a:prstGeom prst="line">
                <a:avLst/>
              </a:prstGeom>
              <a:ln w="25400" cap="flat" cmpd="sng">
                <a:solidFill>
                  <a:srgbClr val="0000FF"/>
                </a:solidFill>
                <a:prstDash val="solid"/>
                <a:round/>
                <a:headEnd type="none" w="med" len="med"/>
                <a:tailEnd type="none" w="med" len="med"/>
              </a:ln>
            </p:spPr>
          </p:sp>
          <p:sp>
            <p:nvSpPr>
              <p:cNvPr id="153641" name="Line 42" descr="羊皮纸"/>
              <p:cNvSpPr/>
              <p:nvPr/>
            </p:nvSpPr>
            <p:spPr>
              <a:xfrm>
                <a:off x="6018" y="4938"/>
                <a:ext cx="360" cy="0"/>
              </a:xfrm>
              <a:prstGeom prst="line">
                <a:avLst/>
              </a:prstGeom>
              <a:ln w="25400" cap="flat" cmpd="sng">
                <a:solidFill>
                  <a:srgbClr val="0000FF"/>
                </a:solidFill>
                <a:prstDash val="solid"/>
                <a:round/>
                <a:headEnd type="none" w="med" len="med"/>
                <a:tailEnd type="none" w="med" len="med"/>
              </a:ln>
            </p:spPr>
          </p:sp>
          <p:sp>
            <p:nvSpPr>
              <p:cNvPr id="153642" name="Rectangle 43"/>
              <p:cNvSpPr/>
              <p:nvPr/>
            </p:nvSpPr>
            <p:spPr>
              <a:xfrm>
                <a:off x="6384" y="4725"/>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ctr"/>
                <a:r>
                  <a:rPr lang="en-US" altLang="zh-CN" sz="2400" i="0" dirty="0">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153643" name="Line 44" descr="羊皮纸"/>
              <p:cNvSpPr/>
              <p:nvPr/>
            </p:nvSpPr>
            <p:spPr>
              <a:xfrm>
                <a:off x="6690" y="4932"/>
                <a:ext cx="306" cy="0"/>
              </a:xfrm>
              <a:prstGeom prst="line">
                <a:avLst/>
              </a:prstGeom>
              <a:ln w="25400" cap="flat" cmpd="sng">
                <a:solidFill>
                  <a:srgbClr val="0000FF"/>
                </a:solidFill>
                <a:prstDash val="solid"/>
                <a:round/>
                <a:headEnd type="none" w="med" len="med"/>
                <a:tailEnd type="none" w="med" len="med"/>
              </a:ln>
            </p:spPr>
          </p:sp>
          <p:sp>
            <p:nvSpPr>
              <p:cNvPr id="153644" name="Line 45" descr="羊皮纸"/>
              <p:cNvSpPr/>
              <p:nvPr/>
            </p:nvSpPr>
            <p:spPr>
              <a:xfrm>
                <a:off x="6249" y="3867"/>
                <a:ext cx="1043" cy="0"/>
              </a:xfrm>
              <a:prstGeom prst="line">
                <a:avLst/>
              </a:prstGeom>
              <a:ln w="25400" cap="flat" cmpd="sng">
                <a:solidFill>
                  <a:srgbClr val="0000FF"/>
                </a:solidFill>
                <a:prstDash val="solid"/>
                <a:round/>
                <a:headEnd type="none" w="med" len="med"/>
                <a:tailEnd type="none" w="med" len="med"/>
              </a:ln>
            </p:spPr>
          </p:sp>
          <p:sp>
            <p:nvSpPr>
              <p:cNvPr id="153645" name="Rectangle 46"/>
              <p:cNvSpPr/>
              <p:nvPr/>
            </p:nvSpPr>
            <p:spPr>
              <a:xfrm>
                <a:off x="8004" y="4063"/>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en-US" altLang="zh-CN" sz="1800" i="0" dirty="0">
                    <a:latin typeface="宋体" panose="02010600030101010101" pitchFamily="2" charset="-122"/>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46" name="Rectangle 47"/>
              <p:cNvSpPr/>
              <p:nvPr/>
            </p:nvSpPr>
            <p:spPr>
              <a:xfrm>
                <a:off x="7989" y="5347"/>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en-US" altLang="zh-CN" sz="1800" i="0" dirty="0">
                    <a:latin typeface="宋体" panose="02010600030101010101" pitchFamily="2" charset="-122"/>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47" name="Line 48" descr="羊皮纸"/>
              <p:cNvSpPr/>
              <p:nvPr/>
            </p:nvSpPr>
            <p:spPr>
              <a:xfrm>
                <a:off x="7518" y="3978"/>
                <a:ext cx="238" cy="0"/>
              </a:xfrm>
              <a:prstGeom prst="line">
                <a:avLst/>
              </a:prstGeom>
              <a:ln w="25400" cap="flat" cmpd="sng">
                <a:solidFill>
                  <a:srgbClr val="0000FF"/>
                </a:solidFill>
                <a:prstDash val="solid"/>
                <a:round/>
                <a:headEnd type="none" w="med" len="med"/>
                <a:tailEnd type="none" w="med" len="med"/>
              </a:ln>
            </p:spPr>
          </p:sp>
          <p:sp>
            <p:nvSpPr>
              <p:cNvPr id="153648" name="Line 49" descr="羊皮纸"/>
              <p:cNvSpPr/>
              <p:nvPr/>
            </p:nvSpPr>
            <p:spPr>
              <a:xfrm>
                <a:off x="7515" y="4635"/>
                <a:ext cx="238" cy="0"/>
              </a:xfrm>
              <a:prstGeom prst="line">
                <a:avLst/>
              </a:prstGeom>
              <a:ln w="25400" cap="flat" cmpd="sng">
                <a:solidFill>
                  <a:srgbClr val="0000FF"/>
                </a:solidFill>
                <a:prstDash val="solid"/>
                <a:round/>
                <a:headEnd type="none" w="med" len="med"/>
                <a:tailEnd type="none" w="med" len="med"/>
              </a:ln>
            </p:spPr>
          </p:sp>
          <p:sp>
            <p:nvSpPr>
              <p:cNvPr id="153649" name="Line 50" descr="羊皮纸"/>
              <p:cNvSpPr/>
              <p:nvPr/>
            </p:nvSpPr>
            <p:spPr>
              <a:xfrm>
                <a:off x="7512" y="5244"/>
                <a:ext cx="238" cy="0"/>
              </a:xfrm>
              <a:prstGeom prst="line">
                <a:avLst/>
              </a:prstGeom>
              <a:ln w="25400" cap="flat" cmpd="sng">
                <a:solidFill>
                  <a:srgbClr val="0000FF"/>
                </a:solidFill>
                <a:prstDash val="solid"/>
                <a:round/>
                <a:headEnd type="none" w="med" len="med"/>
                <a:tailEnd type="none" w="med" len="med"/>
              </a:ln>
            </p:spPr>
          </p:sp>
          <p:sp>
            <p:nvSpPr>
              <p:cNvPr id="153650" name="Line 51" descr="羊皮纸"/>
              <p:cNvSpPr/>
              <p:nvPr/>
            </p:nvSpPr>
            <p:spPr>
              <a:xfrm>
                <a:off x="7515" y="5898"/>
                <a:ext cx="238" cy="0"/>
              </a:xfrm>
              <a:prstGeom prst="line">
                <a:avLst/>
              </a:prstGeom>
              <a:ln w="25400" cap="flat" cmpd="sng">
                <a:solidFill>
                  <a:srgbClr val="0000FF"/>
                </a:solidFill>
                <a:prstDash val="solid"/>
                <a:round/>
                <a:headEnd type="none" w="med" len="med"/>
                <a:tailEnd type="none" w="med" len="med"/>
              </a:ln>
            </p:spPr>
          </p:sp>
          <p:sp>
            <p:nvSpPr>
              <p:cNvPr id="153651" name="Line 52" descr="羊皮纸"/>
              <p:cNvSpPr/>
              <p:nvPr/>
            </p:nvSpPr>
            <p:spPr>
              <a:xfrm>
                <a:off x="7755" y="3981"/>
                <a:ext cx="0" cy="255"/>
              </a:xfrm>
              <a:prstGeom prst="line">
                <a:avLst/>
              </a:prstGeom>
              <a:ln w="25400" cap="flat" cmpd="sng">
                <a:solidFill>
                  <a:srgbClr val="0000FF"/>
                </a:solidFill>
                <a:prstDash val="solid"/>
                <a:round/>
                <a:headEnd type="none" w="med" len="med"/>
                <a:tailEnd type="none" w="med" len="med"/>
              </a:ln>
            </p:spPr>
          </p:sp>
          <p:sp>
            <p:nvSpPr>
              <p:cNvPr id="153652" name="Line 53" descr="羊皮纸"/>
              <p:cNvSpPr/>
              <p:nvPr/>
            </p:nvSpPr>
            <p:spPr>
              <a:xfrm>
                <a:off x="7755" y="4380"/>
                <a:ext cx="0" cy="255"/>
              </a:xfrm>
              <a:prstGeom prst="line">
                <a:avLst/>
              </a:prstGeom>
              <a:ln w="25400" cap="flat" cmpd="sng">
                <a:solidFill>
                  <a:srgbClr val="0000FF"/>
                </a:solidFill>
                <a:prstDash val="solid"/>
                <a:round/>
                <a:headEnd type="none" w="med" len="med"/>
                <a:tailEnd type="none" w="med" len="med"/>
              </a:ln>
            </p:spPr>
          </p:sp>
          <p:sp>
            <p:nvSpPr>
              <p:cNvPr id="153653" name="Line 54" descr="羊皮纸"/>
              <p:cNvSpPr/>
              <p:nvPr/>
            </p:nvSpPr>
            <p:spPr>
              <a:xfrm>
                <a:off x="7755" y="4233"/>
                <a:ext cx="238" cy="0"/>
              </a:xfrm>
              <a:prstGeom prst="line">
                <a:avLst/>
              </a:prstGeom>
              <a:ln w="25400" cap="flat" cmpd="sng">
                <a:solidFill>
                  <a:srgbClr val="0000FF"/>
                </a:solidFill>
                <a:prstDash val="solid"/>
                <a:round/>
                <a:headEnd type="none" w="med" len="med"/>
                <a:tailEnd type="none" w="med" len="med"/>
              </a:ln>
            </p:spPr>
          </p:sp>
          <p:sp>
            <p:nvSpPr>
              <p:cNvPr id="153654" name="Line 55" descr="羊皮纸"/>
              <p:cNvSpPr/>
              <p:nvPr/>
            </p:nvSpPr>
            <p:spPr>
              <a:xfrm>
                <a:off x="7755" y="4374"/>
                <a:ext cx="238" cy="0"/>
              </a:xfrm>
              <a:prstGeom prst="line">
                <a:avLst/>
              </a:prstGeom>
              <a:ln w="25400" cap="flat" cmpd="sng">
                <a:solidFill>
                  <a:srgbClr val="0000FF"/>
                </a:solidFill>
                <a:prstDash val="solid"/>
                <a:round/>
                <a:headEnd type="none" w="med" len="med"/>
                <a:tailEnd type="none" w="med" len="med"/>
              </a:ln>
            </p:spPr>
          </p:sp>
          <p:sp>
            <p:nvSpPr>
              <p:cNvPr id="153655" name="Line 56" descr="羊皮纸"/>
              <p:cNvSpPr/>
              <p:nvPr/>
            </p:nvSpPr>
            <p:spPr>
              <a:xfrm>
                <a:off x="7755" y="5244"/>
                <a:ext cx="0" cy="255"/>
              </a:xfrm>
              <a:prstGeom prst="line">
                <a:avLst/>
              </a:prstGeom>
              <a:ln w="25400" cap="flat" cmpd="sng">
                <a:solidFill>
                  <a:srgbClr val="0000FF"/>
                </a:solidFill>
                <a:prstDash val="solid"/>
                <a:round/>
                <a:headEnd type="none" w="med" len="med"/>
                <a:tailEnd type="none" w="med" len="med"/>
              </a:ln>
            </p:spPr>
          </p:sp>
          <p:sp>
            <p:nvSpPr>
              <p:cNvPr id="153656" name="Line 57" descr="羊皮纸"/>
              <p:cNvSpPr/>
              <p:nvPr/>
            </p:nvSpPr>
            <p:spPr>
              <a:xfrm>
                <a:off x="7755" y="5643"/>
                <a:ext cx="0" cy="255"/>
              </a:xfrm>
              <a:prstGeom prst="line">
                <a:avLst/>
              </a:prstGeom>
              <a:ln w="25400" cap="flat" cmpd="sng">
                <a:solidFill>
                  <a:srgbClr val="0000FF"/>
                </a:solidFill>
                <a:prstDash val="solid"/>
                <a:round/>
                <a:headEnd type="none" w="med" len="med"/>
                <a:tailEnd type="none" w="med" len="med"/>
              </a:ln>
            </p:spPr>
          </p:sp>
          <p:sp>
            <p:nvSpPr>
              <p:cNvPr id="153657" name="Line 58" descr="羊皮纸"/>
              <p:cNvSpPr/>
              <p:nvPr/>
            </p:nvSpPr>
            <p:spPr>
              <a:xfrm>
                <a:off x="7755" y="5511"/>
                <a:ext cx="238" cy="0"/>
              </a:xfrm>
              <a:prstGeom prst="line">
                <a:avLst/>
              </a:prstGeom>
              <a:ln w="25400" cap="flat" cmpd="sng">
                <a:solidFill>
                  <a:srgbClr val="0000FF"/>
                </a:solidFill>
                <a:prstDash val="solid"/>
                <a:round/>
                <a:headEnd type="none" w="med" len="med"/>
                <a:tailEnd type="none" w="med" len="med"/>
              </a:ln>
            </p:spPr>
          </p:sp>
          <p:sp>
            <p:nvSpPr>
              <p:cNvPr id="153658" name="Line 59" descr="羊皮纸"/>
              <p:cNvSpPr/>
              <p:nvPr/>
            </p:nvSpPr>
            <p:spPr>
              <a:xfrm>
                <a:off x="7755" y="5637"/>
                <a:ext cx="238" cy="0"/>
              </a:xfrm>
              <a:prstGeom prst="line">
                <a:avLst/>
              </a:prstGeom>
              <a:ln w="25400" cap="flat" cmpd="sng">
                <a:solidFill>
                  <a:srgbClr val="0000FF"/>
                </a:solidFill>
                <a:prstDash val="solid"/>
                <a:round/>
                <a:headEnd type="none" w="med" len="med"/>
                <a:tailEnd type="none" w="med" len="med"/>
              </a:ln>
            </p:spPr>
          </p:sp>
          <p:sp>
            <p:nvSpPr>
              <p:cNvPr id="153659" name="Line 60" descr="羊皮纸"/>
              <p:cNvSpPr/>
              <p:nvPr/>
            </p:nvSpPr>
            <p:spPr>
              <a:xfrm>
                <a:off x="6915" y="4092"/>
                <a:ext cx="295" cy="0"/>
              </a:xfrm>
              <a:prstGeom prst="line">
                <a:avLst/>
              </a:prstGeom>
              <a:ln w="25400" cap="flat" cmpd="sng">
                <a:solidFill>
                  <a:srgbClr val="0000FF"/>
                </a:solidFill>
                <a:prstDash val="solid"/>
                <a:round/>
                <a:headEnd type="none" w="med" len="med"/>
                <a:tailEnd type="none" w="med" len="med"/>
              </a:ln>
            </p:spPr>
          </p:sp>
          <p:sp>
            <p:nvSpPr>
              <p:cNvPr id="153660" name="Line 61" descr="羊皮纸"/>
              <p:cNvSpPr/>
              <p:nvPr/>
            </p:nvSpPr>
            <p:spPr>
              <a:xfrm>
                <a:off x="6918" y="4092"/>
                <a:ext cx="0" cy="2171"/>
              </a:xfrm>
              <a:prstGeom prst="line">
                <a:avLst/>
              </a:prstGeom>
              <a:ln w="25400" cap="flat" cmpd="sng">
                <a:solidFill>
                  <a:srgbClr val="0000FF"/>
                </a:solidFill>
                <a:prstDash val="solid"/>
                <a:round/>
                <a:headEnd type="none" w="med" len="med"/>
                <a:tailEnd type="none" w="med" len="med"/>
              </a:ln>
            </p:spPr>
          </p:sp>
          <p:sp>
            <p:nvSpPr>
              <p:cNvPr id="153661" name="Line 62" descr="羊皮纸"/>
              <p:cNvSpPr/>
              <p:nvPr/>
            </p:nvSpPr>
            <p:spPr>
              <a:xfrm>
                <a:off x="3744" y="6276"/>
                <a:ext cx="3175" cy="0"/>
              </a:xfrm>
              <a:prstGeom prst="line">
                <a:avLst/>
              </a:prstGeom>
              <a:ln w="25400" cap="flat" cmpd="sng">
                <a:solidFill>
                  <a:srgbClr val="0000FF"/>
                </a:solidFill>
                <a:prstDash val="solid"/>
                <a:round/>
                <a:headEnd type="none" w="med" len="med"/>
                <a:tailEnd type="none" w="med" len="med"/>
              </a:ln>
            </p:spPr>
          </p:sp>
          <p:sp>
            <p:nvSpPr>
              <p:cNvPr id="153662" name="Line 63" descr="羊皮纸"/>
              <p:cNvSpPr/>
              <p:nvPr/>
            </p:nvSpPr>
            <p:spPr>
              <a:xfrm>
                <a:off x="7005" y="4560"/>
                <a:ext cx="215" cy="0"/>
              </a:xfrm>
              <a:prstGeom prst="line">
                <a:avLst/>
              </a:prstGeom>
              <a:ln w="25400" cap="flat" cmpd="sng">
                <a:solidFill>
                  <a:srgbClr val="0000FF"/>
                </a:solidFill>
                <a:prstDash val="solid"/>
                <a:round/>
                <a:headEnd type="none" w="med" len="med"/>
                <a:tailEnd type="none" w="med" len="med"/>
              </a:ln>
            </p:spPr>
          </p:sp>
          <p:sp>
            <p:nvSpPr>
              <p:cNvPr id="153663" name="Line 64" descr="羊皮纸"/>
              <p:cNvSpPr/>
              <p:nvPr/>
            </p:nvSpPr>
            <p:spPr>
              <a:xfrm>
                <a:off x="7020" y="5808"/>
                <a:ext cx="180" cy="0"/>
              </a:xfrm>
              <a:prstGeom prst="line">
                <a:avLst/>
              </a:prstGeom>
              <a:ln w="25400" cap="flat" cmpd="sng">
                <a:solidFill>
                  <a:srgbClr val="0000FF"/>
                </a:solidFill>
                <a:prstDash val="solid"/>
                <a:round/>
                <a:headEnd type="none" w="med" len="med"/>
                <a:tailEnd type="none" w="med" len="med"/>
              </a:ln>
            </p:spPr>
          </p:sp>
          <p:sp>
            <p:nvSpPr>
              <p:cNvPr id="153664" name="Line 65" descr="羊皮纸"/>
              <p:cNvSpPr/>
              <p:nvPr/>
            </p:nvSpPr>
            <p:spPr>
              <a:xfrm>
                <a:off x="7005" y="4560"/>
                <a:ext cx="0" cy="1248"/>
              </a:xfrm>
              <a:prstGeom prst="line">
                <a:avLst/>
              </a:prstGeom>
              <a:ln w="25400" cap="flat" cmpd="sng">
                <a:solidFill>
                  <a:srgbClr val="0000FF"/>
                </a:solidFill>
                <a:prstDash val="solid"/>
                <a:round/>
                <a:headEnd type="none" w="med" len="med"/>
                <a:tailEnd type="none" w="med" len="med"/>
              </a:ln>
            </p:spPr>
          </p:sp>
          <p:sp>
            <p:nvSpPr>
              <p:cNvPr id="153665" name="Line 66" descr="羊皮纸"/>
              <p:cNvSpPr/>
              <p:nvPr/>
            </p:nvSpPr>
            <p:spPr>
              <a:xfrm>
                <a:off x="7080" y="4731"/>
                <a:ext cx="125" cy="0"/>
              </a:xfrm>
              <a:prstGeom prst="line">
                <a:avLst/>
              </a:prstGeom>
              <a:ln w="25400" cap="flat" cmpd="sng">
                <a:solidFill>
                  <a:srgbClr val="0000FF"/>
                </a:solidFill>
                <a:prstDash val="solid"/>
                <a:round/>
                <a:headEnd type="none" w="med" len="med"/>
                <a:tailEnd type="none" w="med" len="med"/>
              </a:ln>
            </p:spPr>
          </p:sp>
          <p:sp>
            <p:nvSpPr>
              <p:cNvPr id="153666" name="Line 67" descr="羊皮纸"/>
              <p:cNvSpPr/>
              <p:nvPr/>
            </p:nvSpPr>
            <p:spPr>
              <a:xfrm>
                <a:off x="7080" y="4731"/>
                <a:ext cx="0" cy="1716"/>
              </a:xfrm>
              <a:prstGeom prst="line">
                <a:avLst/>
              </a:prstGeom>
              <a:ln w="25400" cap="flat" cmpd="sng">
                <a:solidFill>
                  <a:srgbClr val="0000FF"/>
                </a:solidFill>
                <a:prstDash val="solid"/>
                <a:round/>
                <a:headEnd type="none" w="med" len="med"/>
                <a:tailEnd type="none" w="med" len="med"/>
              </a:ln>
            </p:spPr>
          </p:sp>
          <p:sp>
            <p:nvSpPr>
              <p:cNvPr id="153667" name="Line 68" descr="羊皮纸"/>
              <p:cNvSpPr/>
              <p:nvPr/>
            </p:nvSpPr>
            <p:spPr>
              <a:xfrm>
                <a:off x="3729" y="6444"/>
                <a:ext cx="3356" cy="0"/>
              </a:xfrm>
              <a:prstGeom prst="line">
                <a:avLst/>
              </a:prstGeom>
              <a:ln w="25400" cap="flat" cmpd="sng">
                <a:solidFill>
                  <a:srgbClr val="0000FF"/>
                </a:solidFill>
                <a:prstDash val="solid"/>
                <a:round/>
                <a:headEnd type="none" w="med" len="med"/>
                <a:tailEnd type="none" w="med" len="med"/>
              </a:ln>
            </p:spPr>
          </p:sp>
          <p:sp>
            <p:nvSpPr>
              <p:cNvPr id="153668" name="Line 69" descr="羊皮纸"/>
              <p:cNvSpPr/>
              <p:nvPr/>
            </p:nvSpPr>
            <p:spPr>
              <a:xfrm flipH="1">
                <a:off x="6255" y="3873"/>
                <a:ext cx="0" cy="1514"/>
              </a:xfrm>
              <a:prstGeom prst="line">
                <a:avLst/>
              </a:prstGeom>
              <a:ln w="25400" cap="flat" cmpd="sng">
                <a:solidFill>
                  <a:srgbClr val="0000FF"/>
                </a:solidFill>
                <a:prstDash val="solid"/>
                <a:round/>
                <a:headEnd type="none" w="med" len="med"/>
                <a:tailEnd type="none" w="med" len="med"/>
              </a:ln>
            </p:spPr>
          </p:sp>
          <p:sp>
            <p:nvSpPr>
              <p:cNvPr id="153669" name="Line 70" descr="羊皮纸"/>
              <p:cNvSpPr/>
              <p:nvPr/>
            </p:nvSpPr>
            <p:spPr>
              <a:xfrm>
                <a:off x="6252" y="5388"/>
                <a:ext cx="1026" cy="0"/>
              </a:xfrm>
              <a:prstGeom prst="line">
                <a:avLst/>
              </a:prstGeom>
              <a:ln w="25400" cap="flat" cmpd="sng">
                <a:solidFill>
                  <a:srgbClr val="0000FF"/>
                </a:solidFill>
                <a:prstDash val="solid"/>
                <a:round/>
                <a:headEnd type="none" w="med" len="med"/>
                <a:tailEnd type="none" w="med" len="med"/>
              </a:ln>
            </p:spPr>
          </p:sp>
          <p:sp>
            <p:nvSpPr>
              <p:cNvPr id="153670" name="Line 71" descr="羊皮纸"/>
              <p:cNvSpPr/>
              <p:nvPr/>
            </p:nvSpPr>
            <p:spPr>
              <a:xfrm>
                <a:off x="6930" y="6033"/>
                <a:ext cx="283" cy="0"/>
              </a:xfrm>
              <a:prstGeom prst="line">
                <a:avLst/>
              </a:prstGeom>
              <a:ln w="25400" cap="flat" cmpd="sng">
                <a:solidFill>
                  <a:srgbClr val="0000FF"/>
                </a:solidFill>
                <a:prstDash val="solid"/>
                <a:round/>
                <a:headEnd type="none" w="med" len="med"/>
                <a:tailEnd type="none" w="med" len="med"/>
              </a:ln>
            </p:spPr>
          </p:sp>
          <p:sp>
            <p:nvSpPr>
              <p:cNvPr id="153671" name="Line 72" descr="羊皮纸"/>
              <p:cNvSpPr/>
              <p:nvPr/>
            </p:nvSpPr>
            <p:spPr>
              <a:xfrm>
                <a:off x="7080" y="5142"/>
                <a:ext cx="125" cy="0"/>
              </a:xfrm>
              <a:prstGeom prst="line">
                <a:avLst/>
              </a:prstGeom>
              <a:ln w="25400" cap="flat" cmpd="sng">
                <a:solidFill>
                  <a:srgbClr val="0000FF"/>
                </a:solidFill>
                <a:prstDash val="solid"/>
                <a:round/>
                <a:headEnd type="none" w="med" len="med"/>
                <a:tailEnd type="none" w="med" len="med"/>
              </a:ln>
            </p:spPr>
          </p:sp>
          <p:sp>
            <p:nvSpPr>
              <p:cNvPr id="153672" name="Oval 73"/>
              <p:cNvSpPr/>
              <p:nvPr/>
            </p:nvSpPr>
            <p:spPr>
              <a:xfrm>
                <a:off x="6222" y="4902"/>
                <a:ext cx="57" cy="57"/>
              </a:xfrm>
              <a:prstGeom prst="ellipse">
                <a:avLst/>
              </a:prstGeom>
              <a:solidFill>
                <a:srgbClr val="0000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73" name="Oval 74"/>
              <p:cNvSpPr/>
              <p:nvPr/>
            </p:nvSpPr>
            <p:spPr>
              <a:xfrm>
                <a:off x="6972" y="4896"/>
                <a:ext cx="57" cy="57"/>
              </a:xfrm>
              <a:prstGeom prst="ellipse">
                <a:avLst/>
              </a:prstGeom>
              <a:solidFill>
                <a:srgbClr val="0000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74" name="Oval 75"/>
              <p:cNvSpPr/>
              <p:nvPr/>
            </p:nvSpPr>
            <p:spPr>
              <a:xfrm>
                <a:off x="7056" y="5112"/>
                <a:ext cx="57" cy="57"/>
              </a:xfrm>
              <a:prstGeom prst="ellipse">
                <a:avLst/>
              </a:prstGeom>
              <a:solidFill>
                <a:srgbClr val="0000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75" name="Oval 76"/>
              <p:cNvSpPr/>
              <p:nvPr/>
            </p:nvSpPr>
            <p:spPr>
              <a:xfrm>
                <a:off x="6888" y="6000"/>
                <a:ext cx="57" cy="57"/>
              </a:xfrm>
              <a:prstGeom prst="ellipse">
                <a:avLst/>
              </a:prstGeom>
              <a:solidFill>
                <a:srgbClr val="0000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76" name="Oval 77"/>
              <p:cNvSpPr/>
              <p:nvPr/>
            </p:nvSpPr>
            <p:spPr>
              <a:xfrm>
                <a:off x="6699" y="4902"/>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77" name="Oval 78"/>
              <p:cNvSpPr/>
              <p:nvPr/>
            </p:nvSpPr>
            <p:spPr>
              <a:xfrm>
                <a:off x="4443" y="3948"/>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78" name="Oval 79"/>
              <p:cNvSpPr/>
              <p:nvPr/>
            </p:nvSpPr>
            <p:spPr>
              <a:xfrm>
                <a:off x="4440" y="4614"/>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79" name="Oval 80"/>
              <p:cNvSpPr/>
              <p:nvPr/>
            </p:nvSpPr>
            <p:spPr>
              <a:xfrm>
                <a:off x="4440" y="5217"/>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80" name="Oval 81"/>
              <p:cNvSpPr/>
              <p:nvPr/>
            </p:nvSpPr>
            <p:spPr>
              <a:xfrm>
                <a:off x="4440" y="5868"/>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81" name="Oval 82"/>
              <p:cNvSpPr/>
              <p:nvPr/>
            </p:nvSpPr>
            <p:spPr>
              <a:xfrm>
                <a:off x="8316" y="4245"/>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82" name="Oval 83"/>
              <p:cNvSpPr/>
              <p:nvPr/>
            </p:nvSpPr>
            <p:spPr>
              <a:xfrm>
                <a:off x="8298" y="5553"/>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83" name="Line 84" descr="羊皮纸"/>
              <p:cNvSpPr/>
              <p:nvPr/>
            </p:nvSpPr>
            <p:spPr>
              <a:xfrm flipV="1">
                <a:off x="8370" y="4275"/>
                <a:ext cx="255" cy="0"/>
              </a:xfrm>
              <a:prstGeom prst="line">
                <a:avLst/>
              </a:prstGeom>
              <a:ln w="25400" cap="flat" cmpd="sng">
                <a:solidFill>
                  <a:srgbClr val="0000FF"/>
                </a:solidFill>
                <a:prstDash val="solid"/>
                <a:round/>
                <a:headEnd type="none" w="med" len="med"/>
                <a:tailEnd type="none" w="med" len="med"/>
              </a:ln>
            </p:spPr>
          </p:sp>
          <p:sp>
            <p:nvSpPr>
              <p:cNvPr id="153684" name="Line 85" descr="羊皮纸"/>
              <p:cNvSpPr/>
              <p:nvPr/>
            </p:nvSpPr>
            <p:spPr>
              <a:xfrm flipV="1">
                <a:off x="8355" y="5586"/>
                <a:ext cx="255" cy="0"/>
              </a:xfrm>
              <a:prstGeom prst="line">
                <a:avLst/>
              </a:prstGeom>
              <a:ln w="25400" cap="flat" cmpd="sng">
                <a:solidFill>
                  <a:srgbClr val="0000FF"/>
                </a:solidFill>
                <a:prstDash val="solid"/>
                <a:round/>
                <a:headEnd type="none" w="med" len="med"/>
                <a:tailEnd type="none" w="med" len="med"/>
              </a:ln>
            </p:spPr>
          </p:sp>
          <p:sp>
            <p:nvSpPr>
              <p:cNvPr id="153685" name="Oval 86"/>
              <p:cNvSpPr/>
              <p:nvPr/>
            </p:nvSpPr>
            <p:spPr>
              <a:xfrm>
                <a:off x="6003" y="4908"/>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86" name="Rectangle 87"/>
              <p:cNvSpPr/>
              <p:nvPr/>
            </p:nvSpPr>
            <p:spPr>
              <a:xfrm>
                <a:off x="7212" y="3780"/>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ctr"/>
                <a:r>
                  <a:rPr lang="en-US" altLang="zh-CN" sz="2400" i="0" dirty="0">
                    <a:latin typeface="Times New Roman" panose="02020603050405020304" pitchFamily="18" charset="0"/>
                    <a:ea typeface="宋体" panose="02010600030101010101" pitchFamily="2" charset="-122"/>
                  </a:rPr>
                  <a:t>&amp;</a:t>
                </a:r>
                <a:endParaRPr lang="en-US" altLang="zh-CN" sz="2400" dirty="0">
                  <a:latin typeface="Times New Roman" panose="02020603050405020304" pitchFamily="18" charset="0"/>
                  <a:ea typeface="宋体" panose="02010600030101010101" pitchFamily="2" charset="-122"/>
                </a:endParaRPr>
              </a:p>
            </p:txBody>
          </p:sp>
          <p:sp>
            <p:nvSpPr>
              <p:cNvPr id="153687" name="Rectangle 88"/>
              <p:cNvSpPr/>
              <p:nvPr/>
            </p:nvSpPr>
            <p:spPr>
              <a:xfrm>
                <a:off x="7212" y="5038"/>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ctr"/>
                <a:r>
                  <a:rPr lang="en-US" altLang="zh-CN" sz="2400" i="0" dirty="0">
                    <a:latin typeface="Times New Roman" panose="02020603050405020304" pitchFamily="18" charset="0"/>
                    <a:ea typeface="宋体" panose="02010600030101010101" pitchFamily="2" charset="-122"/>
                  </a:rPr>
                  <a:t>&amp;</a:t>
                </a:r>
                <a:endParaRPr lang="en-US" altLang="zh-CN" sz="2400" dirty="0">
                  <a:latin typeface="Times New Roman" panose="02020603050405020304" pitchFamily="18" charset="0"/>
                  <a:ea typeface="宋体" panose="02010600030101010101" pitchFamily="2" charset="-122"/>
                </a:endParaRPr>
              </a:p>
            </p:txBody>
          </p:sp>
          <p:sp>
            <p:nvSpPr>
              <p:cNvPr id="153688" name="Rectangle 89"/>
              <p:cNvSpPr/>
              <p:nvPr/>
            </p:nvSpPr>
            <p:spPr>
              <a:xfrm>
                <a:off x="7212" y="4404"/>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ctr"/>
                <a:r>
                  <a:rPr lang="en-US" altLang="zh-CN" sz="2400" i="0" dirty="0">
                    <a:latin typeface="Times New Roman" panose="02020603050405020304" pitchFamily="18" charset="0"/>
                    <a:ea typeface="宋体" panose="02010600030101010101" pitchFamily="2" charset="-122"/>
                  </a:rPr>
                  <a:t>&amp;</a:t>
                </a:r>
                <a:endParaRPr lang="en-US" altLang="zh-CN" sz="2400" dirty="0">
                  <a:latin typeface="Times New Roman" panose="02020603050405020304" pitchFamily="18" charset="0"/>
                  <a:ea typeface="宋体" panose="02010600030101010101" pitchFamily="2" charset="-122"/>
                </a:endParaRPr>
              </a:p>
            </p:txBody>
          </p:sp>
          <p:sp>
            <p:nvSpPr>
              <p:cNvPr id="153689" name="Rectangle 90"/>
              <p:cNvSpPr/>
              <p:nvPr/>
            </p:nvSpPr>
            <p:spPr>
              <a:xfrm>
                <a:off x="7212" y="5662"/>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ctr"/>
                <a:r>
                  <a:rPr lang="en-US" altLang="zh-CN" sz="2400" i="0" dirty="0">
                    <a:latin typeface="Times New Roman" panose="02020603050405020304" pitchFamily="18" charset="0"/>
                    <a:ea typeface="宋体" panose="02010600030101010101" pitchFamily="2" charset="-122"/>
                  </a:rPr>
                  <a:t>&amp;</a:t>
                </a:r>
                <a:endParaRPr lang="en-US" altLang="zh-CN" sz="2400" dirty="0">
                  <a:latin typeface="Times New Roman" panose="02020603050405020304" pitchFamily="18" charset="0"/>
                  <a:ea typeface="宋体" panose="02010600030101010101" pitchFamily="2" charset="-122"/>
                </a:endParaRPr>
              </a:p>
            </p:txBody>
          </p:sp>
        </p:grpSp>
        <p:sp>
          <p:nvSpPr>
            <p:cNvPr id="153690" name="Text Box 91"/>
            <p:cNvSpPr txBox="1"/>
            <p:nvPr/>
          </p:nvSpPr>
          <p:spPr>
            <a:xfrm>
              <a:off x="2960" y="12174"/>
              <a:ext cx="5231" cy="268"/>
            </a:xfrm>
            <a:prstGeom prst="rect">
              <a:avLst/>
            </a:prstGeom>
            <a:noFill/>
            <a:ln w="25400">
              <a:noFill/>
            </a:ln>
          </p:spPr>
          <p:txBody>
            <a:bodyPr wrap="none" anchor="t" anchorCtr="0">
              <a:spAutoFit/>
            </a:bodyPr>
            <a:p>
              <a:pPr algn="ctr"/>
              <a:r>
                <a:rPr lang="en-US" altLang="zh-CN" sz="2400" i="0" dirty="0">
                  <a:solidFill>
                    <a:srgbClr val="000000"/>
                  </a:solidFill>
                  <a:latin typeface="Times New Roman" panose="02020603050405020304" pitchFamily="18" charset="0"/>
                  <a:ea typeface="宋体" panose="02010600030101010101" pitchFamily="2" charset="-122"/>
                </a:rPr>
                <a:t>             </a:t>
              </a:r>
              <a:r>
                <a:rPr lang="zh-CN" altLang="en-US" sz="2400" b="1" i="0" dirty="0">
                  <a:solidFill>
                    <a:srgbClr val="000000"/>
                  </a:solidFill>
                  <a:latin typeface="Times New Roman" panose="02020603050405020304" pitchFamily="18" charset="0"/>
                  <a:ea typeface="宋体" panose="02010600030101010101" pitchFamily="2" charset="-122"/>
                </a:rPr>
                <a:t>八位奇偶发生器／校验器</a:t>
              </a:r>
              <a:r>
                <a:rPr lang="en-US" altLang="zh-CN" sz="2400" b="1" i="0" dirty="0">
                  <a:solidFill>
                    <a:srgbClr val="000000"/>
                  </a:solidFill>
                  <a:latin typeface="Times New Roman" panose="02020603050405020304" pitchFamily="18" charset="0"/>
                  <a:ea typeface="宋体" panose="02010600030101010101" pitchFamily="2" charset="-122"/>
                </a:rPr>
                <a:t>74LS180</a:t>
              </a:r>
              <a:r>
                <a:rPr lang="zh-CN" altLang="en-US" sz="2400" b="1" i="0" dirty="0">
                  <a:solidFill>
                    <a:srgbClr val="000000"/>
                  </a:solidFill>
                  <a:latin typeface="Times New Roman" panose="02020603050405020304" pitchFamily="18" charset="0"/>
                  <a:ea typeface="宋体" panose="02010600030101010101" pitchFamily="2" charset="-122"/>
                </a:rPr>
                <a:t>的逻辑图</a:t>
              </a:r>
              <a:endParaRPr lang="zh-CN" altLang="en-US" sz="2400" b="1"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4625" name="Object 2"/>
          <p:cNvGraphicFramePr>
            <a:graphicFrameLocks noChangeAspect="1"/>
          </p:cNvGraphicFramePr>
          <p:nvPr/>
        </p:nvGraphicFramePr>
        <p:xfrm>
          <a:off x="2538413" y="1154113"/>
          <a:ext cx="5462587" cy="585787"/>
        </p:xfrm>
        <a:graphic>
          <a:graphicData uri="http://schemas.openxmlformats.org/presentationml/2006/ole">
            <mc:AlternateContent xmlns:mc="http://schemas.openxmlformats.org/markup-compatibility/2006">
              <mc:Choice xmlns:v="urn:schemas-microsoft-com:vml" Requires="v">
                <p:oleObj spid="_x0000_s3325" name="" r:id="rId1" imgW="1866265" imgH="203200" progId="Equation.3">
                  <p:embed/>
                </p:oleObj>
              </mc:Choice>
              <mc:Fallback>
                <p:oleObj name="" r:id="rId1" imgW="1866265" imgH="203200" progId="Equation.3">
                  <p:embed/>
                  <p:pic>
                    <p:nvPicPr>
                      <p:cNvPr id="0" name="图片 3324"/>
                      <p:cNvPicPr/>
                      <p:nvPr/>
                    </p:nvPicPr>
                    <p:blipFill>
                      <a:blip r:embed="rId2"/>
                      <a:stretch>
                        <a:fillRect/>
                      </a:stretch>
                    </p:blipFill>
                    <p:spPr>
                      <a:xfrm>
                        <a:off x="2538413" y="1154113"/>
                        <a:ext cx="5462587" cy="585787"/>
                      </a:xfrm>
                      <a:prstGeom prst="rect">
                        <a:avLst/>
                      </a:prstGeom>
                      <a:noFill/>
                      <a:ln w="38100">
                        <a:noFill/>
                        <a:miter/>
                      </a:ln>
                    </p:spPr>
                  </p:pic>
                </p:oleObj>
              </mc:Fallback>
            </mc:AlternateContent>
          </a:graphicData>
        </a:graphic>
      </p:graphicFrame>
      <p:graphicFrame>
        <p:nvGraphicFramePr>
          <p:cNvPr id="154626" name="Object 3"/>
          <p:cNvGraphicFramePr>
            <a:graphicFrameLocks noChangeAspect="1"/>
          </p:cNvGraphicFramePr>
          <p:nvPr/>
        </p:nvGraphicFramePr>
        <p:xfrm>
          <a:off x="2514600" y="1987550"/>
          <a:ext cx="5649913" cy="482600"/>
        </p:xfrm>
        <a:graphic>
          <a:graphicData uri="http://schemas.openxmlformats.org/presentationml/2006/ole">
            <mc:AlternateContent xmlns:mc="http://schemas.openxmlformats.org/markup-compatibility/2006">
              <mc:Choice xmlns:v="urn:schemas-microsoft-com:vml" Requires="v">
                <p:oleObj spid="_x0000_s3324" name="" r:id="rId3" imgW="1892300" imgH="165100" progId="Equation.3">
                  <p:embed/>
                </p:oleObj>
              </mc:Choice>
              <mc:Fallback>
                <p:oleObj name="" r:id="rId3" imgW="1892300" imgH="165100" progId="Equation.3">
                  <p:embed/>
                  <p:pic>
                    <p:nvPicPr>
                      <p:cNvPr id="0" name="图片 3323"/>
                      <p:cNvPicPr/>
                      <p:nvPr/>
                    </p:nvPicPr>
                    <p:blipFill>
                      <a:blip r:embed="rId4"/>
                      <a:stretch>
                        <a:fillRect/>
                      </a:stretch>
                    </p:blipFill>
                    <p:spPr>
                      <a:xfrm>
                        <a:off x="2514600" y="1987550"/>
                        <a:ext cx="5649913" cy="482600"/>
                      </a:xfrm>
                      <a:prstGeom prst="rect">
                        <a:avLst/>
                      </a:prstGeom>
                      <a:noFill/>
                      <a:ln w="38100">
                        <a:noFill/>
                        <a:miter/>
                      </a:ln>
                    </p:spPr>
                  </p:pic>
                </p:oleObj>
              </mc:Fallback>
            </mc:AlternateContent>
          </a:graphicData>
        </a:graphic>
      </p:graphicFrame>
      <p:graphicFrame>
        <p:nvGraphicFramePr>
          <p:cNvPr id="154627" name="Object 4"/>
          <p:cNvGraphicFramePr>
            <a:graphicFrameLocks noChangeAspect="1"/>
          </p:cNvGraphicFramePr>
          <p:nvPr/>
        </p:nvGraphicFramePr>
        <p:xfrm>
          <a:off x="1366838" y="3694113"/>
          <a:ext cx="3795712" cy="741362"/>
        </p:xfrm>
        <a:graphic>
          <a:graphicData uri="http://schemas.openxmlformats.org/presentationml/2006/ole">
            <mc:AlternateContent xmlns:mc="http://schemas.openxmlformats.org/markup-compatibility/2006">
              <mc:Choice xmlns:v="urn:schemas-microsoft-com:vml" Requires="v">
                <p:oleObj spid="_x0000_s3327" name="" r:id="rId5" imgW="1218565" imgH="241300" progId="Equation.3">
                  <p:embed/>
                </p:oleObj>
              </mc:Choice>
              <mc:Fallback>
                <p:oleObj name="" r:id="rId5" imgW="1218565" imgH="241300" progId="Equation.3">
                  <p:embed/>
                  <p:pic>
                    <p:nvPicPr>
                      <p:cNvPr id="0" name="图片 3326"/>
                      <p:cNvPicPr/>
                      <p:nvPr/>
                    </p:nvPicPr>
                    <p:blipFill>
                      <a:blip r:embed="rId6"/>
                      <a:stretch>
                        <a:fillRect/>
                      </a:stretch>
                    </p:blipFill>
                    <p:spPr>
                      <a:xfrm>
                        <a:off x="1366838" y="3694113"/>
                        <a:ext cx="3795712" cy="741362"/>
                      </a:xfrm>
                      <a:prstGeom prst="rect">
                        <a:avLst/>
                      </a:prstGeom>
                      <a:noFill/>
                      <a:ln w="38100">
                        <a:noFill/>
                        <a:miter/>
                      </a:ln>
                    </p:spPr>
                  </p:pic>
                </p:oleObj>
              </mc:Fallback>
            </mc:AlternateContent>
          </a:graphicData>
        </a:graphic>
      </p:graphicFrame>
      <p:graphicFrame>
        <p:nvGraphicFramePr>
          <p:cNvPr id="154628" name="Object 5"/>
          <p:cNvGraphicFramePr>
            <a:graphicFrameLocks noChangeAspect="1"/>
          </p:cNvGraphicFramePr>
          <p:nvPr/>
        </p:nvGraphicFramePr>
        <p:xfrm>
          <a:off x="1285875" y="2763838"/>
          <a:ext cx="3800475" cy="785812"/>
        </p:xfrm>
        <a:graphic>
          <a:graphicData uri="http://schemas.openxmlformats.org/presentationml/2006/ole">
            <mc:AlternateContent xmlns:mc="http://schemas.openxmlformats.org/markup-compatibility/2006">
              <mc:Choice xmlns:v="urn:schemas-microsoft-com:vml" Requires="v">
                <p:oleObj spid="_x0000_s3326" name="" r:id="rId7" imgW="1155700" imgH="241300" progId="Equation.3">
                  <p:embed/>
                </p:oleObj>
              </mc:Choice>
              <mc:Fallback>
                <p:oleObj name="" r:id="rId7" imgW="1155700" imgH="241300" progId="Equation.3">
                  <p:embed/>
                  <p:pic>
                    <p:nvPicPr>
                      <p:cNvPr id="0" name="图片 3325"/>
                      <p:cNvPicPr/>
                      <p:nvPr/>
                    </p:nvPicPr>
                    <p:blipFill>
                      <a:blip r:embed="rId8"/>
                      <a:stretch>
                        <a:fillRect/>
                      </a:stretch>
                    </p:blipFill>
                    <p:spPr>
                      <a:xfrm>
                        <a:off x="1285875" y="2763838"/>
                        <a:ext cx="3800475" cy="785812"/>
                      </a:xfrm>
                      <a:prstGeom prst="rect">
                        <a:avLst/>
                      </a:prstGeom>
                      <a:noFill/>
                      <a:ln w="38100">
                        <a:noFill/>
                        <a:miter/>
                      </a:ln>
                    </p:spPr>
                  </p:pic>
                </p:oleObj>
              </mc:Fallback>
            </mc:AlternateContent>
          </a:graphicData>
        </a:graphic>
      </p:graphicFrame>
      <p:sp>
        <p:nvSpPr>
          <p:cNvPr id="154629" name="Rectangle 6"/>
          <p:cNvSpPr/>
          <p:nvPr/>
        </p:nvSpPr>
        <p:spPr>
          <a:xfrm>
            <a:off x="1122363" y="1120775"/>
            <a:ext cx="1433512" cy="579438"/>
          </a:xfrm>
          <a:prstGeom prst="rect">
            <a:avLst/>
          </a:prstGeom>
          <a:noFill/>
          <a:ln w="12700">
            <a:noFill/>
          </a:ln>
        </p:spPr>
        <p:txBody>
          <a:bodyPr anchor="ctr" anchorCtr="0">
            <a:spAutoFit/>
          </a:bodyPr>
          <a:p>
            <a:pPr algn="ctr"/>
            <a:r>
              <a:rPr lang="en-US" altLang="zh-CN" sz="3200" dirty="0">
                <a:solidFill>
                  <a:srgbClr val="000000"/>
                </a:solidFill>
                <a:latin typeface="Times New Roman" panose="02020603050405020304" pitchFamily="18" charset="0"/>
                <a:ea typeface="宋体" panose="02010600030101010101" pitchFamily="2" charset="-122"/>
              </a:rPr>
              <a:t>P</a:t>
            </a:r>
            <a:r>
              <a:rPr lang="zh-CN" altLang="en-US" sz="3200" dirty="0">
                <a:solidFill>
                  <a:srgbClr val="000000"/>
                </a:solidFill>
                <a:latin typeface="Times New Roman" panose="02020603050405020304" pitchFamily="18" charset="0"/>
                <a:ea typeface="宋体" panose="02010600030101010101" pitchFamily="2" charset="-122"/>
              </a:rPr>
              <a:t>＝</a:t>
            </a:r>
            <a:endParaRPr lang="zh-CN" altLang="en-US" sz="3200" i="0" dirty="0">
              <a:latin typeface="Times New Roman" panose="02020603050405020304" pitchFamily="18" charset="0"/>
              <a:ea typeface="宋体" panose="02010600030101010101" pitchFamily="2" charset="-122"/>
            </a:endParaRPr>
          </a:p>
        </p:txBody>
      </p:sp>
      <p:sp>
        <p:nvSpPr>
          <p:cNvPr id="154630" name="Rectangle 7"/>
          <p:cNvSpPr/>
          <p:nvPr/>
        </p:nvSpPr>
        <p:spPr>
          <a:xfrm>
            <a:off x="1516063" y="1895475"/>
            <a:ext cx="944562" cy="579438"/>
          </a:xfrm>
          <a:prstGeom prst="rect">
            <a:avLst/>
          </a:prstGeom>
          <a:noFill/>
          <a:ln w="12700">
            <a:noFill/>
          </a:ln>
        </p:spPr>
        <p:txBody>
          <a:bodyPr wrap="none" anchor="ctr" anchorCtr="0">
            <a:spAutoFit/>
          </a:bodyPr>
          <a:p>
            <a:pPr algn="ctr"/>
            <a:r>
              <a:rPr lang="en-US" altLang="zh-CN" sz="2400" i="0" dirty="0">
                <a:solidFill>
                  <a:srgbClr val="000000"/>
                </a:solidFill>
                <a:latin typeface="Times New Roman" panose="02020603050405020304" pitchFamily="18" charset="0"/>
                <a:ea typeface="宋体" panose="02010600030101010101" pitchFamily="2" charset="-122"/>
              </a:rPr>
              <a:t> </a:t>
            </a:r>
            <a:r>
              <a:rPr lang="zh-CN" altLang="en-US" sz="3200" i="0" dirty="0">
                <a:solidFill>
                  <a:srgbClr val="000000"/>
                </a:solidFill>
                <a:latin typeface="Times New Roman" panose="02020603050405020304" pitchFamily="18" charset="0"/>
                <a:ea typeface="宋体" panose="02010600030101010101" pitchFamily="2" charset="-122"/>
              </a:rPr>
              <a:t>＝</a:t>
            </a:r>
            <a:endParaRPr lang="zh-CN" altLang="en-US" sz="3200" i="0" dirty="0">
              <a:latin typeface="Times New Roman" panose="02020603050405020304" pitchFamily="18" charset="0"/>
              <a:ea typeface="宋体" panose="02010600030101010101" pitchFamily="2" charset="-122"/>
            </a:endParaRPr>
          </a:p>
        </p:txBody>
      </p:sp>
      <p:sp>
        <p:nvSpPr>
          <p:cNvPr id="154631" name="Rectangle 8"/>
          <p:cNvSpPr/>
          <p:nvPr/>
        </p:nvSpPr>
        <p:spPr>
          <a:xfrm>
            <a:off x="0" y="2844800"/>
            <a:ext cx="9144000" cy="0"/>
          </a:xfrm>
          <a:prstGeom prst="rect">
            <a:avLst/>
          </a:prstGeom>
          <a:noFill/>
          <a:ln w="12700">
            <a:noFill/>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54632" name="Rectangle 9"/>
          <p:cNvSpPr/>
          <p:nvPr/>
        </p:nvSpPr>
        <p:spPr>
          <a:xfrm>
            <a:off x="0" y="2844800"/>
            <a:ext cx="0" cy="0"/>
          </a:xfrm>
          <a:prstGeom prst="rect">
            <a:avLst/>
          </a:prstGeom>
          <a:solidFill>
            <a:schemeClr val="accent1"/>
          </a:solidFill>
          <a:ln w="12700" cap="flat" cmpd="sng">
            <a:solidFill>
              <a:srgbClr val="0000FF"/>
            </a:solidFill>
            <a:prstDash val="solid"/>
            <a:miter/>
            <a:headEnd type="none" w="med" len="med"/>
            <a:tailEnd type="none" w="med" len="med"/>
          </a:ln>
        </p:spPr>
        <p:txBody>
          <a:bodyPr wrap="none" anchor="t" anchorCtr="0">
            <a:spAutoFit/>
          </a:bodyPr>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Rectangle 2"/>
          <p:cNvSpPr/>
          <p:nvPr/>
        </p:nvSpPr>
        <p:spPr>
          <a:xfrm>
            <a:off x="892175" y="2073275"/>
            <a:ext cx="1250950" cy="2227263"/>
          </a:xfrm>
          <a:prstGeom prst="rect">
            <a:avLst/>
          </a:prstGeom>
          <a:noFill/>
          <a:ln w="12700">
            <a:noFill/>
          </a:ln>
        </p:spPr>
        <p:txBody>
          <a:bodyPr wrap="none" anchor="t" anchorCtr="0">
            <a:spAutoFit/>
          </a:bodyPr>
          <a:p>
            <a:r>
              <a:rPr lang="zh-CN" altLang="en-US" sz="2800" i="0" dirty="0">
                <a:solidFill>
                  <a:srgbClr val="000000"/>
                </a:solidFill>
                <a:latin typeface="Times New Roman" panose="02020603050405020304" pitchFamily="18" charset="0"/>
                <a:ea typeface="宋体" panose="02010600030101010101" pitchFamily="2" charset="-122"/>
              </a:rPr>
              <a:t>偶    数</a:t>
            </a:r>
            <a:endParaRPr lang="zh-CN" altLang="en-US" sz="2800" i="0" dirty="0">
              <a:latin typeface="Times New Roman" panose="02020603050405020304" pitchFamily="18" charset="0"/>
              <a:ea typeface="宋体" panose="02010600030101010101" pitchFamily="2" charset="-122"/>
            </a:endParaRPr>
          </a:p>
          <a:p>
            <a:pPr eaLnBrk="0" hangingPunct="0"/>
            <a:r>
              <a:rPr lang="zh-CN" altLang="en-US" sz="2800" i="0" dirty="0">
                <a:solidFill>
                  <a:srgbClr val="000000"/>
                </a:solidFill>
                <a:latin typeface="Times New Roman" panose="02020603050405020304" pitchFamily="18" charset="0"/>
                <a:ea typeface="宋体" panose="02010600030101010101" pitchFamily="2" charset="-122"/>
              </a:rPr>
              <a:t>奇    数</a:t>
            </a:r>
            <a:endParaRPr lang="zh-CN" altLang="en-US" sz="2800" i="0" dirty="0">
              <a:latin typeface="Times New Roman" panose="02020603050405020304" pitchFamily="18" charset="0"/>
              <a:ea typeface="宋体" panose="02010600030101010101" pitchFamily="2" charset="-122"/>
            </a:endParaRPr>
          </a:p>
          <a:p>
            <a:pPr eaLnBrk="0" hangingPunct="0"/>
            <a:r>
              <a:rPr lang="zh-CN" altLang="en-US" sz="2800" i="0" dirty="0">
                <a:solidFill>
                  <a:srgbClr val="000000"/>
                </a:solidFill>
                <a:latin typeface="Times New Roman" panose="02020603050405020304" pitchFamily="18" charset="0"/>
                <a:ea typeface="宋体" panose="02010600030101010101" pitchFamily="2" charset="-122"/>
              </a:rPr>
              <a:t>偶    数</a:t>
            </a:r>
            <a:endParaRPr lang="zh-CN" altLang="en-US" sz="2800" i="0" dirty="0">
              <a:latin typeface="Times New Roman" panose="02020603050405020304" pitchFamily="18" charset="0"/>
              <a:ea typeface="宋体" panose="02010600030101010101" pitchFamily="2" charset="-122"/>
            </a:endParaRPr>
          </a:p>
          <a:p>
            <a:pPr eaLnBrk="0" hangingPunct="0"/>
            <a:r>
              <a:rPr lang="zh-CN" altLang="en-US" sz="2800" i="0" dirty="0">
                <a:solidFill>
                  <a:srgbClr val="000000"/>
                </a:solidFill>
                <a:latin typeface="Times New Roman" panose="02020603050405020304" pitchFamily="18" charset="0"/>
                <a:ea typeface="宋体" panose="02010600030101010101" pitchFamily="2" charset="-122"/>
              </a:rPr>
              <a:t>奇    数</a:t>
            </a:r>
            <a:endParaRPr lang="zh-CN" altLang="en-US" sz="2800" i="0" dirty="0">
              <a:latin typeface="Times New Roman" panose="02020603050405020304" pitchFamily="18" charset="0"/>
              <a:ea typeface="宋体" panose="02010600030101010101" pitchFamily="2" charset="-122"/>
            </a:endParaRPr>
          </a:p>
          <a:p>
            <a:pPr eaLnBrk="0" hangingPunct="0"/>
            <a:endParaRPr lang="en-US" altLang="zh-CN" sz="2800" i="0" dirty="0">
              <a:latin typeface="Times New Roman" panose="02020603050405020304" pitchFamily="18" charset="0"/>
              <a:ea typeface="宋体" panose="02010600030101010101" pitchFamily="2" charset="-122"/>
            </a:endParaRPr>
          </a:p>
        </p:txBody>
      </p:sp>
      <p:graphicFrame>
        <p:nvGraphicFramePr>
          <p:cNvPr id="238595" name="Group 3"/>
          <p:cNvGraphicFramePr>
            <a:graphicFrameLocks noGrp="1"/>
          </p:cNvGraphicFramePr>
          <p:nvPr/>
        </p:nvGraphicFramePr>
        <p:xfrm>
          <a:off x="158750" y="1046163"/>
          <a:ext cx="8840788" cy="3687763"/>
        </p:xfrm>
        <a:graphic>
          <a:graphicData uri="http://schemas.openxmlformats.org/drawingml/2006/table">
            <a:tbl>
              <a:tblPr/>
              <a:tblGrid>
                <a:gridCol w="2568575"/>
                <a:gridCol w="1389063"/>
                <a:gridCol w="1358900"/>
                <a:gridCol w="1625600"/>
                <a:gridCol w="1898650"/>
              </a:tblGrid>
              <a:tr h="518115">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输      入</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输    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r>
              <a:tr h="5181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A~H</a:t>
                      </a:r>
                      <a:r>
                        <a:rPr kumimoji="1" lang="zh-CN" altLang="en-US" sz="2800" b="1"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中</a:t>
                      </a: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r>
                        <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的个数</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S</a:t>
                      </a:r>
                      <a:r>
                        <a:rPr kumimoji="1" lang="en-US" altLang="zh-CN" sz="2800" b="1" i="1"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rPr>
                        <a:t>E</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S</a:t>
                      </a:r>
                      <a:r>
                        <a:rPr kumimoji="1" lang="en-US" altLang="zh-CN" sz="2800" b="1" i="1"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rPr>
                        <a:t>OD</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W</a:t>
                      </a:r>
                      <a:r>
                        <a:rPr kumimoji="1" lang="en-US" altLang="zh-CN" sz="2800" b="1" i="1"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rPr>
                        <a:t>E</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W</a:t>
                      </a:r>
                      <a:r>
                        <a:rPr kumimoji="1" lang="en-US" altLang="zh-CN" sz="2800" b="1" i="1"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rPr>
                        <a:t>OD</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51531">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55673" name="Rectangle 26"/>
          <p:cNvSpPr/>
          <p:nvPr/>
        </p:nvSpPr>
        <p:spPr>
          <a:xfrm>
            <a:off x="2435225" y="412750"/>
            <a:ext cx="3721100" cy="641350"/>
          </a:xfrm>
          <a:prstGeom prst="rect">
            <a:avLst/>
          </a:prstGeom>
          <a:noFill/>
          <a:ln w="12700">
            <a:noFill/>
          </a:ln>
        </p:spPr>
        <p:txBody>
          <a:bodyPr wrap="none" anchor="ctr" anchorCtr="0">
            <a:spAutoFit/>
          </a:bodyPr>
          <a:p>
            <a:pPr algn="ctr"/>
            <a:r>
              <a:rPr lang="en-US" altLang="zh-CN" sz="3600" b="1" i="0" dirty="0">
                <a:latin typeface="Times New Roman" panose="02020603050405020304" pitchFamily="18" charset="0"/>
                <a:ea typeface="宋体" panose="02010600030101010101" pitchFamily="2" charset="-122"/>
              </a:rPr>
              <a:t>74LS180</a:t>
            </a:r>
            <a:r>
              <a:rPr lang="zh-CN" altLang="en-US" sz="3600" b="1" i="0" dirty="0">
                <a:latin typeface="Times New Roman" panose="02020603050405020304" pitchFamily="18" charset="0"/>
                <a:ea typeface="宋体" panose="02010600030101010101" pitchFamily="2" charset="-122"/>
              </a:rPr>
              <a:t>的功能表</a:t>
            </a:r>
            <a:endParaRPr lang="zh-CN" altLang="en-US" sz="3600" b="1" i="0" dirty="0">
              <a:latin typeface="Times New Roman" panose="02020603050405020304" pitchFamily="18" charset="0"/>
              <a:ea typeface="宋体" panose="02010600030101010101" pitchFamily="2" charset="-122"/>
            </a:endParaRPr>
          </a:p>
        </p:txBody>
      </p:sp>
      <p:sp>
        <p:nvSpPr>
          <p:cNvPr id="155674" name="Rectangle 27"/>
          <p:cNvSpPr/>
          <p:nvPr/>
        </p:nvSpPr>
        <p:spPr>
          <a:xfrm>
            <a:off x="581025" y="4973638"/>
            <a:ext cx="7053263" cy="946150"/>
          </a:xfrm>
          <a:prstGeom prst="rect">
            <a:avLst/>
          </a:prstGeom>
          <a:noFill/>
          <a:ln w="12700">
            <a:noFill/>
          </a:ln>
        </p:spPr>
        <p:txBody>
          <a:bodyPr wrap="none" anchor="ctr" anchorCtr="0">
            <a:spAutoFit/>
          </a:bodyPr>
          <a:p>
            <a:r>
              <a:rPr lang="en-US" altLang="zh-CN" sz="280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OD</a:t>
            </a:r>
            <a:r>
              <a:rPr lang="zh-CN" altLang="en-US" sz="2800" i="0" dirty="0">
                <a:latin typeface="Times New Roman" panose="02020603050405020304" pitchFamily="18" charset="0"/>
                <a:ea typeface="宋体" panose="02010600030101010101" pitchFamily="2" charset="-122"/>
              </a:rPr>
              <a:t>和</a:t>
            </a:r>
            <a:r>
              <a:rPr lang="en-US" altLang="zh-CN" sz="280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E</a:t>
            </a:r>
            <a:r>
              <a:rPr lang="zh-CN" altLang="en-US" sz="2800" i="0" dirty="0">
                <a:latin typeface="Times New Roman" panose="02020603050405020304" pitchFamily="18" charset="0"/>
                <a:ea typeface="宋体" panose="02010600030101010101" pitchFamily="2" charset="-122"/>
              </a:rPr>
              <a:t>是奇偶控制端，</a:t>
            </a:r>
            <a:endParaRPr lang="zh-CN" altLang="en-US" sz="2800" i="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W</a:t>
            </a:r>
            <a:r>
              <a:rPr lang="en-US" altLang="zh-CN" sz="2800" baseline="-25000" dirty="0">
                <a:latin typeface="Times New Roman" panose="02020603050405020304" pitchFamily="18" charset="0"/>
                <a:ea typeface="宋体" panose="02010600030101010101" pitchFamily="2" charset="-122"/>
              </a:rPr>
              <a:t>OD</a:t>
            </a:r>
            <a:r>
              <a:rPr lang="zh-CN" altLang="en-US" sz="2800" i="0" dirty="0">
                <a:latin typeface="Times New Roman" panose="02020603050405020304" pitchFamily="18" charset="0"/>
                <a:ea typeface="宋体" panose="02010600030101010101" pitchFamily="2" charset="-122"/>
              </a:rPr>
              <a:t>是奇校验输出端，</a:t>
            </a:r>
            <a:r>
              <a:rPr lang="en-US" altLang="zh-CN" sz="2800" dirty="0">
                <a:latin typeface="Times New Roman" panose="02020603050405020304" pitchFamily="18" charset="0"/>
                <a:ea typeface="宋体" panose="02010600030101010101" pitchFamily="2" charset="-122"/>
              </a:rPr>
              <a:t>W</a:t>
            </a:r>
            <a:r>
              <a:rPr lang="en-US" altLang="zh-CN" sz="2800" baseline="-25000" dirty="0">
                <a:latin typeface="Times New Roman" panose="02020603050405020304" pitchFamily="18" charset="0"/>
                <a:ea typeface="宋体" panose="02010600030101010101" pitchFamily="2" charset="-122"/>
              </a:rPr>
              <a:t>E</a:t>
            </a:r>
            <a:r>
              <a:rPr lang="zh-CN" altLang="en-US" sz="2800" i="0" dirty="0">
                <a:latin typeface="Times New Roman" panose="02020603050405020304" pitchFamily="18" charset="0"/>
                <a:ea typeface="宋体" panose="02010600030101010101" pitchFamily="2" charset="-122"/>
              </a:rPr>
              <a:t>是偶校验输出端。</a:t>
            </a:r>
            <a:r>
              <a:rPr lang="zh-CN" altLang="en-US" sz="2800" dirty="0">
                <a:latin typeface="Times New Roman" panose="02020603050405020304" pitchFamily="18" charset="0"/>
                <a:ea typeface="宋体" panose="02010600030101010101" pitchFamily="2" charset="-122"/>
              </a:rPr>
              <a:t> </a:t>
            </a:r>
            <a:endParaRPr lang="zh-CN" altLang="en-US" sz="2800" dirty="0">
              <a:latin typeface="Times New Roman" panose="02020603050405020304" pitchFamily="18" charset="0"/>
              <a:ea typeface="宋体" panose="02010600030101010101" pitchFamily="2" charset="-122"/>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6673" name="Group 2"/>
          <p:cNvGrpSpPr/>
          <p:nvPr/>
        </p:nvGrpSpPr>
        <p:grpSpPr>
          <a:xfrm>
            <a:off x="549275" y="1076325"/>
            <a:ext cx="8050213" cy="5370513"/>
            <a:chOff x="4588" y="9486"/>
            <a:chExt cx="5189" cy="3162"/>
          </a:xfrm>
        </p:grpSpPr>
        <p:grpSp>
          <p:nvGrpSpPr>
            <p:cNvPr id="156674" name="Group 3"/>
            <p:cNvGrpSpPr/>
            <p:nvPr/>
          </p:nvGrpSpPr>
          <p:grpSpPr>
            <a:xfrm>
              <a:off x="4588" y="9486"/>
              <a:ext cx="5189" cy="2823"/>
              <a:chOff x="3556" y="10334"/>
              <a:chExt cx="5189" cy="2823"/>
            </a:xfrm>
          </p:grpSpPr>
          <p:sp>
            <p:nvSpPr>
              <p:cNvPr id="156675" name="Rectangle 4"/>
              <p:cNvSpPr/>
              <p:nvPr/>
            </p:nvSpPr>
            <p:spPr>
              <a:xfrm>
                <a:off x="3708" y="10334"/>
                <a:ext cx="195" cy="1368"/>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a:p>
                <a:pPr eaLnBrk="0" hangingPunct="0"/>
                <a:endParaRPr lang="en-US" altLang="zh-CN" sz="2400" i="0" dirty="0">
                  <a:latin typeface="Times New Roman" panose="02020603050405020304" pitchFamily="18" charset="0"/>
                  <a:ea typeface="宋体" panose="02010600030101010101" pitchFamily="2" charset="-122"/>
                </a:endParaRPr>
              </a:p>
            </p:txBody>
          </p:sp>
          <p:sp>
            <p:nvSpPr>
              <p:cNvPr id="156676" name="Rectangle 5"/>
              <p:cNvSpPr/>
              <p:nvPr/>
            </p:nvSpPr>
            <p:spPr>
              <a:xfrm>
                <a:off x="3904" y="12314"/>
                <a:ext cx="300" cy="276"/>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S</a:t>
                </a:r>
                <a:r>
                  <a:rPr lang="en-US" altLang="zh-CN" sz="2400" baseline="-30000" dirty="0">
                    <a:latin typeface="Times New Roman" panose="02020603050405020304" pitchFamily="18" charset="0"/>
                    <a:ea typeface="宋体" panose="02010600030101010101" pitchFamily="2" charset="-122"/>
                  </a:rPr>
                  <a:t>E</a:t>
                </a:r>
                <a:endParaRPr lang="en-US" altLang="zh-CN" sz="2400" i="0" dirty="0">
                  <a:latin typeface="Times New Roman" panose="02020603050405020304" pitchFamily="18" charset="0"/>
                  <a:ea typeface="宋体" panose="02010600030101010101" pitchFamily="2" charset="-122"/>
                </a:endParaRPr>
              </a:p>
            </p:txBody>
          </p:sp>
          <p:sp>
            <p:nvSpPr>
              <p:cNvPr id="156677" name="Rectangle 6"/>
              <p:cNvSpPr/>
              <p:nvPr/>
            </p:nvSpPr>
            <p:spPr>
              <a:xfrm>
                <a:off x="3556" y="12167"/>
                <a:ext cx="300" cy="276"/>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5V</a:t>
                </a:r>
                <a:endParaRPr lang="en-US" altLang="zh-CN" sz="2400" i="0" dirty="0">
                  <a:latin typeface="Times New Roman" panose="02020603050405020304" pitchFamily="18" charset="0"/>
                  <a:ea typeface="宋体" panose="02010600030101010101" pitchFamily="2" charset="-122"/>
                </a:endParaRPr>
              </a:p>
            </p:txBody>
          </p:sp>
          <p:sp>
            <p:nvSpPr>
              <p:cNvPr id="156678" name="Rectangle 7"/>
              <p:cNvSpPr/>
              <p:nvPr/>
            </p:nvSpPr>
            <p:spPr>
              <a:xfrm>
                <a:off x="4801" y="12785"/>
                <a:ext cx="555" cy="372"/>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W</a:t>
                </a:r>
                <a:r>
                  <a:rPr lang="en-US" altLang="zh-CN" sz="2400" baseline="-30000" dirty="0">
                    <a:latin typeface="Times New Roman" panose="02020603050405020304" pitchFamily="18" charset="0"/>
                    <a:ea typeface="宋体" panose="02010600030101010101" pitchFamily="2" charset="-122"/>
                  </a:rPr>
                  <a:t>OD1</a:t>
                </a:r>
                <a:endParaRPr lang="en-US" altLang="zh-CN" sz="2400" i="0" dirty="0">
                  <a:latin typeface="Times New Roman" panose="02020603050405020304" pitchFamily="18" charset="0"/>
                  <a:ea typeface="宋体" panose="02010600030101010101" pitchFamily="2" charset="-122"/>
                </a:endParaRPr>
              </a:p>
            </p:txBody>
          </p:sp>
          <p:sp>
            <p:nvSpPr>
              <p:cNvPr id="156679" name="Rectangle 8"/>
              <p:cNvSpPr/>
              <p:nvPr/>
            </p:nvSpPr>
            <p:spPr>
              <a:xfrm>
                <a:off x="5431" y="12755"/>
                <a:ext cx="300" cy="276"/>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W</a:t>
                </a:r>
                <a:r>
                  <a:rPr lang="en-US" altLang="zh-CN" sz="2400" baseline="-30000" dirty="0">
                    <a:latin typeface="Times New Roman" panose="02020603050405020304" pitchFamily="18" charset="0"/>
                    <a:ea typeface="宋体" panose="02010600030101010101" pitchFamily="2" charset="-122"/>
                  </a:rPr>
                  <a:t>E</a:t>
                </a:r>
                <a:endParaRPr lang="en-US" altLang="zh-CN" sz="2400" i="0" dirty="0">
                  <a:latin typeface="Times New Roman" panose="02020603050405020304" pitchFamily="18" charset="0"/>
                  <a:ea typeface="宋体" panose="02010600030101010101" pitchFamily="2" charset="-122"/>
                </a:endParaRPr>
              </a:p>
            </p:txBody>
          </p:sp>
          <p:sp>
            <p:nvSpPr>
              <p:cNvPr id="156680" name="Rectangle 9"/>
              <p:cNvSpPr/>
              <p:nvPr/>
            </p:nvSpPr>
            <p:spPr>
              <a:xfrm>
                <a:off x="6856" y="12725"/>
                <a:ext cx="300" cy="276"/>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W</a:t>
                </a:r>
                <a:r>
                  <a:rPr lang="en-US" altLang="zh-CN" sz="2400" baseline="-30000" dirty="0">
                    <a:latin typeface="Times New Roman" panose="02020603050405020304" pitchFamily="18" charset="0"/>
                    <a:ea typeface="宋体" panose="02010600030101010101" pitchFamily="2" charset="-122"/>
                  </a:rPr>
                  <a:t>E</a:t>
                </a:r>
                <a:endParaRPr lang="en-US" altLang="zh-CN" sz="2400" i="0" dirty="0">
                  <a:latin typeface="Times New Roman" panose="02020603050405020304" pitchFamily="18" charset="0"/>
                  <a:ea typeface="宋体" panose="02010600030101010101" pitchFamily="2" charset="-122"/>
                </a:endParaRPr>
              </a:p>
            </p:txBody>
          </p:sp>
          <p:sp>
            <p:nvSpPr>
              <p:cNvPr id="156681" name="Line 10"/>
              <p:cNvSpPr/>
              <p:nvPr/>
            </p:nvSpPr>
            <p:spPr>
              <a:xfrm>
                <a:off x="3946" y="10494"/>
                <a:ext cx="4757" cy="0"/>
              </a:xfrm>
              <a:prstGeom prst="line">
                <a:avLst/>
              </a:prstGeom>
              <a:ln w="9525" cap="flat" cmpd="sng">
                <a:solidFill>
                  <a:srgbClr val="000000"/>
                </a:solidFill>
                <a:prstDash val="solid"/>
                <a:round/>
                <a:headEnd type="none" w="med" len="med"/>
                <a:tailEnd type="none" w="med" len="med"/>
              </a:ln>
            </p:spPr>
          </p:sp>
          <p:sp>
            <p:nvSpPr>
              <p:cNvPr id="156682" name="Line 11"/>
              <p:cNvSpPr/>
              <p:nvPr/>
            </p:nvSpPr>
            <p:spPr>
              <a:xfrm>
                <a:off x="3946" y="10624"/>
                <a:ext cx="4757" cy="0"/>
              </a:xfrm>
              <a:prstGeom prst="line">
                <a:avLst/>
              </a:prstGeom>
              <a:ln w="9525" cap="flat" cmpd="sng">
                <a:solidFill>
                  <a:srgbClr val="000000"/>
                </a:solidFill>
                <a:prstDash val="solid"/>
                <a:round/>
                <a:headEnd type="none" w="med" len="med"/>
                <a:tailEnd type="none" w="med" len="med"/>
              </a:ln>
            </p:spPr>
          </p:sp>
          <p:sp>
            <p:nvSpPr>
              <p:cNvPr id="156683" name="Line 12"/>
              <p:cNvSpPr/>
              <p:nvPr/>
            </p:nvSpPr>
            <p:spPr>
              <a:xfrm>
                <a:off x="3931" y="10757"/>
                <a:ext cx="4757" cy="0"/>
              </a:xfrm>
              <a:prstGeom prst="line">
                <a:avLst/>
              </a:prstGeom>
              <a:ln w="9525" cap="flat" cmpd="sng">
                <a:solidFill>
                  <a:srgbClr val="000000"/>
                </a:solidFill>
                <a:prstDash val="solid"/>
                <a:round/>
                <a:headEnd type="none" w="med" len="med"/>
                <a:tailEnd type="none" w="med" len="med"/>
              </a:ln>
            </p:spPr>
          </p:sp>
          <p:sp>
            <p:nvSpPr>
              <p:cNvPr id="156684" name="Line 13"/>
              <p:cNvSpPr/>
              <p:nvPr/>
            </p:nvSpPr>
            <p:spPr>
              <a:xfrm>
                <a:off x="3931" y="10892"/>
                <a:ext cx="4757" cy="0"/>
              </a:xfrm>
              <a:prstGeom prst="line">
                <a:avLst/>
              </a:prstGeom>
              <a:ln w="9525" cap="flat" cmpd="sng">
                <a:solidFill>
                  <a:srgbClr val="000000"/>
                </a:solidFill>
                <a:prstDash val="solid"/>
                <a:round/>
                <a:headEnd type="none" w="med" len="med"/>
                <a:tailEnd type="none" w="med" len="med"/>
              </a:ln>
            </p:spPr>
          </p:sp>
          <p:sp>
            <p:nvSpPr>
              <p:cNvPr id="156685" name="Line 14"/>
              <p:cNvSpPr/>
              <p:nvPr/>
            </p:nvSpPr>
            <p:spPr>
              <a:xfrm>
                <a:off x="3931" y="11030"/>
                <a:ext cx="4757" cy="0"/>
              </a:xfrm>
              <a:prstGeom prst="line">
                <a:avLst/>
              </a:prstGeom>
              <a:ln w="9525" cap="flat" cmpd="sng">
                <a:solidFill>
                  <a:srgbClr val="000000"/>
                </a:solidFill>
                <a:prstDash val="solid"/>
                <a:round/>
                <a:headEnd type="none" w="med" len="med"/>
                <a:tailEnd type="none" w="med" len="med"/>
              </a:ln>
            </p:spPr>
          </p:sp>
          <p:sp>
            <p:nvSpPr>
              <p:cNvPr id="156686" name="Line 15"/>
              <p:cNvSpPr/>
              <p:nvPr/>
            </p:nvSpPr>
            <p:spPr>
              <a:xfrm>
                <a:off x="3931" y="11165"/>
                <a:ext cx="4757" cy="0"/>
              </a:xfrm>
              <a:prstGeom prst="line">
                <a:avLst/>
              </a:prstGeom>
              <a:ln w="9525" cap="flat" cmpd="sng">
                <a:solidFill>
                  <a:srgbClr val="000000"/>
                </a:solidFill>
                <a:prstDash val="solid"/>
                <a:round/>
                <a:headEnd type="none" w="med" len="med"/>
                <a:tailEnd type="none" w="med" len="med"/>
              </a:ln>
            </p:spPr>
          </p:sp>
          <p:sp>
            <p:nvSpPr>
              <p:cNvPr id="156687" name="Line 16"/>
              <p:cNvSpPr/>
              <p:nvPr/>
            </p:nvSpPr>
            <p:spPr>
              <a:xfrm flipV="1">
                <a:off x="3946" y="11300"/>
                <a:ext cx="4757" cy="0"/>
              </a:xfrm>
              <a:prstGeom prst="line">
                <a:avLst/>
              </a:prstGeom>
              <a:ln w="9525" cap="flat" cmpd="sng">
                <a:solidFill>
                  <a:srgbClr val="000000"/>
                </a:solidFill>
                <a:prstDash val="solid"/>
                <a:round/>
                <a:headEnd type="none" w="med" len="med"/>
                <a:tailEnd type="none" w="med" len="med"/>
              </a:ln>
            </p:spPr>
          </p:sp>
          <p:sp>
            <p:nvSpPr>
              <p:cNvPr id="156688" name="Line 17"/>
              <p:cNvSpPr/>
              <p:nvPr/>
            </p:nvSpPr>
            <p:spPr>
              <a:xfrm>
                <a:off x="3946" y="11441"/>
                <a:ext cx="4757" cy="0"/>
              </a:xfrm>
              <a:prstGeom prst="line">
                <a:avLst/>
              </a:prstGeom>
              <a:ln w="9525" cap="flat" cmpd="sng">
                <a:solidFill>
                  <a:srgbClr val="000000"/>
                </a:solidFill>
                <a:prstDash val="solid"/>
                <a:round/>
                <a:headEnd type="none" w="med" len="med"/>
                <a:tailEnd type="none" w="med" len="med"/>
              </a:ln>
            </p:spPr>
          </p:sp>
          <p:sp>
            <p:nvSpPr>
              <p:cNvPr id="156689" name="Line 18"/>
              <p:cNvSpPr/>
              <p:nvPr/>
            </p:nvSpPr>
            <p:spPr>
              <a:xfrm>
                <a:off x="6744" y="10505"/>
                <a:ext cx="0" cy="1716"/>
              </a:xfrm>
              <a:prstGeom prst="line">
                <a:avLst/>
              </a:prstGeom>
              <a:ln w="9525" cap="flat" cmpd="sng">
                <a:solidFill>
                  <a:srgbClr val="000000"/>
                </a:solidFill>
                <a:prstDash val="solid"/>
                <a:round/>
                <a:headEnd type="none" w="med" len="med"/>
                <a:tailEnd type="none" w="med" len="med"/>
              </a:ln>
            </p:spPr>
          </p:sp>
          <p:sp>
            <p:nvSpPr>
              <p:cNvPr id="156690" name="Oval 19"/>
              <p:cNvSpPr/>
              <p:nvPr/>
            </p:nvSpPr>
            <p:spPr>
              <a:xfrm>
                <a:off x="6889" y="10596"/>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691" name="Line 20"/>
              <p:cNvSpPr/>
              <p:nvPr/>
            </p:nvSpPr>
            <p:spPr>
              <a:xfrm>
                <a:off x="5619" y="10490"/>
                <a:ext cx="0" cy="1716"/>
              </a:xfrm>
              <a:prstGeom prst="line">
                <a:avLst/>
              </a:prstGeom>
              <a:ln w="9525" cap="flat" cmpd="sng">
                <a:solidFill>
                  <a:srgbClr val="000000"/>
                </a:solidFill>
                <a:prstDash val="solid"/>
                <a:round/>
                <a:headEnd type="none" w="med" len="med"/>
                <a:tailEnd type="none" w="med" len="med"/>
              </a:ln>
            </p:spPr>
          </p:sp>
          <p:sp>
            <p:nvSpPr>
              <p:cNvPr id="156692" name="Oval 21"/>
              <p:cNvSpPr/>
              <p:nvPr/>
            </p:nvSpPr>
            <p:spPr>
              <a:xfrm>
                <a:off x="5588" y="10465"/>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693" name="Line 22"/>
              <p:cNvSpPr/>
              <p:nvPr/>
            </p:nvSpPr>
            <p:spPr>
              <a:xfrm>
                <a:off x="6916" y="10661"/>
                <a:ext cx="0" cy="1560"/>
              </a:xfrm>
              <a:prstGeom prst="line">
                <a:avLst/>
              </a:prstGeom>
              <a:ln w="9525" cap="flat" cmpd="sng">
                <a:solidFill>
                  <a:srgbClr val="000000"/>
                </a:solidFill>
                <a:prstDash val="solid"/>
                <a:round/>
                <a:headEnd type="none" w="med" len="med"/>
                <a:tailEnd type="none" w="med" len="med"/>
              </a:ln>
            </p:spPr>
          </p:sp>
          <p:sp>
            <p:nvSpPr>
              <p:cNvPr id="156694" name="Oval 23"/>
              <p:cNvSpPr/>
              <p:nvPr/>
            </p:nvSpPr>
            <p:spPr>
              <a:xfrm>
                <a:off x="7053" y="10732"/>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695" name="Oval 24"/>
              <p:cNvSpPr/>
              <p:nvPr/>
            </p:nvSpPr>
            <p:spPr>
              <a:xfrm>
                <a:off x="8284" y="12296"/>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696" name="Oval 25"/>
              <p:cNvSpPr/>
              <p:nvPr/>
            </p:nvSpPr>
            <p:spPr>
              <a:xfrm>
                <a:off x="7204" y="10860"/>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697" name="Oval 26"/>
              <p:cNvSpPr/>
              <p:nvPr/>
            </p:nvSpPr>
            <p:spPr>
              <a:xfrm>
                <a:off x="7353" y="11000"/>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698" name="Oval 27"/>
              <p:cNvSpPr/>
              <p:nvPr/>
            </p:nvSpPr>
            <p:spPr>
              <a:xfrm>
                <a:off x="7519" y="11135"/>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699" name="Oval 28"/>
              <p:cNvSpPr/>
              <p:nvPr/>
            </p:nvSpPr>
            <p:spPr>
              <a:xfrm>
                <a:off x="7650" y="11270"/>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00" name="Line 29"/>
              <p:cNvSpPr/>
              <p:nvPr/>
            </p:nvSpPr>
            <p:spPr>
              <a:xfrm>
                <a:off x="7080" y="10772"/>
                <a:ext cx="0" cy="1463"/>
              </a:xfrm>
              <a:prstGeom prst="line">
                <a:avLst/>
              </a:prstGeom>
              <a:ln w="9525" cap="flat" cmpd="sng">
                <a:solidFill>
                  <a:srgbClr val="000000"/>
                </a:solidFill>
                <a:prstDash val="solid"/>
                <a:round/>
                <a:headEnd type="none" w="med" len="med"/>
                <a:tailEnd type="none" w="med" len="med"/>
              </a:ln>
            </p:spPr>
          </p:sp>
          <p:sp>
            <p:nvSpPr>
              <p:cNvPr id="156701" name="Oval 30"/>
              <p:cNvSpPr/>
              <p:nvPr/>
            </p:nvSpPr>
            <p:spPr>
              <a:xfrm>
                <a:off x="6713" y="10472"/>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02" name="Oval 31"/>
              <p:cNvSpPr/>
              <p:nvPr/>
            </p:nvSpPr>
            <p:spPr>
              <a:xfrm rot="-10800000" flipV="1">
                <a:off x="5431" y="10599"/>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03" name="Line 32"/>
              <p:cNvSpPr/>
              <p:nvPr/>
            </p:nvSpPr>
            <p:spPr>
              <a:xfrm rot="-10800000" flipV="1">
                <a:off x="5458" y="10649"/>
                <a:ext cx="0" cy="1560"/>
              </a:xfrm>
              <a:prstGeom prst="line">
                <a:avLst/>
              </a:prstGeom>
              <a:ln w="9525" cap="flat" cmpd="sng">
                <a:solidFill>
                  <a:srgbClr val="000000"/>
                </a:solidFill>
                <a:prstDash val="solid"/>
                <a:round/>
                <a:headEnd type="none" w="med" len="med"/>
                <a:tailEnd type="none" w="med" len="med"/>
              </a:ln>
            </p:spPr>
          </p:sp>
          <p:sp>
            <p:nvSpPr>
              <p:cNvPr id="156704" name="Oval 33"/>
              <p:cNvSpPr/>
              <p:nvPr/>
            </p:nvSpPr>
            <p:spPr>
              <a:xfrm rot="-10800000" flipV="1">
                <a:off x="5251" y="10727"/>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05" name="Line 34"/>
              <p:cNvSpPr/>
              <p:nvPr/>
            </p:nvSpPr>
            <p:spPr>
              <a:xfrm rot="-10800000" flipV="1">
                <a:off x="5286" y="10760"/>
                <a:ext cx="0" cy="1463"/>
              </a:xfrm>
              <a:prstGeom prst="line">
                <a:avLst/>
              </a:prstGeom>
              <a:ln w="9525" cap="flat" cmpd="sng">
                <a:solidFill>
                  <a:srgbClr val="000000"/>
                </a:solidFill>
                <a:prstDash val="solid"/>
                <a:round/>
                <a:headEnd type="none" w="med" len="med"/>
                <a:tailEnd type="none" w="med" len="med"/>
              </a:ln>
            </p:spPr>
          </p:sp>
          <p:sp>
            <p:nvSpPr>
              <p:cNvPr id="156706" name="Line 35"/>
              <p:cNvSpPr/>
              <p:nvPr/>
            </p:nvSpPr>
            <p:spPr>
              <a:xfrm>
                <a:off x="7231" y="10928"/>
                <a:ext cx="0" cy="1304"/>
              </a:xfrm>
              <a:prstGeom prst="line">
                <a:avLst/>
              </a:prstGeom>
              <a:ln w="9525" cap="flat" cmpd="sng">
                <a:solidFill>
                  <a:srgbClr val="000000"/>
                </a:solidFill>
                <a:prstDash val="solid"/>
                <a:round/>
                <a:headEnd type="none" w="med" len="med"/>
                <a:tailEnd type="none" w="med" len="med"/>
              </a:ln>
            </p:spPr>
          </p:sp>
          <p:sp>
            <p:nvSpPr>
              <p:cNvPr id="156707" name="Oval 36"/>
              <p:cNvSpPr/>
              <p:nvPr/>
            </p:nvSpPr>
            <p:spPr>
              <a:xfrm>
                <a:off x="5109" y="10862"/>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08" name="Line 37"/>
              <p:cNvSpPr/>
              <p:nvPr/>
            </p:nvSpPr>
            <p:spPr>
              <a:xfrm>
                <a:off x="5136" y="10922"/>
                <a:ext cx="0" cy="1304"/>
              </a:xfrm>
              <a:prstGeom prst="line">
                <a:avLst/>
              </a:prstGeom>
              <a:ln w="9525" cap="flat" cmpd="sng">
                <a:solidFill>
                  <a:srgbClr val="000000"/>
                </a:solidFill>
                <a:prstDash val="solid"/>
                <a:round/>
                <a:headEnd type="none" w="med" len="med"/>
                <a:tailEnd type="none" w="med" len="med"/>
              </a:ln>
            </p:spPr>
          </p:sp>
          <p:sp>
            <p:nvSpPr>
              <p:cNvPr id="156709" name="Line 38"/>
              <p:cNvSpPr/>
              <p:nvPr/>
            </p:nvSpPr>
            <p:spPr>
              <a:xfrm>
                <a:off x="7381" y="11069"/>
                <a:ext cx="0" cy="1151"/>
              </a:xfrm>
              <a:prstGeom prst="line">
                <a:avLst/>
              </a:prstGeom>
              <a:ln w="9525" cap="flat" cmpd="sng">
                <a:solidFill>
                  <a:srgbClr val="000000"/>
                </a:solidFill>
                <a:prstDash val="solid"/>
                <a:round/>
                <a:headEnd type="none" w="med" len="med"/>
                <a:tailEnd type="none" w="med" len="med"/>
              </a:ln>
            </p:spPr>
          </p:sp>
          <p:sp>
            <p:nvSpPr>
              <p:cNvPr id="156710" name="Oval 39"/>
              <p:cNvSpPr/>
              <p:nvPr/>
            </p:nvSpPr>
            <p:spPr>
              <a:xfrm>
                <a:off x="4954" y="11003"/>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11" name="Line 40"/>
              <p:cNvSpPr/>
              <p:nvPr/>
            </p:nvSpPr>
            <p:spPr>
              <a:xfrm>
                <a:off x="4981" y="11063"/>
                <a:ext cx="0" cy="1151"/>
              </a:xfrm>
              <a:prstGeom prst="line">
                <a:avLst/>
              </a:prstGeom>
              <a:ln w="9525" cap="flat" cmpd="sng">
                <a:solidFill>
                  <a:srgbClr val="000000"/>
                </a:solidFill>
                <a:prstDash val="solid"/>
                <a:round/>
                <a:headEnd type="none" w="med" len="med"/>
                <a:tailEnd type="none" w="med" len="med"/>
              </a:ln>
            </p:spPr>
          </p:sp>
          <p:sp>
            <p:nvSpPr>
              <p:cNvPr id="156712" name="Line 41"/>
              <p:cNvSpPr/>
              <p:nvPr/>
            </p:nvSpPr>
            <p:spPr>
              <a:xfrm>
                <a:off x="7538" y="11174"/>
                <a:ext cx="0" cy="1037"/>
              </a:xfrm>
              <a:prstGeom prst="line">
                <a:avLst/>
              </a:prstGeom>
              <a:ln w="9525" cap="flat" cmpd="sng">
                <a:solidFill>
                  <a:srgbClr val="000000"/>
                </a:solidFill>
                <a:prstDash val="solid"/>
                <a:round/>
                <a:headEnd type="none" w="med" len="med"/>
                <a:tailEnd type="none" w="med" len="med"/>
              </a:ln>
            </p:spPr>
          </p:sp>
          <p:sp>
            <p:nvSpPr>
              <p:cNvPr id="156713" name="Oval 42"/>
              <p:cNvSpPr/>
              <p:nvPr/>
            </p:nvSpPr>
            <p:spPr>
              <a:xfrm>
                <a:off x="4804" y="11134"/>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14" name="Line 43"/>
              <p:cNvSpPr/>
              <p:nvPr/>
            </p:nvSpPr>
            <p:spPr>
              <a:xfrm>
                <a:off x="4831" y="11165"/>
                <a:ext cx="0" cy="1037"/>
              </a:xfrm>
              <a:prstGeom prst="line">
                <a:avLst/>
              </a:prstGeom>
              <a:ln w="9525" cap="flat" cmpd="sng">
                <a:solidFill>
                  <a:srgbClr val="000000"/>
                </a:solidFill>
                <a:prstDash val="solid"/>
                <a:round/>
                <a:headEnd type="none" w="med" len="med"/>
                <a:tailEnd type="none" w="med" len="med"/>
              </a:ln>
            </p:spPr>
          </p:sp>
          <p:sp>
            <p:nvSpPr>
              <p:cNvPr id="156715" name="Line 44"/>
              <p:cNvSpPr/>
              <p:nvPr/>
            </p:nvSpPr>
            <p:spPr>
              <a:xfrm>
                <a:off x="7680" y="11285"/>
                <a:ext cx="0" cy="936"/>
              </a:xfrm>
              <a:prstGeom prst="line">
                <a:avLst/>
              </a:prstGeom>
              <a:ln w="9525" cap="flat" cmpd="sng">
                <a:solidFill>
                  <a:srgbClr val="000000"/>
                </a:solidFill>
                <a:prstDash val="solid"/>
                <a:round/>
                <a:headEnd type="none" w="med" len="med"/>
                <a:tailEnd type="none" w="med" len="med"/>
              </a:ln>
            </p:spPr>
          </p:sp>
          <p:sp>
            <p:nvSpPr>
              <p:cNvPr id="156716" name="Oval 45"/>
              <p:cNvSpPr/>
              <p:nvPr/>
            </p:nvSpPr>
            <p:spPr>
              <a:xfrm>
                <a:off x="4658" y="11270"/>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17" name="Line 46"/>
              <p:cNvSpPr/>
              <p:nvPr/>
            </p:nvSpPr>
            <p:spPr>
              <a:xfrm>
                <a:off x="4688" y="11285"/>
                <a:ext cx="0" cy="936"/>
              </a:xfrm>
              <a:prstGeom prst="line">
                <a:avLst/>
              </a:prstGeom>
              <a:ln w="9525" cap="flat" cmpd="sng">
                <a:solidFill>
                  <a:srgbClr val="000000"/>
                </a:solidFill>
                <a:prstDash val="solid"/>
                <a:round/>
                <a:headEnd type="none" w="med" len="med"/>
                <a:tailEnd type="none" w="med" len="med"/>
              </a:ln>
            </p:spPr>
          </p:sp>
          <p:sp>
            <p:nvSpPr>
              <p:cNvPr id="156718" name="Rectangle 47"/>
              <p:cNvSpPr/>
              <p:nvPr/>
            </p:nvSpPr>
            <p:spPr>
              <a:xfrm>
                <a:off x="4351" y="12221"/>
                <a:ext cx="1440" cy="468"/>
              </a:xfrm>
              <a:prstGeom prst="rect">
                <a:avLst/>
              </a:prstGeom>
              <a:solidFill>
                <a:srgbClr val="CCFFFF"/>
              </a:solidFill>
              <a:ln w="9525" cap="flat" cmpd="sng">
                <a:solidFill>
                  <a:srgbClr val="0000FF"/>
                </a:solidFill>
                <a:prstDash val="solid"/>
                <a:miter/>
                <a:headEnd type="none" w="med" len="med"/>
                <a:tailEnd type="none" w="med" len="med"/>
              </a:ln>
            </p:spPr>
            <p:txBody>
              <a:bodyPr anchor="t" anchorCtr="0"/>
              <a:p>
                <a:pPr algn="ctr"/>
                <a:r>
                  <a:rPr lang="zh-CN" altLang="en-US" sz="2400" i="0" dirty="0">
                    <a:latin typeface="Times New Roman" panose="02020603050405020304" pitchFamily="18" charset="0"/>
                    <a:ea typeface="宋体" panose="02010600030101010101" pitchFamily="2" charset="-122"/>
                  </a:rPr>
                  <a:t>奇偶发生器</a:t>
                </a:r>
                <a:endParaRPr lang="zh-CN" altLang="en-US" sz="2400" i="0" dirty="0">
                  <a:latin typeface="Times New Roman" panose="02020603050405020304" pitchFamily="18" charset="0"/>
                  <a:ea typeface="宋体" panose="02010600030101010101" pitchFamily="2" charset="-122"/>
                </a:endParaRPr>
              </a:p>
            </p:txBody>
          </p:sp>
          <p:sp>
            <p:nvSpPr>
              <p:cNvPr id="156719" name="Rectangle 48"/>
              <p:cNvSpPr/>
              <p:nvPr/>
            </p:nvSpPr>
            <p:spPr>
              <a:xfrm>
                <a:off x="6556" y="12197"/>
                <a:ext cx="1440" cy="468"/>
              </a:xfrm>
              <a:prstGeom prst="rect">
                <a:avLst/>
              </a:prstGeom>
              <a:solidFill>
                <a:srgbClr val="CCFFFF"/>
              </a:solidFill>
              <a:ln w="9525" cap="flat" cmpd="sng">
                <a:solidFill>
                  <a:srgbClr val="0000FF"/>
                </a:solidFill>
                <a:prstDash val="solid"/>
                <a:miter/>
                <a:headEnd type="none" w="med" len="med"/>
                <a:tailEnd type="none" w="med" len="med"/>
              </a:ln>
            </p:spPr>
            <p:txBody>
              <a:bodyPr anchor="t" anchorCtr="0"/>
              <a:p>
                <a:pPr algn="ctr"/>
                <a:r>
                  <a:rPr lang="zh-CN" altLang="en-US" sz="2400" i="0" dirty="0">
                    <a:latin typeface="Times New Roman" panose="02020603050405020304" pitchFamily="18" charset="0"/>
                    <a:ea typeface="宋体" panose="02010600030101010101" pitchFamily="2" charset="-122"/>
                  </a:rPr>
                  <a:t>奇偶校验器</a:t>
                </a:r>
                <a:endParaRPr lang="zh-CN" altLang="en-US" sz="2400" i="0" dirty="0">
                  <a:latin typeface="Times New Roman" panose="02020603050405020304" pitchFamily="18" charset="0"/>
                  <a:ea typeface="宋体" panose="02010600030101010101" pitchFamily="2" charset="-122"/>
                </a:endParaRPr>
              </a:p>
            </p:txBody>
          </p:sp>
          <p:sp>
            <p:nvSpPr>
              <p:cNvPr id="156720" name="Line 49"/>
              <p:cNvSpPr/>
              <p:nvPr/>
            </p:nvSpPr>
            <p:spPr>
              <a:xfrm>
                <a:off x="7824" y="11426"/>
                <a:ext cx="0" cy="780"/>
              </a:xfrm>
              <a:prstGeom prst="line">
                <a:avLst/>
              </a:prstGeom>
              <a:ln w="9525" cap="flat" cmpd="sng">
                <a:solidFill>
                  <a:srgbClr val="000000"/>
                </a:solidFill>
                <a:prstDash val="solid"/>
                <a:round/>
                <a:headEnd type="none" w="med" len="med"/>
                <a:tailEnd type="none" w="med" len="med"/>
              </a:ln>
            </p:spPr>
          </p:sp>
          <p:sp>
            <p:nvSpPr>
              <p:cNvPr id="156721" name="Line 50"/>
              <p:cNvSpPr/>
              <p:nvPr/>
            </p:nvSpPr>
            <p:spPr>
              <a:xfrm>
                <a:off x="4560" y="11435"/>
                <a:ext cx="0" cy="780"/>
              </a:xfrm>
              <a:prstGeom prst="line">
                <a:avLst/>
              </a:prstGeom>
              <a:ln w="9525" cap="flat" cmpd="sng">
                <a:solidFill>
                  <a:srgbClr val="000000"/>
                </a:solidFill>
                <a:prstDash val="solid"/>
                <a:round/>
                <a:headEnd type="none" w="med" len="med"/>
                <a:tailEnd type="none" w="med" len="med"/>
              </a:ln>
            </p:spPr>
          </p:sp>
          <p:sp>
            <p:nvSpPr>
              <p:cNvPr id="156722" name="Oval 51"/>
              <p:cNvSpPr/>
              <p:nvPr/>
            </p:nvSpPr>
            <p:spPr>
              <a:xfrm>
                <a:off x="7793" y="11413"/>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23" name="Oval 52"/>
              <p:cNvSpPr/>
              <p:nvPr/>
            </p:nvSpPr>
            <p:spPr>
              <a:xfrm>
                <a:off x="4533" y="1141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24" name="Line 53"/>
              <p:cNvSpPr/>
              <p:nvPr/>
            </p:nvSpPr>
            <p:spPr>
              <a:xfrm>
                <a:off x="4216" y="11597"/>
                <a:ext cx="4496" cy="0"/>
              </a:xfrm>
              <a:prstGeom prst="line">
                <a:avLst/>
              </a:prstGeom>
              <a:ln w="9525" cap="flat" cmpd="sng">
                <a:solidFill>
                  <a:srgbClr val="000000"/>
                </a:solidFill>
                <a:prstDash val="solid"/>
                <a:round/>
                <a:headEnd type="none" w="med" len="med"/>
                <a:tailEnd type="none" w="med" len="med"/>
              </a:ln>
            </p:spPr>
          </p:sp>
          <p:sp>
            <p:nvSpPr>
              <p:cNvPr id="156725" name="Line 54"/>
              <p:cNvSpPr/>
              <p:nvPr/>
            </p:nvSpPr>
            <p:spPr>
              <a:xfrm>
                <a:off x="7995" y="12317"/>
                <a:ext cx="295" cy="0"/>
              </a:xfrm>
              <a:prstGeom prst="line">
                <a:avLst/>
              </a:prstGeom>
              <a:ln w="9525" cap="flat" cmpd="sng">
                <a:solidFill>
                  <a:srgbClr val="000000"/>
                </a:solidFill>
                <a:prstDash val="solid"/>
                <a:round/>
                <a:headEnd type="none" w="med" len="med"/>
                <a:tailEnd type="none" w="med" len="med"/>
              </a:ln>
            </p:spPr>
          </p:sp>
          <p:sp>
            <p:nvSpPr>
              <p:cNvPr id="156726" name="Line 55"/>
              <p:cNvSpPr/>
              <p:nvPr/>
            </p:nvSpPr>
            <p:spPr>
              <a:xfrm>
                <a:off x="7996" y="12548"/>
                <a:ext cx="720" cy="0"/>
              </a:xfrm>
              <a:prstGeom prst="line">
                <a:avLst/>
              </a:prstGeom>
              <a:ln w="9525" cap="flat" cmpd="sng">
                <a:solidFill>
                  <a:srgbClr val="000000"/>
                </a:solidFill>
                <a:prstDash val="solid"/>
                <a:round/>
                <a:headEnd type="none" w="med" len="med"/>
                <a:tailEnd type="none" w="med" len="med"/>
              </a:ln>
            </p:spPr>
          </p:sp>
          <p:sp>
            <p:nvSpPr>
              <p:cNvPr id="156727" name="Rectangle 56"/>
              <p:cNvSpPr/>
              <p:nvPr/>
            </p:nvSpPr>
            <p:spPr>
              <a:xfrm>
                <a:off x="8341" y="12161"/>
                <a:ext cx="180" cy="31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nchor="t" anchorCtr="0"/>
              <a:p>
                <a:pPr algn="ctr"/>
                <a:r>
                  <a:rPr lang="en-US" altLang="zh-CN" sz="24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56728" name="Line 57"/>
              <p:cNvSpPr/>
              <p:nvPr/>
            </p:nvSpPr>
            <p:spPr>
              <a:xfrm>
                <a:off x="8535" y="12317"/>
                <a:ext cx="170" cy="0"/>
              </a:xfrm>
              <a:prstGeom prst="line">
                <a:avLst/>
              </a:prstGeom>
              <a:ln w="9525" cap="flat" cmpd="sng">
                <a:solidFill>
                  <a:srgbClr val="000000"/>
                </a:solidFill>
                <a:prstDash val="solid"/>
                <a:round/>
                <a:headEnd type="none" w="med" len="med"/>
                <a:tailEnd type="none" w="med" len="med"/>
              </a:ln>
            </p:spPr>
          </p:sp>
          <p:sp>
            <p:nvSpPr>
              <p:cNvPr id="156729" name="Line 58"/>
              <p:cNvSpPr/>
              <p:nvPr/>
            </p:nvSpPr>
            <p:spPr>
              <a:xfrm flipV="1">
                <a:off x="8716" y="11588"/>
                <a:ext cx="0" cy="960"/>
              </a:xfrm>
              <a:prstGeom prst="line">
                <a:avLst/>
              </a:prstGeom>
              <a:ln w="9525" cap="flat" cmpd="sng">
                <a:solidFill>
                  <a:srgbClr val="000000"/>
                </a:solidFill>
                <a:prstDash val="solid"/>
                <a:round/>
                <a:headEnd type="none" w="med" len="med"/>
                <a:tailEnd type="none" w="med" len="med"/>
              </a:ln>
            </p:spPr>
          </p:sp>
          <p:sp>
            <p:nvSpPr>
              <p:cNvPr id="156730" name="Line 59"/>
              <p:cNvSpPr/>
              <p:nvPr/>
            </p:nvSpPr>
            <p:spPr>
              <a:xfrm>
                <a:off x="4213" y="11597"/>
                <a:ext cx="0" cy="1293"/>
              </a:xfrm>
              <a:prstGeom prst="line">
                <a:avLst/>
              </a:prstGeom>
              <a:ln w="9525" cap="flat" cmpd="sng">
                <a:solidFill>
                  <a:srgbClr val="000000"/>
                </a:solidFill>
                <a:prstDash val="solid"/>
                <a:round/>
                <a:headEnd type="none" w="med" len="med"/>
                <a:tailEnd type="none" w="med" len="med"/>
              </a:ln>
            </p:spPr>
          </p:sp>
          <p:sp>
            <p:nvSpPr>
              <p:cNvPr id="156731" name="Line 60"/>
              <p:cNvSpPr/>
              <p:nvPr/>
            </p:nvSpPr>
            <p:spPr>
              <a:xfrm>
                <a:off x="4208" y="12902"/>
                <a:ext cx="532" cy="0"/>
              </a:xfrm>
              <a:prstGeom prst="line">
                <a:avLst/>
              </a:prstGeom>
              <a:ln w="9525" cap="flat" cmpd="sng">
                <a:solidFill>
                  <a:srgbClr val="000000"/>
                </a:solidFill>
                <a:prstDash val="solid"/>
                <a:round/>
                <a:headEnd type="none" w="med" len="med"/>
                <a:tailEnd type="none" w="med" len="med"/>
              </a:ln>
            </p:spPr>
          </p:sp>
          <p:sp>
            <p:nvSpPr>
              <p:cNvPr id="156732" name="Line 61"/>
              <p:cNvSpPr/>
              <p:nvPr/>
            </p:nvSpPr>
            <p:spPr>
              <a:xfrm>
                <a:off x="4741" y="12686"/>
                <a:ext cx="0" cy="215"/>
              </a:xfrm>
              <a:prstGeom prst="line">
                <a:avLst/>
              </a:prstGeom>
              <a:ln w="9525" cap="flat" cmpd="sng">
                <a:solidFill>
                  <a:srgbClr val="000000"/>
                </a:solidFill>
                <a:prstDash val="solid"/>
                <a:round/>
                <a:headEnd type="none" w="med" len="med"/>
                <a:tailEnd type="stealth" w="med" len="med"/>
              </a:ln>
            </p:spPr>
          </p:sp>
          <p:sp>
            <p:nvSpPr>
              <p:cNvPr id="156733" name="Line 62"/>
              <p:cNvSpPr/>
              <p:nvPr/>
            </p:nvSpPr>
            <p:spPr>
              <a:xfrm>
                <a:off x="5386" y="12689"/>
                <a:ext cx="0" cy="215"/>
              </a:xfrm>
              <a:prstGeom prst="line">
                <a:avLst/>
              </a:prstGeom>
              <a:ln w="9525" cap="flat" cmpd="sng">
                <a:solidFill>
                  <a:srgbClr val="000000"/>
                </a:solidFill>
                <a:prstDash val="solid"/>
                <a:round/>
                <a:headEnd type="none" w="med" len="med"/>
                <a:tailEnd type="none" w="med" len="med"/>
              </a:ln>
            </p:spPr>
          </p:sp>
          <p:sp>
            <p:nvSpPr>
              <p:cNvPr id="156734" name="Line 63"/>
              <p:cNvSpPr/>
              <p:nvPr/>
            </p:nvSpPr>
            <p:spPr>
              <a:xfrm>
                <a:off x="6796" y="12674"/>
                <a:ext cx="0" cy="215"/>
              </a:xfrm>
              <a:prstGeom prst="line">
                <a:avLst/>
              </a:prstGeom>
              <a:ln w="9525" cap="flat" cmpd="sng">
                <a:solidFill>
                  <a:srgbClr val="000000"/>
                </a:solidFill>
                <a:prstDash val="solid"/>
                <a:round/>
                <a:headEnd type="none" w="med" len="med"/>
                <a:tailEnd type="none" w="med" len="med"/>
              </a:ln>
            </p:spPr>
          </p:sp>
          <p:sp>
            <p:nvSpPr>
              <p:cNvPr id="156735" name="Line 64"/>
              <p:cNvSpPr/>
              <p:nvPr/>
            </p:nvSpPr>
            <p:spPr>
              <a:xfrm>
                <a:off x="7498" y="12674"/>
                <a:ext cx="0" cy="215"/>
              </a:xfrm>
              <a:prstGeom prst="line">
                <a:avLst/>
              </a:prstGeom>
              <a:ln w="9525" cap="flat" cmpd="sng">
                <a:solidFill>
                  <a:srgbClr val="000000"/>
                </a:solidFill>
                <a:prstDash val="solid"/>
                <a:round/>
                <a:headEnd type="none" w="med" len="med"/>
                <a:tailEnd type="stealth" w="med" len="med"/>
              </a:ln>
            </p:spPr>
          </p:sp>
          <p:sp>
            <p:nvSpPr>
              <p:cNvPr id="156736" name="Line 65"/>
              <p:cNvSpPr/>
              <p:nvPr/>
            </p:nvSpPr>
            <p:spPr>
              <a:xfrm>
                <a:off x="3991" y="12332"/>
                <a:ext cx="360" cy="0"/>
              </a:xfrm>
              <a:prstGeom prst="line">
                <a:avLst/>
              </a:prstGeom>
              <a:ln w="9525" cap="flat" cmpd="sng">
                <a:solidFill>
                  <a:srgbClr val="000000"/>
                </a:solidFill>
                <a:prstDash val="solid"/>
                <a:round/>
                <a:headEnd type="none" w="med" len="med"/>
                <a:tailEnd type="none" w="med" len="med"/>
              </a:ln>
            </p:spPr>
          </p:sp>
          <p:sp>
            <p:nvSpPr>
              <p:cNvPr id="156737" name="Line 66"/>
              <p:cNvSpPr/>
              <p:nvPr/>
            </p:nvSpPr>
            <p:spPr>
              <a:xfrm>
                <a:off x="4051" y="12593"/>
                <a:ext cx="306" cy="0"/>
              </a:xfrm>
              <a:prstGeom prst="line">
                <a:avLst/>
              </a:prstGeom>
              <a:ln w="9525" cap="flat" cmpd="sng">
                <a:solidFill>
                  <a:srgbClr val="000000"/>
                </a:solidFill>
                <a:prstDash val="solid"/>
                <a:round/>
                <a:headEnd type="none" w="med" len="med"/>
                <a:tailEnd type="none" w="med" len="med"/>
              </a:ln>
            </p:spPr>
          </p:sp>
          <p:sp>
            <p:nvSpPr>
              <p:cNvPr id="156738" name="Line 67"/>
              <p:cNvSpPr/>
              <p:nvPr/>
            </p:nvSpPr>
            <p:spPr>
              <a:xfrm>
                <a:off x="4051" y="12593"/>
                <a:ext cx="0" cy="156"/>
              </a:xfrm>
              <a:prstGeom prst="line">
                <a:avLst/>
              </a:prstGeom>
              <a:ln w="9525" cap="flat" cmpd="sng">
                <a:solidFill>
                  <a:srgbClr val="000000"/>
                </a:solidFill>
                <a:prstDash val="solid"/>
                <a:round/>
                <a:headEnd type="none" w="med" len="med"/>
                <a:tailEnd type="none" w="med" len="med"/>
              </a:ln>
            </p:spPr>
          </p:sp>
          <p:sp>
            <p:nvSpPr>
              <p:cNvPr id="156739" name="Line 68"/>
              <p:cNvSpPr/>
              <p:nvPr/>
            </p:nvSpPr>
            <p:spPr>
              <a:xfrm>
                <a:off x="3961" y="12764"/>
                <a:ext cx="180" cy="0"/>
              </a:xfrm>
              <a:prstGeom prst="line">
                <a:avLst/>
              </a:prstGeom>
              <a:ln w="19050" cap="flat" cmpd="sng">
                <a:solidFill>
                  <a:srgbClr val="000000"/>
                </a:solidFill>
                <a:prstDash val="solid"/>
                <a:round/>
                <a:headEnd type="none" w="med" len="med"/>
                <a:tailEnd type="none" w="med" len="med"/>
              </a:ln>
            </p:spPr>
          </p:sp>
          <p:sp>
            <p:nvSpPr>
              <p:cNvPr id="156740" name="Oval 69"/>
              <p:cNvSpPr/>
              <p:nvPr/>
            </p:nvSpPr>
            <p:spPr>
              <a:xfrm>
                <a:off x="3931" y="12311"/>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41" name="Rectangle 70"/>
              <p:cNvSpPr/>
              <p:nvPr/>
            </p:nvSpPr>
            <p:spPr>
              <a:xfrm>
                <a:off x="7591" y="12725"/>
                <a:ext cx="465" cy="432"/>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W</a:t>
                </a:r>
                <a:r>
                  <a:rPr lang="en-US" altLang="zh-CN" sz="2400" baseline="-30000" dirty="0">
                    <a:latin typeface="Times New Roman" panose="02020603050405020304" pitchFamily="18" charset="0"/>
                    <a:ea typeface="宋体" panose="02010600030101010101" pitchFamily="2" charset="-122"/>
                  </a:rPr>
                  <a:t>OD2</a:t>
                </a:r>
                <a:endParaRPr lang="en-US" altLang="zh-CN" sz="2400" i="0" dirty="0">
                  <a:latin typeface="Times New Roman" panose="02020603050405020304" pitchFamily="18" charset="0"/>
                  <a:ea typeface="宋体" panose="02010600030101010101" pitchFamily="2" charset="-122"/>
                </a:endParaRPr>
              </a:p>
            </p:txBody>
          </p:sp>
          <p:sp>
            <p:nvSpPr>
              <p:cNvPr id="156742" name="Rectangle 71"/>
              <p:cNvSpPr/>
              <p:nvPr/>
            </p:nvSpPr>
            <p:spPr>
              <a:xfrm>
                <a:off x="8024" y="11995"/>
                <a:ext cx="300" cy="276"/>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S</a:t>
                </a:r>
                <a:r>
                  <a:rPr lang="en-US" altLang="zh-CN" sz="2400" baseline="-30000" dirty="0">
                    <a:latin typeface="Times New Roman" panose="02020603050405020304" pitchFamily="18" charset="0"/>
                    <a:ea typeface="宋体" panose="02010600030101010101" pitchFamily="2" charset="-122"/>
                  </a:rPr>
                  <a:t>E</a:t>
                </a:r>
                <a:endParaRPr lang="en-US" altLang="zh-CN" sz="2400" i="0" dirty="0">
                  <a:latin typeface="Times New Roman" panose="02020603050405020304" pitchFamily="18" charset="0"/>
                  <a:ea typeface="宋体" panose="02010600030101010101" pitchFamily="2" charset="-122"/>
                </a:endParaRPr>
              </a:p>
            </p:txBody>
          </p:sp>
          <p:sp>
            <p:nvSpPr>
              <p:cNvPr id="156743" name="Rectangle 72"/>
              <p:cNvSpPr/>
              <p:nvPr/>
            </p:nvSpPr>
            <p:spPr>
              <a:xfrm>
                <a:off x="3880" y="12014"/>
                <a:ext cx="404" cy="288"/>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S</a:t>
                </a:r>
                <a:r>
                  <a:rPr lang="en-US" altLang="zh-CN" sz="2400" baseline="-30000" dirty="0">
                    <a:latin typeface="Times New Roman" panose="02020603050405020304" pitchFamily="18" charset="0"/>
                    <a:ea typeface="宋体" panose="02010600030101010101" pitchFamily="2" charset="-122"/>
                  </a:rPr>
                  <a:t>OD</a:t>
                </a:r>
                <a:endParaRPr lang="en-US" altLang="zh-CN" sz="2400" i="0" dirty="0">
                  <a:latin typeface="Times New Roman" panose="02020603050405020304" pitchFamily="18" charset="0"/>
                  <a:ea typeface="宋体" panose="02010600030101010101" pitchFamily="2" charset="-122"/>
                </a:endParaRPr>
              </a:p>
            </p:txBody>
          </p:sp>
          <p:sp>
            <p:nvSpPr>
              <p:cNvPr id="156744" name="Line 73"/>
              <p:cNvSpPr/>
              <p:nvPr/>
            </p:nvSpPr>
            <p:spPr>
              <a:xfrm>
                <a:off x="3792" y="10716"/>
                <a:ext cx="0" cy="504"/>
              </a:xfrm>
              <a:prstGeom prst="line">
                <a:avLst/>
              </a:prstGeom>
              <a:ln w="28575" cap="rnd" cmpd="sng">
                <a:solidFill>
                  <a:srgbClr val="000000"/>
                </a:solidFill>
                <a:prstDash val="sysDot"/>
                <a:round/>
                <a:headEnd type="none" w="med" len="med"/>
                <a:tailEnd type="none" w="med" len="med"/>
              </a:ln>
            </p:spPr>
          </p:sp>
          <p:sp>
            <p:nvSpPr>
              <p:cNvPr id="156745" name="Rectangle 74"/>
              <p:cNvSpPr/>
              <p:nvPr/>
            </p:nvSpPr>
            <p:spPr>
              <a:xfrm>
                <a:off x="8016" y="12290"/>
                <a:ext cx="555" cy="288"/>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S</a:t>
                </a:r>
                <a:r>
                  <a:rPr lang="en-US" altLang="zh-CN" sz="2400" baseline="-30000" dirty="0">
                    <a:latin typeface="Times New Roman" panose="02020603050405020304" pitchFamily="18" charset="0"/>
                    <a:ea typeface="宋体" panose="02010600030101010101" pitchFamily="2" charset="-122"/>
                  </a:rPr>
                  <a:t>OD</a:t>
                </a:r>
                <a:endParaRPr lang="en-US" altLang="zh-CN" sz="2400" i="0" dirty="0">
                  <a:latin typeface="Times New Roman" panose="02020603050405020304" pitchFamily="18" charset="0"/>
                  <a:ea typeface="宋体" panose="02010600030101010101" pitchFamily="2" charset="-122"/>
                </a:endParaRPr>
              </a:p>
            </p:txBody>
          </p:sp>
          <p:sp>
            <p:nvSpPr>
              <p:cNvPr id="156746" name="Oval 75"/>
              <p:cNvSpPr/>
              <p:nvPr/>
            </p:nvSpPr>
            <p:spPr>
              <a:xfrm>
                <a:off x="8688" y="12286"/>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156747" name="Text Box 76"/>
            <p:cNvSpPr txBox="1"/>
            <p:nvPr/>
          </p:nvSpPr>
          <p:spPr>
            <a:xfrm>
              <a:off x="5800" y="12114"/>
              <a:ext cx="2944" cy="534"/>
            </a:xfrm>
            <a:prstGeom prst="rect">
              <a:avLst/>
            </a:prstGeom>
            <a:noFill/>
            <a:ln w="9525">
              <a:noFill/>
            </a:ln>
          </p:spPr>
          <p:txBody>
            <a:bodyPr anchor="t" anchorCtr="0"/>
            <a:p>
              <a:r>
                <a:rPr lang="en-US" altLang="zh-CN" sz="2400" i="0" dirty="0">
                  <a:solidFill>
                    <a:srgbClr val="000000"/>
                  </a:solidFill>
                  <a:latin typeface="Times New Roman" panose="02020603050405020304" pitchFamily="18" charset="0"/>
                  <a:ea typeface="宋体" panose="02010600030101010101" pitchFamily="2" charset="-122"/>
                </a:rPr>
                <a:t>      </a:t>
              </a:r>
              <a:endParaRPr lang="en-US" altLang="zh-CN" sz="2400" i="0" dirty="0">
                <a:solidFill>
                  <a:srgbClr val="000000"/>
                </a:solidFill>
                <a:latin typeface="Times New Roman" panose="02020603050405020304" pitchFamily="18" charset="0"/>
                <a:ea typeface="宋体" panose="02010600030101010101" pitchFamily="2" charset="-122"/>
              </a:endParaRPr>
            </a:p>
            <a:p>
              <a:r>
                <a:rPr lang="en-US" altLang="zh-CN" sz="2400" i="0" dirty="0">
                  <a:solidFill>
                    <a:srgbClr val="000000"/>
                  </a:solidFill>
                  <a:latin typeface="Times New Roman" panose="02020603050405020304" pitchFamily="18" charset="0"/>
                  <a:ea typeface="宋体" panose="02010600030101010101" pitchFamily="2" charset="-122"/>
                </a:rPr>
                <a:t>         </a:t>
              </a:r>
              <a:r>
                <a:rPr lang="zh-CN" altLang="en-US" sz="2400" b="1" i="0" dirty="0">
                  <a:solidFill>
                    <a:srgbClr val="000000"/>
                  </a:solidFill>
                  <a:latin typeface="Times New Roman" panose="02020603050405020304" pitchFamily="18" charset="0"/>
                  <a:ea typeface="宋体" panose="02010600030101010101" pitchFamily="2" charset="-122"/>
                </a:rPr>
                <a:t>八位奇校验系统</a:t>
              </a:r>
              <a:endParaRPr lang="zh-CN" altLang="en-US" sz="2400" b="1" i="0" dirty="0">
                <a:latin typeface="Times New Roman" panose="02020603050405020304" pitchFamily="18" charset="0"/>
                <a:ea typeface="宋体" panose="02010600030101010101" pitchFamily="2" charset="-122"/>
              </a:endParaRPr>
            </a:p>
            <a:p>
              <a:pPr eaLnBrk="0" hangingPunct="0"/>
              <a:endParaRPr lang="en-US" altLang="zh-CN" sz="2400" b="1" i="0" dirty="0">
                <a:latin typeface="Times New Roman" panose="02020603050405020304" pitchFamily="18" charset="0"/>
                <a:ea typeface="宋体" panose="02010600030101010101" pitchFamily="2" charset="-122"/>
              </a:endParaRPr>
            </a:p>
          </p:txBody>
        </p:sp>
      </p:grpSp>
      <p:sp>
        <p:nvSpPr>
          <p:cNvPr id="156748" name="Rectangle 77"/>
          <p:cNvSpPr/>
          <p:nvPr/>
        </p:nvSpPr>
        <p:spPr>
          <a:xfrm>
            <a:off x="708025" y="2722563"/>
            <a:ext cx="368300" cy="396875"/>
          </a:xfrm>
          <a:prstGeom prst="rect">
            <a:avLst/>
          </a:prstGeom>
          <a:noFill/>
          <a:ln w="12700">
            <a:noFill/>
          </a:ln>
        </p:spPr>
        <p:txBody>
          <a:bodyPr wrap="none" anchor="t" anchorCtr="0">
            <a:spAutoFit/>
          </a:bodyPr>
          <a:p>
            <a:pPr algn="ctr"/>
            <a:r>
              <a:rPr lang="en-US" altLang="zh-CN" dirty="0">
                <a:latin typeface="Times New Roman" panose="02020603050405020304" pitchFamily="18" charset="0"/>
                <a:ea typeface="宋体" panose="02010600030101010101" pitchFamily="2" charset="-122"/>
              </a:rPr>
              <a:t>H</a:t>
            </a:r>
            <a:endParaRPr lang="en-US" altLang="zh-CN" dirty="0">
              <a:latin typeface="Times New Roman" panose="02020603050405020304" pitchFamily="18" charset="0"/>
              <a:ea typeface="宋体" panose="02010600030101010101" pitchFamily="2" charset="-122"/>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Text Box 2"/>
          <p:cNvSpPr txBox="1">
            <a:spLocks noChangeArrowheads="1"/>
          </p:cNvSpPr>
          <p:nvPr/>
        </p:nvSpPr>
        <p:spPr bwMode="auto">
          <a:xfrm>
            <a:off x="0" y="654050"/>
            <a:ext cx="8763000" cy="179705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sz="2800" b="1" i="0"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附加：多输入变量的迭代递推设计法</a:t>
            </a:r>
            <a:endParaRPr kumimoji="1" lang="zh-CN" altLang="en-US" sz="2800" b="1" i="0"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a:spcBef>
                <a:spcPct val="50000"/>
              </a:spcBef>
              <a:buClrTx/>
              <a:buSzTx/>
              <a:buFontTx/>
              <a:buNone/>
              <a:defRPr/>
            </a:pPr>
            <a:r>
              <a:rPr kumimoji="1" lang="zh-CN" altLang="en-US" sz="2400" i="0" kern="1200" cap="none" spc="0" normalizeH="0" baseline="0" noProof="0">
                <a:latin typeface="Times New Roman" panose="02020603050405020304" pitchFamily="18" charset="0"/>
                <a:ea typeface="宋体" panose="02010600030101010101" pitchFamily="2" charset="-122"/>
                <a:cs typeface="+mn-cs"/>
              </a:rPr>
              <a:t>        一般而言，对于</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n</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个变量</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X</a:t>
            </a:r>
            <a:r>
              <a:rPr kumimoji="1" lang="en-US" altLang="zh-CN" sz="2400" i="0" kern="1200" cap="none" spc="0" normalizeH="0" baseline="-25000" noProof="0">
                <a:latin typeface="Times New Roman" panose="02020603050405020304" pitchFamily="18" charset="0"/>
                <a:ea typeface="宋体" panose="02010600030101010101" pitchFamily="2" charset="-122"/>
                <a:cs typeface="+mn-cs"/>
              </a:rPr>
              <a:t>1</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X</a:t>
            </a:r>
            <a:r>
              <a:rPr kumimoji="1" lang="en-US" altLang="zh-CN" sz="2400" i="0" kern="1200" cap="none" spc="0" normalizeH="0" baseline="-25000" noProof="0">
                <a:latin typeface="Times New Roman" panose="02020603050405020304" pitchFamily="18" charset="0"/>
                <a:ea typeface="宋体" panose="02010600030101010101" pitchFamily="2" charset="-122"/>
                <a:cs typeface="+mn-cs"/>
              </a:rPr>
              <a:t>2</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X</a:t>
            </a:r>
            <a:r>
              <a:rPr kumimoji="1" lang="en-US" altLang="zh-CN" sz="2400" i="0" kern="1200" cap="none" spc="0" normalizeH="0" baseline="-25000" noProof="0">
                <a:latin typeface="Times New Roman" panose="02020603050405020304" pitchFamily="18" charset="0"/>
                <a:ea typeface="宋体" panose="02010600030101010101" pitchFamily="2" charset="-122"/>
                <a:cs typeface="+mn-cs"/>
              </a:rPr>
              <a:t>n</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的函数</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F</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，如果能引入中间变量</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A</a:t>
            </a:r>
            <a:r>
              <a:rPr kumimoji="1" lang="en-US" altLang="zh-CN" sz="2400" i="0" kern="1200" cap="none" spc="0" normalizeH="0" baseline="-25000" noProof="0">
                <a:latin typeface="Times New Roman" panose="02020603050405020304" pitchFamily="18" charset="0"/>
                <a:ea typeface="宋体" panose="02010600030101010101" pitchFamily="2" charset="-122"/>
                <a:cs typeface="+mn-cs"/>
              </a:rPr>
              <a:t>i</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，并找到一个函数，便可按如下递推公式求得</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F</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a:t>
            </a:r>
            <a:endParaRPr kumimoji="1" lang="zh-CN" altLang="en-US" sz="2400" i="0" kern="1200" cap="none" spc="0" normalizeH="0" baseline="0" noProof="0">
              <a:latin typeface="Times New Roman" panose="02020603050405020304" pitchFamily="18" charset="0"/>
              <a:ea typeface="宋体" panose="02010600030101010101" pitchFamily="2" charset="-122"/>
              <a:cs typeface="+mn-cs"/>
            </a:endParaRPr>
          </a:p>
        </p:txBody>
      </p:sp>
      <p:graphicFrame>
        <p:nvGraphicFramePr>
          <p:cNvPr id="169987" name="Object 3"/>
          <p:cNvGraphicFramePr>
            <a:graphicFrameLocks noChangeAspect="1"/>
          </p:cNvGraphicFramePr>
          <p:nvPr/>
        </p:nvGraphicFramePr>
        <p:xfrm>
          <a:off x="317500" y="2544763"/>
          <a:ext cx="2568575" cy="3402012"/>
        </p:xfrm>
        <a:graphic>
          <a:graphicData uri="http://schemas.openxmlformats.org/presentationml/2006/ole">
            <mc:AlternateContent xmlns:mc="http://schemas.openxmlformats.org/markup-compatibility/2006">
              <mc:Choice xmlns:v="urn:schemas-microsoft-com:vml" Requires="v">
                <p:oleObj spid="_x0000_s3328" name="" r:id="rId1" imgW="1332865" imgH="1634490" progId="Equation.3">
                  <p:embed/>
                </p:oleObj>
              </mc:Choice>
              <mc:Fallback>
                <p:oleObj name="" r:id="rId1" imgW="1332865" imgH="1634490" progId="Equation.3">
                  <p:embed/>
                  <p:pic>
                    <p:nvPicPr>
                      <p:cNvPr id="0" name="图片 3327"/>
                      <p:cNvPicPr/>
                      <p:nvPr/>
                    </p:nvPicPr>
                    <p:blipFill>
                      <a:blip r:embed="rId2">
                        <a:clrChange>
                          <a:clrFrom>
                            <a:srgbClr val="000000"/>
                          </a:clrFrom>
                          <a:clrTo>
                            <a:srgbClr val="000000"/>
                          </a:clrTo>
                        </a:clrChange>
                      </a:blip>
                      <a:stretch>
                        <a:fillRect/>
                      </a:stretch>
                    </p:blipFill>
                    <p:spPr>
                      <a:xfrm>
                        <a:off x="317500" y="2544763"/>
                        <a:ext cx="2568575" cy="3402012"/>
                      </a:xfrm>
                      <a:prstGeom prst="rect">
                        <a:avLst/>
                      </a:prstGeom>
                      <a:noFill/>
                      <a:ln w="38100">
                        <a:noFill/>
                        <a:miter/>
                      </a:ln>
                    </p:spPr>
                  </p:pic>
                </p:oleObj>
              </mc:Fallback>
            </mc:AlternateContent>
          </a:graphicData>
        </a:graphic>
      </p:graphicFrame>
      <p:grpSp>
        <p:nvGrpSpPr>
          <p:cNvPr id="2" name="Group 4"/>
          <p:cNvGrpSpPr/>
          <p:nvPr/>
        </p:nvGrpSpPr>
        <p:grpSpPr>
          <a:xfrm>
            <a:off x="3043238" y="2714625"/>
            <a:ext cx="5562600" cy="1828800"/>
            <a:chOff x="2160" y="1728"/>
            <a:chExt cx="3504" cy="1152"/>
          </a:xfrm>
        </p:grpSpPr>
        <p:grpSp>
          <p:nvGrpSpPr>
            <p:cNvPr id="157700" name="Group 5"/>
            <p:cNvGrpSpPr/>
            <p:nvPr/>
          </p:nvGrpSpPr>
          <p:grpSpPr>
            <a:xfrm>
              <a:off x="2160" y="1728"/>
              <a:ext cx="960" cy="1152"/>
              <a:chOff x="2160" y="1728"/>
              <a:chExt cx="960" cy="1152"/>
            </a:xfrm>
          </p:grpSpPr>
          <p:sp>
            <p:nvSpPr>
              <p:cNvPr id="157701" name="Rectangle 6"/>
              <p:cNvSpPr/>
              <p:nvPr/>
            </p:nvSpPr>
            <p:spPr>
              <a:xfrm>
                <a:off x="2592" y="1920"/>
                <a:ext cx="345" cy="247"/>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7702" name="Line 7"/>
              <p:cNvSpPr/>
              <p:nvPr/>
            </p:nvSpPr>
            <p:spPr>
              <a:xfrm flipV="1">
                <a:off x="2784" y="2160"/>
                <a:ext cx="0" cy="480"/>
              </a:xfrm>
              <a:prstGeom prst="line">
                <a:avLst/>
              </a:prstGeom>
              <a:ln w="9525" cap="flat" cmpd="sng">
                <a:solidFill>
                  <a:schemeClr val="tx1"/>
                </a:solidFill>
                <a:prstDash val="solid"/>
                <a:round/>
                <a:headEnd type="none" w="med" len="med"/>
                <a:tailEnd type="triangle" w="lg" len="lg"/>
              </a:ln>
            </p:spPr>
          </p:sp>
          <p:sp>
            <p:nvSpPr>
              <p:cNvPr id="157703" name="Line 8"/>
              <p:cNvSpPr/>
              <p:nvPr/>
            </p:nvSpPr>
            <p:spPr>
              <a:xfrm>
                <a:off x="2304" y="2064"/>
                <a:ext cx="288" cy="0"/>
              </a:xfrm>
              <a:prstGeom prst="line">
                <a:avLst/>
              </a:prstGeom>
              <a:ln w="9525" cap="flat" cmpd="sng">
                <a:solidFill>
                  <a:schemeClr val="tx1"/>
                </a:solidFill>
                <a:prstDash val="solid"/>
                <a:round/>
                <a:headEnd type="none" w="med" len="med"/>
                <a:tailEnd type="triangle" w="lg" len="lg"/>
              </a:ln>
            </p:spPr>
          </p:sp>
          <p:sp>
            <p:nvSpPr>
              <p:cNvPr id="157704" name="Text Box 9"/>
              <p:cNvSpPr txBox="1"/>
              <p:nvPr/>
            </p:nvSpPr>
            <p:spPr>
              <a:xfrm>
                <a:off x="2160" y="1728"/>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57705" name="Text Box 10"/>
              <p:cNvSpPr txBox="1"/>
              <p:nvPr/>
            </p:nvSpPr>
            <p:spPr>
              <a:xfrm>
                <a:off x="2688" y="2592"/>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57706" name="Text Box 11"/>
              <p:cNvSpPr txBox="1"/>
              <p:nvPr/>
            </p:nvSpPr>
            <p:spPr>
              <a:xfrm>
                <a:off x="2688" y="1872"/>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grpSp>
        <p:sp>
          <p:nvSpPr>
            <p:cNvPr id="157707" name="Text Box 12"/>
            <p:cNvSpPr txBox="1"/>
            <p:nvPr/>
          </p:nvSpPr>
          <p:spPr>
            <a:xfrm>
              <a:off x="4992" y="1776"/>
              <a:ext cx="67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F=A</a:t>
              </a:r>
              <a:r>
                <a:rPr lang="en-US" altLang="zh-CN" sz="2400" i="0" baseline="-25000" dirty="0">
                  <a:latin typeface="Times New Roman" panose="02020603050405020304" pitchFamily="18" charset="0"/>
                  <a:ea typeface="宋体" panose="02010600030101010101" pitchFamily="2" charset="-122"/>
                </a:rPr>
                <a:t>n</a:t>
              </a:r>
              <a:endParaRPr lang="en-US" altLang="zh-CN" sz="2400" i="0" dirty="0">
                <a:latin typeface="Times New Roman" panose="02020603050405020304" pitchFamily="18" charset="0"/>
                <a:ea typeface="宋体" panose="02010600030101010101" pitchFamily="2" charset="-122"/>
              </a:endParaRPr>
            </a:p>
          </p:txBody>
        </p:sp>
        <p:sp>
          <p:nvSpPr>
            <p:cNvPr id="157708" name="Line 13"/>
            <p:cNvSpPr/>
            <p:nvPr/>
          </p:nvSpPr>
          <p:spPr>
            <a:xfrm>
              <a:off x="2928" y="2064"/>
              <a:ext cx="333" cy="0"/>
            </a:xfrm>
            <a:prstGeom prst="line">
              <a:avLst/>
            </a:prstGeom>
            <a:ln w="9525" cap="flat" cmpd="sng">
              <a:solidFill>
                <a:schemeClr val="tx1"/>
              </a:solidFill>
              <a:prstDash val="solid"/>
              <a:round/>
              <a:headEnd type="none" w="med" len="med"/>
              <a:tailEnd type="triangle" w="lg" len="lg"/>
            </a:ln>
          </p:spPr>
        </p:sp>
        <p:sp>
          <p:nvSpPr>
            <p:cNvPr id="157709" name="Text Box 14"/>
            <p:cNvSpPr txBox="1"/>
            <p:nvPr/>
          </p:nvSpPr>
          <p:spPr>
            <a:xfrm>
              <a:off x="2976" y="1728"/>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57710" name="Line 15"/>
            <p:cNvSpPr/>
            <p:nvPr/>
          </p:nvSpPr>
          <p:spPr>
            <a:xfrm>
              <a:off x="4227" y="2064"/>
              <a:ext cx="333" cy="0"/>
            </a:xfrm>
            <a:prstGeom prst="line">
              <a:avLst/>
            </a:prstGeom>
            <a:ln w="9525" cap="flat" cmpd="sng">
              <a:solidFill>
                <a:schemeClr val="tx1"/>
              </a:solidFill>
              <a:prstDash val="solid"/>
              <a:round/>
              <a:headEnd type="none" w="med" len="med"/>
              <a:tailEnd type="triangle" w="lg" len="lg"/>
            </a:ln>
          </p:spPr>
        </p:sp>
        <p:sp>
          <p:nvSpPr>
            <p:cNvPr id="157711" name="Line 16"/>
            <p:cNvSpPr/>
            <p:nvPr/>
          </p:nvSpPr>
          <p:spPr>
            <a:xfrm>
              <a:off x="3936" y="2064"/>
              <a:ext cx="288" cy="0"/>
            </a:xfrm>
            <a:prstGeom prst="line">
              <a:avLst/>
            </a:prstGeom>
            <a:ln w="9525" cap="flat" cmpd="sng">
              <a:solidFill>
                <a:schemeClr val="tx1"/>
              </a:solidFill>
              <a:prstDash val="dash"/>
              <a:round/>
              <a:headEnd type="none" w="med" len="med"/>
              <a:tailEnd type="none" w="med" len="med"/>
            </a:ln>
          </p:spPr>
        </p:sp>
        <p:grpSp>
          <p:nvGrpSpPr>
            <p:cNvPr id="157712" name="Group 17"/>
            <p:cNvGrpSpPr/>
            <p:nvPr/>
          </p:nvGrpSpPr>
          <p:grpSpPr>
            <a:xfrm>
              <a:off x="3264" y="1728"/>
              <a:ext cx="816" cy="1152"/>
              <a:chOff x="3264" y="1728"/>
              <a:chExt cx="816" cy="1152"/>
            </a:xfrm>
          </p:grpSpPr>
          <p:sp>
            <p:nvSpPr>
              <p:cNvPr id="157713" name="Rectangle 18"/>
              <p:cNvSpPr/>
              <p:nvPr/>
            </p:nvSpPr>
            <p:spPr>
              <a:xfrm>
                <a:off x="3264" y="1920"/>
                <a:ext cx="345" cy="247"/>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7714" name="Line 19"/>
              <p:cNvSpPr/>
              <p:nvPr/>
            </p:nvSpPr>
            <p:spPr>
              <a:xfrm flipV="1">
                <a:off x="3456" y="2160"/>
                <a:ext cx="0" cy="480"/>
              </a:xfrm>
              <a:prstGeom prst="line">
                <a:avLst/>
              </a:prstGeom>
              <a:ln w="9525" cap="flat" cmpd="sng">
                <a:solidFill>
                  <a:schemeClr val="tx1"/>
                </a:solidFill>
                <a:prstDash val="solid"/>
                <a:round/>
                <a:headEnd type="none" w="med" len="med"/>
                <a:tailEnd type="triangle" w="lg" len="lg"/>
              </a:ln>
            </p:spPr>
          </p:sp>
          <p:sp>
            <p:nvSpPr>
              <p:cNvPr id="157715" name="Text Box 20"/>
              <p:cNvSpPr txBox="1"/>
              <p:nvPr/>
            </p:nvSpPr>
            <p:spPr>
              <a:xfrm>
                <a:off x="3360" y="2592"/>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157716" name="Text Box 21"/>
              <p:cNvSpPr txBox="1"/>
              <p:nvPr/>
            </p:nvSpPr>
            <p:spPr>
              <a:xfrm>
                <a:off x="3360" y="1872"/>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sp>
            <p:nvSpPr>
              <p:cNvPr id="157717" name="Line 22"/>
              <p:cNvSpPr/>
              <p:nvPr/>
            </p:nvSpPr>
            <p:spPr>
              <a:xfrm>
                <a:off x="3603" y="2064"/>
                <a:ext cx="333" cy="0"/>
              </a:xfrm>
              <a:prstGeom prst="line">
                <a:avLst/>
              </a:prstGeom>
              <a:ln w="9525" cap="flat" cmpd="sng">
                <a:solidFill>
                  <a:schemeClr val="tx1"/>
                </a:solidFill>
                <a:prstDash val="solid"/>
                <a:round/>
                <a:headEnd type="none" w="med" len="med"/>
                <a:tailEnd type="triangle" w="lg" len="lg"/>
              </a:ln>
            </p:spPr>
          </p:sp>
          <p:sp>
            <p:nvSpPr>
              <p:cNvPr id="157718" name="Text Box 23"/>
              <p:cNvSpPr txBox="1"/>
              <p:nvPr/>
            </p:nvSpPr>
            <p:spPr>
              <a:xfrm>
                <a:off x="3648" y="1728"/>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grpSp>
        <p:sp>
          <p:nvSpPr>
            <p:cNvPr id="157719" name="Text Box 24"/>
            <p:cNvSpPr txBox="1"/>
            <p:nvPr/>
          </p:nvSpPr>
          <p:spPr>
            <a:xfrm>
              <a:off x="4176" y="1728"/>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n-1</a:t>
              </a:r>
              <a:endParaRPr lang="en-US" altLang="zh-CN" sz="2400" i="0" dirty="0">
                <a:latin typeface="Times New Roman" panose="02020603050405020304" pitchFamily="18" charset="0"/>
                <a:ea typeface="宋体" panose="02010600030101010101" pitchFamily="2" charset="-122"/>
              </a:endParaRPr>
            </a:p>
          </p:txBody>
        </p:sp>
        <p:sp>
          <p:nvSpPr>
            <p:cNvPr id="157720" name="Rectangle 25"/>
            <p:cNvSpPr/>
            <p:nvPr/>
          </p:nvSpPr>
          <p:spPr>
            <a:xfrm>
              <a:off x="4560" y="1920"/>
              <a:ext cx="345" cy="247"/>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7721" name="Line 26"/>
            <p:cNvSpPr/>
            <p:nvPr/>
          </p:nvSpPr>
          <p:spPr>
            <a:xfrm flipV="1">
              <a:off x="4752" y="2160"/>
              <a:ext cx="0" cy="480"/>
            </a:xfrm>
            <a:prstGeom prst="line">
              <a:avLst/>
            </a:prstGeom>
            <a:ln w="9525" cap="flat" cmpd="sng">
              <a:solidFill>
                <a:schemeClr val="tx1"/>
              </a:solidFill>
              <a:prstDash val="solid"/>
              <a:round/>
              <a:headEnd type="none" w="med" len="med"/>
              <a:tailEnd type="triangle" w="lg" len="lg"/>
            </a:ln>
          </p:spPr>
        </p:sp>
        <p:sp>
          <p:nvSpPr>
            <p:cNvPr id="157722" name="Text Box 27"/>
            <p:cNvSpPr txBox="1"/>
            <p:nvPr/>
          </p:nvSpPr>
          <p:spPr>
            <a:xfrm>
              <a:off x="4656" y="2592"/>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n</a:t>
              </a:r>
              <a:endParaRPr lang="en-US" altLang="zh-CN" sz="2400" i="0" dirty="0">
                <a:latin typeface="Times New Roman" panose="02020603050405020304" pitchFamily="18" charset="0"/>
                <a:ea typeface="宋体" panose="02010600030101010101" pitchFamily="2" charset="-122"/>
              </a:endParaRPr>
            </a:p>
          </p:txBody>
        </p:sp>
        <p:sp>
          <p:nvSpPr>
            <p:cNvPr id="157723" name="Text Box 28"/>
            <p:cNvSpPr txBox="1"/>
            <p:nvPr/>
          </p:nvSpPr>
          <p:spPr>
            <a:xfrm>
              <a:off x="4656" y="1872"/>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sp>
          <p:nvSpPr>
            <p:cNvPr id="157724" name="Line 29"/>
            <p:cNvSpPr/>
            <p:nvPr/>
          </p:nvSpPr>
          <p:spPr>
            <a:xfrm>
              <a:off x="4899" y="2064"/>
              <a:ext cx="333" cy="0"/>
            </a:xfrm>
            <a:prstGeom prst="line">
              <a:avLst/>
            </a:prstGeom>
            <a:ln w="9525" cap="flat" cmpd="sng">
              <a:solidFill>
                <a:schemeClr val="tx1"/>
              </a:solidFill>
              <a:prstDash val="solid"/>
              <a:round/>
              <a:headEnd type="none" w="med" len="med"/>
              <a:tailEnd type="triangle" w="lg" len="lg"/>
            </a:ln>
          </p:spPr>
        </p:sp>
      </p:grpSp>
      <p:sp>
        <p:nvSpPr>
          <p:cNvPr id="170014" name="Text Box 30"/>
          <p:cNvSpPr txBox="1"/>
          <p:nvPr/>
        </p:nvSpPr>
        <p:spPr>
          <a:xfrm>
            <a:off x="4173538" y="4652963"/>
            <a:ext cx="3581400" cy="457200"/>
          </a:xfrm>
          <a:prstGeom prst="rect">
            <a:avLst/>
          </a:prstGeom>
          <a:noFill/>
          <a:ln w="9525">
            <a:noFill/>
          </a:ln>
        </p:spPr>
        <p:txBody>
          <a:bodyPr anchor="t" anchorCtr="0">
            <a:spAutoFit/>
          </a:bodyPr>
          <a:p>
            <a:pPr>
              <a:spcBef>
                <a:spcPct val="50000"/>
              </a:spcBef>
            </a:pPr>
            <a:r>
              <a:rPr lang="en-US" altLang="zh-CN" sz="2400" b="1" i="0" dirty="0">
                <a:latin typeface="Times New Roman" panose="02020603050405020304" pitchFamily="18" charset="0"/>
                <a:ea typeface="宋体" panose="02010600030101010101" pitchFamily="2" charset="-122"/>
              </a:rPr>
              <a:t>       </a:t>
            </a:r>
            <a:r>
              <a:rPr lang="zh-CN" altLang="en-US" sz="2400" b="1" i="0" dirty="0">
                <a:solidFill>
                  <a:srgbClr val="FF0000"/>
                </a:solidFill>
                <a:latin typeface="Times New Roman" panose="02020603050405020304" pitchFamily="18" charset="0"/>
                <a:ea typeface="宋体" panose="02010600030101010101" pitchFamily="2" charset="-122"/>
              </a:rPr>
              <a:t>迭代递推法结构图</a:t>
            </a:r>
            <a:endParaRPr lang="zh-CN" altLang="en-US" sz="2400" b="1" i="0"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9987"/>
                                        </p:tgtEl>
                                        <p:attrNameLst>
                                          <p:attrName>style.visibility</p:attrName>
                                        </p:attrNameLst>
                                      </p:cBhvr>
                                      <p:to>
                                        <p:strVal val="visible"/>
                                      </p:to>
                                    </p:set>
                                    <p:animEffect transition="in" filter="wipe(up)">
                                      <p:cBhvr>
                                        <p:cTn id="7" dur="500"/>
                                        <p:tgtEl>
                                          <p:spTgt spid="16998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170014"/>
                                        </p:tgtEl>
                                        <p:attrNameLst>
                                          <p:attrName>style.visibility</p:attrName>
                                        </p:attrNameLst>
                                      </p:cBhvr>
                                      <p:to>
                                        <p:strVal val="visible"/>
                                      </p:to>
                                    </p:set>
                                    <p:animEffect transition="in" filter="slide(fromBottom)">
                                      <p:cBhvr>
                                        <p:cTn id="15" dur="500"/>
                                        <p:tgtEl>
                                          <p:spTgt spid="170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14"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1" name="Text Box 2"/>
          <p:cNvSpPr txBox="1"/>
          <p:nvPr/>
        </p:nvSpPr>
        <p:spPr>
          <a:xfrm>
            <a:off x="327025" y="603250"/>
            <a:ext cx="8305800" cy="946150"/>
          </a:xfrm>
          <a:prstGeom prst="rect">
            <a:avLst/>
          </a:prstGeom>
          <a:noFill/>
          <a:ln w="9525">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例</a:t>
            </a:r>
            <a:r>
              <a:rPr lang="en-US" altLang="zh-CN" sz="2800" b="1"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设计一个组合电路，当</a:t>
            </a:r>
            <a:r>
              <a:rPr lang="en-US" altLang="zh-CN" sz="2800" i="0" dirty="0">
                <a:latin typeface="Times New Roman" panose="02020603050405020304" pitchFamily="18" charset="0"/>
                <a:ea typeface="宋体" panose="02010600030101010101" pitchFamily="2" charset="-122"/>
              </a:rPr>
              <a:t>n</a:t>
            </a:r>
            <a:r>
              <a:rPr lang="zh-CN" altLang="en-US" sz="2800" i="0" dirty="0">
                <a:latin typeface="Times New Roman" panose="02020603050405020304" pitchFamily="18" charset="0"/>
                <a:ea typeface="宋体" panose="02010600030101010101" pitchFamily="2" charset="-122"/>
              </a:rPr>
              <a:t>个变量</a:t>
            </a:r>
            <a:r>
              <a:rPr lang="en-US" altLang="zh-CN" sz="2800" i="0" dirty="0">
                <a:latin typeface="Times New Roman" panose="02020603050405020304" pitchFamily="18" charset="0"/>
                <a:ea typeface="宋体" panose="02010600030101010101" pitchFamily="2" charset="-122"/>
              </a:rPr>
              <a:t>X</a:t>
            </a:r>
            <a:r>
              <a:rPr lang="en-US" altLang="zh-CN" sz="2800" i="0" baseline="-2500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X</a:t>
            </a:r>
            <a:r>
              <a:rPr lang="en-US" altLang="zh-CN" sz="2800" i="0" baseline="-2500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X</a:t>
            </a:r>
            <a:r>
              <a:rPr lang="en-US" altLang="zh-CN" sz="2800" i="0" baseline="-25000" dirty="0">
                <a:latin typeface="Times New Roman" panose="02020603050405020304" pitchFamily="18" charset="0"/>
                <a:ea typeface="宋体" panose="02010600030101010101" pitchFamily="2" charset="-122"/>
              </a:rPr>
              <a:t>n</a:t>
            </a:r>
            <a:r>
              <a:rPr lang="zh-CN" altLang="en-US" sz="2800" i="0" dirty="0">
                <a:latin typeface="Times New Roman" panose="02020603050405020304" pitchFamily="18" charset="0"/>
                <a:ea typeface="宋体" panose="02010600030101010101" pitchFamily="2" charset="-122"/>
              </a:rPr>
              <a:t>中有</a:t>
            </a:r>
            <a:r>
              <a:rPr lang="en-US" altLang="zh-CN" sz="2800" i="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个输入为</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时，输出</a:t>
            </a:r>
            <a:r>
              <a:rPr lang="en-US" altLang="zh-CN" sz="2800" i="0" dirty="0">
                <a:latin typeface="Times New Roman" panose="02020603050405020304" pitchFamily="18" charset="0"/>
                <a:ea typeface="宋体" panose="02010600030101010101" pitchFamily="2" charset="-122"/>
              </a:rPr>
              <a:t>F</a:t>
            </a:r>
            <a:r>
              <a:rPr lang="zh-CN" altLang="en-US" sz="2800" i="0" dirty="0">
                <a:latin typeface="Times New Roman" panose="02020603050405020304" pitchFamily="18" charset="0"/>
                <a:ea typeface="宋体" panose="02010600030101010101" pitchFamily="2" charset="-122"/>
              </a:rPr>
              <a:t>为</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；否则，输出</a:t>
            </a:r>
            <a:r>
              <a:rPr lang="en-US" altLang="zh-CN" sz="2800" i="0" dirty="0">
                <a:latin typeface="Times New Roman" panose="02020603050405020304" pitchFamily="18" charset="0"/>
                <a:ea typeface="宋体" panose="02010600030101010101" pitchFamily="2" charset="-122"/>
              </a:rPr>
              <a:t>F</a:t>
            </a:r>
            <a:r>
              <a:rPr lang="zh-CN" altLang="en-US" sz="2800" i="0" dirty="0">
                <a:latin typeface="Times New Roman" panose="02020603050405020304" pitchFamily="18" charset="0"/>
                <a:ea typeface="宋体" panose="02010600030101010101" pitchFamily="2" charset="-122"/>
              </a:rPr>
              <a:t>为</a:t>
            </a: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graphicFrame>
        <p:nvGraphicFramePr>
          <p:cNvPr id="171011" name="Object 3"/>
          <p:cNvGraphicFramePr>
            <a:graphicFrameLocks noChangeAspect="1"/>
          </p:cNvGraphicFramePr>
          <p:nvPr/>
        </p:nvGraphicFramePr>
        <p:xfrm>
          <a:off x="4379913" y="2852738"/>
          <a:ext cx="4311650" cy="3429000"/>
        </p:xfrm>
        <a:graphic>
          <a:graphicData uri="http://schemas.openxmlformats.org/presentationml/2006/ole">
            <mc:AlternateContent xmlns:mc="http://schemas.openxmlformats.org/markup-compatibility/2006">
              <mc:Choice xmlns:v="urn:schemas-microsoft-com:vml" Requires="v">
                <p:oleObj spid="_x0000_s3330" name="" r:id="rId1" imgW="4785995" imgH="3511550" progId="Word.Document.8">
                  <p:embed/>
                </p:oleObj>
              </mc:Choice>
              <mc:Fallback>
                <p:oleObj name="" r:id="rId1" imgW="4785995" imgH="3511550" progId="Word.Document.8">
                  <p:embed/>
                  <p:pic>
                    <p:nvPicPr>
                      <p:cNvPr id="0" name="图片 3329"/>
                      <p:cNvPicPr/>
                      <p:nvPr/>
                    </p:nvPicPr>
                    <p:blipFill>
                      <a:blip r:embed="rId2">
                        <a:clrChange>
                          <a:clrFrom>
                            <a:srgbClr val="000000"/>
                          </a:clrFrom>
                          <a:clrTo>
                            <a:srgbClr val="FF3300"/>
                          </a:clrTo>
                        </a:clrChange>
                        <a:clrChange>
                          <a:clrFrom>
                            <a:srgbClr val="FFFF00"/>
                          </a:clrFrom>
                          <a:clrTo>
                            <a:srgbClr val="000000"/>
                          </a:clrTo>
                        </a:clrChange>
                      </a:blip>
                      <a:stretch>
                        <a:fillRect/>
                      </a:stretch>
                    </p:blipFill>
                    <p:spPr>
                      <a:xfrm>
                        <a:off x="4379913" y="2852738"/>
                        <a:ext cx="4311650" cy="3429000"/>
                      </a:xfrm>
                      <a:prstGeom prst="rect">
                        <a:avLst/>
                      </a:prstGeom>
                      <a:noFill/>
                      <a:ln w="38100">
                        <a:noFill/>
                        <a:miter/>
                      </a:ln>
                    </p:spPr>
                  </p:pic>
                </p:oleObj>
              </mc:Fallback>
            </mc:AlternateContent>
          </a:graphicData>
        </a:graphic>
      </p:graphicFrame>
      <p:graphicFrame>
        <p:nvGraphicFramePr>
          <p:cNvPr id="171012" name="Object 4"/>
          <p:cNvGraphicFramePr>
            <a:graphicFrameLocks noChangeAspect="1"/>
          </p:cNvGraphicFramePr>
          <p:nvPr/>
        </p:nvGraphicFramePr>
        <p:xfrm>
          <a:off x="647700" y="1630363"/>
          <a:ext cx="3243263" cy="990600"/>
        </p:xfrm>
        <a:graphic>
          <a:graphicData uri="http://schemas.openxmlformats.org/presentationml/2006/ole">
            <mc:AlternateContent xmlns:mc="http://schemas.openxmlformats.org/markup-compatibility/2006">
              <mc:Choice xmlns:v="urn:schemas-microsoft-com:vml" Requires="v">
                <p:oleObj spid="_x0000_s3329" name="" r:id="rId3" imgW="1682750" imgH="593090" progId="Equation.3">
                  <p:embed/>
                </p:oleObj>
              </mc:Choice>
              <mc:Fallback>
                <p:oleObj name="" r:id="rId3" imgW="1682750" imgH="593090" progId="Equation.3">
                  <p:embed/>
                  <p:pic>
                    <p:nvPicPr>
                      <p:cNvPr id="0" name="图片 3328"/>
                      <p:cNvPicPr/>
                      <p:nvPr/>
                    </p:nvPicPr>
                    <p:blipFill>
                      <a:blip r:embed="rId4">
                        <a:clrChange>
                          <a:clrFrom>
                            <a:srgbClr val="000000"/>
                          </a:clrFrom>
                          <a:clrTo>
                            <a:srgbClr val="000000"/>
                          </a:clrTo>
                        </a:clrChange>
                      </a:blip>
                      <a:stretch>
                        <a:fillRect/>
                      </a:stretch>
                    </p:blipFill>
                    <p:spPr>
                      <a:xfrm>
                        <a:off x="647700" y="1630363"/>
                        <a:ext cx="3243263" cy="990600"/>
                      </a:xfrm>
                      <a:prstGeom prst="rect">
                        <a:avLst/>
                      </a:prstGeom>
                      <a:noFill/>
                      <a:ln w="38100">
                        <a:noFill/>
                        <a:miter/>
                      </a:ln>
                    </p:spPr>
                  </p:pic>
                </p:oleObj>
              </mc:Fallback>
            </mc:AlternateContent>
          </a:graphicData>
        </a:graphic>
      </p:graphicFrame>
      <p:sp>
        <p:nvSpPr>
          <p:cNvPr id="171013" name="Text Box 5"/>
          <p:cNvSpPr txBox="1"/>
          <p:nvPr/>
        </p:nvSpPr>
        <p:spPr>
          <a:xfrm>
            <a:off x="5224463" y="1512888"/>
            <a:ext cx="685800" cy="457200"/>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i-1</a:t>
            </a:r>
            <a:endParaRPr lang="en-US" altLang="zh-CN" sz="2400" i="0" dirty="0">
              <a:latin typeface="Times New Roman" panose="02020603050405020304" pitchFamily="18" charset="0"/>
              <a:ea typeface="宋体" panose="02010600030101010101" pitchFamily="2" charset="-122"/>
            </a:endParaRPr>
          </a:p>
        </p:txBody>
      </p:sp>
      <p:grpSp>
        <p:nvGrpSpPr>
          <p:cNvPr id="2" name="Group 6"/>
          <p:cNvGrpSpPr/>
          <p:nvPr/>
        </p:nvGrpSpPr>
        <p:grpSpPr>
          <a:xfrm>
            <a:off x="5189538" y="1528763"/>
            <a:ext cx="2743200" cy="1371600"/>
            <a:chOff x="3264" y="672"/>
            <a:chExt cx="1728" cy="864"/>
          </a:xfrm>
        </p:grpSpPr>
        <p:sp>
          <p:nvSpPr>
            <p:cNvPr id="158726" name="Text Box 7"/>
            <p:cNvSpPr txBox="1"/>
            <p:nvPr/>
          </p:nvSpPr>
          <p:spPr>
            <a:xfrm>
              <a:off x="4608" y="672"/>
              <a:ext cx="38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58727" name="Text Box 8"/>
            <p:cNvSpPr txBox="1"/>
            <p:nvPr/>
          </p:nvSpPr>
          <p:spPr>
            <a:xfrm>
              <a:off x="3264" y="912"/>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i-1</a:t>
              </a:r>
              <a:endParaRPr lang="en-US" altLang="zh-CN" sz="2400" i="0" dirty="0">
                <a:latin typeface="Times New Roman" panose="02020603050405020304" pitchFamily="18" charset="0"/>
                <a:ea typeface="宋体" panose="02010600030101010101" pitchFamily="2" charset="-122"/>
              </a:endParaRPr>
            </a:p>
          </p:txBody>
        </p:sp>
        <p:sp>
          <p:nvSpPr>
            <p:cNvPr id="158728" name="Line 9"/>
            <p:cNvSpPr/>
            <p:nvPr/>
          </p:nvSpPr>
          <p:spPr>
            <a:xfrm>
              <a:off x="3603" y="912"/>
              <a:ext cx="333" cy="0"/>
            </a:xfrm>
            <a:prstGeom prst="line">
              <a:avLst/>
            </a:prstGeom>
            <a:ln w="9525" cap="flat" cmpd="sng">
              <a:solidFill>
                <a:schemeClr val="tx1"/>
              </a:solidFill>
              <a:prstDash val="solid"/>
              <a:round/>
              <a:headEnd type="none" w="med" len="med"/>
              <a:tailEnd type="triangle" w="lg" len="lg"/>
            </a:ln>
          </p:spPr>
        </p:sp>
        <p:sp>
          <p:nvSpPr>
            <p:cNvPr id="158729" name="Rectangle 10"/>
            <p:cNvSpPr/>
            <p:nvPr/>
          </p:nvSpPr>
          <p:spPr>
            <a:xfrm>
              <a:off x="3936" y="816"/>
              <a:ext cx="336" cy="33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8730" name="Line 11"/>
            <p:cNvSpPr/>
            <p:nvPr/>
          </p:nvSpPr>
          <p:spPr>
            <a:xfrm flipV="1">
              <a:off x="4080" y="1152"/>
              <a:ext cx="0" cy="367"/>
            </a:xfrm>
            <a:prstGeom prst="line">
              <a:avLst/>
            </a:prstGeom>
            <a:ln w="9525" cap="flat" cmpd="sng">
              <a:solidFill>
                <a:schemeClr val="tx1"/>
              </a:solidFill>
              <a:prstDash val="solid"/>
              <a:round/>
              <a:headEnd type="none" w="med" len="med"/>
              <a:tailEnd type="triangle" w="lg" len="lg"/>
            </a:ln>
          </p:spPr>
        </p:sp>
        <p:sp>
          <p:nvSpPr>
            <p:cNvPr id="158731" name="Text Box 12"/>
            <p:cNvSpPr txBox="1"/>
            <p:nvPr/>
          </p:nvSpPr>
          <p:spPr>
            <a:xfrm>
              <a:off x="4128" y="1248"/>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58732" name="Text Box 13"/>
            <p:cNvSpPr txBox="1"/>
            <p:nvPr/>
          </p:nvSpPr>
          <p:spPr>
            <a:xfrm>
              <a:off x="4032" y="816"/>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sp>
          <p:nvSpPr>
            <p:cNvPr id="158733" name="Line 14"/>
            <p:cNvSpPr/>
            <p:nvPr/>
          </p:nvSpPr>
          <p:spPr>
            <a:xfrm>
              <a:off x="4275" y="912"/>
              <a:ext cx="333" cy="0"/>
            </a:xfrm>
            <a:prstGeom prst="line">
              <a:avLst/>
            </a:prstGeom>
            <a:ln w="9525" cap="flat" cmpd="sng">
              <a:solidFill>
                <a:schemeClr val="tx1"/>
              </a:solidFill>
              <a:prstDash val="solid"/>
              <a:round/>
              <a:headEnd type="none" w="med" len="med"/>
              <a:tailEnd type="triangle" w="lg" len="lg"/>
            </a:ln>
          </p:spPr>
        </p:sp>
        <p:sp>
          <p:nvSpPr>
            <p:cNvPr id="158734" name="Line 15"/>
            <p:cNvSpPr/>
            <p:nvPr/>
          </p:nvSpPr>
          <p:spPr>
            <a:xfrm>
              <a:off x="4272" y="1056"/>
              <a:ext cx="333" cy="0"/>
            </a:xfrm>
            <a:prstGeom prst="line">
              <a:avLst/>
            </a:prstGeom>
            <a:ln w="9525" cap="flat" cmpd="sng">
              <a:solidFill>
                <a:schemeClr val="tx1"/>
              </a:solidFill>
              <a:prstDash val="solid"/>
              <a:round/>
              <a:headEnd type="none" w="med" len="med"/>
              <a:tailEnd type="triangle" w="lg" len="lg"/>
            </a:ln>
          </p:spPr>
        </p:sp>
        <p:sp>
          <p:nvSpPr>
            <p:cNvPr id="158735" name="Line 16"/>
            <p:cNvSpPr/>
            <p:nvPr/>
          </p:nvSpPr>
          <p:spPr>
            <a:xfrm>
              <a:off x="3603" y="1056"/>
              <a:ext cx="333" cy="0"/>
            </a:xfrm>
            <a:prstGeom prst="line">
              <a:avLst/>
            </a:prstGeom>
            <a:ln w="9525" cap="flat" cmpd="sng">
              <a:solidFill>
                <a:schemeClr val="tx1"/>
              </a:solidFill>
              <a:prstDash val="solid"/>
              <a:round/>
              <a:headEnd type="none" w="med" len="med"/>
              <a:tailEnd type="triangle" w="lg" len="lg"/>
            </a:ln>
          </p:spPr>
        </p:sp>
        <p:sp>
          <p:nvSpPr>
            <p:cNvPr id="158736" name="Text Box 17"/>
            <p:cNvSpPr txBox="1"/>
            <p:nvPr/>
          </p:nvSpPr>
          <p:spPr>
            <a:xfrm>
              <a:off x="4608" y="912"/>
              <a:ext cx="38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grpSp>
      <p:sp>
        <p:nvSpPr>
          <p:cNvPr id="171026" name="Text Box 18"/>
          <p:cNvSpPr txBox="1"/>
          <p:nvPr/>
        </p:nvSpPr>
        <p:spPr>
          <a:xfrm>
            <a:off x="7772400" y="1920875"/>
            <a:ext cx="1371600" cy="457200"/>
          </a:xfrm>
          <a:prstGeom prst="rect">
            <a:avLst/>
          </a:prstGeom>
          <a:noFill/>
          <a:ln w="9525">
            <a:noFill/>
          </a:ln>
        </p:spPr>
        <p:txBody>
          <a:bodyPr anchor="t" anchorCtr="0">
            <a:spAutoFit/>
          </a:bodyPr>
          <a:p>
            <a:pPr>
              <a:spcBef>
                <a:spcPct val="50000"/>
              </a:spcBef>
            </a:pPr>
            <a:r>
              <a:rPr lang="zh-CN" altLang="en-US" sz="2400" b="1" i="0" dirty="0">
                <a:latin typeface="Times New Roman" panose="02020603050405020304" pitchFamily="18" charset="0"/>
                <a:ea typeface="宋体" panose="02010600030101010101" pitchFamily="2" charset="-122"/>
              </a:rPr>
              <a:t>功能块</a:t>
            </a:r>
            <a:endParaRPr lang="zh-CN" altLang="en-US" sz="2400" b="1" i="0" dirty="0">
              <a:latin typeface="Times New Roman" panose="02020603050405020304" pitchFamily="18" charset="0"/>
              <a:ea typeface="宋体" panose="02010600030101010101" pitchFamily="2" charset="-122"/>
            </a:endParaRPr>
          </a:p>
        </p:txBody>
      </p:sp>
      <p:sp>
        <p:nvSpPr>
          <p:cNvPr id="171027" name="Text Box 19"/>
          <p:cNvSpPr txBox="1"/>
          <p:nvPr/>
        </p:nvSpPr>
        <p:spPr>
          <a:xfrm>
            <a:off x="317500" y="2636838"/>
            <a:ext cx="3886200" cy="3378200"/>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宋体" panose="02010600030101010101" pitchFamily="2" charset="-122"/>
              </a:rPr>
              <a:t>当</a:t>
            </a: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r>
              <a:rPr lang="zh-CN" altLang="en-US" sz="2400" i="0" baseline="-25000" dirty="0">
                <a:latin typeface="Times New Roman" panose="02020603050405020304" pitchFamily="18" charset="0"/>
                <a:ea typeface="宋体" panose="02010600030101010101" pitchFamily="2" charset="-122"/>
              </a:rPr>
              <a:t>－</a:t>
            </a:r>
            <a:r>
              <a:rPr lang="en-US" altLang="zh-CN" sz="2400" i="0" baseline="-2500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和</a:t>
            </a: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都是</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时，表示</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2</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中还没有出现过</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；当</a:t>
            </a: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r>
              <a:rPr lang="zh-CN" altLang="en-US" sz="2400" i="0" baseline="-25000" dirty="0">
                <a:latin typeface="Times New Roman" panose="02020603050405020304" pitchFamily="18" charset="0"/>
                <a:ea typeface="宋体" panose="02010600030101010101" pitchFamily="2" charset="-122"/>
              </a:rPr>
              <a:t>－</a:t>
            </a:r>
            <a:r>
              <a:rPr lang="en-US" altLang="zh-CN" sz="2400" i="0" baseline="-25000" dirty="0">
                <a:latin typeface="Times New Roman" panose="02020603050405020304" pitchFamily="18" charset="0"/>
                <a:ea typeface="宋体" panose="02010600030101010101" pitchFamily="2" charset="-122"/>
              </a:rPr>
              <a:t>1</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时，表示</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2</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中已有一个</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；当</a:t>
            </a: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r>
              <a:rPr lang="zh-CN" altLang="en-US" sz="2400" i="0" baseline="-25000" dirty="0">
                <a:latin typeface="Times New Roman" panose="02020603050405020304" pitchFamily="18" charset="0"/>
                <a:ea typeface="宋体" panose="02010600030101010101" pitchFamily="2" charset="-122"/>
              </a:rPr>
              <a:t>－</a:t>
            </a:r>
            <a:r>
              <a:rPr lang="en-US" altLang="zh-CN" sz="2400" i="0" baseline="-2500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和</a:t>
            </a: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都是</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时，表示</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2</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中已有二个</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；当</a:t>
            </a: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r>
              <a:rPr lang="zh-CN" altLang="en-US" sz="2400" i="0" baseline="-25000" dirty="0">
                <a:latin typeface="Times New Roman" panose="02020603050405020304" pitchFamily="18" charset="0"/>
                <a:ea typeface="宋体" panose="02010600030101010101" pitchFamily="2" charset="-122"/>
              </a:rPr>
              <a:t>－</a:t>
            </a:r>
            <a:r>
              <a:rPr lang="en-US" altLang="zh-CN" sz="2400" i="0" baseline="-25000" dirty="0">
                <a:latin typeface="Times New Roman" panose="02020603050405020304" pitchFamily="18" charset="0"/>
                <a:ea typeface="宋体" panose="02010600030101010101" pitchFamily="2" charset="-122"/>
              </a:rPr>
              <a:t>1</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时，表示</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2</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中已有三个或三个以上为</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a:t>
            </a:r>
            <a:endParaRPr lang="zh-CN" altLang="en-US" sz="24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1012"/>
                                        </p:tgtEl>
                                        <p:attrNameLst>
                                          <p:attrName>style.visibility</p:attrName>
                                        </p:attrNameLst>
                                      </p:cBhvr>
                                      <p:to>
                                        <p:strVal val="visible"/>
                                      </p:to>
                                    </p:set>
                                    <p:animEffect transition="in" filter="wipe(left)">
                                      <p:cBhvr>
                                        <p:cTn id="7" dur="500"/>
                                        <p:tgtEl>
                                          <p:spTgt spid="17101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71013"/>
                                        </p:tgtEl>
                                        <p:attrNameLst>
                                          <p:attrName>style.visibility</p:attrName>
                                        </p:attrNameLst>
                                      </p:cBhvr>
                                      <p:to>
                                        <p:strVal val="visible"/>
                                      </p:to>
                                    </p:set>
                                    <p:animEffect transition="in" filter="slide(fromBottom)">
                                      <p:cBhvr>
                                        <p:cTn id="12" dur="500"/>
                                        <p:tgtEl>
                                          <p:spTgt spid="171013"/>
                                        </p:tgtEl>
                                      </p:cBhvr>
                                    </p:animEffect>
                                  </p:childTnLst>
                                </p:cTn>
                              </p:par>
                              <p:par>
                                <p:cTn id="13" presetID="1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slide(fromBottom)">
                                      <p:cBhvr>
                                        <p:cTn id="15" dur="500"/>
                                        <p:tgtEl>
                                          <p:spTgt spid="2"/>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171026"/>
                                        </p:tgtEl>
                                        <p:attrNameLst>
                                          <p:attrName>style.visibility</p:attrName>
                                        </p:attrNameLst>
                                      </p:cBhvr>
                                      <p:to>
                                        <p:strVal val="visible"/>
                                      </p:to>
                                    </p:set>
                                    <p:animEffect transition="in" filter="slide(fromBottom)">
                                      <p:cBhvr>
                                        <p:cTn id="18" dur="500"/>
                                        <p:tgtEl>
                                          <p:spTgt spid="17102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71027"/>
                                        </p:tgtEl>
                                        <p:attrNameLst>
                                          <p:attrName>style.visibility</p:attrName>
                                        </p:attrNameLst>
                                      </p:cBhvr>
                                      <p:to>
                                        <p:strVal val="visible"/>
                                      </p:to>
                                    </p:set>
                                    <p:animEffect transition="in" filter="wipe(left)">
                                      <p:cBhvr>
                                        <p:cTn id="23" dur="500"/>
                                        <p:tgtEl>
                                          <p:spTgt spid="171027"/>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171011"/>
                                        </p:tgtEl>
                                        <p:attrNameLst>
                                          <p:attrName>style.visibility</p:attrName>
                                        </p:attrNameLst>
                                      </p:cBhvr>
                                      <p:to>
                                        <p:strVal val="visible"/>
                                      </p:to>
                                    </p:set>
                                    <p:anim calcmode="lin" valueType="num">
                                      <p:cBhvr>
                                        <p:cTn id="28" dur="500" fill="hold"/>
                                        <p:tgtEl>
                                          <p:spTgt spid="171011"/>
                                        </p:tgtEl>
                                        <p:attrNameLst>
                                          <p:attrName>ppt_w</p:attrName>
                                        </p:attrNameLst>
                                      </p:cBhvr>
                                      <p:tavLst>
                                        <p:tav tm="0">
                                          <p:val>
                                            <p:fltVal val="0.000000"/>
                                          </p:val>
                                        </p:tav>
                                        <p:tav tm="100000">
                                          <p:val>
                                            <p:strVal val="#ppt_w"/>
                                          </p:val>
                                        </p:tav>
                                      </p:tavLst>
                                    </p:anim>
                                    <p:anim calcmode="lin" valueType="num">
                                      <p:cBhvr>
                                        <p:cTn id="29" dur="500" fill="hold"/>
                                        <p:tgtEl>
                                          <p:spTgt spid="17101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3" grpId="0"/>
      <p:bldP spid="171026" grpId="0"/>
      <p:bldP spid="171027"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2034" name="Object 2"/>
          <p:cNvGraphicFramePr>
            <a:graphicFrameLocks noChangeAspect="1"/>
          </p:cNvGraphicFramePr>
          <p:nvPr/>
        </p:nvGraphicFramePr>
        <p:xfrm>
          <a:off x="174625" y="554038"/>
          <a:ext cx="3959225" cy="1692275"/>
        </p:xfrm>
        <a:graphic>
          <a:graphicData uri="http://schemas.openxmlformats.org/presentationml/2006/ole">
            <mc:AlternateContent xmlns:mc="http://schemas.openxmlformats.org/markup-compatibility/2006">
              <mc:Choice xmlns:v="urn:schemas-microsoft-com:vml" Requires="v">
                <p:oleObj spid="_x0000_s3331" name="" r:id="rId1" imgW="4630420" imgH="1993900" progId="Word.Document.8">
                  <p:embed/>
                </p:oleObj>
              </mc:Choice>
              <mc:Fallback>
                <p:oleObj name="" r:id="rId1" imgW="4630420" imgH="1993900" progId="Word.Document.8">
                  <p:embed/>
                  <p:pic>
                    <p:nvPicPr>
                      <p:cNvPr id="0" name="图片 3330"/>
                      <p:cNvPicPr/>
                      <p:nvPr/>
                    </p:nvPicPr>
                    <p:blipFill>
                      <a:blip r:embed="rId2">
                        <a:clrChange>
                          <a:clrFrom>
                            <a:srgbClr val="000000"/>
                          </a:clrFrom>
                          <a:clrTo>
                            <a:srgbClr val="FF3300"/>
                          </a:clrTo>
                        </a:clrChange>
                        <a:clrChange>
                          <a:clrFrom>
                            <a:srgbClr val="FFFF00"/>
                          </a:clrFrom>
                          <a:clrTo>
                            <a:srgbClr val="000000"/>
                          </a:clrTo>
                        </a:clrChange>
                      </a:blip>
                      <a:stretch>
                        <a:fillRect/>
                      </a:stretch>
                    </p:blipFill>
                    <p:spPr>
                      <a:xfrm>
                        <a:off x="174625" y="554038"/>
                        <a:ext cx="3959225" cy="1692275"/>
                      </a:xfrm>
                      <a:prstGeom prst="rect">
                        <a:avLst/>
                      </a:prstGeom>
                      <a:noFill/>
                      <a:ln w="38100">
                        <a:noFill/>
                        <a:miter/>
                      </a:ln>
                    </p:spPr>
                  </p:pic>
                </p:oleObj>
              </mc:Fallback>
            </mc:AlternateContent>
          </a:graphicData>
        </a:graphic>
      </p:graphicFrame>
      <p:graphicFrame>
        <p:nvGraphicFramePr>
          <p:cNvPr id="172035" name="Object 3"/>
          <p:cNvGraphicFramePr>
            <a:graphicFrameLocks noChangeAspect="1"/>
          </p:cNvGraphicFramePr>
          <p:nvPr/>
        </p:nvGraphicFramePr>
        <p:xfrm>
          <a:off x="0" y="2276475"/>
          <a:ext cx="4143375" cy="1760538"/>
        </p:xfrm>
        <a:graphic>
          <a:graphicData uri="http://schemas.openxmlformats.org/presentationml/2006/ole">
            <mc:AlternateContent xmlns:mc="http://schemas.openxmlformats.org/markup-compatibility/2006">
              <mc:Choice xmlns:v="urn:schemas-microsoft-com:vml" Requires="v">
                <p:oleObj spid="_x0000_s3333" name="" r:id="rId3" imgW="4659630" imgH="1993900" progId="Word.Document.8">
                  <p:embed/>
                </p:oleObj>
              </mc:Choice>
              <mc:Fallback>
                <p:oleObj name="" r:id="rId3" imgW="4659630" imgH="1993900" progId="Word.Document.8">
                  <p:embed/>
                  <p:pic>
                    <p:nvPicPr>
                      <p:cNvPr id="0" name="图片 3332"/>
                      <p:cNvPicPr/>
                      <p:nvPr/>
                    </p:nvPicPr>
                    <p:blipFill>
                      <a:blip r:embed="rId4">
                        <a:clrChange>
                          <a:clrFrom>
                            <a:srgbClr val="000000"/>
                          </a:clrFrom>
                          <a:clrTo>
                            <a:srgbClr val="FF3300"/>
                          </a:clrTo>
                        </a:clrChange>
                        <a:clrChange>
                          <a:clrFrom>
                            <a:srgbClr val="FFFF00"/>
                          </a:clrFrom>
                          <a:clrTo>
                            <a:srgbClr val="000000"/>
                          </a:clrTo>
                        </a:clrChange>
                      </a:blip>
                      <a:stretch>
                        <a:fillRect/>
                      </a:stretch>
                    </p:blipFill>
                    <p:spPr>
                      <a:xfrm>
                        <a:off x="0" y="2276475"/>
                        <a:ext cx="4143375" cy="1760538"/>
                      </a:xfrm>
                      <a:prstGeom prst="rect">
                        <a:avLst/>
                      </a:prstGeom>
                      <a:noFill/>
                      <a:ln w="38100">
                        <a:noFill/>
                        <a:miter/>
                      </a:ln>
                    </p:spPr>
                  </p:pic>
                </p:oleObj>
              </mc:Fallback>
            </mc:AlternateContent>
          </a:graphicData>
        </a:graphic>
      </p:graphicFrame>
      <p:graphicFrame>
        <p:nvGraphicFramePr>
          <p:cNvPr id="172036" name="Object 4"/>
          <p:cNvGraphicFramePr>
            <a:graphicFrameLocks noChangeAspect="1"/>
          </p:cNvGraphicFramePr>
          <p:nvPr/>
        </p:nvGraphicFramePr>
        <p:xfrm>
          <a:off x="4970463" y="260350"/>
          <a:ext cx="2646362" cy="565150"/>
        </p:xfrm>
        <a:graphic>
          <a:graphicData uri="http://schemas.openxmlformats.org/presentationml/2006/ole">
            <mc:AlternateContent xmlns:mc="http://schemas.openxmlformats.org/markup-compatibility/2006">
              <mc:Choice xmlns:v="urn:schemas-microsoft-com:vml" Requires="v">
                <p:oleObj spid="_x0000_s3332" name="" r:id="rId5" imgW="1089660" imgH="233680" progId="Equation.3">
                  <p:embed/>
                </p:oleObj>
              </mc:Choice>
              <mc:Fallback>
                <p:oleObj name="" r:id="rId5" imgW="1089660" imgH="233680" progId="Equation.3">
                  <p:embed/>
                  <p:pic>
                    <p:nvPicPr>
                      <p:cNvPr id="0" name="图片 3331"/>
                      <p:cNvPicPr/>
                      <p:nvPr/>
                    </p:nvPicPr>
                    <p:blipFill>
                      <a:blip r:embed="rId6">
                        <a:clrChange>
                          <a:clrFrom>
                            <a:srgbClr val="000000"/>
                          </a:clrFrom>
                          <a:clrTo>
                            <a:srgbClr val="000000"/>
                          </a:clrTo>
                        </a:clrChange>
                      </a:blip>
                      <a:stretch>
                        <a:fillRect/>
                      </a:stretch>
                    </p:blipFill>
                    <p:spPr>
                      <a:xfrm>
                        <a:off x="4970463" y="260350"/>
                        <a:ext cx="2646362" cy="565150"/>
                      </a:xfrm>
                      <a:prstGeom prst="rect">
                        <a:avLst/>
                      </a:prstGeom>
                      <a:noFill/>
                      <a:ln w="38100">
                        <a:noFill/>
                        <a:miter/>
                      </a:ln>
                    </p:spPr>
                  </p:pic>
                </p:oleObj>
              </mc:Fallback>
            </mc:AlternateContent>
          </a:graphicData>
        </a:graphic>
      </p:graphicFrame>
      <p:graphicFrame>
        <p:nvGraphicFramePr>
          <p:cNvPr id="172037" name="Object 5"/>
          <p:cNvGraphicFramePr>
            <a:graphicFrameLocks noChangeAspect="1"/>
          </p:cNvGraphicFramePr>
          <p:nvPr/>
        </p:nvGraphicFramePr>
        <p:xfrm>
          <a:off x="4970463" y="836613"/>
          <a:ext cx="2943225" cy="506412"/>
        </p:xfrm>
        <a:graphic>
          <a:graphicData uri="http://schemas.openxmlformats.org/presentationml/2006/ole">
            <mc:AlternateContent xmlns:mc="http://schemas.openxmlformats.org/markup-compatibility/2006">
              <mc:Choice xmlns:v="urn:schemas-microsoft-com:vml" Requires="v">
                <p:oleObj spid="_x0000_s3334" name="" r:id="rId7" imgW="1556385" imgH="301625" progId="Equation.3">
                  <p:embed/>
                </p:oleObj>
              </mc:Choice>
              <mc:Fallback>
                <p:oleObj name="" r:id="rId7" imgW="1556385" imgH="301625" progId="Equation.3">
                  <p:embed/>
                  <p:pic>
                    <p:nvPicPr>
                      <p:cNvPr id="0" name="图片 3333"/>
                      <p:cNvPicPr/>
                      <p:nvPr/>
                    </p:nvPicPr>
                    <p:blipFill>
                      <a:blip r:embed="rId8">
                        <a:clrChange>
                          <a:clrFrom>
                            <a:srgbClr val="000000"/>
                          </a:clrFrom>
                          <a:clrTo>
                            <a:srgbClr val="000000"/>
                          </a:clrTo>
                        </a:clrChange>
                      </a:blip>
                      <a:stretch>
                        <a:fillRect/>
                      </a:stretch>
                    </p:blipFill>
                    <p:spPr>
                      <a:xfrm>
                        <a:off x="4970463" y="836613"/>
                        <a:ext cx="2943225" cy="506412"/>
                      </a:xfrm>
                      <a:prstGeom prst="rect">
                        <a:avLst/>
                      </a:prstGeom>
                      <a:noFill/>
                      <a:ln w="38100">
                        <a:noFill/>
                        <a:miter/>
                      </a:ln>
                    </p:spPr>
                  </p:pic>
                </p:oleObj>
              </mc:Fallback>
            </mc:AlternateContent>
          </a:graphicData>
        </a:graphic>
      </p:graphicFrame>
      <p:grpSp>
        <p:nvGrpSpPr>
          <p:cNvPr id="2" name="Group 6"/>
          <p:cNvGrpSpPr/>
          <p:nvPr/>
        </p:nvGrpSpPr>
        <p:grpSpPr>
          <a:xfrm>
            <a:off x="457200" y="4267200"/>
            <a:ext cx="7620000" cy="2209800"/>
            <a:chOff x="288" y="2928"/>
            <a:chExt cx="4800" cy="1392"/>
          </a:xfrm>
        </p:grpSpPr>
        <p:sp>
          <p:nvSpPr>
            <p:cNvPr id="159750" name="Text Box 7"/>
            <p:cNvSpPr txBox="1"/>
            <p:nvPr/>
          </p:nvSpPr>
          <p:spPr>
            <a:xfrm>
              <a:off x="576" y="3456"/>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59751" name="Line 8"/>
            <p:cNvSpPr/>
            <p:nvPr/>
          </p:nvSpPr>
          <p:spPr>
            <a:xfrm>
              <a:off x="579" y="3312"/>
              <a:ext cx="333" cy="0"/>
            </a:xfrm>
            <a:prstGeom prst="line">
              <a:avLst/>
            </a:prstGeom>
            <a:ln w="9525" cap="flat" cmpd="sng">
              <a:solidFill>
                <a:schemeClr val="tx1"/>
              </a:solidFill>
              <a:prstDash val="solid"/>
              <a:round/>
              <a:headEnd type="none" w="med" len="med"/>
              <a:tailEnd type="triangle" w="lg" len="lg"/>
            </a:ln>
          </p:spPr>
        </p:sp>
        <p:sp>
          <p:nvSpPr>
            <p:cNvPr id="159752" name="Text Box 9"/>
            <p:cNvSpPr txBox="1"/>
            <p:nvPr/>
          </p:nvSpPr>
          <p:spPr>
            <a:xfrm>
              <a:off x="576" y="2976"/>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59753" name="Rectangle 10"/>
            <p:cNvSpPr/>
            <p:nvPr/>
          </p:nvSpPr>
          <p:spPr>
            <a:xfrm>
              <a:off x="912" y="3216"/>
              <a:ext cx="336" cy="33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754" name="Line 11"/>
            <p:cNvSpPr/>
            <p:nvPr/>
          </p:nvSpPr>
          <p:spPr>
            <a:xfrm flipV="1">
              <a:off x="1056" y="3552"/>
              <a:ext cx="0" cy="480"/>
            </a:xfrm>
            <a:prstGeom prst="line">
              <a:avLst/>
            </a:prstGeom>
            <a:ln w="9525" cap="flat" cmpd="sng">
              <a:solidFill>
                <a:schemeClr val="tx1"/>
              </a:solidFill>
              <a:prstDash val="solid"/>
              <a:round/>
              <a:headEnd type="none" w="med" len="med"/>
              <a:tailEnd type="triangle" w="lg" len="lg"/>
            </a:ln>
          </p:spPr>
        </p:sp>
        <p:sp>
          <p:nvSpPr>
            <p:cNvPr id="159755" name="Text Box 12"/>
            <p:cNvSpPr txBox="1"/>
            <p:nvPr/>
          </p:nvSpPr>
          <p:spPr>
            <a:xfrm>
              <a:off x="960" y="4032"/>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159756" name="Text Box 13"/>
            <p:cNvSpPr txBox="1"/>
            <p:nvPr/>
          </p:nvSpPr>
          <p:spPr>
            <a:xfrm>
              <a:off x="1008" y="3216"/>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sp>
          <p:nvSpPr>
            <p:cNvPr id="159757" name="Line 14"/>
            <p:cNvSpPr/>
            <p:nvPr/>
          </p:nvSpPr>
          <p:spPr>
            <a:xfrm>
              <a:off x="1251" y="3312"/>
              <a:ext cx="333" cy="0"/>
            </a:xfrm>
            <a:prstGeom prst="line">
              <a:avLst/>
            </a:prstGeom>
            <a:ln w="9525" cap="flat" cmpd="sng">
              <a:solidFill>
                <a:schemeClr val="tx1"/>
              </a:solidFill>
              <a:prstDash val="solid"/>
              <a:round/>
              <a:headEnd type="none" w="med" len="med"/>
              <a:tailEnd type="triangle" w="lg" len="lg"/>
            </a:ln>
          </p:spPr>
        </p:sp>
        <p:sp>
          <p:nvSpPr>
            <p:cNvPr id="159758" name="Line 15"/>
            <p:cNvSpPr/>
            <p:nvPr/>
          </p:nvSpPr>
          <p:spPr>
            <a:xfrm>
              <a:off x="1248" y="3456"/>
              <a:ext cx="333" cy="0"/>
            </a:xfrm>
            <a:prstGeom prst="line">
              <a:avLst/>
            </a:prstGeom>
            <a:ln w="9525" cap="flat" cmpd="sng">
              <a:solidFill>
                <a:schemeClr val="tx1"/>
              </a:solidFill>
              <a:prstDash val="solid"/>
              <a:round/>
              <a:headEnd type="none" w="med" len="med"/>
              <a:tailEnd type="triangle" w="lg" len="lg"/>
            </a:ln>
          </p:spPr>
        </p:sp>
        <p:sp>
          <p:nvSpPr>
            <p:cNvPr id="159759" name="Line 16"/>
            <p:cNvSpPr/>
            <p:nvPr/>
          </p:nvSpPr>
          <p:spPr>
            <a:xfrm>
              <a:off x="579" y="3456"/>
              <a:ext cx="333" cy="0"/>
            </a:xfrm>
            <a:prstGeom prst="line">
              <a:avLst/>
            </a:prstGeom>
            <a:ln w="9525" cap="flat" cmpd="sng">
              <a:solidFill>
                <a:schemeClr val="tx1"/>
              </a:solidFill>
              <a:prstDash val="solid"/>
              <a:round/>
              <a:headEnd type="none" w="med" len="med"/>
              <a:tailEnd type="triangle" w="lg" len="lg"/>
            </a:ln>
          </p:spPr>
        </p:sp>
        <p:sp>
          <p:nvSpPr>
            <p:cNvPr id="159760" name="Rectangle 17"/>
            <p:cNvSpPr/>
            <p:nvPr/>
          </p:nvSpPr>
          <p:spPr>
            <a:xfrm>
              <a:off x="1584" y="3216"/>
              <a:ext cx="336" cy="33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761" name="Line 18"/>
            <p:cNvSpPr/>
            <p:nvPr/>
          </p:nvSpPr>
          <p:spPr>
            <a:xfrm flipV="1">
              <a:off x="1728" y="3552"/>
              <a:ext cx="0" cy="480"/>
            </a:xfrm>
            <a:prstGeom prst="line">
              <a:avLst/>
            </a:prstGeom>
            <a:ln w="9525" cap="flat" cmpd="sng">
              <a:solidFill>
                <a:schemeClr val="tx1"/>
              </a:solidFill>
              <a:prstDash val="solid"/>
              <a:round/>
              <a:headEnd type="none" w="med" len="med"/>
              <a:tailEnd type="triangle" w="lg" len="lg"/>
            </a:ln>
          </p:spPr>
        </p:sp>
        <p:sp>
          <p:nvSpPr>
            <p:cNvPr id="159762" name="Text Box 19"/>
            <p:cNvSpPr txBox="1"/>
            <p:nvPr/>
          </p:nvSpPr>
          <p:spPr>
            <a:xfrm>
              <a:off x="1632" y="4032"/>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59763" name="Text Box 20"/>
            <p:cNvSpPr txBox="1"/>
            <p:nvPr/>
          </p:nvSpPr>
          <p:spPr>
            <a:xfrm>
              <a:off x="1680" y="3216"/>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sp>
          <p:nvSpPr>
            <p:cNvPr id="159764" name="Line 21"/>
            <p:cNvSpPr/>
            <p:nvPr/>
          </p:nvSpPr>
          <p:spPr>
            <a:xfrm>
              <a:off x="1923" y="3312"/>
              <a:ext cx="333" cy="0"/>
            </a:xfrm>
            <a:prstGeom prst="line">
              <a:avLst/>
            </a:prstGeom>
            <a:ln w="9525" cap="flat" cmpd="sng">
              <a:solidFill>
                <a:schemeClr val="tx1"/>
              </a:solidFill>
              <a:prstDash val="solid"/>
              <a:round/>
              <a:headEnd type="none" w="med" len="med"/>
              <a:tailEnd type="triangle" w="lg" len="lg"/>
            </a:ln>
          </p:spPr>
        </p:sp>
        <p:sp>
          <p:nvSpPr>
            <p:cNvPr id="159765" name="Line 22"/>
            <p:cNvSpPr/>
            <p:nvPr/>
          </p:nvSpPr>
          <p:spPr>
            <a:xfrm>
              <a:off x="1920" y="3456"/>
              <a:ext cx="333" cy="0"/>
            </a:xfrm>
            <a:prstGeom prst="line">
              <a:avLst/>
            </a:prstGeom>
            <a:ln w="9525" cap="flat" cmpd="sng">
              <a:solidFill>
                <a:schemeClr val="tx1"/>
              </a:solidFill>
              <a:prstDash val="solid"/>
              <a:round/>
              <a:headEnd type="none" w="med" len="med"/>
              <a:tailEnd type="triangle" w="lg" len="lg"/>
            </a:ln>
          </p:spPr>
        </p:sp>
        <p:sp>
          <p:nvSpPr>
            <p:cNvPr id="159766" name="Text Box 23"/>
            <p:cNvSpPr txBox="1"/>
            <p:nvPr/>
          </p:nvSpPr>
          <p:spPr>
            <a:xfrm>
              <a:off x="3504" y="2928"/>
              <a:ext cx="336"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n</a:t>
              </a:r>
              <a:endParaRPr lang="en-US" altLang="zh-CN" sz="2400" i="0" dirty="0">
                <a:latin typeface="Times New Roman" panose="02020603050405020304" pitchFamily="18" charset="0"/>
                <a:ea typeface="宋体" panose="02010600030101010101" pitchFamily="2" charset="-122"/>
              </a:endParaRPr>
            </a:p>
          </p:txBody>
        </p:sp>
        <p:sp>
          <p:nvSpPr>
            <p:cNvPr id="159767" name="Text Box 24"/>
            <p:cNvSpPr txBox="1"/>
            <p:nvPr/>
          </p:nvSpPr>
          <p:spPr>
            <a:xfrm>
              <a:off x="2784" y="3456"/>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n-1</a:t>
              </a:r>
              <a:endParaRPr lang="en-US" altLang="zh-CN" sz="2400" i="0" dirty="0">
                <a:latin typeface="Times New Roman" panose="02020603050405020304" pitchFamily="18" charset="0"/>
                <a:ea typeface="宋体" panose="02010600030101010101" pitchFamily="2" charset="-122"/>
              </a:endParaRPr>
            </a:p>
          </p:txBody>
        </p:sp>
        <p:sp>
          <p:nvSpPr>
            <p:cNvPr id="159768" name="Line 25"/>
            <p:cNvSpPr/>
            <p:nvPr/>
          </p:nvSpPr>
          <p:spPr>
            <a:xfrm>
              <a:off x="2835" y="3312"/>
              <a:ext cx="333" cy="0"/>
            </a:xfrm>
            <a:prstGeom prst="line">
              <a:avLst/>
            </a:prstGeom>
            <a:ln w="9525" cap="flat" cmpd="sng">
              <a:solidFill>
                <a:schemeClr val="tx1"/>
              </a:solidFill>
              <a:prstDash val="solid"/>
              <a:round/>
              <a:headEnd type="none" w="med" len="med"/>
              <a:tailEnd type="triangle" w="lg" len="lg"/>
            </a:ln>
          </p:spPr>
        </p:sp>
        <p:sp>
          <p:nvSpPr>
            <p:cNvPr id="159769" name="Text Box 26"/>
            <p:cNvSpPr txBox="1"/>
            <p:nvPr/>
          </p:nvSpPr>
          <p:spPr>
            <a:xfrm>
              <a:off x="2784" y="2928"/>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n-1</a:t>
              </a:r>
              <a:endParaRPr lang="en-US" altLang="zh-CN" sz="2400" i="0" dirty="0">
                <a:latin typeface="Times New Roman" panose="02020603050405020304" pitchFamily="18" charset="0"/>
                <a:ea typeface="宋体" panose="02010600030101010101" pitchFamily="2" charset="-122"/>
              </a:endParaRPr>
            </a:p>
          </p:txBody>
        </p:sp>
        <p:sp>
          <p:nvSpPr>
            <p:cNvPr id="159770" name="Rectangle 27"/>
            <p:cNvSpPr/>
            <p:nvPr/>
          </p:nvSpPr>
          <p:spPr>
            <a:xfrm>
              <a:off x="3168" y="3216"/>
              <a:ext cx="336" cy="33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771" name="Line 28"/>
            <p:cNvSpPr/>
            <p:nvPr/>
          </p:nvSpPr>
          <p:spPr>
            <a:xfrm flipV="1">
              <a:off x="3312" y="3552"/>
              <a:ext cx="0" cy="480"/>
            </a:xfrm>
            <a:prstGeom prst="line">
              <a:avLst/>
            </a:prstGeom>
            <a:ln w="9525" cap="flat" cmpd="sng">
              <a:solidFill>
                <a:schemeClr val="tx1"/>
              </a:solidFill>
              <a:prstDash val="solid"/>
              <a:round/>
              <a:headEnd type="none" w="med" len="med"/>
              <a:tailEnd type="triangle" w="lg" len="lg"/>
            </a:ln>
          </p:spPr>
        </p:sp>
        <p:sp>
          <p:nvSpPr>
            <p:cNvPr id="159772" name="Text Box 29"/>
            <p:cNvSpPr txBox="1"/>
            <p:nvPr/>
          </p:nvSpPr>
          <p:spPr>
            <a:xfrm>
              <a:off x="3216" y="4032"/>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n</a:t>
              </a:r>
              <a:endParaRPr lang="en-US" altLang="zh-CN" sz="2400" i="0" dirty="0">
                <a:latin typeface="Times New Roman" panose="02020603050405020304" pitchFamily="18" charset="0"/>
                <a:ea typeface="宋体" panose="02010600030101010101" pitchFamily="2" charset="-122"/>
              </a:endParaRPr>
            </a:p>
          </p:txBody>
        </p:sp>
        <p:sp>
          <p:nvSpPr>
            <p:cNvPr id="159773" name="Text Box 30"/>
            <p:cNvSpPr txBox="1"/>
            <p:nvPr/>
          </p:nvSpPr>
          <p:spPr>
            <a:xfrm>
              <a:off x="3264" y="3216"/>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sp>
          <p:nvSpPr>
            <p:cNvPr id="159774" name="Line 31"/>
            <p:cNvSpPr/>
            <p:nvPr/>
          </p:nvSpPr>
          <p:spPr>
            <a:xfrm>
              <a:off x="3507" y="3312"/>
              <a:ext cx="333" cy="0"/>
            </a:xfrm>
            <a:prstGeom prst="line">
              <a:avLst/>
            </a:prstGeom>
            <a:ln w="9525" cap="flat" cmpd="sng">
              <a:solidFill>
                <a:schemeClr val="tx1"/>
              </a:solidFill>
              <a:prstDash val="solid"/>
              <a:round/>
              <a:headEnd type="none" w="med" len="med"/>
              <a:tailEnd type="triangle" w="lg" len="lg"/>
            </a:ln>
          </p:spPr>
        </p:sp>
        <p:sp>
          <p:nvSpPr>
            <p:cNvPr id="159775" name="Line 32"/>
            <p:cNvSpPr/>
            <p:nvPr/>
          </p:nvSpPr>
          <p:spPr>
            <a:xfrm>
              <a:off x="3504" y="3456"/>
              <a:ext cx="333" cy="0"/>
            </a:xfrm>
            <a:prstGeom prst="line">
              <a:avLst/>
            </a:prstGeom>
            <a:ln w="9525" cap="flat" cmpd="sng">
              <a:solidFill>
                <a:schemeClr val="tx1"/>
              </a:solidFill>
              <a:prstDash val="solid"/>
              <a:round/>
              <a:headEnd type="none" w="med" len="med"/>
              <a:tailEnd type="triangle" w="lg" len="lg"/>
            </a:ln>
          </p:spPr>
        </p:sp>
        <p:sp>
          <p:nvSpPr>
            <p:cNvPr id="159776" name="Line 33"/>
            <p:cNvSpPr/>
            <p:nvPr/>
          </p:nvSpPr>
          <p:spPr>
            <a:xfrm>
              <a:off x="2835" y="3456"/>
              <a:ext cx="333" cy="0"/>
            </a:xfrm>
            <a:prstGeom prst="line">
              <a:avLst/>
            </a:prstGeom>
            <a:ln w="9525" cap="flat" cmpd="sng">
              <a:solidFill>
                <a:schemeClr val="tx1"/>
              </a:solidFill>
              <a:prstDash val="solid"/>
              <a:round/>
              <a:headEnd type="none" w="med" len="med"/>
              <a:tailEnd type="triangle" w="lg" len="lg"/>
            </a:ln>
          </p:spPr>
        </p:sp>
        <p:sp>
          <p:nvSpPr>
            <p:cNvPr id="159777" name="Text Box 34"/>
            <p:cNvSpPr txBox="1"/>
            <p:nvPr/>
          </p:nvSpPr>
          <p:spPr>
            <a:xfrm>
              <a:off x="3504" y="3456"/>
              <a:ext cx="336"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n</a:t>
              </a:r>
              <a:endParaRPr lang="en-US" altLang="zh-CN" sz="2400" i="0" dirty="0">
                <a:latin typeface="Times New Roman" panose="02020603050405020304" pitchFamily="18" charset="0"/>
                <a:ea typeface="宋体" panose="02010600030101010101" pitchFamily="2" charset="-122"/>
              </a:endParaRPr>
            </a:p>
          </p:txBody>
        </p:sp>
        <p:sp>
          <p:nvSpPr>
            <p:cNvPr id="159778" name="Text Box 35"/>
            <p:cNvSpPr txBox="1"/>
            <p:nvPr/>
          </p:nvSpPr>
          <p:spPr>
            <a:xfrm>
              <a:off x="1248" y="3456"/>
              <a:ext cx="336"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159779" name="Text Box 36"/>
            <p:cNvSpPr txBox="1"/>
            <p:nvPr/>
          </p:nvSpPr>
          <p:spPr>
            <a:xfrm>
              <a:off x="1248" y="2928"/>
              <a:ext cx="336"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159780" name="Line 37"/>
            <p:cNvSpPr/>
            <p:nvPr/>
          </p:nvSpPr>
          <p:spPr>
            <a:xfrm>
              <a:off x="2256" y="3312"/>
              <a:ext cx="528" cy="0"/>
            </a:xfrm>
            <a:prstGeom prst="line">
              <a:avLst/>
            </a:prstGeom>
            <a:ln w="9525" cap="flat" cmpd="sng">
              <a:solidFill>
                <a:schemeClr val="tx1"/>
              </a:solidFill>
              <a:prstDash val="dash"/>
              <a:round/>
              <a:headEnd type="none" w="med" len="med"/>
              <a:tailEnd type="none" w="med" len="med"/>
            </a:ln>
          </p:spPr>
        </p:sp>
        <p:sp>
          <p:nvSpPr>
            <p:cNvPr id="159781" name="Line 38"/>
            <p:cNvSpPr/>
            <p:nvPr/>
          </p:nvSpPr>
          <p:spPr>
            <a:xfrm>
              <a:off x="2256" y="3456"/>
              <a:ext cx="528" cy="0"/>
            </a:xfrm>
            <a:prstGeom prst="line">
              <a:avLst/>
            </a:prstGeom>
            <a:ln w="9525" cap="flat" cmpd="sng">
              <a:solidFill>
                <a:schemeClr val="tx1"/>
              </a:solidFill>
              <a:prstDash val="dash"/>
              <a:round/>
              <a:headEnd type="none" w="med" len="med"/>
              <a:tailEnd type="none" w="med" len="med"/>
            </a:ln>
          </p:spPr>
        </p:sp>
        <p:sp>
          <p:nvSpPr>
            <p:cNvPr id="159782" name="Text Box 39"/>
            <p:cNvSpPr txBox="1"/>
            <p:nvPr/>
          </p:nvSpPr>
          <p:spPr>
            <a:xfrm>
              <a:off x="1920" y="2928"/>
              <a:ext cx="336"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59783" name="Text Box 40"/>
            <p:cNvSpPr txBox="1"/>
            <p:nvPr/>
          </p:nvSpPr>
          <p:spPr>
            <a:xfrm>
              <a:off x="288" y="3360"/>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59784" name="Text Box 41"/>
            <p:cNvSpPr txBox="1"/>
            <p:nvPr/>
          </p:nvSpPr>
          <p:spPr>
            <a:xfrm>
              <a:off x="288" y="3168"/>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59785" name="Rectangle 42"/>
            <p:cNvSpPr/>
            <p:nvPr/>
          </p:nvSpPr>
          <p:spPr>
            <a:xfrm>
              <a:off x="3840" y="3216"/>
              <a:ext cx="336" cy="33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786" name="Text Box 43"/>
            <p:cNvSpPr txBox="1"/>
            <p:nvPr/>
          </p:nvSpPr>
          <p:spPr>
            <a:xfrm>
              <a:off x="3888" y="3216"/>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sp>
          <p:nvSpPr>
            <p:cNvPr id="159787" name="Line 44"/>
            <p:cNvSpPr/>
            <p:nvPr/>
          </p:nvSpPr>
          <p:spPr>
            <a:xfrm>
              <a:off x="4176" y="3360"/>
              <a:ext cx="480" cy="0"/>
            </a:xfrm>
            <a:prstGeom prst="line">
              <a:avLst/>
            </a:prstGeom>
            <a:ln w="9525" cap="flat" cmpd="sng">
              <a:solidFill>
                <a:schemeClr val="tx1"/>
              </a:solidFill>
              <a:prstDash val="solid"/>
              <a:round/>
              <a:headEnd type="none" w="med" len="med"/>
              <a:tailEnd type="none" w="med" len="med"/>
            </a:ln>
          </p:spPr>
        </p:sp>
        <p:sp>
          <p:nvSpPr>
            <p:cNvPr id="159788" name="Text Box 45"/>
            <p:cNvSpPr txBox="1"/>
            <p:nvPr/>
          </p:nvSpPr>
          <p:spPr>
            <a:xfrm>
              <a:off x="4272" y="3504"/>
              <a:ext cx="816"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F=A</a:t>
              </a:r>
              <a:r>
                <a:rPr lang="en-US" altLang="zh-CN" sz="2400" i="0" baseline="-25000" dirty="0">
                  <a:latin typeface="Times New Roman" panose="02020603050405020304" pitchFamily="18" charset="0"/>
                  <a:ea typeface="宋体" panose="02010600030101010101" pitchFamily="2" charset="-122"/>
                </a:rPr>
                <a:t>n</a:t>
              </a: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n</a:t>
              </a:r>
              <a:endParaRPr lang="en-US" altLang="zh-CN" sz="2400" i="0" dirty="0">
                <a:latin typeface="Times New Roman" panose="02020603050405020304" pitchFamily="18" charset="0"/>
                <a:ea typeface="宋体" panose="02010600030101010101" pitchFamily="2" charset="-122"/>
              </a:endParaRPr>
            </a:p>
          </p:txBody>
        </p:sp>
      </p:grpSp>
      <p:grpSp>
        <p:nvGrpSpPr>
          <p:cNvPr id="3" name="Group 46"/>
          <p:cNvGrpSpPr/>
          <p:nvPr/>
        </p:nvGrpSpPr>
        <p:grpSpPr>
          <a:xfrm>
            <a:off x="4495800" y="1524000"/>
            <a:ext cx="4500563" cy="2895600"/>
            <a:chOff x="3068" y="960"/>
            <a:chExt cx="3071" cy="1824"/>
          </a:xfrm>
        </p:grpSpPr>
        <p:sp>
          <p:nvSpPr>
            <p:cNvPr id="159790" name="Text Box 47"/>
            <p:cNvSpPr txBox="1"/>
            <p:nvPr/>
          </p:nvSpPr>
          <p:spPr>
            <a:xfrm>
              <a:off x="5775" y="960"/>
              <a:ext cx="361"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59791" name="Text Box 48"/>
            <p:cNvSpPr txBox="1"/>
            <p:nvPr/>
          </p:nvSpPr>
          <p:spPr>
            <a:xfrm>
              <a:off x="3068" y="1104"/>
              <a:ext cx="5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i-1</a:t>
              </a:r>
              <a:endParaRPr lang="en-US" altLang="zh-CN" sz="2400" i="0" dirty="0">
                <a:latin typeface="Times New Roman" panose="02020603050405020304" pitchFamily="18" charset="0"/>
                <a:ea typeface="宋体" panose="02010600030101010101" pitchFamily="2" charset="-122"/>
              </a:endParaRPr>
            </a:p>
          </p:txBody>
        </p:sp>
        <p:sp>
          <p:nvSpPr>
            <p:cNvPr id="159792" name="Text Box 49"/>
            <p:cNvSpPr txBox="1"/>
            <p:nvPr/>
          </p:nvSpPr>
          <p:spPr>
            <a:xfrm>
              <a:off x="3068" y="1392"/>
              <a:ext cx="5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i-1</a:t>
              </a:r>
              <a:endParaRPr lang="en-US" altLang="zh-CN" sz="2400" i="0" dirty="0">
                <a:latin typeface="Times New Roman" panose="02020603050405020304" pitchFamily="18" charset="0"/>
                <a:ea typeface="宋体" panose="02010600030101010101" pitchFamily="2" charset="-122"/>
              </a:endParaRPr>
            </a:p>
          </p:txBody>
        </p:sp>
        <p:sp>
          <p:nvSpPr>
            <p:cNvPr id="159793" name="Text Box 50"/>
            <p:cNvSpPr txBox="1"/>
            <p:nvPr/>
          </p:nvSpPr>
          <p:spPr>
            <a:xfrm>
              <a:off x="5742" y="1824"/>
              <a:ext cx="39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59794" name="Rectangle 51"/>
            <p:cNvSpPr/>
            <p:nvPr/>
          </p:nvSpPr>
          <p:spPr>
            <a:xfrm>
              <a:off x="3730" y="1924"/>
              <a:ext cx="356" cy="38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795" name="Text Box 52"/>
            <p:cNvSpPr txBox="1"/>
            <p:nvPr/>
          </p:nvSpPr>
          <p:spPr>
            <a:xfrm>
              <a:off x="3791" y="1901"/>
              <a:ext cx="36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159796" name="Oval 53"/>
            <p:cNvSpPr/>
            <p:nvPr/>
          </p:nvSpPr>
          <p:spPr>
            <a:xfrm>
              <a:off x="4083" y="2078"/>
              <a:ext cx="52"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797" name="Rectangle 54"/>
            <p:cNvSpPr/>
            <p:nvPr/>
          </p:nvSpPr>
          <p:spPr>
            <a:xfrm>
              <a:off x="3744" y="1127"/>
              <a:ext cx="356" cy="38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798" name="Text Box 55"/>
            <p:cNvSpPr txBox="1"/>
            <p:nvPr/>
          </p:nvSpPr>
          <p:spPr>
            <a:xfrm>
              <a:off x="3805" y="1104"/>
              <a:ext cx="36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159799" name="Oval 56"/>
            <p:cNvSpPr/>
            <p:nvPr/>
          </p:nvSpPr>
          <p:spPr>
            <a:xfrm>
              <a:off x="4108" y="1274"/>
              <a:ext cx="52"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00" name="Rectangle 57"/>
            <p:cNvSpPr/>
            <p:nvPr/>
          </p:nvSpPr>
          <p:spPr>
            <a:xfrm>
              <a:off x="4636" y="1492"/>
              <a:ext cx="356" cy="38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01" name="Text Box 58"/>
            <p:cNvSpPr txBox="1"/>
            <p:nvPr/>
          </p:nvSpPr>
          <p:spPr>
            <a:xfrm>
              <a:off x="4690" y="1491"/>
              <a:ext cx="275"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sp>
          <p:nvSpPr>
            <p:cNvPr id="159802" name="Oval 59"/>
            <p:cNvSpPr/>
            <p:nvPr/>
          </p:nvSpPr>
          <p:spPr>
            <a:xfrm>
              <a:off x="4992" y="1657"/>
              <a:ext cx="52"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59803" name="Group 60"/>
            <p:cNvGrpSpPr/>
            <p:nvPr/>
          </p:nvGrpSpPr>
          <p:grpSpPr>
            <a:xfrm>
              <a:off x="4631" y="1924"/>
              <a:ext cx="357" cy="380"/>
              <a:chOff x="1128" y="2629"/>
              <a:chExt cx="347" cy="587"/>
            </a:xfrm>
          </p:grpSpPr>
          <p:sp>
            <p:nvSpPr>
              <p:cNvPr id="159804" name="Rectangle 61"/>
              <p:cNvSpPr/>
              <p:nvPr/>
            </p:nvSpPr>
            <p:spPr>
              <a:xfrm>
                <a:off x="1128" y="2629"/>
                <a:ext cx="347" cy="587"/>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05" name="Text Box 62"/>
              <p:cNvSpPr txBox="1"/>
              <p:nvPr/>
            </p:nvSpPr>
            <p:spPr>
              <a:xfrm>
                <a:off x="1181" y="2629"/>
                <a:ext cx="268" cy="445"/>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grpSp>
        <p:sp>
          <p:nvSpPr>
            <p:cNvPr id="159806" name="Oval 63"/>
            <p:cNvSpPr/>
            <p:nvPr/>
          </p:nvSpPr>
          <p:spPr>
            <a:xfrm>
              <a:off x="4992" y="2078"/>
              <a:ext cx="52"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59807" name="Group 64"/>
            <p:cNvGrpSpPr/>
            <p:nvPr/>
          </p:nvGrpSpPr>
          <p:grpSpPr>
            <a:xfrm>
              <a:off x="4631" y="2404"/>
              <a:ext cx="357" cy="380"/>
              <a:chOff x="1177" y="3409"/>
              <a:chExt cx="347" cy="587"/>
            </a:xfrm>
          </p:grpSpPr>
          <p:sp>
            <p:nvSpPr>
              <p:cNvPr id="159808" name="Rectangle 65"/>
              <p:cNvSpPr/>
              <p:nvPr/>
            </p:nvSpPr>
            <p:spPr>
              <a:xfrm>
                <a:off x="1177" y="3409"/>
                <a:ext cx="347" cy="587"/>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09" name="Text Box 66"/>
              <p:cNvSpPr txBox="1"/>
              <p:nvPr/>
            </p:nvSpPr>
            <p:spPr>
              <a:xfrm>
                <a:off x="1230" y="3409"/>
                <a:ext cx="268" cy="445"/>
              </a:xfrm>
              <a:prstGeom prst="rect">
                <a:avLst/>
              </a:prstGeom>
              <a:solidFill>
                <a:srgbClr val="CCFFCC"/>
              </a:solid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grpSp>
        <p:sp>
          <p:nvSpPr>
            <p:cNvPr id="159810" name="Oval 67"/>
            <p:cNvSpPr/>
            <p:nvPr/>
          </p:nvSpPr>
          <p:spPr>
            <a:xfrm>
              <a:off x="4992" y="2570"/>
              <a:ext cx="52"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11" name="Rectangle 68"/>
            <p:cNvSpPr/>
            <p:nvPr/>
          </p:nvSpPr>
          <p:spPr>
            <a:xfrm>
              <a:off x="5304" y="1201"/>
              <a:ext cx="356" cy="38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12" name="Text Box 69"/>
            <p:cNvSpPr txBox="1"/>
            <p:nvPr/>
          </p:nvSpPr>
          <p:spPr>
            <a:xfrm>
              <a:off x="5358" y="1200"/>
              <a:ext cx="275"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sp>
          <p:nvSpPr>
            <p:cNvPr id="159813" name="Oval 70"/>
            <p:cNvSpPr/>
            <p:nvPr/>
          </p:nvSpPr>
          <p:spPr>
            <a:xfrm>
              <a:off x="5668" y="1366"/>
              <a:ext cx="52"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14" name="Rectangle 71"/>
            <p:cNvSpPr/>
            <p:nvPr/>
          </p:nvSpPr>
          <p:spPr>
            <a:xfrm>
              <a:off x="5304" y="2020"/>
              <a:ext cx="356" cy="38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15" name="Text Box 72"/>
            <p:cNvSpPr txBox="1"/>
            <p:nvPr/>
          </p:nvSpPr>
          <p:spPr>
            <a:xfrm>
              <a:off x="5358" y="2019"/>
              <a:ext cx="275"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sp>
          <p:nvSpPr>
            <p:cNvPr id="159816" name="Oval 73"/>
            <p:cNvSpPr/>
            <p:nvPr/>
          </p:nvSpPr>
          <p:spPr>
            <a:xfrm>
              <a:off x="5668" y="2185"/>
              <a:ext cx="52"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17" name="Line 74"/>
            <p:cNvSpPr/>
            <p:nvPr/>
          </p:nvSpPr>
          <p:spPr>
            <a:xfrm>
              <a:off x="4160" y="1296"/>
              <a:ext cx="1144" cy="0"/>
            </a:xfrm>
            <a:prstGeom prst="line">
              <a:avLst/>
            </a:prstGeom>
            <a:ln w="9525" cap="flat" cmpd="sng">
              <a:solidFill>
                <a:schemeClr val="tx1"/>
              </a:solidFill>
              <a:prstDash val="solid"/>
              <a:round/>
              <a:headEnd type="none" w="med" len="med"/>
              <a:tailEnd type="none" w="med" len="med"/>
            </a:ln>
          </p:spPr>
        </p:sp>
        <p:sp>
          <p:nvSpPr>
            <p:cNvPr id="159818" name="Line 75"/>
            <p:cNvSpPr/>
            <p:nvPr/>
          </p:nvSpPr>
          <p:spPr>
            <a:xfrm>
              <a:off x="3432" y="1296"/>
              <a:ext cx="312" cy="0"/>
            </a:xfrm>
            <a:prstGeom prst="line">
              <a:avLst/>
            </a:prstGeom>
            <a:ln w="9525" cap="flat" cmpd="sng">
              <a:solidFill>
                <a:schemeClr val="tx1"/>
              </a:solidFill>
              <a:prstDash val="solid"/>
              <a:round/>
              <a:headEnd type="none" w="med" len="med"/>
              <a:tailEnd type="none" w="med" len="med"/>
            </a:ln>
          </p:spPr>
        </p:sp>
        <p:sp>
          <p:nvSpPr>
            <p:cNvPr id="159819" name="Line 76"/>
            <p:cNvSpPr/>
            <p:nvPr/>
          </p:nvSpPr>
          <p:spPr>
            <a:xfrm flipH="1">
              <a:off x="3484" y="1584"/>
              <a:ext cx="1144" cy="0"/>
            </a:xfrm>
            <a:prstGeom prst="line">
              <a:avLst/>
            </a:prstGeom>
            <a:ln w="9525" cap="flat" cmpd="sng">
              <a:solidFill>
                <a:schemeClr val="tx1"/>
              </a:solidFill>
              <a:prstDash val="solid"/>
              <a:round/>
              <a:headEnd type="none" w="med" len="med"/>
              <a:tailEnd type="none" w="med" len="med"/>
            </a:ln>
          </p:spPr>
        </p:sp>
        <p:sp>
          <p:nvSpPr>
            <p:cNvPr id="159820" name="Line 77"/>
            <p:cNvSpPr/>
            <p:nvPr/>
          </p:nvSpPr>
          <p:spPr>
            <a:xfrm flipH="1">
              <a:off x="3640" y="1776"/>
              <a:ext cx="988" cy="0"/>
            </a:xfrm>
            <a:prstGeom prst="line">
              <a:avLst/>
            </a:prstGeom>
            <a:ln w="9525" cap="flat" cmpd="sng">
              <a:solidFill>
                <a:schemeClr val="tx1"/>
              </a:solidFill>
              <a:prstDash val="solid"/>
              <a:round/>
              <a:headEnd type="none" w="med" len="med"/>
              <a:tailEnd type="none" w="med" len="med"/>
            </a:ln>
          </p:spPr>
        </p:sp>
        <p:sp>
          <p:nvSpPr>
            <p:cNvPr id="159821" name="Line 78"/>
            <p:cNvSpPr/>
            <p:nvPr/>
          </p:nvSpPr>
          <p:spPr>
            <a:xfrm flipH="1">
              <a:off x="3484" y="2112"/>
              <a:ext cx="246" cy="0"/>
            </a:xfrm>
            <a:prstGeom prst="line">
              <a:avLst/>
            </a:prstGeom>
            <a:ln w="9525" cap="flat" cmpd="sng">
              <a:solidFill>
                <a:schemeClr val="tx1"/>
              </a:solidFill>
              <a:prstDash val="solid"/>
              <a:round/>
              <a:headEnd type="none" w="med" len="med"/>
              <a:tailEnd type="none" w="med" len="med"/>
            </a:ln>
          </p:spPr>
        </p:sp>
        <p:sp>
          <p:nvSpPr>
            <p:cNvPr id="159822" name="Text Box 79"/>
            <p:cNvSpPr txBox="1"/>
            <p:nvPr/>
          </p:nvSpPr>
          <p:spPr>
            <a:xfrm>
              <a:off x="3172" y="1968"/>
              <a:ext cx="36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59823" name="Line 80"/>
            <p:cNvSpPr/>
            <p:nvPr/>
          </p:nvSpPr>
          <p:spPr>
            <a:xfrm flipV="1">
              <a:off x="3640" y="1776"/>
              <a:ext cx="0" cy="336"/>
            </a:xfrm>
            <a:prstGeom prst="line">
              <a:avLst/>
            </a:prstGeom>
            <a:ln w="9525" cap="flat" cmpd="sng">
              <a:solidFill>
                <a:schemeClr val="tx1"/>
              </a:solidFill>
              <a:prstDash val="solid"/>
              <a:round/>
              <a:headEnd type="none" w="med" len="med"/>
              <a:tailEnd type="none" w="med" len="med"/>
            </a:ln>
          </p:spPr>
        </p:sp>
        <p:sp>
          <p:nvSpPr>
            <p:cNvPr id="159824" name="Line 81"/>
            <p:cNvSpPr/>
            <p:nvPr/>
          </p:nvSpPr>
          <p:spPr>
            <a:xfrm>
              <a:off x="5044" y="2112"/>
              <a:ext cx="260" cy="0"/>
            </a:xfrm>
            <a:prstGeom prst="line">
              <a:avLst/>
            </a:prstGeom>
            <a:ln w="9525" cap="flat" cmpd="sng">
              <a:solidFill>
                <a:schemeClr val="tx1"/>
              </a:solidFill>
              <a:prstDash val="solid"/>
              <a:round/>
              <a:headEnd type="none" w="med" len="med"/>
              <a:tailEnd type="none" w="med" len="med"/>
            </a:ln>
          </p:spPr>
        </p:sp>
        <p:sp>
          <p:nvSpPr>
            <p:cNvPr id="159825" name="Line 82"/>
            <p:cNvSpPr/>
            <p:nvPr/>
          </p:nvSpPr>
          <p:spPr>
            <a:xfrm>
              <a:off x="4132" y="2101"/>
              <a:ext cx="132" cy="0"/>
            </a:xfrm>
            <a:prstGeom prst="line">
              <a:avLst/>
            </a:prstGeom>
            <a:ln w="9525" cap="flat" cmpd="sng">
              <a:solidFill>
                <a:schemeClr val="tx1"/>
              </a:solidFill>
              <a:prstDash val="solid"/>
              <a:round/>
              <a:headEnd type="none" w="med" len="med"/>
              <a:tailEnd type="none" w="med" len="med"/>
            </a:ln>
          </p:spPr>
        </p:sp>
        <p:sp>
          <p:nvSpPr>
            <p:cNvPr id="159826" name="Line 83"/>
            <p:cNvSpPr/>
            <p:nvPr/>
          </p:nvSpPr>
          <p:spPr>
            <a:xfrm>
              <a:off x="4264" y="2112"/>
              <a:ext cx="0" cy="91"/>
            </a:xfrm>
            <a:prstGeom prst="line">
              <a:avLst/>
            </a:prstGeom>
            <a:ln w="9525" cap="flat" cmpd="sng">
              <a:solidFill>
                <a:schemeClr val="tx1"/>
              </a:solidFill>
              <a:prstDash val="solid"/>
              <a:round/>
              <a:headEnd type="none" w="med" len="med"/>
              <a:tailEnd type="none" w="med" len="med"/>
            </a:ln>
          </p:spPr>
        </p:sp>
        <p:sp>
          <p:nvSpPr>
            <p:cNvPr id="159827" name="Line 84"/>
            <p:cNvSpPr/>
            <p:nvPr/>
          </p:nvSpPr>
          <p:spPr>
            <a:xfrm>
              <a:off x="4264" y="2208"/>
              <a:ext cx="364" cy="0"/>
            </a:xfrm>
            <a:prstGeom prst="line">
              <a:avLst/>
            </a:prstGeom>
            <a:ln w="9525" cap="flat" cmpd="sng">
              <a:solidFill>
                <a:schemeClr val="tx1"/>
              </a:solidFill>
              <a:prstDash val="solid"/>
              <a:round/>
              <a:headEnd type="none" w="med" len="med"/>
              <a:tailEnd type="none" w="med" len="med"/>
            </a:ln>
          </p:spPr>
        </p:sp>
        <p:sp>
          <p:nvSpPr>
            <p:cNvPr id="159828" name="Line 85"/>
            <p:cNvSpPr/>
            <p:nvPr/>
          </p:nvSpPr>
          <p:spPr>
            <a:xfrm>
              <a:off x="4368" y="1296"/>
              <a:ext cx="0" cy="1200"/>
            </a:xfrm>
            <a:prstGeom prst="line">
              <a:avLst/>
            </a:prstGeom>
            <a:ln w="9525" cap="flat" cmpd="sng">
              <a:solidFill>
                <a:schemeClr val="tx1"/>
              </a:solidFill>
              <a:prstDash val="solid"/>
              <a:round/>
              <a:headEnd type="none" w="med" len="med"/>
              <a:tailEnd type="none" w="med" len="med"/>
            </a:ln>
          </p:spPr>
        </p:sp>
        <p:sp>
          <p:nvSpPr>
            <p:cNvPr id="159829" name="Line 86"/>
            <p:cNvSpPr/>
            <p:nvPr/>
          </p:nvSpPr>
          <p:spPr>
            <a:xfrm>
              <a:off x="4368" y="2496"/>
              <a:ext cx="260" cy="0"/>
            </a:xfrm>
            <a:prstGeom prst="line">
              <a:avLst/>
            </a:prstGeom>
            <a:ln w="9525" cap="flat" cmpd="sng">
              <a:solidFill>
                <a:schemeClr val="tx1"/>
              </a:solidFill>
              <a:prstDash val="solid"/>
              <a:round/>
              <a:headEnd type="none" w="med" len="med"/>
              <a:tailEnd type="none" w="med" len="med"/>
            </a:ln>
          </p:spPr>
        </p:sp>
        <p:sp>
          <p:nvSpPr>
            <p:cNvPr id="159830" name="Line 87"/>
            <p:cNvSpPr/>
            <p:nvPr/>
          </p:nvSpPr>
          <p:spPr>
            <a:xfrm>
              <a:off x="4524" y="1584"/>
              <a:ext cx="0" cy="480"/>
            </a:xfrm>
            <a:prstGeom prst="line">
              <a:avLst/>
            </a:prstGeom>
            <a:ln w="9525" cap="flat" cmpd="sng">
              <a:solidFill>
                <a:schemeClr val="tx1"/>
              </a:solidFill>
              <a:prstDash val="solid"/>
              <a:round/>
              <a:headEnd type="none" w="med" len="med"/>
              <a:tailEnd type="none" w="med" len="med"/>
            </a:ln>
          </p:spPr>
        </p:sp>
        <p:sp>
          <p:nvSpPr>
            <p:cNvPr id="159831" name="Line 88"/>
            <p:cNvSpPr/>
            <p:nvPr/>
          </p:nvSpPr>
          <p:spPr>
            <a:xfrm>
              <a:off x="4524" y="2064"/>
              <a:ext cx="104" cy="0"/>
            </a:xfrm>
            <a:prstGeom prst="line">
              <a:avLst/>
            </a:prstGeom>
            <a:ln w="9525" cap="flat" cmpd="sng">
              <a:solidFill>
                <a:schemeClr val="tx1"/>
              </a:solidFill>
              <a:prstDash val="solid"/>
              <a:round/>
              <a:headEnd type="none" w="med" len="med"/>
              <a:tailEnd type="none" w="med" len="med"/>
            </a:ln>
          </p:spPr>
        </p:sp>
        <p:sp>
          <p:nvSpPr>
            <p:cNvPr id="159832" name="Line 89"/>
            <p:cNvSpPr/>
            <p:nvPr/>
          </p:nvSpPr>
          <p:spPr>
            <a:xfrm>
              <a:off x="3640" y="2112"/>
              <a:ext cx="0" cy="528"/>
            </a:xfrm>
            <a:prstGeom prst="line">
              <a:avLst/>
            </a:prstGeom>
            <a:ln w="9525" cap="flat" cmpd="sng">
              <a:solidFill>
                <a:schemeClr val="tx1"/>
              </a:solidFill>
              <a:prstDash val="solid"/>
              <a:round/>
              <a:headEnd type="none" w="med" len="med"/>
              <a:tailEnd type="none" w="med" len="med"/>
            </a:ln>
          </p:spPr>
        </p:sp>
        <p:sp>
          <p:nvSpPr>
            <p:cNvPr id="159833" name="Line 90"/>
            <p:cNvSpPr/>
            <p:nvPr/>
          </p:nvSpPr>
          <p:spPr>
            <a:xfrm>
              <a:off x="3640" y="2640"/>
              <a:ext cx="988" cy="0"/>
            </a:xfrm>
            <a:prstGeom prst="line">
              <a:avLst/>
            </a:prstGeom>
            <a:ln w="9525" cap="flat" cmpd="sng">
              <a:solidFill>
                <a:schemeClr val="tx1"/>
              </a:solidFill>
              <a:prstDash val="solid"/>
              <a:round/>
              <a:headEnd type="none" w="med" len="med"/>
              <a:tailEnd type="none" w="med" len="med"/>
            </a:ln>
          </p:spPr>
        </p:sp>
        <p:sp>
          <p:nvSpPr>
            <p:cNvPr id="159834" name="Line 91"/>
            <p:cNvSpPr/>
            <p:nvPr/>
          </p:nvSpPr>
          <p:spPr>
            <a:xfrm>
              <a:off x="5720" y="1392"/>
              <a:ext cx="416" cy="0"/>
            </a:xfrm>
            <a:prstGeom prst="line">
              <a:avLst/>
            </a:prstGeom>
            <a:ln w="9525" cap="flat" cmpd="sng">
              <a:solidFill>
                <a:schemeClr val="tx1"/>
              </a:solidFill>
              <a:prstDash val="solid"/>
              <a:round/>
              <a:headEnd type="none" w="med" len="med"/>
              <a:tailEnd type="none" w="med" len="med"/>
            </a:ln>
          </p:spPr>
        </p:sp>
        <p:sp>
          <p:nvSpPr>
            <p:cNvPr id="159835" name="Line 92"/>
            <p:cNvSpPr/>
            <p:nvPr/>
          </p:nvSpPr>
          <p:spPr>
            <a:xfrm>
              <a:off x="5723" y="2208"/>
              <a:ext cx="416" cy="0"/>
            </a:xfrm>
            <a:prstGeom prst="line">
              <a:avLst/>
            </a:prstGeom>
            <a:ln w="9525" cap="flat" cmpd="sng">
              <a:solidFill>
                <a:schemeClr val="tx1"/>
              </a:solidFill>
              <a:prstDash val="solid"/>
              <a:round/>
              <a:headEnd type="none" w="med" len="med"/>
              <a:tailEnd type="none" w="med" len="med"/>
            </a:ln>
          </p:spPr>
        </p:sp>
        <p:sp>
          <p:nvSpPr>
            <p:cNvPr id="159836" name="Line 93"/>
            <p:cNvSpPr/>
            <p:nvPr/>
          </p:nvSpPr>
          <p:spPr>
            <a:xfrm>
              <a:off x="5044" y="2592"/>
              <a:ext cx="104" cy="0"/>
            </a:xfrm>
            <a:prstGeom prst="line">
              <a:avLst/>
            </a:prstGeom>
            <a:ln w="9525" cap="flat" cmpd="sng">
              <a:solidFill>
                <a:schemeClr val="tx1"/>
              </a:solidFill>
              <a:prstDash val="solid"/>
              <a:round/>
              <a:headEnd type="none" w="med" len="med"/>
              <a:tailEnd type="none" w="med" len="med"/>
            </a:ln>
          </p:spPr>
        </p:sp>
        <p:sp>
          <p:nvSpPr>
            <p:cNvPr id="159837" name="Line 94"/>
            <p:cNvSpPr/>
            <p:nvPr/>
          </p:nvSpPr>
          <p:spPr>
            <a:xfrm>
              <a:off x="5044" y="1680"/>
              <a:ext cx="104" cy="0"/>
            </a:xfrm>
            <a:prstGeom prst="line">
              <a:avLst/>
            </a:prstGeom>
            <a:ln w="9525" cap="flat" cmpd="sng">
              <a:solidFill>
                <a:schemeClr val="tx1"/>
              </a:solidFill>
              <a:prstDash val="solid"/>
              <a:round/>
              <a:headEnd type="none" w="med" len="med"/>
              <a:tailEnd type="none" w="med" len="med"/>
            </a:ln>
          </p:spPr>
        </p:sp>
        <p:sp>
          <p:nvSpPr>
            <p:cNvPr id="159838" name="Line 95"/>
            <p:cNvSpPr/>
            <p:nvPr/>
          </p:nvSpPr>
          <p:spPr>
            <a:xfrm flipV="1">
              <a:off x="5148" y="1485"/>
              <a:ext cx="0" cy="195"/>
            </a:xfrm>
            <a:prstGeom prst="line">
              <a:avLst/>
            </a:prstGeom>
            <a:ln w="9525" cap="flat" cmpd="sng">
              <a:solidFill>
                <a:schemeClr val="tx1"/>
              </a:solidFill>
              <a:prstDash val="solid"/>
              <a:round/>
              <a:headEnd type="none" w="med" len="med"/>
              <a:tailEnd type="none" w="med" len="med"/>
            </a:ln>
          </p:spPr>
        </p:sp>
        <p:sp>
          <p:nvSpPr>
            <p:cNvPr id="159839" name="Line 96"/>
            <p:cNvSpPr/>
            <p:nvPr/>
          </p:nvSpPr>
          <p:spPr>
            <a:xfrm>
              <a:off x="5148" y="1488"/>
              <a:ext cx="156" cy="0"/>
            </a:xfrm>
            <a:prstGeom prst="line">
              <a:avLst/>
            </a:prstGeom>
            <a:ln w="9525" cap="flat" cmpd="sng">
              <a:solidFill>
                <a:schemeClr val="tx1"/>
              </a:solidFill>
              <a:prstDash val="solid"/>
              <a:round/>
              <a:headEnd type="none" w="med" len="med"/>
              <a:tailEnd type="none" w="med" len="med"/>
            </a:ln>
          </p:spPr>
        </p:sp>
        <p:sp>
          <p:nvSpPr>
            <p:cNvPr id="159840" name="Line 97"/>
            <p:cNvSpPr/>
            <p:nvPr/>
          </p:nvSpPr>
          <p:spPr>
            <a:xfrm flipV="1">
              <a:off x="5148" y="2304"/>
              <a:ext cx="0" cy="286"/>
            </a:xfrm>
            <a:prstGeom prst="line">
              <a:avLst/>
            </a:prstGeom>
            <a:ln w="9525" cap="flat" cmpd="sng">
              <a:solidFill>
                <a:schemeClr val="tx1"/>
              </a:solidFill>
              <a:prstDash val="solid"/>
              <a:round/>
              <a:headEnd type="none" w="med" len="med"/>
              <a:tailEnd type="none" w="med" len="med"/>
            </a:ln>
          </p:spPr>
        </p:sp>
        <p:sp>
          <p:nvSpPr>
            <p:cNvPr id="159841" name="Line 98"/>
            <p:cNvSpPr/>
            <p:nvPr/>
          </p:nvSpPr>
          <p:spPr>
            <a:xfrm>
              <a:off x="5148" y="2304"/>
              <a:ext cx="156" cy="0"/>
            </a:xfrm>
            <a:prstGeom prst="line">
              <a:avLst/>
            </a:prstGeom>
            <a:ln w="9525" cap="flat" cmpd="sng">
              <a:solidFill>
                <a:schemeClr val="tx1"/>
              </a:solidFill>
              <a:prstDash val="solid"/>
              <a:round/>
              <a:headEnd type="none" w="med" len="med"/>
              <a:tailEnd type="none" w="med" len="med"/>
            </a:ln>
          </p:spPr>
        </p:sp>
        <p:sp>
          <p:nvSpPr>
            <p:cNvPr id="159842" name="Oval 99"/>
            <p:cNvSpPr/>
            <p:nvPr/>
          </p:nvSpPr>
          <p:spPr>
            <a:xfrm>
              <a:off x="3611" y="2089"/>
              <a:ext cx="52" cy="48"/>
            </a:xfrm>
            <a:prstGeom prst="ellipse">
              <a:avLst/>
            </a:prstGeom>
            <a:solidFill>
              <a:srgbClr val="000000"/>
            </a:solidFill>
            <a:ln w="9525" cap="flat" cmpd="sng">
              <a:solidFill>
                <a:srgbClr val="000000"/>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43" name="Oval 100"/>
            <p:cNvSpPr/>
            <p:nvPr/>
          </p:nvSpPr>
          <p:spPr>
            <a:xfrm>
              <a:off x="4496" y="1561"/>
              <a:ext cx="52" cy="48"/>
            </a:xfrm>
            <a:prstGeom prst="ellipse">
              <a:avLst/>
            </a:prstGeom>
            <a:solidFill>
              <a:srgbClr val="000000"/>
            </a:solidFill>
            <a:ln w="9525" cap="flat" cmpd="sng">
              <a:solidFill>
                <a:srgbClr val="000000"/>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44" name="Oval 101"/>
            <p:cNvSpPr/>
            <p:nvPr/>
          </p:nvSpPr>
          <p:spPr>
            <a:xfrm>
              <a:off x="4341" y="1273"/>
              <a:ext cx="52" cy="48"/>
            </a:xfrm>
            <a:prstGeom prst="ellipse">
              <a:avLst/>
            </a:prstGeom>
            <a:solidFill>
              <a:srgbClr val="000000"/>
            </a:solidFill>
            <a:ln w="9525" cap="flat" cmpd="sng">
              <a:solidFill>
                <a:srgbClr val="000000"/>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172034"/>
                                        </p:tgtEl>
                                        <p:attrNameLst>
                                          <p:attrName>style.visibility</p:attrName>
                                        </p:attrNameLst>
                                      </p:cBhvr>
                                      <p:to>
                                        <p:strVal val="visible"/>
                                      </p:to>
                                    </p:set>
                                    <p:animEffect transition="in" filter="slide(fromLeft)">
                                      <p:cBhvr>
                                        <p:cTn id="7" dur="500"/>
                                        <p:tgtEl>
                                          <p:spTgt spid="17203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72036"/>
                                        </p:tgtEl>
                                        <p:attrNameLst>
                                          <p:attrName>style.visibility</p:attrName>
                                        </p:attrNameLst>
                                      </p:cBhvr>
                                      <p:to>
                                        <p:strVal val="visible"/>
                                      </p:to>
                                    </p:set>
                                    <p:animEffect transition="in" filter="circle(in)">
                                      <p:cBhvr>
                                        <p:cTn id="12" dur="2000"/>
                                        <p:tgtEl>
                                          <p:spTgt spid="17203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172035"/>
                                        </p:tgtEl>
                                        <p:attrNameLst>
                                          <p:attrName>style.visibility</p:attrName>
                                        </p:attrNameLst>
                                      </p:cBhvr>
                                      <p:to>
                                        <p:strVal val="visible"/>
                                      </p:to>
                                    </p:set>
                                    <p:animEffect transition="in" filter="slide(fromLeft)">
                                      <p:cBhvr>
                                        <p:cTn id="17" dur="500"/>
                                        <p:tgtEl>
                                          <p:spTgt spid="172035"/>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172037"/>
                                        </p:tgtEl>
                                        <p:attrNameLst>
                                          <p:attrName>style.visibility</p:attrName>
                                        </p:attrNameLst>
                                      </p:cBhvr>
                                      <p:to>
                                        <p:strVal val="visible"/>
                                      </p:to>
                                    </p:set>
                                    <p:animEffect transition="in" filter="circle(in)">
                                      <p:cBhvr>
                                        <p:cTn id="22" dur="2000"/>
                                        <p:tgtEl>
                                          <p:spTgt spid="172037"/>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p:cTn id="27" dur="500" fill="hold"/>
                                        <p:tgtEl>
                                          <p:spTgt spid="3"/>
                                        </p:tgtEl>
                                        <p:attrNameLst>
                                          <p:attrName>ppt_w</p:attrName>
                                        </p:attrNameLst>
                                      </p:cBhvr>
                                      <p:tavLst>
                                        <p:tav tm="0">
                                          <p:val>
                                            <p:fltVal val="0.000000"/>
                                          </p:val>
                                        </p:tav>
                                        <p:tav tm="100000">
                                          <p:val>
                                            <p:strVal val="#ppt_w"/>
                                          </p:val>
                                        </p:tav>
                                      </p:tavLst>
                                    </p:anim>
                                    <p:anim calcmode="lin" valueType="num">
                                      <p:cBhvr>
                                        <p:cTn id="28" dur="500" fill="hold"/>
                                        <p:tgtEl>
                                          <p:spTgt spid="3"/>
                                        </p:tgtEl>
                                        <p:attrNameLst>
                                          <p:attrName>ppt_h</p:attrName>
                                        </p:attrNameLst>
                                      </p:cBhvr>
                                      <p:tavLst>
                                        <p:tav tm="0">
                                          <p:val>
                                            <p:fltVal val="0.00000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7" presetClass="entr" presetSubtype="8"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5000" fill="hold"/>
                                        <p:tgtEl>
                                          <p:spTgt spid="2"/>
                                        </p:tgtEl>
                                        <p:attrNameLst>
                                          <p:attrName>ppt_x</p:attrName>
                                        </p:attrNameLst>
                                      </p:cBhvr>
                                      <p:tavLst>
                                        <p:tav tm="0">
                                          <p:val>
                                            <p:strVal val="0-#ppt_w/2"/>
                                          </p:val>
                                        </p:tav>
                                        <p:tav tm="100000">
                                          <p:val>
                                            <p:strVal val="#ppt_x"/>
                                          </p:val>
                                        </p:tav>
                                      </p:tavLst>
                                    </p:anim>
                                    <p:anim calcmode="lin" valueType="num">
                                      <p:cBhvr additive="base">
                                        <p:cTn id="34" dur="5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8" name="Text Box 4"/>
          <p:cNvSpPr txBox="1">
            <a:spLocks noChangeArrowheads="1"/>
          </p:cNvSpPr>
          <p:nvPr/>
        </p:nvSpPr>
        <p:spPr bwMode="auto">
          <a:xfrm>
            <a:off x="742950" y="728663"/>
            <a:ext cx="7562850" cy="553085"/>
          </a:xfrm>
          <a:prstGeom prst="rect">
            <a:avLst/>
          </a:prstGeom>
          <a:noFill/>
          <a:ln w="9525">
            <a:noFill/>
            <a:miter lim="800000"/>
          </a:ln>
          <a:effectLst/>
        </p:spPr>
        <p:txBody>
          <a:bodyPr>
            <a:spAutoFit/>
          </a:bodyPr>
          <a:lstStyle/>
          <a:p>
            <a:pPr marR="0" defTabSz="914400">
              <a:buClrTx/>
              <a:buSzTx/>
              <a:buFontTx/>
              <a:buNone/>
              <a:defRPr/>
            </a:pPr>
            <a:r>
              <a:rPr kumimoji="1" lang="en-US" altLang="zh-CN" sz="3000" b="1" i="0"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5.9   </a:t>
            </a:r>
            <a:r>
              <a:rPr kumimoji="1" lang="zh-CN" altLang="en-US" sz="3000" b="1" i="0"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利用中规模集成电路进行组合电路设计 </a:t>
            </a:r>
            <a:endParaRPr kumimoji="1" lang="zh-CN" altLang="en-US" sz="3000" b="1" i="0"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6649" name="Text Box 25"/>
          <p:cNvSpPr txBox="1"/>
          <p:nvPr/>
        </p:nvSpPr>
        <p:spPr>
          <a:xfrm>
            <a:off x="549275" y="1737043"/>
            <a:ext cx="8045450" cy="1038860"/>
          </a:xfrm>
          <a:prstGeom prst="rect">
            <a:avLst/>
          </a:prstGeom>
          <a:noFill/>
          <a:ln w="9525">
            <a:noFill/>
          </a:ln>
        </p:spPr>
        <p:txBody>
          <a:bodyPr anchor="t" anchorCtr="0">
            <a:spAutoFit/>
          </a:bodyPr>
          <a:p>
            <a:pPr indent="669925" algn="l">
              <a:lnSpc>
                <a:spcPct val="110000"/>
              </a:lnSpc>
              <a:spcBef>
                <a:spcPct val="50000"/>
              </a:spcBef>
            </a:pPr>
            <a:r>
              <a:rPr lang="zh-CN" altLang="en-US" sz="2800" i="0" dirty="0">
                <a:latin typeface="Times New Roman" panose="02020603050405020304" pitchFamily="18" charset="0"/>
                <a:ea typeface="宋体" panose="02010600030101010101" pitchFamily="2" charset="-122"/>
              </a:rPr>
              <a:t>利用中规模集成电路进行组合电路设计的相关例题已经在介绍各个</a:t>
            </a:r>
            <a:r>
              <a:rPr lang="zh-CN" altLang="en-US" sz="2800" i="0" dirty="0">
                <a:sym typeface="+mn-ea"/>
              </a:rPr>
              <a:t>中规模集成电路时直接讲解了</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6649"/>
                                        </p:tgtEl>
                                        <p:attrNameLst>
                                          <p:attrName>style.visibility</p:attrName>
                                        </p:attrNameLst>
                                      </p:cBhvr>
                                      <p:to>
                                        <p:strVal val="visible"/>
                                      </p:to>
                                    </p:set>
                                    <p:anim to="" calcmode="lin" valueType="num">
                                      <p:cBhvr>
                                        <p:cTn id="7" dur="1" fill="hold"/>
                                        <p:tgtEl>
                                          <p:spTgt spid="26649"/>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49"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ext Box 2"/>
          <p:cNvSpPr txBox="1"/>
          <p:nvPr/>
        </p:nvSpPr>
        <p:spPr>
          <a:xfrm>
            <a:off x="0" y="2670175"/>
            <a:ext cx="4725988" cy="519113"/>
          </a:xfrm>
          <a:prstGeom prst="rect">
            <a:avLst/>
          </a:prstGeom>
          <a:noFill/>
          <a:ln w="9525">
            <a:noFill/>
          </a:ln>
        </p:spPr>
        <p:txBody>
          <a:bodyPr anchor="t" anchorCtr="0">
            <a:spAutoFit/>
          </a:bodyPr>
          <a:p>
            <a:pPr lvl="1" indent="0" algn="l" eaLnBrk="1" hangingPunct="1"/>
            <a:r>
              <a:rPr lang="zh-CN" altLang="en-US" sz="2800" b="1" i="0" dirty="0">
                <a:latin typeface="Times New Roman" panose="02020603050405020304" pitchFamily="18" charset="0"/>
                <a:ea typeface="宋体" panose="02010600030101010101" pitchFamily="2" charset="-122"/>
              </a:rPr>
              <a:t>例如</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门的时延</a:t>
            </a:r>
            <a:endParaRPr lang="zh-CN" altLang="en-US" sz="2800" i="0" dirty="0">
              <a:latin typeface="Times New Roman" panose="02020603050405020304" pitchFamily="18" charset="0"/>
              <a:ea typeface="宋体" panose="02010600030101010101" pitchFamily="2" charset="-122"/>
            </a:endParaRPr>
          </a:p>
        </p:txBody>
      </p:sp>
      <p:sp>
        <p:nvSpPr>
          <p:cNvPr id="26644" name="Text Box 20"/>
          <p:cNvSpPr txBox="1"/>
          <p:nvPr/>
        </p:nvSpPr>
        <p:spPr>
          <a:xfrm>
            <a:off x="307975" y="5654675"/>
            <a:ext cx="8512175" cy="1031875"/>
          </a:xfrm>
          <a:prstGeom prst="rect">
            <a:avLst/>
          </a:prstGeom>
          <a:noFill/>
          <a:ln w="9525">
            <a:noFill/>
          </a:ln>
        </p:spPr>
        <p:txBody>
          <a:bodyPr anchor="t" anchorCtr="0">
            <a:spAutoFit/>
          </a:bodyPr>
          <a:p>
            <a:pPr indent="669925">
              <a:lnSpc>
                <a:spcPct val="110000"/>
              </a:lnSpc>
              <a:spcBef>
                <a:spcPct val="50000"/>
              </a:spcBef>
            </a:pPr>
            <a:r>
              <a:rPr lang="zh-CN" altLang="en-US" sz="2800" i="0" dirty="0">
                <a:latin typeface="Times New Roman" panose="02020603050405020304" pitchFamily="18" charset="0"/>
                <a:ea typeface="宋体" panose="02010600030101010101" pitchFamily="2" charset="-122"/>
              </a:rPr>
              <a:t>一般来说，时延对数字系统是有害的，它会降低系统的工作的速度，还会产生竞争冒险现象。</a:t>
            </a:r>
            <a:endParaRPr lang="zh-CN" altLang="en-US" sz="2800" i="0" dirty="0">
              <a:latin typeface="Times New Roman" panose="02020603050405020304" pitchFamily="18" charset="0"/>
              <a:ea typeface="宋体" panose="02010600030101010101" pitchFamily="2" charset="-122"/>
            </a:endParaRPr>
          </a:p>
        </p:txBody>
      </p:sp>
      <p:grpSp>
        <p:nvGrpSpPr>
          <p:cNvPr id="2" name="Group 24"/>
          <p:cNvGrpSpPr/>
          <p:nvPr/>
        </p:nvGrpSpPr>
        <p:grpSpPr>
          <a:xfrm>
            <a:off x="2586038" y="2946400"/>
            <a:ext cx="5634037" cy="2828925"/>
            <a:chOff x="1209" y="944"/>
            <a:chExt cx="3549" cy="1782"/>
          </a:xfrm>
        </p:grpSpPr>
        <p:sp>
          <p:nvSpPr>
            <p:cNvPr id="161796" name="Freeform 6"/>
            <p:cNvSpPr/>
            <p:nvPr/>
          </p:nvSpPr>
          <p:spPr>
            <a:xfrm>
              <a:off x="1500" y="944"/>
              <a:ext cx="3123" cy="378"/>
            </a:xfrm>
            <a:custGeom>
              <a:avLst/>
              <a:gdLst/>
              <a:ahLst/>
              <a:cxnLst>
                <a:cxn ang="0">
                  <a:pos x="0" y="378"/>
                </a:cxn>
                <a:cxn ang="0">
                  <a:pos x="1167" y="378"/>
                </a:cxn>
                <a:cxn ang="0">
                  <a:pos x="1167" y="0"/>
                </a:cxn>
                <a:cxn ang="0">
                  <a:pos x="2212" y="0"/>
                </a:cxn>
                <a:cxn ang="0">
                  <a:pos x="2212" y="378"/>
                </a:cxn>
                <a:cxn ang="0">
                  <a:pos x="3123" y="378"/>
                </a:cxn>
              </a:cxnLst>
              <a:pathLst>
                <a:path w="3123" h="378">
                  <a:moveTo>
                    <a:pt x="0" y="378"/>
                  </a:moveTo>
                  <a:lnTo>
                    <a:pt x="1167" y="378"/>
                  </a:lnTo>
                  <a:lnTo>
                    <a:pt x="1167" y="0"/>
                  </a:lnTo>
                  <a:lnTo>
                    <a:pt x="2212" y="0"/>
                  </a:lnTo>
                  <a:lnTo>
                    <a:pt x="2212" y="378"/>
                  </a:lnTo>
                  <a:lnTo>
                    <a:pt x="3123" y="378"/>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1797" name="Freeform 7"/>
            <p:cNvSpPr/>
            <p:nvPr/>
          </p:nvSpPr>
          <p:spPr>
            <a:xfrm>
              <a:off x="1499" y="1422"/>
              <a:ext cx="3056" cy="356"/>
            </a:xfrm>
            <a:custGeom>
              <a:avLst/>
              <a:gdLst/>
              <a:ahLst/>
              <a:cxnLst>
                <a:cxn ang="0">
                  <a:pos x="0" y="356"/>
                </a:cxn>
                <a:cxn ang="0">
                  <a:pos x="700" y="356"/>
                </a:cxn>
                <a:cxn ang="0">
                  <a:pos x="700" y="0"/>
                </a:cxn>
                <a:cxn ang="0">
                  <a:pos x="3056" y="0"/>
                </a:cxn>
              </a:cxnLst>
              <a:pathLst>
                <a:path w="3056" h="289">
                  <a:moveTo>
                    <a:pt x="0" y="289"/>
                  </a:moveTo>
                  <a:lnTo>
                    <a:pt x="700" y="289"/>
                  </a:lnTo>
                  <a:lnTo>
                    <a:pt x="700" y="0"/>
                  </a:lnTo>
                  <a:lnTo>
                    <a:pt x="3056" y="0"/>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1798" name="Freeform 8"/>
            <p:cNvSpPr/>
            <p:nvPr/>
          </p:nvSpPr>
          <p:spPr>
            <a:xfrm>
              <a:off x="1455" y="1904"/>
              <a:ext cx="3178" cy="345"/>
            </a:xfrm>
            <a:custGeom>
              <a:avLst/>
              <a:gdLst/>
              <a:ahLst/>
              <a:cxnLst>
                <a:cxn ang="0">
                  <a:pos x="0" y="0"/>
                </a:cxn>
                <a:cxn ang="0">
                  <a:pos x="1489" y="0"/>
                </a:cxn>
                <a:cxn ang="0">
                  <a:pos x="1489" y="345"/>
                </a:cxn>
                <a:cxn ang="0">
                  <a:pos x="2711" y="345"/>
                </a:cxn>
                <a:cxn ang="0">
                  <a:pos x="2711" y="0"/>
                </a:cxn>
                <a:cxn ang="0">
                  <a:pos x="3178" y="0"/>
                </a:cxn>
              </a:cxnLst>
              <a:pathLst>
                <a:path w="3178" h="256">
                  <a:moveTo>
                    <a:pt x="0" y="0"/>
                  </a:moveTo>
                  <a:lnTo>
                    <a:pt x="1489" y="0"/>
                  </a:lnTo>
                  <a:lnTo>
                    <a:pt x="1489" y="256"/>
                  </a:lnTo>
                  <a:lnTo>
                    <a:pt x="2711" y="256"/>
                  </a:lnTo>
                  <a:lnTo>
                    <a:pt x="2711" y="0"/>
                  </a:lnTo>
                  <a:lnTo>
                    <a:pt x="3178" y="0"/>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1799" name="Line 9"/>
            <p:cNvSpPr/>
            <p:nvPr/>
          </p:nvSpPr>
          <p:spPr>
            <a:xfrm>
              <a:off x="2655" y="1322"/>
              <a:ext cx="0" cy="1122"/>
            </a:xfrm>
            <a:prstGeom prst="line">
              <a:avLst/>
            </a:prstGeom>
            <a:ln w="9525" cap="flat" cmpd="sng">
              <a:solidFill>
                <a:schemeClr val="tx1"/>
              </a:solidFill>
              <a:prstDash val="dash"/>
              <a:round/>
              <a:headEnd type="none" w="med" len="med"/>
              <a:tailEnd type="none" w="med" len="med"/>
            </a:ln>
          </p:spPr>
        </p:sp>
        <p:sp>
          <p:nvSpPr>
            <p:cNvPr id="161800" name="Line 10"/>
            <p:cNvSpPr/>
            <p:nvPr/>
          </p:nvSpPr>
          <p:spPr>
            <a:xfrm>
              <a:off x="3700" y="1260"/>
              <a:ext cx="12" cy="1198"/>
            </a:xfrm>
            <a:prstGeom prst="line">
              <a:avLst/>
            </a:prstGeom>
            <a:ln w="9525" cap="flat" cmpd="sng">
              <a:solidFill>
                <a:schemeClr val="tx1"/>
              </a:solidFill>
              <a:prstDash val="dash"/>
              <a:round/>
              <a:headEnd type="none" w="med" len="med"/>
              <a:tailEnd type="none" w="med" len="med"/>
            </a:ln>
          </p:spPr>
        </p:sp>
        <p:sp>
          <p:nvSpPr>
            <p:cNvPr id="161801" name="Line 11"/>
            <p:cNvSpPr/>
            <p:nvPr/>
          </p:nvSpPr>
          <p:spPr>
            <a:xfrm>
              <a:off x="2956" y="2154"/>
              <a:ext cx="0" cy="277"/>
            </a:xfrm>
            <a:prstGeom prst="line">
              <a:avLst/>
            </a:prstGeom>
            <a:ln w="9525" cap="flat" cmpd="sng">
              <a:solidFill>
                <a:schemeClr val="tx1"/>
              </a:solidFill>
              <a:prstDash val="dash"/>
              <a:round/>
              <a:headEnd type="none" w="med" len="med"/>
              <a:tailEnd type="none" w="med" len="med"/>
            </a:ln>
          </p:spPr>
        </p:sp>
        <p:sp>
          <p:nvSpPr>
            <p:cNvPr id="161802" name="Line 12"/>
            <p:cNvSpPr/>
            <p:nvPr/>
          </p:nvSpPr>
          <p:spPr>
            <a:xfrm>
              <a:off x="4179" y="2178"/>
              <a:ext cx="0" cy="277"/>
            </a:xfrm>
            <a:prstGeom prst="line">
              <a:avLst/>
            </a:prstGeom>
            <a:ln w="9525" cap="flat" cmpd="sng">
              <a:solidFill>
                <a:schemeClr val="tx1"/>
              </a:solidFill>
              <a:prstDash val="dash"/>
              <a:round/>
              <a:headEnd type="none" w="med" len="med"/>
              <a:tailEnd type="none" w="med" len="med"/>
            </a:ln>
          </p:spPr>
        </p:sp>
        <p:sp>
          <p:nvSpPr>
            <p:cNvPr id="161803" name="Text Box 13"/>
            <p:cNvSpPr txBox="1"/>
            <p:nvPr/>
          </p:nvSpPr>
          <p:spPr>
            <a:xfrm>
              <a:off x="1209" y="977"/>
              <a:ext cx="27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61804" name="Text Box 14"/>
            <p:cNvSpPr txBox="1"/>
            <p:nvPr/>
          </p:nvSpPr>
          <p:spPr>
            <a:xfrm>
              <a:off x="1233" y="1407"/>
              <a:ext cx="265"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61805" name="Text Box 15"/>
            <p:cNvSpPr txBox="1"/>
            <p:nvPr/>
          </p:nvSpPr>
          <p:spPr>
            <a:xfrm>
              <a:off x="2579" y="2375"/>
              <a:ext cx="254"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t</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61806" name="Text Box 16"/>
            <p:cNvSpPr txBox="1"/>
            <p:nvPr/>
          </p:nvSpPr>
          <p:spPr>
            <a:xfrm>
              <a:off x="2864" y="2375"/>
              <a:ext cx="650"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t</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t</a:t>
              </a:r>
              <a:r>
                <a:rPr lang="en-US" altLang="zh-CN" sz="2800" baseline="-25000" dirty="0">
                  <a:latin typeface="Times New Roman" panose="02020603050405020304" pitchFamily="18" charset="0"/>
                  <a:ea typeface="宋体" panose="02010600030101010101" pitchFamily="2" charset="-122"/>
                </a:rPr>
                <a:t>pd</a:t>
              </a:r>
              <a:endParaRPr lang="en-US" altLang="zh-CN" sz="2800" i="0" baseline="-25000" dirty="0">
                <a:latin typeface="Times New Roman" panose="02020603050405020304" pitchFamily="18" charset="0"/>
                <a:ea typeface="宋体" panose="02010600030101010101" pitchFamily="2" charset="-122"/>
              </a:endParaRPr>
            </a:p>
          </p:txBody>
        </p:sp>
        <p:sp>
          <p:nvSpPr>
            <p:cNvPr id="161807" name="Text Box 17"/>
            <p:cNvSpPr txBox="1"/>
            <p:nvPr/>
          </p:nvSpPr>
          <p:spPr>
            <a:xfrm>
              <a:off x="3655" y="2387"/>
              <a:ext cx="254"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t</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61808" name="Text Box 18"/>
            <p:cNvSpPr txBox="1"/>
            <p:nvPr/>
          </p:nvSpPr>
          <p:spPr>
            <a:xfrm>
              <a:off x="4108" y="2399"/>
              <a:ext cx="650"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t</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t</a:t>
              </a:r>
              <a:r>
                <a:rPr lang="en-US" altLang="zh-CN" sz="2800" baseline="-25000" dirty="0">
                  <a:latin typeface="Times New Roman" panose="02020603050405020304" pitchFamily="18" charset="0"/>
                  <a:ea typeface="宋体" panose="02010600030101010101" pitchFamily="2" charset="-122"/>
                </a:rPr>
                <a:t>pd</a:t>
              </a:r>
              <a:endParaRPr lang="en-US" altLang="zh-CN" sz="2800" i="0" baseline="-25000" dirty="0">
                <a:latin typeface="Times New Roman" panose="02020603050405020304" pitchFamily="18" charset="0"/>
                <a:ea typeface="宋体" panose="02010600030101010101" pitchFamily="2" charset="-122"/>
              </a:endParaRPr>
            </a:p>
          </p:txBody>
        </p:sp>
        <p:sp>
          <p:nvSpPr>
            <p:cNvPr id="161809" name="Text Box 21"/>
            <p:cNvSpPr txBox="1"/>
            <p:nvPr/>
          </p:nvSpPr>
          <p:spPr>
            <a:xfrm>
              <a:off x="1234" y="1882"/>
              <a:ext cx="2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grpSp>
      <p:sp>
        <p:nvSpPr>
          <p:cNvPr id="26649" name="Text Box 25"/>
          <p:cNvSpPr txBox="1"/>
          <p:nvPr/>
        </p:nvSpPr>
        <p:spPr>
          <a:xfrm>
            <a:off x="441325" y="1004888"/>
            <a:ext cx="8045450" cy="1501775"/>
          </a:xfrm>
          <a:prstGeom prst="rect">
            <a:avLst/>
          </a:prstGeom>
          <a:noFill/>
          <a:ln w="9525">
            <a:noFill/>
          </a:ln>
        </p:spPr>
        <p:txBody>
          <a:bodyPr anchor="t" anchorCtr="0">
            <a:spAutoFit/>
          </a:bodyPr>
          <a:p>
            <a:pPr indent="669925">
              <a:lnSpc>
                <a:spcPct val="110000"/>
              </a:lnSpc>
              <a:spcBef>
                <a:spcPct val="50000"/>
              </a:spcBef>
            </a:pPr>
            <a:r>
              <a:rPr lang="zh-CN" altLang="en-US" sz="2800" i="0" dirty="0">
                <a:latin typeface="Times New Roman" panose="02020603050405020304" pitchFamily="18" charset="0"/>
                <a:ea typeface="宋体" panose="02010600030101010101" pitchFamily="2" charset="-122"/>
              </a:rPr>
              <a:t>实际上，电信号从任意一点经过任意路径到达另一点都需要一定时间，我们称之为时间延迟或简称时延。</a:t>
            </a:r>
            <a:endParaRPr lang="zh-CN" altLang="en-US" sz="2800" i="0" dirty="0">
              <a:latin typeface="Times New Roman" panose="02020603050405020304" pitchFamily="18" charset="0"/>
              <a:ea typeface="宋体" panose="02010600030101010101" pitchFamily="2" charset="-122"/>
            </a:endParaRPr>
          </a:p>
        </p:txBody>
      </p:sp>
      <p:sp>
        <p:nvSpPr>
          <p:cNvPr id="26650" name="Text Box 26"/>
          <p:cNvSpPr txBox="1">
            <a:spLocks noChangeArrowheads="1"/>
          </p:cNvSpPr>
          <p:nvPr/>
        </p:nvSpPr>
        <p:spPr bwMode="auto">
          <a:xfrm>
            <a:off x="2435225" y="568325"/>
            <a:ext cx="4865688" cy="553085"/>
          </a:xfrm>
          <a:prstGeom prst="rect">
            <a:avLst/>
          </a:prstGeom>
          <a:noFill/>
          <a:ln w="9525">
            <a:noFill/>
            <a:miter lim="800000"/>
          </a:ln>
          <a:effectLst/>
        </p:spPr>
        <p:txBody>
          <a:bodyPr>
            <a:spAutoFit/>
          </a:bodyPr>
          <a:lstStyle/>
          <a:p>
            <a:pPr marR="0" defTabSz="914400">
              <a:buClrTx/>
              <a:buSzTx/>
              <a:buFontTx/>
              <a:buNone/>
              <a:defRPr/>
            </a:pPr>
            <a:r>
              <a:rPr kumimoji="1" lang="en-US" altLang="zh-CN" sz="3000" b="1" i="0" kern="1200" cap="none" spc="0" normalizeH="0" baseline="0" noProof="0" dirty="0" smtClean="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5.10   </a:t>
            </a:r>
            <a:r>
              <a:rPr kumimoji="1" lang="zh-CN" altLang="en-US" sz="3000" b="1" i="0" kern="1200" cap="none" spc="0" normalizeH="0" baseline="0" noProof="0" dirty="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组合电路的险象</a:t>
            </a:r>
            <a:endParaRPr kumimoji="1" lang="zh-CN" altLang="en-US" sz="3000" b="1" i="0" kern="1200" cap="none" spc="0" normalizeH="0" baseline="0" noProof="0" dirty="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6649"/>
                                        </p:tgtEl>
                                        <p:attrNameLst>
                                          <p:attrName>style.visibility</p:attrName>
                                        </p:attrNameLst>
                                      </p:cBhvr>
                                      <p:to>
                                        <p:strVal val="visible"/>
                                      </p:to>
                                    </p:set>
                                    <p:anim to="" calcmode="lin" valueType="num">
                                      <p:cBhvr>
                                        <p:cTn id="7" dur="1" fill="hold"/>
                                        <p:tgtEl>
                                          <p:spTgt spid="26649"/>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6"/>
                                        </p:tgtEl>
                                        <p:attrNameLst>
                                          <p:attrName>style.visibility</p:attrName>
                                        </p:attrNameLst>
                                      </p:cBhvr>
                                      <p:to>
                                        <p:strVal val="visible"/>
                                      </p:to>
                                    </p:set>
                                    <p:animEffect transition="in" filter="wipe(left)">
                                      <p:cBhvr>
                                        <p:cTn id="12" dur="500"/>
                                        <p:tgtEl>
                                          <p:spTgt spid="2662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26644"/>
                                        </p:tgtEl>
                                        <p:attrNameLst>
                                          <p:attrName>style.visibility</p:attrName>
                                        </p:attrNameLst>
                                      </p:cBhvr>
                                      <p:to>
                                        <p:strVal val="visible"/>
                                      </p:to>
                                    </p:set>
                                    <p:anim to="" calcmode="lin" valueType="num">
                                      <p:cBhvr>
                                        <p:cTn id="22" dur="1" fill="hold"/>
                                        <p:tgtEl>
                                          <p:spTgt spid="26644"/>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26644" grpId="0"/>
      <p:bldP spid="26649"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8675" name="Object 3"/>
          <p:cNvGraphicFramePr>
            <a:graphicFrameLocks noChangeAspect="1"/>
          </p:cNvGraphicFramePr>
          <p:nvPr/>
        </p:nvGraphicFramePr>
        <p:xfrm>
          <a:off x="312738" y="2406650"/>
          <a:ext cx="3673475" cy="1565275"/>
        </p:xfrm>
        <a:graphic>
          <a:graphicData uri="http://schemas.openxmlformats.org/presentationml/2006/ole">
            <mc:AlternateContent xmlns:mc="http://schemas.openxmlformats.org/markup-compatibility/2006">
              <mc:Choice xmlns:v="urn:schemas-microsoft-com:vml" Requires="v">
                <p:oleObj spid="_x0000_s3335" name="" r:id="rId1" imgW="1841500" imgH="711200" progId="Equation.3">
                  <p:embed/>
                </p:oleObj>
              </mc:Choice>
              <mc:Fallback>
                <p:oleObj name="" r:id="rId1" imgW="1841500" imgH="711200" progId="Equation.3">
                  <p:embed/>
                  <p:pic>
                    <p:nvPicPr>
                      <p:cNvPr id="0" name="图片 3334"/>
                      <p:cNvPicPr/>
                      <p:nvPr/>
                    </p:nvPicPr>
                    <p:blipFill>
                      <a:blip r:embed="rId2"/>
                      <a:stretch>
                        <a:fillRect/>
                      </a:stretch>
                    </p:blipFill>
                    <p:spPr>
                      <a:xfrm>
                        <a:off x="312738" y="2406650"/>
                        <a:ext cx="3673475" cy="1565275"/>
                      </a:xfrm>
                      <a:prstGeom prst="rect">
                        <a:avLst/>
                      </a:prstGeom>
                      <a:noFill/>
                      <a:ln w="38100">
                        <a:noFill/>
                        <a:miter/>
                      </a:ln>
                    </p:spPr>
                  </p:pic>
                </p:oleObj>
              </mc:Fallback>
            </mc:AlternateContent>
          </a:graphicData>
        </a:graphic>
      </p:graphicFrame>
      <p:grpSp>
        <p:nvGrpSpPr>
          <p:cNvPr id="2" name="Group 72"/>
          <p:cNvGrpSpPr/>
          <p:nvPr/>
        </p:nvGrpSpPr>
        <p:grpSpPr>
          <a:xfrm>
            <a:off x="606425" y="3849688"/>
            <a:ext cx="3286125" cy="2709862"/>
            <a:chOff x="486" y="1141"/>
            <a:chExt cx="2070" cy="1707"/>
          </a:xfrm>
        </p:grpSpPr>
        <p:sp>
          <p:nvSpPr>
            <p:cNvPr id="162819" name="Freeform 30"/>
            <p:cNvSpPr/>
            <p:nvPr/>
          </p:nvSpPr>
          <p:spPr>
            <a:xfrm>
              <a:off x="1078" y="1744"/>
              <a:ext cx="299" cy="813"/>
            </a:xfrm>
            <a:custGeom>
              <a:avLst/>
              <a:gdLst/>
              <a:ahLst/>
              <a:cxnLst>
                <a:cxn ang="0">
                  <a:pos x="0" y="0"/>
                </a:cxn>
                <a:cxn ang="0">
                  <a:pos x="0" y="813"/>
                </a:cxn>
                <a:cxn ang="0">
                  <a:pos x="299" y="813"/>
                </a:cxn>
              </a:cxnLst>
              <a:pathLst>
                <a:path w="299" h="813">
                  <a:moveTo>
                    <a:pt x="0" y="0"/>
                  </a:moveTo>
                  <a:lnTo>
                    <a:pt x="0" y="813"/>
                  </a:lnTo>
                  <a:lnTo>
                    <a:pt x="299" y="813"/>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62820" name="Rectangle 26"/>
            <p:cNvSpPr/>
            <p:nvPr/>
          </p:nvSpPr>
          <p:spPr>
            <a:xfrm>
              <a:off x="875" y="2008"/>
              <a:ext cx="414" cy="2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21" name="Text Box 27"/>
            <p:cNvSpPr txBox="1"/>
            <p:nvPr/>
          </p:nvSpPr>
          <p:spPr>
            <a:xfrm>
              <a:off x="968" y="1964"/>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62822" name="Freeform 5"/>
            <p:cNvSpPr/>
            <p:nvPr/>
          </p:nvSpPr>
          <p:spPr>
            <a:xfrm>
              <a:off x="1601" y="2233"/>
              <a:ext cx="354" cy="393"/>
            </a:xfrm>
            <a:custGeom>
              <a:avLst/>
              <a:gdLst/>
              <a:ahLst/>
              <a:cxnLst>
                <a:cxn ang="0">
                  <a:pos x="0" y="389"/>
                </a:cxn>
                <a:cxn ang="0">
                  <a:pos x="9" y="389"/>
                </a:cxn>
                <a:cxn ang="0">
                  <a:pos x="206" y="393"/>
                </a:cxn>
                <a:cxn ang="0">
                  <a:pos x="206" y="0"/>
                </a:cxn>
                <a:cxn ang="0">
                  <a:pos x="354" y="0"/>
                </a:cxn>
              </a:cxnLst>
              <a:pathLst>
                <a:path w="422" h="491">
                  <a:moveTo>
                    <a:pt x="0" y="486"/>
                  </a:moveTo>
                  <a:lnTo>
                    <a:pt x="11" y="486"/>
                  </a:lnTo>
                  <a:lnTo>
                    <a:pt x="245" y="491"/>
                  </a:lnTo>
                  <a:lnTo>
                    <a:pt x="245" y="0"/>
                  </a:lnTo>
                  <a:lnTo>
                    <a:pt x="4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62823" name="Freeform 6"/>
            <p:cNvSpPr/>
            <p:nvPr/>
          </p:nvSpPr>
          <p:spPr>
            <a:xfrm>
              <a:off x="1591" y="1621"/>
              <a:ext cx="374" cy="391"/>
            </a:xfrm>
            <a:custGeom>
              <a:avLst/>
              <a:gdLst/>
              <a:ahLst/>
              <a:cxnLst>
                <a:cxn ang="0">
                  <a:pos x="0" y="5"/>
                </a:cxn>
                <a:cxn ang="0">
                  <a:pos x="178" y="0"/>
                </a:cxn>
                <a:cxn ang="0">
                  <a:pos x="178" y="391"/>
                </a:cxn>
                <a:cxn ang="0">
                  <a:pos x="374" y="391"/>
                </a:cxn>
              </a:cxnLst>
              <a:pathLst>
                <a:path w="446" h="389">
                  <a:moveTo>
                    <a:pt x="0" y="5"/>
                  </a:moveTo>
                  <a:lnTo>
                    <a:pt x="212" y="0"/>
                  </a:lnTo>
                  <a:lnTo>
                    <a:pt x="212" y="389"/>
                  </a:lnTo>
                  <a:lnTo>
                    <a:pt x="446" y="389"/>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62824" name="Rectangle 7"/>
            <p:cNvSpPr/>
            <p:nvPr/>
          </p:nvSpPr>
          <p:spPr>
            <a:xfrm>
              <a:off x="1377" y="1424"/>
              <a:ext cx="224" cy="36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25" name="Rectangle 8"/>
            <p:cNvSpPr/>
            <p:nvPr/>
          </p:nvSpPr>
          <p:spPr>
            <a:xfrm>
              <a:off x="1377" y="2446"/>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26" name="Rectangle 9"/>
            <p:cNvSpPr/>
            <p:nvPr/>
          </p:nvSpPr>
          <p:spPr>
            <a:xfrm>
              <a:off x="1953" y="1945"/>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27" name="Line 10"/>
            <p:cNvSpPr/>
            <p:nvPr/>
          </p:nvSpPr>
          <p:spPr>
            <a:xfrm>
              <a:off x="706" y="1518"/>
              <a:ext cx="681" cy="0"/>
            </a:xfrm>
            <a:prstGeom prst="line">
              <a:avLst/>
            </a:prstGeom>
            <a:ln w="9525" cap="flat" cmpd="sng">
              <a:solidFill>
                <a:schemeClr val="tx1"/>
              </a:solidFill>
              <a:prstDash val="solid"/>
              <a:round/>
              <a:headEnd type="none" w="med" len="med"/>
              <a:tailEnd type="none" w="med" len="med"/>
            </a:ln>
          </p:spPr>
        </p:sp>
        <p:sp>
          <p:nvSpPr>
            <p:cNvPr id="162828" name="Line 11"/>
            <p:cNvSpPr/>
            <p:nvPr/>
          </p:nvSpPr>
          <p:spPr>
            <a:xfrm>
              <a:off x="706" y="1732"/>
              <a:ext cx="681" cy="0"/>
            </a:xfrm>
            <a:prstGeom prst="line">
              <a:avLst/>
            </a:prstGeom>
            <a:ln w="9525" cap="flat" cmpd="sng">
              <a:solidFill>
                <a:schemeClr val="tx1"/>
              </a:solidFill>
              <a:prstDash val="solid"/>
              <a:round/>
              <a:headEnd type="none" w="med" len="med"/>
              <a:tailEnd type="none" w="med" len="med"/>
            </a:ln>
          </p:spPr>
        </p:sp>
        <p:sp>
          <p:nvSpPr>
            <p:cNvPr id="162829" name="Oval 12"/>
            <p:cNvSpPr/>
            <p:nvPr/>
          </p:nvSpPr>
          <p:spPr>
            <a:xfrm>
              <a:off x="1591" y="1602"/>
              <a:ext cx="40" cy="40"/>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30" name="Freeform 14"/>
            <p:cNvSpPr/>
            <p:nvPr/>
          </p:nvSpPr>
          <p:spPr>
            <a:xfrm>
              <a:off x="678" y="2730"/>
              <a:ext cx="699" cy="3"/>
            </a:xfrm>
            <a:custGeom>
              <a:avLst/>
              <a:gdLst/>
              <a:ahLst/>
              <a:cxnLst>
                <a:cxn ang="0">
                  <a:pos x="0" y="3"/>
                </a:cxn>
                <a:cxn ang="0">
                  <a:pos x="334" y="0"/>
                </a:cxn>
                <a:cxn ang="0">
                  <a:pos x="699" y="0"/>
                </a:cxn>
              </a:cxnLst>
              <a:pathLst>
                <a:path w="699" h="3">
                  <a:moveTo>
                    <a:pt x="0" y="3"/>
                  </a:moveTo>
                  <a:lnTo>
                    <a:pt x="334" y="0"/>
                  </a:lnTo>
                  <a:lnTo>
                    <a:pt x="699"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62831" name="Oval 17"/>
            <p:cNvSpPr/>
            <p:nvPr/>
          </p:nvSpPr>
          <p:spPr>
            <a:xfrm>
              <a:off x="1064" y="1715"/>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32" name="Text Box 18"/>
            <p:cNvSpPr txBox="1"/>
            <p:nvPr/>
          </p:nvSpPr>
          <p:spPr>
            <a:xfrm>
              <a:off x="1347" y="2390"/>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62833" name="Text Box 19"/>
            <p:cNvSpPr txBox="1"/>
            <p:nvPr/>
          </p:nvSpPr>
          <p:spPr>
            <a:xfrm>
              <a:off x="494" y="1348"/>
              <a:ext cx="244"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162834" name="Rectangle 20"/>
            <p:cNvSpPr/>
            <p:nvPr/>
          </p:nvSpPr>
          <p:spPr>
            <a:xfrm>
              <a:off x="486" y="2560"/>
              <a:ext cx="244"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162835" name="Rectangle 21"/>
            <p:cNvSpPr/>
            <p:nvPr/>
          </p:nvSpPr>
          <p:spPr>
            <a:xfrm>
              <a:off x="493" y="1590"/>
              <a:ext cx="255"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162836" name="Line 22"/>
            <p:cNvSpPr/>
            <p:nvPr/>
          </p:nvSpPr>
          <p:spPr>
            <a:xfrm>
              <a:off x="2177" y="2141"/>
              <a:ext cx="224" cy="0"/>
            </a:xfrm>
            <a:prstGeom prst="line">
              <a:avLst/>
            </a:prstGeom>
            <a:ln w="9525" cap="flat" cmpd="sng">
              <a:solidFill>
                <a:schemeClr val="tx1"/>
              </a:solidFill>
              <a:prstDash val="solid"/>
              <a:round/>
              <a:headEnd type="none" w="med" len="med"/>
              <a:tailEnd type="none" w="med" len="med"/>
            </a:ln>
          </p:spPr>
        </p:sp>
        <p:sp>
          <p:nvSpPr>
            <p:cNvPr id="162837" name="Rectangle 23"/>
            <p:cNvSpPr/>
            <p:nvPr/>
          </p:nvSpPr>
          <p:spPr>
            <a:xfrm>
              <a:off x="2333" y="1981"/>
              <a:ext cx="223"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162838" name="Oval 24"/>
            <p:cNvSpPr/>
            <p:nvPr/>
          </p:nvSpPr>
          <p:spPr>
            <a:xfrm>
              <a:off x="2164" y="2120"/>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39" name="Oval 25"/>
            <p:cNvSpPr/>
            <p:nvPr/>
          </p:nvSpPr>
          <p:spPr>
            <a:xfrm>
              <a:off x="1579" y="2602"/>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40" name="Text Box 31"/>
            <p:cNvSpPr txBox="1"/>
            <p:nvPr/>
          </p:nvSpPr>
          <p:spPr>
            <a:xfrm>
              <a:off x="1347" y="1349"/>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62841" name="Text Box 33"/>
            <p:cNvSpPr txBox="1"/>
            <p:nvPr/>
          </p:nvSpPr>
          <p:spPr>
            <a:xfrm>
              <a:off x="1932" y="1871"/>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62842" name="Oval 28"/>
            <p:cNvSpPr/>
            <p:nvPr/>
          </p:nvSpPr>
          <p:spPr>
            <a:xfrm>
              <a:off x="1051" y="2257"/>
              <a:ext cx="48" cy="48"/>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43" name="Text Box 34"/>
            <p:cNvSpPr txBox="1"/>
            <p:nvPr/>
          </p:nvSpPr>
          <p:spPr>
            <a:xfrm>
              <a:off x="1042" y="2265"/>
              <a:ext cx="228"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d</a:t>
              </a:r>
              <a:endParaRPr lang="en-US" altLang="zh-CN" sz="2800" dirty="0">
                <a:latin typeface="Times New Roman" panose="02020603050405020304" pitchFamily="18" charset="0"/>
                <a:ea typeface="宋体" panose="02010600030101010101" pitchFamily="2" charset="-122"/>
              </a:endParaRPr>
            </a:p>
          </p:txBody>
        </p:sp>
        <p:sp>
          <p:nvSpPr>
            <p:cNvPr id="162844" name="Rectangle 35"/>
            <p:cNvSpPr/>
            <p:nvPr/>
          </p:nvSpPr>
          <p:spPr>
            <a:xfrm>
              <a:off x="1609" y="2498"/>
              <a:ext cx="228"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g</a:t>
              </a:r>
              <a:endParaRPr lang="en-US" altLang="zh-CN" sz="2800" dirty="0">
                <a:latin typeface="Times New Roman" panose="02020603050405020304" pitchFamily="18" charset="0"/>
                <a:ea typeface="宋体" panose="02010600030101010101" pitchFamily="2" charset="-122"/>
              </a:endParaRPr>
            </a:p>
          </p:txBody>
        </p:sp>
        <p:sp>
          <p:nvSpPr>
            <p:cNvPr id="162845" name="Rectangle 36"/>
            <p:cNvSpPr/>
            <p:nvPr/>
          </p:nvSpPr>
          <p:spPr>
            <a:xfrm>
              <a:off x="1598" y="1354"/>
              <a:ext cx="215"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e</a:t>
              </a:r>
              <a:endParaRPr lang="en-US" altLang="zh-CN" sz="2800" dirty="0">
                <a:latin typeface="Times New Roman" panose="02020603050405020304" pitchFamily="18" charset="0"/>
                <a:ea typeface="宋体" panose="02010600030101010101" pitchFamily="2" charset="-122"/>
              </a:endParaRPr>
            </a:p>
          </p:txBody>
        </p:sp>
        <p:sp>
          <p:nvSpPr>
            <p:cNvPr id="162846" name="Text Box 37"/>
            <p:cNvSpPr txBox="1"/>
            <p:nvPr/>
          </p:nvSpPr>
          <p:spPr>
            <a:xfrm>
              <a:off x="565" y="1975"/>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62847" name="Text Box 38"/>
            <p:cNvSpPr txBox="1"/>
            <p:nvPr/>
          </p:nvSpPr>
          <p:spPr>
            <a:xfrm>
              <a:off x="1341" y="1141"/>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62848" name="Text Box 39"/>
            <p:cNvSpPr txBox="1"/>
            <p:nvPr/>
          </p:nvSpPr>
          <p:spPr>
            <a:xfrm>
              <a:off x="1343" y="2164"/>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62849" name="Text Box 40"/>
            <p:cNvSpPr txBox="1"/>
            <p:nvPr/>
          </p:nvSpPr>
          <p:spPr>
            <a:xfrm>
              <a:off x="1898" y="1653"/>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grpSp>
      <p:grpSp>
        <p:nvGrpSpPr>
          <p:cNvPr id="3" name="Group 80"/>
          <p:cNvGrpSpPr/>
          <p:nvPr/>
        </p:nvGrpSpPr>
        <p:grpSpPr>
          <a:xfrm>
            <a:off x="4283075" y="2282825"/>
            <a:ext cx="4556125" cy="4251325"/>
            <a:chOff x="2586" y="1233"/>
            <a:chExt cx="3026" cy="2678"/>
          </a:xfrm>
        </p:grpSpPr>
        <p:sp>
          <p:nvSpPr>
            <p:cNvPr id="162851" name="Rectangle 63" descr="浅色上对角线"/>
            <p:cNvSpPr/>
            <p:nvPr/>
          </p:nvSpPr>
          <p:spPr>
            <a:xfrm>
              <a:off x="3595" y="2779"/>
              <a:ext cx="199" cy="289"/>
            </a:xfrm>
            <a:prstGeom prst="rect">
              <a:avLst/>
            </a:prstGeom>
            <a:pattFill prst="ltUpDiag">
              <a:fgClr>
                <a:schemeClr val="accent2"/>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52" name="Rectangle 64" descr="浅色上对角线"/>
            <p:cNvSpPr/>
            <p:nvPr/>
          </p:nvSpPr>
          <p:spPr>
            <a:xfrm>
              <a:off x="4779" y="2779"/>
              <a:ext cx="188" cy="289"/>
            </a:xfrm>
            <a:prstGeom prst="rect">
              <a:avLst/>
            </a:prstGeom>
            <a:pattFill prst="ltUpDiag">
              <a:fgClr>
                <a:schemeClr val="accent2"/>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53" name="Rectangle 65" descr="浅色上对角线"/>
            <p:cNvSpPr/>
            <p:nvPr/>
          </p:nvSpPr>
          <p:spPr>
            <a:xfrm>
              <a:off x="4775" y="2306"/>
              <a:ext cx="196" cy="300"/>
            </a:xfrm>
            <a:prstGeom prst="rect">
              <a:avLst/>
            </a:prstGeom>
            <a:pattFill prst="ltUpDiag">
              <a:fgClr>
                <a:schemeClr val="accent2"/>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54" name="Rectangle 66" descr="浅色上对角线"/>
            <p:cNvSpPr/>
            <p:nvPr/>
          </p:nvSpPr>
          <p:spPr>
            <a:xfrm>
              <a:off x="4968" y="3506"/>
              <a:ext cx="176" cy="289"/>
            </a:xfrm>
            <a:prstGeom prst="rect">
              <a:avLst/>
            </a:prstGeom>
            <a:pattFill prst="ltUpDiag">
              <a:fgClr>
                <a:schemeClr val="accent2"/>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55" name="Rectangle 62" descr="浅色上对角线"/>
            <p:cNvSpPr/>
            <p:nvPr/>
          </p:nvSpPr>
          <p:spPr>
            <a:xfrm>
              <a:off x="3595" y="2316"/>
              <a:ext cx="189" cy="289"/>
            </a:xfrm>
            <a:prstGeom prst="rect">
              <a:avLst/>
            </a:prstGeom>
            <a:pattFill prst="ltUpDiag">
              <a:fgClr>
                <a:schemeClr val="accent2"/>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56" name="Line 47"/>
            <p:cNvSpPr/>
            <p:nvPr/>
          </p:nvSpPr>
          <p:spPr>
            <a:xfrm>
              <a:off x="3392" y="1243"/>
              <a:ext cx="0" cy="2668"/>
            </a:xfrm>
            <a:prstGeom prst="line">
              <a:avLst/>
            </a:prstGeom>
            <a:ln w="19050" cap="flat" cmpd="sng">
              <a:solidFill>
                <a:srgbClr val="3333FF"/>
              </a:solidFill>
              <a:prstDash val="dash"/>
              <a:round/>
              <a:headEnd type="none" w="med" len="med"/>
              <a:tailEnd type="none" w="med" len="med"/>
            </a:ln>
          </p:spPr>
        </p:sp>
        <p:sp>
          <p:nvSpPr>
            <p:cNvPr id="162857" name="Line 48"/>
            <p:cNvSpPr/>
            <p:nvPr/>
          </p:nvSpPr>
          <p:spPr>
            <a:xfrm>
              <a:off x="3603" y="1233"/>
              <a:ext cx="0" cy="2678"/>
            </a:xfrm>
            <a:prstGeom prst="line">
              <a:avLst/>
            </a:prstGeom>
            <a:ln w="19050" cap="flat" cmpd="sng">
              <a:solidFill>
                <a:srgbClr val="3333FF"/>
              </a:solidFill>
              <a:prstDash val="dash"/>
              <a:round/>
              <a:headEnd type="none" w="med" len="med"/>
              <a:tailEnd type="none" w="med" len="med"/>
            </a:ln>
          </p:spPr>
        </p:sp>
        <p:sp>
          <p:nvSpPr>
            <p:cNvPr id="162858" name="Line 49"/>
            <p:cNvSpPr/>
            <p:nvPr/>
          </p:nvSpPr>
          <p:spPr>
            <a:xfrm>
              <a:off x="4780" y="1244"/>
              <a:ext cx="0" cy="2667"/>
            </a:xfrm>
            <a:prstGeom prst="line">
              <a:avLst/>
            </a:prstGeom>
            <a:ln w="19050" cap="flat" cmpd="sng">
              <a:solidFill>
                <a:srgbClr val="3333FF"/>
              </a:solidFill>
              <a:prstDash val="dash"/>
              <a:round/>
              <a:headEnd type="none" w="med" len="med"/>
              <a:tailEnd type="none" w="med" len="med"/>
            </a:ln>
          </p:spPr>
        </p:sp>
        <p:sp>
          <p:nvSpPr>
            <p:cNvPr id="162859" name="Line 50"/>
            <p:cNvSpPr/>
            <p:nvPr/>
          </p:nvSpPr>
          <p:spPr>
            <a:xfrm>
              <a:off x="4969" y="1244"/>
              <a:ext cx="0" cy="2667"/>
            </a:xfrm>
            <a:prstGeom prst="line">
              <a:avLst/>
            </a:prstGeom>
            <a:ln w="19050" cap="flat" cmpd="sng">
              <a:solidFill>
                <a:srgbClr val="3333FF"/>
              </a:solidFill>
              <a:prstDash val="dash"/>
              <a:round/>
              <a:headEnd type="none" w="med" len="med"/>
              <a:tailEnd type="none" w="med" len="med"/>
            </a:ln>
          </p:spPr>
        </p:sp>
        <p:sp>
          <p:nvSpPr>
            <p:cNvPr id="162860" name="Line 52"/>
            <p:cNvSpPr/>
            <p:nvPr/>
          </p:nvSpPr>
          <p:spPr>
            <a:xfrm>
              <a:off x="3792" y="2155"/>
              <a:ext cx="0" cy="1756"/>
            </a:xfrm>
            <a:prstGeom prst="line">
              <a:avLst/>
            </a:prstGeom>
            <a:ln w="19050" cap="flat" cmpd="sng">
              <a:solidFill>
                <a:srgbClr val="3333FF"/>
              </a:solidFill>
              <a:prstDash val="dash"/>
              <a:round/>
              <a:headEnd type="none" w="med" len="med"/>
              <a:tailEnd type="none" w="med" len="med"/>
            </a:ln>
          </p:spPr>
        </p:sp>
        <p:sp>
          <p:nvSpPr>
            <p:cNvPr id="162861" name="Line 53"/>
            <p:cNvSpPr/>
            <p:nvPr/>
          </p:nvSpPr>
          <p:spPr>
            <a:xfrm>
              <a:off x="5147" y="2322"/>
              <a:ext cx="0" cy="1589"/>
            </a:xfrm>
            <a:prstGeom prst="line">
              <a:avLst/>
            </a:prstGeom>
            <a:ln w="19050" cap="flat" cmpd="sng">
              <a:solidFill>
                <a:srgbClr val="3333FF"/>
              </a:solidFill>
              <a:prstDash val="dash"/>
              <a:round/>
              <a:headEnd type="none" w="med" len="med"/>
              <a:tailEnd type="none" w="med" len="med"/>
            </a:ln>
          </p:spPr>
        </p:sp>
        <p:sp>
          <p:nvSpPr>
            <p:cNvPr id="162862" name="Freeform 54"/>
            <p:cNvSpPr/>
            <p:nvPr/>
          </p:nvSpPr>
          <p:spPr>
            <a:xfrm>
              <a:off x="2778" y="1367"/>
              <a:ext cx="2789" cy="311"/>
            </a:xfrm>
            <a:custGeom>
              <a:avLst/>
              <a:gdLst/>
              <a:ahLst/>
              <a:cxnLst>
                <a:cxn ang="0">
                  <a:pos x="0" y="311"/>
                </a:cxn>
                <a:cxn ang="0">
                  <a:pos x="611" y="311"/>
                </a:cxn>
                <a:cxn ang="0">
                  <a:pos x="611" y="0"/>
                </a:cxn>
                <a:cxn ang="0">
                  <a:pos x="1900" y="0"/>
                </a:cxn>
                <a:cxn ang="0">
                  <a:pos x="1900" y="311"/>
                </a:cxn>
                <a:cxn ang="0">
                  <a:pos x="2789" y="311"/>
                </a:cxn>
              </a:cxnLst>
              <a:pathLst>
                <a:path w="2789" h="311">
                  <a:moveTo>
                    <a:pt x="0" y="311"/>
                  </a:moveTo>
                  <a:lnTo>
                    <a:pt x="611" y="311"/>
                  </a:lnTo>
                  <a:lnTo>
                    <a:pt x="611" y="0"/>
                  </a:lnTo>
                  <a:lnTo>
                    <a:pt x="1900" y="0"/>
                  </a:lnTo>
                  <a:lnTo>
                    <a:pt x="1900" y="311"/>
                  </a:lnTo>
                  <a:lnTo>
                    <a:pt x="2789" y="311"/>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2863" name="Freeform 55"/>
            <p:cNvSpPr/>
            <p:nvPr/>
          </p:nvSpPr>
          <p:spPr>
            <a:xfrm>
              <a:off x="2800" y="1855"/>
              <a:ext cx="2734" cy="289"/>
            </a:xfrm>
            <a:custGeom>
              <a:avLst/>
              <a:gdLst/>
              <a:ahLst/>
              <a:cxnLst>
                <a:cxn ang="0">
                  <a:pos x="0" y="0"/>
                </a:cxn>
                <a:cxn ang="0">
                  <a:pos x="800" y="0"/>
                </a:cxn>
                <a:cxn ang="0">
                  <a:pos x="800" y="289"/>
                </a:cxn>
                <a:cxn ang="0">
                  <a:pos x="1978" y="289"/>
                </a:cxn>
                <a:cxn ang="0">
                  <a:pos x="1978" y="0"/>
                </a:cxn>
                <a:cxn ang="0">
                  <a:pos x="2734" y="0"/>
                </a:cxn>
              </a:cxnLst>
              <a:pathLst>
                <a:path w="2734" h="289">
                  <a:moveTo>
                    <a:pt x="0" y="0"/>
                  </a:moveTo>
                  <a:lnTo>
                    <a:pt x="800" y="0"/>
                  </a:lnTo>
                  <a:lnTo>
                    <a:pt x="800" y="289"/>
                  </a:lnTo>
                  <a:lnTo>
                    <a:pt x="1978" y="289"/>
                  </a:lnTo>
                  <a:lnTo>
                    <a:pt x="1978" y="0"/>
                  </a:lnTo>
                  <a:lnTo>
                    <a:pt x="2734" y="0"/>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2864" name="Freeform 58"/>
            <p:cNvSpPr/>
            <p:nvPr/>
          </p:nvSpPr>
          <p:spPr>
            <a:xfrm>
              <a:off x="2800" y="2310"/>
              <a:ext cx="2734" cy="289"/>
            </a:xfrm>
            <a:custGeom>
              <a:avLst/>
              <a:gdLst/>
              <a:ahLst/>
              <a:cxnLst>
                <a:cxn ang="0">
                  <a:pos x="0" y="0"/>
                </a:cxn>
                <a:cxn ang="0">
                  <a:pos x="800" y="0"/>
                </a:cxn>
                <a:cxn ang="0">
                  <a:pos x="800" y="289"/>
                </a:cxn>
                <a:cxn ang="0">
                  <a:pos x="1978" y="289"/>
                </a:cxn>
                <a:cxn ang="0">
                  <a:pos x="1978" y="0"/>
                </a:cxn>
                <a:cxn ang="0">
                  <a:pos x="2734" y="0"/>
                </a:cxn>
              </a:cxnLst>
              <a:pathLst>
                <a:path w="2734" h="289">
                  <a:moveTo>
                    <a:pt x="0" y="0"/>
                  </a:moveTo>
                  <a:lnTo>
                    <a:pt x="800" y="0"/>
                  </a:lnTo>
                  <a:lnTo>
                    <a:pt x="800" y="289"/>
                  </a:lnTo>
                  <a:lnTo>
                    <a:pt x="1978" y="289"/>
                  </a:lnTo>
                  <a:lnTo>
                    <a:pt x="1978" y="0"/>
                  </a:lnTo>
                  <a:lnTo>
                    <a:pt x="2734" y="0"/>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2865" name="Freeform 59"/>
            <p:cNvSpPr/>
            <p:nvPr/>
          </p:nvSpPr>
          <p:spPr>
            <a:xfrm>
              <a:off x="2823" y="2778"/>
              <a:ext cx="2767" cy="288"/>
            </a:xfrm>
            <a:custGeom>
              <a:avLst/>
              <a:gdLst/>
              <a:ahLst/>
              <a:cxnLst>
                <a:cxn ang="0">
                  <a:pos x="0" y="288"/>
                </a:cxn>
                <a:cxn ang="0">
                  <a:pos x="966" y="288"/>
                </a:cxn>
                <a:cxn ang="0">
                  <a:pos x="966" y="0"/>
                </a:cxn>
                <a:cxn ang="0">
                  <a:pos x="2144" y="0"/>
                </a:cxn>
                <a:cxn ang="0">
                  <a:pos x="2144" y="288"/>
                </a:cxn>
                <a:cxn ang="0">
                  <a:pos x="2767" y="288"/>
                </a:cxn>
              </a:cxnLst>
              <a:pathLst>
                <a:path w="2767" h="288">
                  <a:moveTo>
                    <a:pt x="0" y="288"/>
                  </a:moveTo>
                  <a:lnTo>
                    <a:pt x="966" y="288"/>
                  </a:lnTo>
                  <a:lnTo>
                    <a:pt x="966" y="0"/>
                  </a:lnTo>
                  <a:lnTo>
                    <a:pt x="2144" y="0"/>
                  </a:lnTo>
                  <a:lnTo>
                    <a:pt x="2144" y="288"/>
                  </a:lnTo>
                  <a:lnTo>
                    <a:pt x="2767" y="288"/>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2866" name="Freeform 61"/>
            <p:cNvSpPr/>
            <p:nvPr/>
          </p:nvSpPr>
          <p:spPr>
            <a:xfrm>
              <a:off x="2800" y="3522"/>
              <a:ext cx="2812" cy="278"/>
            </a:xfrm>
            <a:custGeom>
              <a:avLst/>
              <a:gdLst/>
              <a:ahLst/>
              <a:cxnLst>
                <a:cxn ang="0">
                  <a:pos x="0" y="0"/>
                </a:cxn>
                <a:cxn ang="0">
                  <a:pos x="2167" y="0"/>
                </a:cxn>
                <a:cxn ang="0">
                  <a:pos x="2167" y="278"/>
                </a:cxn>
                <a:cxn ang="0">
                  <a:pos x="2345" y="278"/>
                </a:cxn>
                <a:cxn ang="0">
                  <a:pos x="2345" y="0"/>
                </a:cxn>
                <a:cxn ang="0">
                  <a:pos x="2812" y="0"/>
                </a:cxn>
              </a:cxnLst>
              <a:pathLst>
                <a:path w="2812" h="278">
                  <a:moveTo>
                    <a:pt x="0" y="0"/>
                  </a:moveTo>
                  <a:lnTo>
                    <a:pt x="2167" y="0"/>
                  </a:lnTo>
                  <a:lnTo>
                    <a:pt x="2167" y="278"/>
                  </a:lnTo>
                  <a:lnTo>
                    <a:pt x="2345" y="278"/>
                  </a:lnTo>
                  <a:lnTo>
                    <a:pt x="2345" y="0"/>
                  </a:lnTo>
                  <a:lnTo>
                    <a:pt x="2812" y="0"/>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2867" name="Rectangle 67"/>
            <p:cNvSpPr/>
            <p:nvPr/>
          </p:nvSpPr>
          <p:spPr>
            <a:xfrm>
              <a:off x="2586" y="1508"/>
              <a:ext cx="269" cy="288"/>
            </a:xfrm>
            <a:prstGeom prst="rect">
              <a:avLst/>
            </a:prstGeom>
            <a:noFill/>
            <a:ln w="1905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162868" name="Rectangle 68"/>
            <p:cNvSpPr/>
            <p:nvPr/>
          </p:nvSpPr>
          <p:spPr>
            <a:xfrm>
              <a:off x="2623" y="3392"/>
              <a:ext cx="235" cy="288"/>
            </a:xfrm>
            <a:prstGeom prst="rect">
              <a:avLst/>
            </a:prstGeom>
            <a:noFill/>
            <a:ln w="1905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162869" name="Text Box 69"/>
            <p:cNvSpPr txBox="1"/>
            <p:nvPr/>
          </p:nvSpPr>
          <p:spPr>
            <a:xfrm>
              <a:off x="2586" y="1709"/>
              <a:ext cx="240"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d</a:t>
              </a:r>
              <a:endParaRPr lang="en-US" altLang="zh-CN" sz="2800" dirty="0">
                <a:latin typeface="Times New Roman" panose="02020603050405020304" pitchFamily="18" charset="0"/>
                <a:ea typeface="宋体" panose="02010600030101010101" pitchFamily="2" charset="-122"/>
              </a:endParaRPr>
            </a:p>
          </p:txBody>
        </p:sp>
        <p:sp>
          <p:nvSpPr>
            <p:cNvPr id="162870" name="Rectangle 70"/>
            <p:cNvSpPr/>
            <p:nvPr/>
          </p:nvSpPr>
          <p:spPr>
            <a:xfrm>
              <a:off x="2609" y="2121"/>
              <a:ext cx="227"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e</a:t>
              </a:r>
              <a:endParaRPr lang="en-US" altLang="zh-CN" sz="2800" dirty="0">
                <a:latin typeface="Times New Roman" panose="02020603050405020304" pitchFamily="18" charset="0"/>
                <a:ea typeface="宋体" panose="02010600030101010101" pitchFamily="2" charset="-122"/>
              </a:endParaRPr>
            </a:p>
          </p:txBody>
        </p:sp>
        <p:sp>
          <p:nvSpPr>
            <p:cNvPr id="162871" name="Rectangle 71"/>
            <p:cNvSpPr/>
            <p:nvPr/>
          </p:nvSpPr>
          <p:spPr>
            <a:xfrm>
              <a:off x="2631" y="2865"/>
              <a:ext cx="241"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g</a:t>
              </a:r>
              <a:endParaRPr lang="en-US" altLang="zh-CN" sz="2800" dirty="0">
                <a:latin typeface="Times New Roman" panose="02020603050405020304" pitchFamily="18" charset="0"/>
                <a:ea typeface="宋体" panose="02010600030101010101" pitchFamily="2" charset="-122"/>
              </a:endParaRPr>
            </a:p>
          </p:txBody>
        </p:sp>
        <p:sp>
          <p:nvSpPr>
            <p:cNvPr id="162872" name="Line 73"/>
            <p:cNvSpPr/>
            <p:nvPr/>
          </p:nvSpPr>
          <p:spPr>
            <a:xfrm>
              <a:off x="3100" y="1989"/>
              <a:ext cx="289" cy="0"/>
            </a:xfrm>
            <a:prstGeom prst="line">
              <a:avLst/>
            </a:prstGeom>
            <a:ln w="19050" cap="flat" cmpd="sng">
              <a:solidFill>
                <a:srgbClr val="3333FF"/>
              </a:solidFill>
              <a:prstDash val="solid"/>
              <a:round/>
              <a:headEnd type="none" w="med" len="med"/>
              <a:tailEnd type="triangle" w="sm" len="lg"/>
            </a:ln>
          </p:spPr>
        </p:sp>
        <p:sp>
          <p:nvSpPr>
            <p:cNvPr id="162873" name="Line 74"/>
            <p:cNvSpPr/>
            <p:nvPr/>
          </p:nvSpPr>
          <p:spPr>
            <a:xfrm flipH="1">
              <a:off x="3600" y="1989"/>
              <a:ext cx="301" cy="0"/>
            </a:xfrm>
            <a:prstGeom prst="line">
              <a:avLst/>
            </a:prstGeom>
            <a:ln w="19050" cap="flat" cmpd="sng">
              <a:solidFill>
                <a:srgbClr val="3333FF"/>
              </a:solidFill>
              <a:prstDash val="solid"/>
              <a:round/>
              <a:headEnd type="none" w="med" len="med"/>
              <a:tailEnd type="triangle" w="sm" len="lg"/>
            </a:ln>
          </p:spPr>
        </p:sp>
        <p:sp>
          <p:nvSpPr>
            <p:cNvPr id="162874" name="Text Box 75"/>
            <p:cNvSpPr txBox="1"/>
            <p:nvPr/>
          </p:nvSpPr>
          <p:spPr>
            <a:xfrm>
              <a:off x="3654" y="1632"/>
              <a:ext cx="348"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t</a:t>
              </a:r>
              <a:r>
                <a:rPr lang="en-US" altLang="zh-CN" sz="2800" baseline="-25000" dirty="0">
                  <a:latin typeface="Times New Roman" panose="02020603050405020304" pitchFamily="18" charset="0"/>
                  <a:ea typeface="宋体" panose="02010600030101010101" pitchFamily="2" charset="-122"/>
                </a:rPr>
                <a:t>pd</a:t>
              </a:r>
              <a:endParaRPr lang="en-US" altLang="zh-CN" sz="2800" dirty="0">
                <a:latin typeface="Times New Roman" panose="02020603050405020304" pitchFamily="18" charset="0"/>
                <a:ea typeface="宋体" panose="02010600030101010101" pitchFamily="2" charset="-122"/>
              </a:endParaRPr>
            </a:p>
          </p:txBody>
        </p:sp>
        <p:sp>
          <p:nvSpPr>
            <p:cNvPr id="162875" name="Text Box 76"/>
            <p:cNvSpPr txBox="1"/>
            <p:nvPr/>
          </p:nvSpPr>
          <p:spPr>
            <a:xfrm>
              <a:off x="4765" y="3165"/>
              <a:ext cx="241"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62876" name="Text Box 77"/>
            <p:cNvSpPr txBox="1"/>
            <p:nvPr/>
          </p:nvSpPr>
          <p:spPr>
            <a:xfrm>
              <a:off x="3587" y="3165"/>
              <a:ext cx="24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28755" name="Text Box 83"/>
          <p:cNvSpPr txBox="1"/>
          <p:nvPr/>
        </p:nvSpPr>
        <p:spPr>
          <a:xfrm>
            <a:off x="0" y="1622425"/>
            <a:ext cx="9144000" cy="604838"/>
          </a:xfrm>
          <a:prstGeom prst="rect">
            <a:avLst/>
          </a:prstGeom>
          <a:noFill/>
          <a:ln w="9525">
            <a:noFill/>
          </a:ln>
        </p:spPr>
        <p:txBody>
          <a:bodyPr anchor="t" anchorCtr="0">
            <a:spAutoFit/>
          </a:bodyPr>
          <a:p>
            <a:pPr indent="565150">
              <a:lnSpc>
                <a:spcPct val="120000"/>
              </a:lnSpc>
              <a:spcBef>
                <a:spcPct val="50000"/>
              </a:spcBef>
              <a:buChar char="•"/>
            </a:pPr>
            <a:r>
              <a:rPr lang="zh-CN" altLang="en-US" sz="2800" i="0" dirty="0">
                <a:latin typeface="Times New Roman" panose="02020603050405020304" pitchFamily="18" charset="0"/>
                <a:ea typeface="宋体" panose="02010600030101010101" pitchFamily="2" charset="-122"/>
              </a:rPr>
              <a:t>由于竞争使得电路产生了暂时错误输出称之为</a:t>
            </a:r>
            <a:r>
              <a:rPr lang="zh-CN" altLang="en-US" sz="2800" b="1" i="0" dirty="0">
                <a:solidFill>
                  <a:srgbClr val="FF3300"/>
                </a:solidFill>
                <a:latin typeface="Times New Roman" panose="02020603050405020304" pitchFamily="18" charset="0"/>
                <a:ea typeface="宋体" panose="02010600030101010101" pitchFamily="2" charset="-122"/>
              </a:rPr>
              <a:t>险象</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sp>
        <p:nvSpPr>
          <p:cNvPr id="28756" name="Text Box 84"/>
          <p:cNvSpPr txBox="1"/>
          <p:nvPr/>
        </p:nvSpPr>
        <p:spPr>
          <a:xfrm>
            <a:off x="0" y="1152525"/>
            <a:ext cx="9385300" cy="604838"/>
          </a:xfrm>
          <a:prstGeom prst="rect">
            <a:avLst/>
          </a:prstGeom>
          <a:noFill/>
          <a:ln w="9525">
            <a:noFill/>
          </a:ln>
        </p:spPr>
        <p:txBody>
          <a:bodyPr anchor="t" anchorCtr="0">
            <a:spAutoFit/>
          </a:bodyPr>
          <a:p>
            <a:pPr indent="565150">
              <a:lnSpc>
                <a:spcPct val="120000"/>
              </a:lnSpc>
              <a:spcBef>
                <a:spcPct val="50000"/>
              </a:spcBef>
              <a:buChar char="•"/>
            </a:pPr>
            <a:r>
              <a:rPr lang="zh-CN" altLang="en-US" sz="2800" i="0" dirty="0">
                <a:latin typeface="Times New Roman" panose="02020603050405020304" pitchFamily="18" charset="0"/>
                <a:ea typeface="宋体" panose="02010600030101010101" pitchFamily="2" charset="-122"/>
              </a:rPr>
              <a:t>多个信号经不同路径到达某一点有时间差，称为</a:t>
            </a:r>
            <a:r>
              <a:rPr lang="zh-CN" altLang="en-US" sz="2800" b="1" i="0" dirty="0">
                <a:solidFill>
                  <a:srgbClr val="FF3300"/>
                </a:solidFill>
                <a:latin typeface="Times New Roman" panose="02020603050405020304" pitchFamily="18" charset="0"/>
                <a:ea typeface="宋体" panose="02010600030101010101" pitchFamily="2" charset="-122"/>
              </a:rPr>
              <a:t>竞争</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sp>
        <p:nvSpPr>
          <p:cNvPr id="28757" name="Text Box 85"/>
          <p:cNvSpPr txBox="1">
            <a:spLocks noChangeArrowheads="1"/>
          </p:cNvSpPr>
          <p:nvPr/>
        </p:nvSpPr>
        <p:spPr bwMode="auto">
          <a:xfrm>
            <a:off x="2609850" y="628650"/>
            <a:ext cx="3335655"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i="0" kern="1200" cap="none" spc="0" normalizeH="0" baseline="0" noProof="0" dirty="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5.10.1   </a:t>
            </a:r>
            <a:r>
              <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险象的产生</a:t>
            </a:r>
            <a:endPar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756"/>
                                        </p:tgtEl>
                                        <p:attrNameLst>
                                          <p:attrName>style.visibility</p:attrName>
                                        </p:attrNameLst>
                                      </p:cBhvr>
                                      <p:to>
                                        <p:strVal val="visible"/>
                                      </p:to>
                                    </p:set>
                                    <p:animEffect transition="in" filter="wipe(left)">
                                      <p:cBhvr>
                                        <p:cTn id="7" dur="500"/>
                                        <p:tgtEl>
                                          <p:spTgt spid="287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755"/>
                                        </p:tgtEl>
                                        <p:attrNameLst>
                                          <p:attrName>style.visibility</p:attrName>
                                        </p:attrNameLst>
                                      </p:cBhvr>
                                      <p:to>
                                        <p:strVal val="visible"/>
                                      </p:to>
                                    </p:set>
                                    <p:animEffect transition="in" filter="wipe(left)">
                                      <p:cBhvr>
                                        <p:cTn id="12" dur="500"/>
                                        <p:tgtEl>
                                          <p:spTgt spid="287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8675"/>
                                        </p:tgtEl>
                                        <p:attrNameLst>
                                          <p:attrName>style.visibility</p:attrName>
                                        </p:attrNameLst>
                                      </p:cBhvr>
                                      <p:to>
                                        <p:strVal val="visible"/>
                                      </p:to>
                                    </p:set>
                                    <p:animEffect transition="in" filter="wipe(left)">
                                      <p:cBhvr>
                                        <p:cTn id="17" dur="500"/>
                                        <p:tgtEl>
                                          <p:spTgt spid="28675"/>
                                        </p:tgtEl>
                                      </p:cBhvr>
                                    </p:animEffect>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to="" calcmode="lin" valueType="num">
                                      <p:cBhvr>
                                        <p:cTn id="22" dur="1" fill="hold"/>
                                        <p:tgtEl>
                                          <p:spTgt spid="2"/>
                                        </p:tgtEl>
                                        <p:attrNameLst>
                                          <p:attrName>style.visibility</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to="" calcmode="lin" valueType="num">
                                      <p:cBhvr>
                                        <p:cTn id="27" dur="1" fill="hold"/>
                                        <p:tgtEl>
                                          <p:spTgt spid="3"/>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55" grpId="0"/>
      <p:bldP spid="28756"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Text Box 2"/>
          <p:cNvSpPr txBox="1"/>
          <p:nvPr/>
        </p:nvSpPr>
        <p:spPr>
          <a:xfrm>
            <a:off x="758825" y="1266825"/>
            <a:ext cx="7532688" cy="2486025"/>
          </a:xfrm>
          <a:prstGeom prst="rect">
            <a:avLst/>
          </a:prstGeom>
          <a:noFill/>
          <a:ln w="9525">
            <a:noFill/>
          </a:ln>
        </p:spPr>
        <p:txBody>
          <a:bodyPr anchor="t" anchorCtr="0">
            <a:spAutoFit/>
          </a:bodyPr>
          <a:p>
            <a:pPr indent="669925">
              <a:lnSpc>
                <a:spcPct val="140000"/>
              </a:lnSpc>
              <a:spcBef>
                <a:spcPct val="50000"/>
              </a:spcBef>
            </a:pPr>
            <a:r>
              <a:rPr lang="zh-CN" altLang="en-US" sz="2800" i="0" dirty="0">
                <a:latin typeface="Times New Roman" panose="02020603050405020304" pitchFamily="18" charset="0"/>
                <a:ea typeface="宋体" panose="02010600030101010101" pitchFamily="2" charset="-122"/>
              </a:rPr>
              <a:t>电路在时间</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和</a:t>
            </a:r>
            <a:r>
              <a:rPr lang="en-US" altLang="zh-CN" sz="2800" i="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出现了竞争，并且输出</a:t>
            </a:r>
            <a:r>
              <a:rPr lang="en-US" altLang="zh-CN" sz="2800" i="0" dirty="0">
                <a:latin typeface="Times New Roman" panose="02020603050405020304" pitchFamily="18" charset="0"/>
                <a:ea typeface="宋体" panose="02010600030101010101" pitchFamily="2" charset="-122"/>
              </a:rPr>
              <a:t>F</a:t>
            </a:r>
            <a:r>
              <a:rPr lang="zh-CN" altLang="zh-CN" sz="2800" i="0" dirty="0">
                <a:latin typeface="Times New Roman" panose="02020603050405020304" pitchFamily="18" charset="0"/>
                <a:ea typeface="宋体" panose="02010600030101010101" pitchFamily="2" charset="-122"/>
              </a:rPr>
              <a:t>在时间"2"出现了短时的错误，即产生了险象，通常把不产生险象的竞争称为非临界竞争，而把产生险象的竞争称为临界竞争。</a:t>
            </a:r>
            <a:endParaRPr lang="zh-CN" altLang="en-US" sz="2800" i="0" dirty="0">
              <a:latin typeface="Times New Roman" panose="02020603050405020304" pitchFamily="18" charset="0"/>
              <a:ea typeface="宋体" panose="02010600030101010101" pitchFamily="2" charset="-122"/>
            </a:endParaRPr>
          </a:p>
        </p:txBody>
      </p:sp>
      <p:sp>
        <p:nvSpPr>
          <p:cNvPr id="29699" name="Text Box 3"/>
          <p:cNvSpPr txBox="1"/>
          <p:nvPr/>
        </p:nvSpPr>
        <p:spPr>
          <a:xfrm>
            <a:off x="777875" y="4010025"/>
            <a:ext cx="7585075" cy="1289050"/>
          </a:xfrm>
          <a:prstGeom prst="rect">
            <a:avLst/>
          </a:prstGeom>
          <a:noFill/>
          <a:ln w="9525">
            <a:noFill/>
          </a:ln>
        </p:spPr>
        <p:txBody>
          <a:bodyPr anchor="t" anchorCtr="0">
            <a:spAutoFit/>
          </a:bodyPr>
          <a:p>
            <a:pPr indent="669925">
              <a:lnSpc>
                <a:spcPct val="140000"/>
              </a:lnSpc>
              <a:spcBef>
                <a:spcPct val="50000"/>
              </a:spcBef>
            </a:pPr>
            <a:r>
              <a:rPr lang="zh-CN" altLang="en-US" sz="2800" b="1" u="sng" dirty="0">
                <a:solidFill>
                  <a:srgbClr val="CC3300"/>
                </a:solidFill>
                <a:latin typeface="Times New Roman" panose="02020603050405020304" pitchFamily="18" charset="0"/>
                <a:ea typeface="宋体" panose="02010600030101010101" pitchFamily="2" charset="-122"/>
              </a:rPr>
              <a:t>注意</a:t>
            </a:r>
            <a:r>
              <a:rPr lang="zh-CN" altLang="en-US" sz="2800" u="sng" dirty="0">
                <a:solidFill>
                  <a:srgbClr val="CC3300"/>
                </a:solidFill>
                <a:latin typeface="Times New Roman" panose="02020603050405020304" pitchFamily="18" charset="0"/>
                <a:ea typeface="宋体" panose="02010600030101010101" pitchFamily="2" charset="-122"/>
              </a:rPr>
              <a:t>：竞争和险象是对电路的，而不是针对函数的。</a:t>
            </a:r>
            <a:endParaRPr lang="zh-CN" altLang="en-US" sz="2800" u="sng" dirty="0">
              <a:solidFill>
                <a:srgbClr val="CC33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 to="" calcmode="lin" valueType="num">
                                      <p:cBhvr>
                                        <p:cTn id="7" dur="1" fill="hold"/>
                                        <p:tgtEl>
                                          <p:spTgt spid="29699"/>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ext Box 2"/>
          <p:cNvSpPr txBox="1">
            <a:spLocks noChangeArrowheads="1"/>
          </p:cNvSpPr>
          <p:nvPr/>
        </p:nvSpPr>
        <p:spPr bwMode="auto">
          <a:xfrm>
            <a:off x="2749550" y="1119188"/>
            <a:ext cx="3240405"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i="0" kern="1200" cap="none" spc="0" normalizeH="0" baseline="0" noProof="0" dirty="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5.10.2  </a:t>
            </a:r>
            <a:r>
              <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险象的分类</a:t>
            </a:r>
            <a:endPar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0723" name="Text Box 3"/>
          <p:cNvSpPr txBox="1"/>
          <p:nvPr/>
        </p:nvSpPr>
        <p:spPr>
          <a:xfrm>
            <a:off x="450850" y="1798638"/>
            <a:ext cx="8477250" cy="1954212"/>
          </a:xfrm>
          <a:prstGeom prst="rect">
            <a:avLst/>
          </a:prstGeom>
          <a:noFill/>
          <a:ln w="9525">
            <a:noFill/>
          </a:ln>
        </p:spPr>
        <p:txBody>
          <a:bodyPr anchor="t" anchorCtr="0">
            <a:spAutoFit/>
          </a:bodyPr>
          <a:p>
            <a:pPr indent="669925">
              <a:lnSpc>
                <a:spcPct val="170000"/>
              </a:lnSpc>
              <a:spcBef>
                <a:spcPct val="50000"/>
              </a:spcBef>
            </a:pPr>
            <a:r>
              <a:rPr lang="zh-CN" altLang="en-US" sz="2400" i="0" dirty="0">
                <a:latin typeface="Times New Roman" panose="02020603050405020304" pitchFamily="18" charset="0"/>
                <a:ea typeface="宋体" panose="02010600030101010101" pitchFamily="2" charset="-122"/>
              </a:rPr>
              <a:t>按输入变化前后输出是否相等而分为静态和动态</a:t>
            </a:r>
            <a:r>
              <a:rPr lang="en-US" altLang="zh-CN" sz="2400" i="0" dirty="0">
                <a:latin typeface="Times New Roman" panose="02020603050405020304" pitchFamily="18" charset="0"/>
                <a:ea typeface="宋体" panose="02010600030101010101" pitchFamily="2" charset="-122"/>
              </a:rPr>
              <a:t>, </a:t>
            </a:r>
            <a:r>
              <a:rPr lang="zh-CN" altLang="en-US" sz="2400" i="0" dirty="0">
                <a:latin typeface="Times New Roman" panose="02020603050405020304" pitchFamily="18" charset="0"/>
                <a:ea typeface="宋体" panose="02010600030101010101" pitchFamily="2" charset="-122"/>
              </a:rPr>
              <a:t>按错误输出的极性分为</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型和</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型。因此有静态</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型</a:t>
            </a:r>
            <a:r>
              <a:rPr lang="en-US" altLang="zh-CN" sz="2400" i="0" dirty="0">
                <a:latin typeface="Times New Roman" panose="02020603050405020304" pitchFamily="18" charset="0"/>
                <a:ea typeface="宋体" panose="02010600030101010101" pitchFamily="2" charset="-122"/>
              </a:rPr>
              <a:t>, </a:t>
            </a:r>
            <a:r>
              <a:rPr lang="zh-CN" altLang="en-US" sz="2400" i="0" dirty="0">
                <a:latin typeface="Times New Roman" panose="02020603050405020304" pitchFamily="18" charset="0"/>
                <a:ea typeface="宋体" panose="02010600030101010101" pitchFamily="2" charset="-122"/>
              </a:rPr>
              <a:t>静态</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型</a:t>
            </a:r>
            <a:r>
              <a:rPr lang="en-US" altLang="zh-CN" sz="2400" i="0" dirty="0">
                <a:latin typeface="Times New Roman" panose="02020603050405020304" pitchFamily="18" charset="0"/>
                <a:ea typeface="宋体" panose="02010600030101010101" pitchFamily="2" charset="-122"/>
              </a:rPr>
              <a:t>, </a:t>
            </a:r>
            <a:r>
              <a:rPr lang="zh-CN" altLang="en-US" sz="2400" i="0" dirty="0">
                <a:latin typeface="Times New Roman" panose="02020603050405020304" pitchFamily="18" charset="0"/>
                <a:ea typeface="宋体" panose="02010600030101010101" pitchFamily="2" charset="-122"/>
              </a:rPr>
              <a:t>动态</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型</a:t>
            </a:r>
            <a:r>
              <a:rPr lang="en-US" altLang="zh-CN" sz="2400" i="0" dirty="0">
                <a:latin typeface="Times New Roman" panose="02020603050405020304" pitchFamily="18" charset="0"/>
                <a:ea typeface="宋体" panose="02010600030101010101" pitchFamily="2" charset="-122"/>
              </a:rPr>
              <a:t>, </a:t>
            </a:r>
            <a:r>
              <a:rPr lang="zh-CN" altLang="en-US" sz="2400" i="0" dirty="0">
                <a:latin typeface="Times New Roman" panose="02020603050405020304" pitchFamily="18" charset="0"/>
                <a:ea typeface="宋体" panose="02010600030101010101" pitchFamily="2" charset="-122"/>
              </a:rPr>
              <a:t>动态</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型。</a:t>
            </a:r>
            <a:endParaRPr lang="zh-CN" altLang="en-US" sz="2400" i="0" dirty="0">
              <a:latin typeface="Times New Roman" panose="02020603050405020304" pitchFamily="18" charset="0"/>
              <a:ea typeface="宋体" panose="02010600030101010101" pitchFamily="2" charset="-122"/>
            </a:endParaRPr>
          </a:p>
        </p:txBody>
      </p:sp>
      <p:graphicFrame>
        <p:nvGraphicFramePr>
          <p:cNvPr id="30725" name="Object 5"/>
          <p:cNvGraphicFramePr>
            <a:graphicFrameLocks noChangeAspect="1"/>
          </p:cNvGraphicFramePr>
          <p:nvPr>
            <p:custDataLst>
              <p:tags r:id="rId1"/>
            </p:custDataLst>
          </p:nvPr>
        </p:nvGraphicFramePr>
        <p:xfrm>
          <a:off x="2679700" y="4000500"/>
          <a:ext cx="1290638" cy="498475"/>
        </p:xfrm>
        <a:graphic>
          <a:graphicData uri="http://schemas.openxmlformats.org/presentationml/2006/ole">
            <mc:AlternateContent xmlns:mc="http://schemas.openxmlformats.org/markup-compatibility/2006">
              <mc:Choice xmlns:v="urn:schemas-microsoft-com:vml" Requires="v">
                <p:oleObj spid="_x0000_s3336" name="" r:id="rId2" imgW="651510" imgH="204470" progId="Equation.3">
                  <p:embed/>
                </p:oleObj>
              </mc:Choice>
              <mc:Fallback>
                <p:oleObj name="" r:id="rId2" imgW="651510" imgH="204470" progId="Equation.3">
                  <p:embed/>
                  <p:pic>
                    <p:nvPicPr>
                      <p:cNvPr id="0" name="图片 3335"/>
                      <p:cNvPicPr/>
                      <p:nvPr/>
                    </p:nvPicPr>
                    <p:blipFill>
                      <a:blip r:embed="rId3">
                        <a:clrChange>
                          <a:clrFrom>
                            <a:srgbClr val="000000"/>
                          </a:clrFrom>
                          <a:clrTo>
                            <a:srgbClr val="FF0000"/>
                          </a:clrTo>
                        </a:clrChange>
                      </a:blip>
                      <a:stretch>
                        <a:fillRect/>
                      </a:stretch>
                    </p:blipFill>
                    <p:spPr>
                      <a:xfrm>
                        <a:off x="2679700" y="4000500"/>
                        <a:ext cx="1290638" cy="498475"/>
                      </a:xfrm>
                      <a:prstGeom prst="rect">
                        <a:avLst/>
                      </a:prstGeom>
                      <a:noFill/>
                      <a:ln w="38100">
                        <a:noFill/>
                        <a:miter/>
                      </a:ln>
                    </p:spPr>
                  </p:pic>
                </p:oleObj>
              </mc:Fallback>
            </mc:AlternateContent>
          </a:graphicData>
        </a:graphic>
      </p:graphicFrame>
      <p:sp>
        <p:nvSpPr>
          <p:cNvPr id="30726" name="Text Box 6"/>
          <p:cNvSpPr txBox="1"/>
          <p:nvPr>
            <p:custDataLst>
              <p:tags r:id="rId4"/>
            </p:custDataLst>
          </p:nvPr>
        </p:nvSpPr>
        <p:spPr>
          <a:xfrm>
            <a:off x="409575" y="4008438"/>
            <a:ext cx="2663825" cy="457200"/>
          </a:xfrm>
          <a:prstGeom prst="rect">
            <a:avLst/>
          </a:prstGeom>
          <a:noFill/>
          <a:ln w="38100">
            <a:noFill/>
          </a:ln>
        </p:spPr>
        <p:txBody>
          <a:bodyPr anchor="t" anchorCtr="0">
            <a:spAutoFit/>
          </a:bodyPr>
          <a:p>
            <a:pPr marL="457200" indent="-457200" eaLnBrk="0" hangingPunct="0">
              <a:spcBef>
                <a:spcPct val="35000"/>
              </a:spcBef>
            </a:pPr>
            <a:r>
              <a:rPr lang="en-US" altLang="zh-CN" sz="2400" b="1" i="0" dirty="0">
                <a:solidFill>
                  <a:srgbClr val="000000"/>
                </a:solidFill>
                <a:latin typeface="黑体" panose="02010609060101010101" pitchFamily="2" charset="-122"/>
                <a:ea typeface="黑体" panose="02010609060101010101" pitchFamily="2" charset="-122"/>
              </a:rPr>
              <a:t>①</a:t>
            </a:r>
            <a:r>
              <a:rPr lang="zh-CN" altLang="en-US" sz="2400" b="1" i="0" dirty="0">
                <a:solidFill>
                  <a:srgbClr val="000000"/>
                </a:solidFill>
                <a:latin typeface="黑体" panose="02010609060101010101" pitchFamily="2" charset="-122"/>
                <a:ea typeface="黑体" panose="02010609060101010101" pitchFamily="2" charset="-122"/>
              </a:rPr>
              <a:t>若函数出现：</a:t>
            </a:r>
            <a:endParaRPr lang="zh-CN" altLang="en-US" sz="2400" b="1" i="0" dirty="0">
              <a:solidFill>
                <a:srgbClr val="000000"/>
              </a:solidFill>
              <a:latin typeface="黑体" panose="02010609060101010101" pitchFamily="2" charset="-122"/>
              <a:ea typeface="黑体" panose="02010609060101010101" pitchFamily="2" charset="-122"/>
            </a:endParaRPr>
          </a:p>
        </p:txBody>
      </p:sp>
      <p:sp>
        <p:nvSpPr>
          <p:cNvPr id="30727" name="Rectangle 7"/>
          <p:cNvSpPr/>
          <p:nvPr>
            <p:custDataLst>
              <p:tags r:id="rId5"/>
            </p:custDataLst>
          </p:nvPr>
        </p:nvSpPr>
        <p:spPr>
          <a:xfrm>
            <a:off x="769938" y="4492625"/>
            <a:ext cx="7956550" cy="457200"/>
          </a:xfrm>
          <a:prstGeom prst="rect">
            <a:avLst/>
          </a:prstGeom>
          <a:noFill/>
          <a:ln w="9525">
            <a:noFill/>
          </a:ln>
        </p:spPr>
        <p:txBody>
          <a:bodyPr wrap="none" anchor="t" anchorCtr="0">
            <a:spAutoFit/>
          </a:bodyPr>
          <a:p>
            <a:r>
              <a:rPr lang="zh-CN" altLang="en-US" sz="2400" b="1" i="0" dirty="0">
                <a:solidFill>
                  <a:srgbClr val="000000"/>
                </a:solidFill>
                <a:latin typeface="黑体" panose="02010609060101010101" pitchFamily="2" charset="-122"/>
                <a:ea typeface="黑体" panose="02010609060101010101" pitchFamily="2" charset="-122"/>
              </a:rPr>
              <a:t>则可能产生</a:t>
            </a:r>
            <a:r>
              <a:rPr lang="zh-CN" altLang="en-US" sz="2400" b="1" i="0" dirty="0">
                <a:solidFill>
                  <a:srgbClr val="FF0000"/>
                </a:solidFill>
                <a:latin typeface="黑体" panose="02010609060101010101" pitchFamily="2" charset="-122"/>
                <a:ea typeface="黑体" panose="02010609060101010101" pitchFamily="2" charset="-122"/>
              </a:rPr>
              <a:t>负</a:t>
            </a:r>
            <a:r>
              <a:rPr lang="zh-CN" altLang="en-US" sz="2400" b="1" i="0" dirty="0">
                <a:solidFill>
                  <a:srgbClr val="000000"/>
                </a:solidFill>
                <a:latin typeface="黑体" panose="02010609060101010101" pitchFamily="2" charset="-122"/>
                <a:ea typeface="黑体" panose="02010609060101010101" pitchFamily="2" charset="-122"/>
              </a:rPr>
              <a:t>的尖峰脉冲的冒险现象，－－</a:t>
            </a:r>
            <a:r>
              <a:rPr lang="zh-CN" altLang="en-US" sz="2400" b="1" i="0" dirty="0">
                <a:solidFill>
                  <a:srgbClr val="0000FF"/>
                </a:solidFill>
                <a:latin typeface="宋体" panose="02010600030101010101" pitchFamily="2" charset="-122"/>
                <a:ea typeface="黑体" panose="02010609060101010101" pitchFamily="2" charset="-122"/>
              </a:rPr>
              <a:t>“</a:t>
            </a:r>
            <a:r>
              <a:rPr lang="en-US" altLang="zh-CN" sz="2400" b="1" i="0" dirty="0">
                <a:solidFill>
                  <a:srgbClr val="0000FF"/>
                </a:solidFill>
                <a:latin typeface="黑体" panose="02010609060101010101" pitchFamily="2" charset="-122"/>
                <a:ea typeface="黑体" panose="02010609060101010101" pitchFamily="2" charset="-122"/>
              </a:rPr>
              <a:t>0</a:t>
            </a:r>
            <a:r>
              <a:rPr lang="en-US" altLang="zh-CN" sz="2400" b="1" i="0" dirty="0">
                <a:solidFill>
                  <a:srgbClr val="0000FF"/>
                </a:solidFill>
                <a:latin typeface="宋体" panose="02010600030101010101" pitchFamily="2" charset="-122"/>
                <a:ea typeface="黑体" panose="02010609060101010101" pitchFamily="2" charset="-122"/>
              </a:rPr>
              <a:t>”</a:t>
            </a:r>
            <a:r>
              <a:rPr lang="zh-CN" altLang="en-US" sz="2400" b="1" i="0" dirty="0">
                <a:solidFill>
                  <a:srgbClr val="0000FF"/>
                </a:solidFill>
                <a:latin typeface="黑体" panose="02010609060101010101" pitchFamily="2" charset="-122"/>
                <a:ea typeface="黑体" panose="02010609060101010101" pitchFamily="2" charset="-122"/>
              </a:rPr>
              <a:t>型冒险</a:t>
            </a:r>
            <a:r>
              <a:rPr lang="zh-CN" altLang="en-US" sz="2400" b="1" i="0" dirty="0">
                <a:solidFill>
                  <a:srgbClr val="000000"/>
                </a:solidFill>
                <a:latin typeface="黑体" panose="02010609060101010101" pitchFamily="2" charset="-122"/>
                <a:ea typeface="黑体" panose="02010609060101010101" pitchFamily="2" charset="-122"/>
              </a:rPr>
              <a:t>；</a:t>
            </a:r>
            <a:endParaRPr lang="zh-CN" altLang="en-US" sz="2400" b="1" i="0" dirty="0">
              <a:solidFill>
                <a:srgbClr val="000000"/>
              </a:solidFill>
              <a:latin typeface="黑体" panose="02010609060101010101" pitchFamily="2" charset="-122"/>
              <a:ea typeface="黑体" panose="02010609060101010101" pitchFamily="2" charset="-122"/>
            </a:endParaRPr>
          </a:p>
        </p:txBody>
      </p:sp>
      <p:graphicFrame>
        <p:nvGraphicFramePr>
          <p:cNvPr id="30728" name="Object 8"/>
          <p:cNvGraphicFramePr>
            <a:graphicFrameLocks noChangeAspect="1"/>
          </p:cNvGraphicFramePr>
          <p:nvPr>
            <p:custDataLst>
              <p:tags r:id="rId6"/>
            </p:custDataLst>
          </p:nvPr>
        </p:nvGraphicFramePr>
        <p:xfrm>
          <a:off x="2671763" y="4983163"/>
          <a:ext cx="1223962" cy="525462"/>
        </p:xfrm>
        <a:graphic>
          <a:graphicData uri="http://schemas.openxmlformats.org/presentationml/2006/ole">
            <mc:AlternateContent xmlns:mc="http://schemas.openxmlformats.org/markup-compatibility/2006">
              <mc:Choice xmlns:v="urn:schemas-microsoft-com:vml" Requires="v">
                <p:oleObj spid="_x0000_s3337" name="" r:id="rId7" imgW="583565" imgH="204470" progId="Equation.3">
                  <p:embed/>
                </p:oleObj>
              </mc:Choice>
              <mc:Fallback>
                <p:oleObj name="" r:id="rId7" imgW="583565" imgH="204470" progId="Equation.3">
                  <p:embed/>
                  <p:pic>
                    <p:nvPicPr>
                      <p:cNvPr id="0" name="图片 3336"/>
                      <p:cNvPicPr/>
                      <p:nvPr/>
                    </p:nvPicPr>
                    <p:blipFill>
                      <a:blip r:embed="rId8">
                        <a:clrChange>
                          <a:clrFrom>
                            <a:srgbClr val="000000"/>
                          </a:clrFrom>
                          <a:clrTo>
                            <a:srgbClr val="FF0000"/>
                          </a:clrTo>
                        </a:clrChange>
                      </a:blip>
                      <a:stretch>
                        <a:fillRect/>
                      </a:stretch>
                    </p:blipFill>
                    <p:spPr>
                      <a:xfrm>
                        <a:off x="2671763" y="4983163"/>
                        <a:ext cx="1223962" cy="525462"/>
                      </a:xfrm>
                      <a:prstGeom prst="rect">
                        <a:avLst/>
                      </a:prstGeom>
                      <a:noFill/>
                      <a:ln w="38100">
                        <a:noFill/>
                        <a:miter/>
                      </a:ln>
                    </p:spPr>
                  </p:pic>
                </p:oleObj>
              </mc:Fallback>
            </mc:AlternateContent>
          </a:graphicData>
        </a:graphic>
      </p:graphicFrame>
      <p:sp>
        <p:nvSpPr>
          <p:cNvPr id="30729" name="Text Box 9"/>
          <p:cNvSpPr txBox="1"/>
          <p:nvPr>
            <p:custDataLst>
              <p:tags r:id="rId9"/>
            </p:custDataLst>
          </p:nvPr>
        </p:nvSpPr>
        <p:spPr>
          <a:xfrm>
            <a:off x="409575" y="5021263"/>
            <a:ext cx="2663825" cy="457200"/>
          </a:xfrm>
          <a:prstGeom prst="rect">
            <a:avLst/>
          </a:prstGeom>
          <a:noFill/>
          <a:ln w="38100">
            <a:noFill/>
          </a:ln>
        </p:spPr>
        <p:txBody>
          <a:bodyPr anchor="t" anchorCtr="0">
            <a:spAutoFit/>
          </a:bodyPr>
          <a:p>
            <a:pPr marL="457200" indent="-457200" eaLnBrk="0" hangingPunct="0">
              <a:spcBef>
                <a:spcPct val="35000"/>
              </a:spcBef>
            </a:pPr>
            <a:r>
              <a:rPr lang="en-US" altLang="zh-CN" sz="2400" b="1" i="0" dirty="0">
                <a:solidFill>
                  <a:srgbClr val="000000"/>
                </a:solidFill>
                <a:latin typeface="黑体" panose="02010609060101010101" pitchFamily="2" charset="-122"/>
                <a:ea typeface="黑体" panose="02010609060101010101" pitchFamily="2" charset="-122"/>
              </a:rPr>
              <a:t>②</a:t>
            </a:r>
            <a:r>
              <a:rPr lang="zh-CN" altLang="en-US" sz="2400" b="1" i="0" dirty="0">
                <a:solidFill>
                  <a:srgbClr val="000000"/>
                </a:solidFill>
                <a:latin typeface="黑体" panose="02010609060101010101" pitchFamily="2" charset="-122"/>
                <a:ea typeface="黑体" panose="02010609060101010101" pitchFamily="2" charset="-122"/>
              </a:rPr>
              <a:t>若函数出现：</a:t>
            </a:r>
            <a:endParaRPr lang="zh-CN" altLang="en-US" sz="2400" b="1" i="0" dirty="0">
              <a:solidFill>
                <a:srgbClr val="000000"/>
              </a:solidFill>
              <a:latin typeface="黑体" panose="02010609060101010101" pitchFamily="2" charset="-122"/>
              <a:ea typeface="黑体" panose="02010609060101010101" pitchFamily="2" charset="-122"/>
            </a:endParaRPr>
          </a:p>
        </p:txBody>
      </p:sp>
      <p:sp>
        <p:nvSpPr>
          <p:cNvPr id="30730" name="Rectangle 10"/>
          <p:cNvSpPr/>
          <p:nvPr>
            <p:custDataLst>
              <p:tags r:id="rId10"/>
            </p:custDataLst>
          </p:nvPr>
        </p:nvSpPr>
        <p:spPr>
          <a:xfrm>
            <a:off x="769938" y="5524500"/>
            <a:ext cx="7956550" cy="457200"/>
          </a:xfrm>
          <a:prstGeom prst="rect">
            <a:avLst/>
          </a:prstGeom>
          <a:noFill/>
          <a:ln w="9525">
            <a:noFill/>
          </a:ln>
        </p:spPr>
        <p:txBody>
          <a:bodyPr wrap="none" anchor="t" anchorCtr="0">
            <a:spAutoFit/>
          </a:bodyPr>
          <a:p>
            <a:r>
              <a:rPr lang="zh-CN" altLang="en-US" sz="2400" b="1" i="0" dirty="0">
                <a:solidFill>
                  <a:srgbClr val="000000"/>
                </a:solidFill>
                <a:latin typeface="黑体" panose="02010609060101010101" pitchFamily="2" charset="-122"/>
                <a:ea typeface="黑体" panose="02010609060101010101" pitchFamily="2" charset="-122"/>
              </a:rPr>
              <a:t>则可能产生</a:t>
            </a:r>
            <a:r>
              <a:rPr lang="zh-CN" altLang="en-US" sz="2400" b="1" i="0" dirty="0">
                <a:solidFill>
                  <a:srgbClr val="FF0000"/>
                </a:solidFill>
                <a:latin typeface="黑体" panose="02010609060101010101" pitchFamily="2" charset="-122"/>
                <a:ea typeface="黑体" panose="02010609060101010101" pitchFamily="2" charset="-122"/>
              </a:rPr>
              <a:t>正</a:t>
            </a:r>
            <a:r>
              <a:rPr lang="zh-CN" altLang="en-US" sz="2400" b="1" i="0" dirty="0">
                <a:solidFill>
                  <a:srgbClr val="000000"/>
                </a:solidFill>
                <a:latin typeface="黑体" panose="02010609060101010101" pitchFamily="2" charset="-122"/>
                <a:ea typeface="黑体" panose="02010609060101010101" pitchFamily="2" charset="-122"/>
              </a:rPr>
              <a:t>的尖峰脉冲的冒险现象，－－</a:t>
            </a:r>
            <a:r>
              <a:rPr lang="zh-CN" altLang="en-US" sz="2400" b="1" i="0" dirty="0">
                <a:solidFill>
                  <a:srgbClr val="0000FF"/>
                </a:solidFill>
                <a:latin typeface="宋体" panose="02010600030101010101" pitchFamily="2" charset="-122"/>
                <a:ea typeface="黑体" panose="02010609060101010101" pitchFamily="2" charset="-122"/>
              </a:rPr>
              <a:t>“</a:t>
            </a:r>
            <a:r>
              <a:rPr lang="en-US" altLang="zh-CN" sz="2400" b="1" i="0" dirty="0">
                <a:solidFill>
                  <a:srgbClr val="0000FF"/>
                </a:solidFill>
                <a:latin typeface="黑体" panose="02010609060101010101" pitchFamily="2" charset="-122"/>
                <a:ea typeface="黑体" panose="02010609060101010101" pitchFamily="2" charset="-122"/>
              </a:rPr>
              <a:t>1</a:t>
            </a:r>
            <a:r>
              <a:rPr lang="en-US" altLang="zh-CN" sz="2400" b="1" i="0" dirty="0">
                <a:solidFill>
                  <a:srgbClr val="0000FF"/>
                </a:solidFill>
                <a:latin typeface="宋体" panose="02010600030101010101" pitchFamily="2" charset="-122"/>
                <a:ea typeface="黑体" panose="02010609060101010101" pitchFamily="2" charset="-122"/>
              </a:rPr>
              <a:t>”</a:t>
            </a:r>
            <a:r>
              <a:rPr lang="zh-CN" altLang="en-US" sz="2400" b="1" i="0" dirty="0">
                <a:solidFill>
                  <a:srgbClr val="0000FF"/>
                </a:solidFill>
                <a:latin typeface="黑体" panose="02010609060101010101" pitchFamily="2" charset="-122"/>
                <a:ea typeface="黑体" panose="02010609060101010101" pitchFamily="2" charset="-122"/>
              </a:rPr>
              <a:t>型冒险</a:t>
            </a:r>
            <a:r>
              <a:rPr lang="zh-CN" altLang="en-US" sz="2400" b="1" i="0" dirty="0">
                <a:solidFill>
                  <a:srgbClr val="000000"/>
                </a:solidFill>
                <a:latin typeface="黑体" panose="02010609060101010101" pitchFamily="2" charset="-122"/>
                <a:ea typeface="黑体" panose="02010609060101010101" pitchFamily="2" charset="-122"/>
              </a:rPr>
              <a:t>；</a:t>
            </a:r>
            <a:endParaRPr lang="zh-CN" altLang="en-US" sz="2400" b="1" i="0" dirty="0">
              <a:solidFill>
                <a:srgbClr val="000000"/>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wipe(left)">
                                      <p:cBhvr>
                                        <p:cTn id="7" dur="500"/>
                                        <p:tgtEl>
                                          <p:spTgt spid="307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6"/>
                                        </p:tgtEl>
                                        <p:attrNameLst>
                                          <p:attrName>style.visibility</p:attrName>
                                        </p:attrNameLst>
                                      </p:cBhvr>
                                      <p:to>
                                        <p:strVal val="visible"/>
                                      </p:to>
                                    </p:set>
                                    <p:animEffect transition="in" filter="wipe(left)">
                                      <p:cBhvr>
                                        <p:cTn id="12" dur="500"/>
                                        <p:tgtEl>
                                          <p:spTgt spid="307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725"/>
                                        </p:tgtEl>
                                        <p:attrNameLst>
                                          <p:attrName>style.visibility</p:attrName>
                                        </p:attrNameLst>
                                      </p:cBhvr>
                                      <p:to>
                                        <p:strVal val="visible"/>
                                      </p:to>
                                    </p:set>
                                    <p:animEffect transition="in" filter="wipe(left)">
                                      <p:cBhvr>
                                        <p:cTn id="17" dur="500"/>
                                        <p:tgtEl>
                                          <p:spTgt spid="307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727"/>
                                        </p:tgtEl>
                                        <p:attrNameLst>
                                          <p:attrName>style.visibility</p:attrName>
                                        </p:attrNameLst>
                                      </p:cBhvr>
                                      <p:to>
                                        <p:strVal val="visible"/>
                                      </p:to>
                                    </p:set>
                                    <p:animEffect transition="in" filter="wipe(left)">
                                      <p:cBhvr>
                                        <p:cTn id="22" dur="500"/>
                                        <p:tgtEl>
                                          <p:spTgt spid="307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729"/>
                                        </p:tgtEl>
                                        <p:attrNameLst>
                                          <p:attrName>style.visibility</p:attrName>
                                        </p:attrNameLst>
                                      </p:cBhvr>
                                      <p:to>
                                        <p:strVal val="visible"/>
                                      </p:to>
                                    </p:set>
                                    <p:animEffect transition="in" filter="wipe(left)">
                                      <p:cBhvr>
                                        <p:cTn id="27" dur="500"/>
                                        <p:tgtEl>
                                          <p:spTgt spid="307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0728"/>
                                        </p:tgtEl>
                                        <p:attrNameLst>
                                          <p:attrName>style.visibility</p:attrName>
                                        </p:attrNameLst>
                                      </p:cBhvr>
                                      <p:to>
                                        <p:strVal val="visible"/>
                                      </p:to>
                                    </p:set>
                                    <p:animEffect transition="in" filter="wipe(left)">
                                      <p:cBhvr>
                                        <p:cTn id="32" dur="500"/>
                                        <p:tgtEl>
                                          <p:spTgt spid="307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730"/>
                                        </p:tgtEl>
                                        <p:attrNameLst>
                                          <p:attrName>style.visibility</p:attrName>
                                        </p:attrNameLst>
                                      </p:cBhvr>
                                      <p:to>
                                        <p:strVal val="visible"/>
                                      </p:to>
                                    </p:set>
                                    <p:animEffect transition="in" filter="wipe(left)">
                                      <p:cBhvr>
                                        <p:cTn id="37" dur="500"/>
                                        <p:tgtEl>
                                          <p:spTgt spid="307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p:bldP spid="30726" grpId="0"/>
      <p:bldP spid="30727" grpId="0"/>
      <p:bldP spid="30729" grpId="0"/>
      <p:bldP spid="30730"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65889" name="Group 26"/>
          <p:cNvGrpSpPr/>
          <p:nvPr/>
        </p:nvGrpSpPr>
        <p:grpSpPr>
          <a:xfrm>
            <a:off x="877888" y="914400"/>
            <a:ext cx="6705600" cy="4672013"/>
            <a:chOff x="553" y="576"/>
            <a:chExt cx="4224" cy="2943"/>
          </a:xfrm>
        </p:grpSpPr>
        <p:sp>
          <p:nvSpPr>
            <p:cNvPr id="165890" name="Line 7"/>
            <p:cNvSpPr/>
            <p:nvPr/>
          </p:nvSpPr>
          <p:spPr>
            <a:xfrm>
              <a:off x="2897" y="621"/>
              <a:ext cx="0" cy="2898"/>
            </a:xfrm>
            <a:prstGeom prst="line">
              <a:avLst/>
            </a:prstGeom>
            <a:ln w="19050" cap="flat" cmpd="sng">
              <a:solidFill>
                <a:srgbClr val="3333FF"/>
              </a:solidFill>
              <a:prstDash val="dash"/>
              <a:round/>
              <a:headEnd type="none" w="med" len="med"/>
              <a:tailEnd type="none" w="med" len="med"/>
            </a:ln>
          </p:spPr>
        </p:sp>
        <p:grpSp>
          <p:nvGrpSpPr>
            <p:cNvPr id="165891" name="Group 19"/>
            <p:cNvGrpSpPr/>
            <p:nvPr/>
          </p:nvGrpSpPr>
          <p:grpSpPr>
            <a:xfrm>
              <a:off x="1487" y="754"/>
              <a:ext cx="3290" cy="2024"/>
              <a:chOff x="855" y="822"/>
              <a:chExt cx="3734" cy="2024"/>
            </a:xfrm>
          </p:grpSpPr>
          <p:sp>
            <p:nvSpPr>
              <p:cNvPr id="165892" name="Rectangle 15" descr="浅色上对角线"/>
              <p:cNvSpPr/>
              <p:nvPr/>
            </p:nvSpPr>
            <p:spPr>
              <a:xfrm>
                <a:off x="2856" y="1332"/>
                <a:ext cx="222" cy="322"/>
              </a:xfrm>
              <a:prstGeom prst="rect">
                <a:avLst/>
              </a:prstGeom>
              <a:pattFill prst="ltUpDiag">
                <a:fgClr>
                  <a:srgbClr val="3333FF"/>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5893" name="Rectangle 16" descr="浅色上对角线"/>
              <p:cNvSpPr/>
              <p:nvPr/>
            </p:nvSpPr>
            <p:spPr>
              <a:xfrm>
                <a:off x="3533" y="1966"/>
                <a:ext cx="189" cy="322"/>
              </a:xfrm>
              <a:prstGeom prst="rect">
                <a:avLst/>
              </a:prstGeom>
              <a:pattFill prst="ltUpDiag">
                <a:fgClr>
                  <a:srgbClr val="3333FF"/>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5894" name="Rectangle 17" descr="浅色上对角线"/>
              <p:cNvSpPr/>
              <p:nvPr/>
            </p:nvSpPr>
            <p:spPr>
              <a:xfrm>
                <a:off x="3545" y="2511"/>
                <a:ext cx="177" cy="322"/>
              </a:xfrm>
              <a:prstGeom prst="rect">
                <a:avLst/>
              </a:prstGeom>
              <a:pattFill prst="ltUpDiag">
                <a:fgClr>
                  <a:srgbClr val="3333FF"/>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5895" name="Rectangle 14" descr="浅色上对角线"/>
              <p:cNvSpPr/>
              <p:nvPr/>
            </p:nvSpPr>
            <p:spPr>
              <a:xfrm>
                <a:off x="2856" y="822"/>
                <a:ext cx="222" cy="322"/>
              </a:xfrm>
              <a:prstGeom prst="rect">
                <a:avLst/>
              </a:prstGeom>
              <a:pattFill prst="ltUpDiag">
                <a:fgClr>
                  <a:srgbClr val="3333FF"/>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5896" name="Freeform 6"/>
              <p:cNvSpPr/>
              <p:nvPr/>
            </p:nvSpPr>
            <p:spPr>
              <a:xfrm>
                <a:off x="878" y="822"/>
                <a:ext cx="3689" cy="322"/>
              </a:xfrm>
              <a:custGeom>
                <a:avLst/>
                <a:gdLst/>
                <a:ahLst/>
                <a:cxnLst>
                  <a:cxn ang="0">
                    <a:pos x="0" y="0"/>
                  </a:cxn>
                  <a:cxn ang="0">
                    <a:pos x="1978" y="0"/>
                  </a:cxn>
                  <a:cxn ang="0">
                    <a:pos x="1978" y="322"/>
                  </a:cxn>
                  <a:cxn ang="0">
                    <a:pos x="2200" y="322"/>
                  </a:cxn>
                  <a:cxn ang="0">
                    <a:pos x="2200" y="0"/>
                  </a:cxn>
                  <a:cxn ang="0">
                    <a:pos x="3689" y="0"/>
                  </a:cxn>
                </a:cxnLst>
                <a:pathLst>
                  <a:path w="3689" h="322">
                    <a:moveTo>
                      <a:pt x="0" y="0"/>
                    </a:moveTo>
                    <a:lnTo>
                      <a:pt x="1978" y="0"/>
                    </a:lnTo>
                    <a:lnTo>
                      <a:pt x="1978" y="322"/>
                    </a:lnTo>
                    <a:lnTo>
                      <a:pt x="2200" y="322"/>
                    </a:lnTo>
                    <a:lnTo>
                      <a:pt x="2200" y="0"/>
                    </a:lnTo>
                    <a:lnTo>
                      <a:pt x="3689" y="0"/>
                    </a:lnTo>
                  </a:path>
                </a:pathLst>
              </a:custGeom>
              <a:noFill/>
              <a:ln w="19050" cap="flat" cmpd="sng">
                <a:solidFill>
                  <a:srgbClr val="3333FF"/>
                </a:solidFill>
                <a:prstDash val="solid"/>
                <a:round/>
                <a:headEnd type="none" w="med" len="med"/>
                <a:tailEnd type="none" w="med" len="med"/>
              </a:ln>
            </p:spPr>
            <p:txBody>
              <a:bodyPr/>
              <a:p>
                <a:endParaRPr lang="zh-CN" altLang="en-US"/>
              </a:p>
            </p:txBody>
          </p:sp>
          <p:sp>
            <p:nvSpPr>
              <p:cNvPr id="165897" name="Freeform 10"/>
              <p:cNvSpPr/>
              <p:nvPr/>
            </p:nvSpPr>
            <p:spPr>
              <a:xfrm>
                <a:off x="855" y="1332"/>
                <a:ext cx="3712" cy="322"/>
              </a:xfrm>
              <a:custGeom>
                <a:avLst/>
                <a:gdLst/>
                <a:ahLst/>
                <a:cxnLst>
                  <a:cxn ang="0">
                    <a:pos x="0" y="322"/>
                  </a:cxn>
                  <a:cxn ang="0">
                    <a:pos x="1997" y="322"/>
                  </a:cxn>
                  <a:cxn ang="0">
                    <a:pos x="1997" y="0"/>
                  </a:cxn>
                  <a:cxn ang="0">
                    <a:pos x="2226" y="0"/>
                  </a:cxn>
                  <a:cxn ang="0">
                    <a:pos x="2226" y="322"/>
                  </a:cxn>
                  <a:cxn ang="0">
                    <a:pos x="3712" y="322"/>
                  </a:cxn>
                </a:cxnLst>
                <a:pathLst>
                  <a:path w="3712" h="322">
                    <a:moveTo>
                      <a:pt x="0" y="322"/>
                    </a:moveTo>
                    <a:lnTo>
                      <a:pt x="1997" y="322"/>
                    </a:lnTo>
                    <a:lnTo>
                      <a:pt x="1997" y="0"/>
                    </a:lnTo>
                    <a:lnTo>
                      <a:pt x="2226" y="0"/>
                    </a:lnTo>
                    <a:lnTo>
                      <a:pt x="2226" y="322"/>
                    </a:lnTo>
                    <a:lnTo>
                      <a:pt x="3712" y="322"/>
                    </a:lnTo>
                  </a:path>
                </a:pathLst>
              </a:custGeom>
              <a:noFill/>
              <a:ln w="19050" cap="flat" cmpd="sng">
                <a:solidFill>
                  <a:srgbClr val="3333FF"/>
                </a:solidFill>
                <a:prstDash val="solid"/>
                <a:round/>
                <a:headEnd type="none" w="med" len="med"/>
                <a:tailEnd type="none" w="med" len="med"/>
              </a:ln>
            </p:spPr>
            <p:txBody>
              <a:bodyPr/>
              <a:p>
                <a:endParaRPr lang="zh-CN" altLang="en-US"/>
              </a:p>
            </p:txBody>
          </p:sp>
          <p:sp>
            <p:nvSpPr>
              <p:cNvPr id="165898" name="Freeform 11"/>
              <p:cNvSpPr/>
              <p:nvPr/>
            </p:nvSpPr>
            <p:spPr>
              <a:xfrm>
                <a:off x="878" y="1944"/>
                <a:ext cx="3711" cy="345"/>
              </a:xfrm>
              <a:custGeom>
                <a:avLst/>
                <a:gdLst/>
                <a:ahLst/>
                <a:cxnLst>
                  <a:cxn ang="0">
                    <a:pos x="0" y="345"/>
                  </a:cxn>
                  <a:cxn ang="0">
                    <a:pos x="1978" y="345"/>
                  </a:cxn>
                  <a:cxn ang="0">
                    <a:pos x="1978" y="0"/>
                  </a:cxn>
                  <a:cxn ang="0">
                    <a:pos x="2656" y="0"/>
                  </a:cxn>
                  <a:cxn ang="0">
                    <a:pos x="2656" y="345"/>
                  </a:cxn>
                  <a:cxn ang="0">
                    <a:pos x="2844" y="345"/>
                  </a:cxn>
                  <a:cxn ang="0">
                    <a:pos x="2844" y="0"/>
                  </a:cxn>
                  <a:cxn ang="0">
                    <a:pos x="3711" y="0"/>
                  </a:cxn>
                </a:cxnLst>
                <a:pathLst>
                  <a:path w="3711" h="345">
                    <a:moveTo>
                      <a:pt x="0" y="345"/>
                    </a:moveTo>
                    <a:lnTo>
                      <a:pt x="1978" y="345"/>
                    </a:lnTo>
                    <a:lnTo>
                      <a:pt x="1978" y="0"/>
                    </a:lnTo>
                    <a:lnTo>
                      <a:pt x="2656" y="0"/>
                    </a:lnTo>
                    <a:lnTo>
                      <a:pt x="2656" y="345"/>
                    </a:lnTo>
                    <a:lnTo>
                      <a:pt x="2844" y="345"/>
                    </a:lnTo>
                    <a:lnTo>
                      <a:pt x="2844" y="0"/>
                    </a:lnTo>
                    <a:lnTo>
                      <a:pt x="3711" y="0"/>
                    </a:lnTo>
                  </a:path>
                </a:pathLst>
              </a:custGeom>
              <a:noFill/>
              <a:ln w="19050" cap="flat" cmpd="sng">
                <a:solidFill>
                  <a:srgbClr val="3333FF"/>
                </a:solidFill>
                <a:prstDash val="solid"/>
                <a:round/>
                <a:headEnd type="none" w="med" len="med"/>
                <a:tailEnd type="none" w="med" len="med"/>
              </a:ln>
            </p:spPr>
            <p:txBody>
              <a:bodyPr/>
              <a:p>
                <a:endParaRPr lang="zh-CN" altLang="en-US"/>
              </a:p>
            </p:txBody>
          </p:sp>
          <p:sp>
            <p:nvSpPr>
              <p:cNvPr id="165899" name="Freeform 12"/>
              <p:cNvSpPr/>
              <p:nvPr/>
            </p:nvSpPr>
            <p:spPr>
              <a:xfrm>
                <a:off x="889" y="2500"/>
                <a:ext cx="3700" cy="346"/>
              </a:xfrm>
              <a:custGeom>
                <a:avLst/>
                <a:gdLst/>
                <a:ahLst/>
                <a:cxnLst>
                  <a:cxn ang="0">
                    <a:pos x="0" y="0"/>
                  </a:cxn>
                  <a:cxn ang="0">
                    <a:pos x="1967" y="1"/>
                  </a:cxn>
                  <a:cxn ang="0">
                    <a:pos x="1967" y="346"/>
                  </a:cxn>
                  <a:cxn ang="0">
                    <a:pos x="2645" y="346"/>
                  </a:cxn>
                  <a:cxn ang="0">
                    <a:pos x="2645" y="1"/>
                  </a:cxn>
                  <a:cxn ang="0">
                    <a:pos x="2833" y="1"/>
                  </a:cxn>
                  <a:cxn ang="0">
                    <a:pos x="2833" y="346"/>
                  </a:cxn>
                  <a:cxn ang="0">
                    <a:pos x="3700" y="346"/>
                  </a:cxn>
                </a:cxnLst>
                <a:pathLst>
                  <a:path w="3700" h="346">
                    <a:moveTo>
                      <a:pt x="0" y="0"/>
                    </a:moveTo>
                    <a:lnTo>
                      <a:pt x="1967" y="1"/>
                    </a:lnTo>
                    <a:lnTo>
                      <a:pt x="1967" y="346"/>
                    </a:lnTo>
                    <a:lnTo>
                      <a:pt x="2645" y="346"/>
                    </a:lnTo>
                    <a:lnTo>
                      <a:pt x="2645" y="1"/>
                    </a:lnTo>
                    <a:lnTo>
                      <a:pt x="2833" y="1"/>
                    </a:lnTo>
                    <a:lnTo>
                      <a:pt x="2833" y="346"/>
                    </a:lnTo>
                    <a:lnTo>
                      <a:pt x="3700" y="346"/>
                    </a:lnTo>
                  </a:path>
                </a:pathLst>
              </a:custGeom>
              <a:noFill/>
              <a:ln w="19050" cap="flat" cmpd="sng">
                <a:solidFill>
                  <a:srgbClr val="3333FF"/>
                </a:solidFill>
                <a:prstDash val="solid"/>
                <a:round/>
                <a:headEnd type="none" w="med" len="med"/>
                <a:tailEnd type="none" w="med" len="med"/>
              </a:ln>
            </p:spPr>
            <p:txBody>
              <a:bodyPr/>
              <a:p>
                <a:endParaRPr lang="zh-CN" altLang="en-US"/>
              </a:p>
            </p:txBody>
          </p:sp>
        </p:grpSp>
        <p:sp>
          <p:nvSpPr>
            <p:cNvPr id="165900" name="Text Box 20"/>
            <p:cNvSpPr txBox="1"/>
            <p:nvPr/>
          </p:nvSpPr>
          <p:spPr>
            <a:xfrm>
              <a:off x="553" y="576"/>
              <a:ext cx="900" cy="327"/>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静态</a:t>
              </a:r>
              <a:r>
                <a:rPr lang="en-US" altLang="zh-CN" sz="2800" i="0" dirty="0">
                  <a:latin typeface="Times New Roman" panose="02020603050405020304" pitchFamily="18" charset="0"/>
                  <a:ea typeface="宋体" panose="02010600030101010101" pitchFamily="2" charset="-122"/>
                </a:rPr>
                <a:t>0</a:t>
              </a:r>
              <a:r>
                <a:rPr lang="zh-CN" altLang="en-US" sz="2800" i="0" dirty="0">
                  <a:latin typeface="Times New Roman" panose="02020603050405020304" pitchFamily="18" charset="0"/>
                  <a:ea typeface="宋体" panose="02010600030101010101" pitchFamily="2" charset="-122"/>
                </a:rPr>
                <a:t>型</a:t>
              </a:r>
              <a:endParaRPr lang="zh-CN" altLang="en-US" sz="2800" i="0" dirty="0">
                <a:latin typeface="Times New Roman" panose="02020603050405020304" pitchFamily="18" charset="0"/>
                <a:ea typeface="宋体" panose="02010600030101010101" pitchFamily="2" charset="-122"/>
              </a:endParaRPr>
            </a:p>
          </p:txBody>
        </p:sp>
        <p:sp>
          <p:nvSpPr>
            <p:cNvPr id="165901" name="Text Box 21"/>
            <p:cNvSpPr txBox="1"/>
            <p:nvPr/>
          </p:nvSpPr>
          <p:spPr>
            <a:xfrm>
              <a:off x="553" y="1976"/>
              <a:ext cx="900" cy="327"/>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动态</a:t>
              </a:r>
              <a:r>
                <a:rPr lang="en-US" altLang="zh-CN" sz="2800" i="0" dirty="0">
                  <a:latin typeface="Times New Roman" panose="02020603050405020304" pitchFamily="18" charset="0"/>
                  <a:ea typeface="宋体" panose="02010600030101010101" pitchFamily="2" charset="-122"/>
                </a:rPr>
                <a:t>0</a:t>
              </a:r>
              <a:r>
                <a:rPr lang="zh-CN" altLang="en-US" sz="2800" i="0" dirty="0">
                  <a:latin typeface="Times New Roman" panose="02020603050405020304" pitchFamily="18" charset="0"/>
                  <a:ea typeface="宋体" panose="02010600030101010101" pitchFamily="2" charset="-122"/>
                </a:rPr>
                <a:t>型</a:t>
              </a:r>
              <a:endParaRPr lang="zh-CN" altLang="en-US" sz="2800" i="0" dirty="0">
                <a:latin typeface="Times New Roman" panose="02020603050405020304" pitchFamily="18" charset="0"/>
                <a:ea typeface="宋体" panose="02010600030101010101" pitchFamily="2" charset="-122"/>
              </a:endParaRPr>
            </a:p>
          </p:txBody>
        </p:sp>
        <p:sp>
          <p:nvSpPr>
            <p:cNvPr id="165902" name="Text Box 22"/>
            <p:cNvSpPr txBox="1"/>
            <p:nvPr/>
          </p:nvSpPr>
          <p:spPr>
            <a:xfrm>
              <a:off x="553" y="1454"/>
              <a:ext cx="900" cy="327"/>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静态</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型</a:t>
              </a:r>
              <a:endParaRPr lang="zh-CN" altLang="en-US" sz="2800" i="0" dirty="0">
                <a:latin typeface="Times New Roman" panose="02020603050405020304" pitchFamily="18" charset="0"/>
                <a:ea typeface="宋体" panose="02010600030101010101" pitchFamily="2" charset="-122"/>
              </a:endParaRPr>
            </a:p>
          </p:txBody>
        </p:sp>
        <p:sp>
          <p:nvSpPr>
            <p:cNvPr id="165903" name="Text Box 23"/>
            <p:cNvSpPr txBox="1"/>
            <p:nvPr/>
          </p:nvSpPr>
          <p:spPr>
            <a:xfrm>
              <a:off x="553" y="2385"/>
              <a:ext cx="900" cy="327"/>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动态</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型</a:t>
              </a:r>
              <a:endParaRPr lang="zh-CN" altLang="en-US" sz="2800" i="0" dirty="0">
                <a:latin typeface="Times New Roman" panose="02020603050405020304" pitchFamily="18" charset="0"/>
                <a:ea typeface="宋体" panose="02010600030101010101" pitchFamily="2" charset="-122"/>
              </a:endParaRPr>
            </a:p>
          </p:txBody>
        </p:sp>
        <p:sp>
          <p:nvSpPr>
            <p:cNvPr id="165904" name="Text Box 24"/>
            <p:cNvSpPr txBox="1"/>
            <p:nvPr/>
          </p:nvSpPr>
          <p:spPr>
            <a:xfrm>
              <a:off x="1653" y="2907"/>
              <a:ext cx="1082" cy="596"/>
            </a:xfrm>
            <a:prstGeom prst="rect">
              <a:avLst/>
            </a:prstGeom>
            <a:noFill/>
            <a:ln w="9525">
              <a:noFill/>
            </a:ln>
          </p:spPr>
          <p:txBody>
            <a:bodyPr anchor="t" anchorCtr="0">
              <a:spAutoFit/>
            </a:bodyPr>
            <a:p>
              <a:r>
                <a:rPr lang="zh-CN" altLang="en-US" sz="2800" i="0" dirty="0">
                  <a:latin typeface="Times New Roman" panose="02020603050405020304" pitchFamily="18" charset="0"/>
                  <a:ea typeface="宋体" panose="02010600030101010101" pitchFamily="2" charset="-122"/>
                </a:rPr>
                <a:t>输入变化前的输出</a:t>
              </a:r>
              <a:endParaRPr lang="zh-CN" altLang="en-US" sz="2800" i="0" dirty="0">
                <a:latin typeface="Times New Roman" panose="02020603050405020304" pitchFamily="18" charset="0"/>
                <a:ea typeface="宋体" panose="02010600030101010101" pitchFamily="2" charset="-122"/>
              </a:endParaRPr>
            </a:p>
          </p:txBody>
        </p:sp>
        <p:sp>
          <p:nvSpPr>
            <p:cNvPr id="165905" name="Text Box 25"/>
            <p:cNvSpPr txBox="1"/>
            <p:nvPr/>
          </p:nvSpPr>
          <p:spPr>
            <a:xfrm>
              <a:off x="3166" y="2907"/>
              <a:ext cx="1104" cy="596"/>
            </a:xfrm>
            <a:prstGeom prst="rect">
              <a:avLst/>
            </a:prstGeom>
            <a:noFill/>
            <a:ln w="9525">
              <a:noFill/>
            </a:ln>
          </p:spPr>
          <p:txBody>
            <a:bodyPr anchor="t" anchorCtr="0">
              <a:spAutoFit/>
            </a:bodyPr>
            <a:p>
              <a:r>
                <a:rPr lang="zh-CN" altLang="en-US" sz="2800" i="0" dirty="0">
                  <a:latin typeface="Times New Roman" panose="02020603050405020304" pitchFamily="18" charset="0"/>
                  <a:ea typeface="宋体" panose="02010600030101010101" pitchFamily="2" charset="-122"/>
                </a:rPr>
                <a:t>输入变化后的输出</a:t>
              </a:r>
              <a:endParaRPr lang="zh-CN" altLang="en-US" sz="2800"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ext Box 2"/>
          <p:cNvSpPr txBox="1">
            <a:spLocks noChangeArrowheads="1"/>
          </p:cNvSpPr>
          <p:nvPr/>
        </p:nvSpPr>
        <p:spPr bwMode="auto">
          <a:xfrm>
            <a:off x="2646363" y="598488"/>
            <a:ext cx="4167188" cy="553085"/>
          </a:xfrm>
          <a:prstGeom prst="rect">
            <a:avLst/>
          </a:prstGeom>
          <a:noFill/>
          <a:ln w="9525">
            <a:noFill/>
            <a:miter lim="800000"/>
          </a:ln>
          <a:effectLst/>
        </p:spPr>
        <p:txBody>
          <a:bodyPr wrap="square">
            <a:spAutoFit/>
          </a:bodyPr>
          <a:lstStyle/>
          <a:p>
            <a:pPr marR="0" defTabSz="914400">
              <a:spcBef>
                <a:spcPct val="50000"/>
              </a:spcBef>
              <a:buClrTx/>
              <a:buSzTx/>
              <a:buFontTx/>
              <a:buNone/>
              <a:defRPr/>
            </a:pPr>
            <a:r>
              <a:rPr kumimoji="1" lang="en-US" altLang="zh-CN" sz="3000" b="1" i="0" kern="1200" cap="none" spc="0" normalizeH="0" baseline="0" noProof="0" dirty="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5.10.3    </a:t>
            </a:r>
            <a:r>
              <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险象的判断</a:t>
            </a:r>
            <a:endPar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2771" name="Text Box 3"/>
          <p:cNvSpPr txBox="1"/>
          <p:nvPr/>
        </p:nvSpPr>
        <p:spPr>
          <a:xfrm>
            <a:off x="1941513" y="1698625"/>
            <a:ext cx="3070225" cy="519113"/>
          </a:xfrm>
          <a:prstGeom prst="rect">
            <a:avLst/>
          </a:prstGeom>
          <a:noFill/>
          <a:ln w="9525">
            <a:noFill/>
          </a:ln>
        </p:spPr>
        <p:txBody>
          <a:bodyPr anchor="t" anchorCtr="0">
            <a:spAutoFit/>
          </a:bodyPr>
          <a:p>
            <a:pPr>
              <a:spcBef>
                <a:spcPct val="50000"/>
              </a:spcBef>
            </a:pPr>
            <a:r>
              <a:rPr lang="zh-CN" altLang="en-US" sz="2800" i="0" dirty="0">
                <a:latin typeface="Times New Roman" panose="02020603050405020304" pitchFamily="18" charset="0"/>
                <a:ea typeface="宋体" panose="02010600030101010101" pitchFamily="2" charset="-122"/>
              </a:rPr>
              <a:t>有代数法和卡诺图</a:t>
            </a:r>
            <a:endParaRPr lang="zh-CN" altLang="en-US" sz="2800" i="0" dirty="0">
              <a:latin typeface="Times New Roman" panose="02020603050405020304" pitchFamily="18" charset="0"/>
              <a:ea typeface="宋体" panose="02010600030101010101" pitchFamily="2" charset="-122"/>
            </a:endParaRPr>
          </a:p>
        </p:txBody>
      </p:sp>
      <p:sp>
        <p:nvSpPr>
          <p:cNvPr id="32772" name="Text Box 4"/>
          <p:cNvSpPr txBox="1"/>
          <p:nvPr/>
        </p:nvSpPr>
        <p:spPr>
          <a:xfrm>
            <a:off x="1054100" y="2878138"/>
            <a:ext cx="7480300" cy="1203325"/>
          </a:xfrm>
          <a:prstGeom prst="rect">
            <a:avLst/>
          </a:prstGeom>
          <a:noFill/>
          <a:ln w="9525">
            <a:noFill/>
          </a:ln>
        </p:spPr>
        <p:txBody>
          <a:bodyPr anchor="t" anchorCtr="0">
            <a:spAutoFit/>
          </a:bodyPr>
          <a:p>
            <a:pPr marL="565150" indent="-565150">
              <a:lnSpc>
                <a:spcPct val="130000"/>
              </a:lnSpc>
              <a:buChar char="•"/>
            </a:pPr>
            <a:r>
              <a:rPr lang="zh-CN" altLang="en-US" sz="2800" i="0" dirty="0">
                <a:latin typeface="Times New Roman" panose="02020603050405020304" pitchFamily="18" charset="0"/>
                <a:ea typeface="宋体" panose="02010600030101010101" pitchFamily="2" charset="-122"/>
                <a:sym typeface="Monotype Sorts" pitchFamily="2" charset="2"/>
              </a:rPr>
              <a:t>检查是否存在某个变量</a:t>
            </a:r>
            <a:r>
              <a:rPr lang="en-US" altLang="zh-CN" sz="2800" dirty="0">
                <a:latin typeface="Times New Roman" panose="02020603050405020304" pitchFamily="18" charset="0"/>
                <a:ea typeface="宋体" panose="02010600030101010101" pitchFamily="2" charset="-122"/>
                <a:sym typeface="Monotype Sorts" pitchFamily="2" charset="2"/>
              </a:rPr>
              <a:t>X</a:t>
            </a:r>
            <a:r>
              <a:rPr lang="zh-CN" altLang="en-US" sz="2800" i="0" dirty="0">
                <a:latin typeface="Times New Roman" panose="02020603050405020304" pitchFamily="18" charset="0"/>
                <a:ea typeface="宋体" panose="02010600030101010101" pitchFamily="2" charset="-122"/>
                <a:sym typeface="Monotype Sorts" pitchFamily="2" charset="2"/>
              </a:rPr>
              <a:t>，</a:t>
            </a:r>
            <a:r>
              <a:rPr lang="zh-CN" altLang="zh-CN" sz="2800" i="0" dirty="0">
                <a:latin typeface="Times New Roman" panose="02020603050405020304" pitchFamily="18" charset="0"/>
                <a:ea typeface="宋体" panose="02010600030101010101" pitchFamily="2" charset="-122"/>
                <a:sym typeface="Monotype Sorts" pitchFamily="2" charset="2"/>
              </a:rPr>
              <a:t>它同时以原变量和反变量的形式出现在函数表达式中；</a:t>
            </a:r>
            <a:endParaRPr lang="zh-CN" altLang="en-US" sz="2800" i="0" dirty="0">
              <a:latin typeface="Times New Roman" panose="02020603050405020304" pitchFamily="18" charset="0"/>
              <a:ea typeface="宋体" panose="02010600030101010101" pitchFamily="2" charset="-122"/>
            </a:endParaRPr>
          </a:p>
        </p:txBody>
      </p:sp>
      <p:sp>
        <p:nvSpPr>
          <p:cNvPr id="32774" name="Rectangle 6"/>
          <p:cNvSpPr>
            <a:spLocks noChangeArrowheads="1"/>
          </p:cNvSpPr>
          <p:nvPr/>
        </p:nvSpPr>
        <p:spPr bwMode="auto">
          <a:xfrm>
            <a:off x="758825" y="2309813"/>
            <a:ext cx="2328863"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C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一、代数法：</a:t>
            </a:r>
            <a:endParaRPr kumimoji="1" lang="zh-CN" altLang="en-US" sz="2800" b="1" i="0" u="none" strike="noStrike" kern="1200" cap="none" spc="0" normalizeH="0" baseline="0" noProof="0">
              <a:ln>
                <a:noFill/>
              </a:ln>
              <a:solidFill>
                <a:srgbClr val="CC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grpSp>
        <p:nvGrpSpPr>
          <p:cNvPr id="2" name="Group 11"/>
          <p:cNvGrpSpPr/>
          <p:nvPr/>
        </p:nvGrpSpPr>
        <p:grpSpPr>
          <a:xfrm>
            <a:off x="1054100" y="4062413"/>
            <a:ext cx="7361238" cy="2314575"/>
            <a:chOff x="712" y="2559"/>
            <a:chExt cx="4637" cy="1458"/>
          </a:xfrm>
        </p:grpSpPr>
        <p:sp>
          <p:nvSpPr>
            <p:cNvPr id="166918" name="Line 7"/>
            <p:cNvSpPr/>
            <p:nvPr/>
          </p:nvSpPr>
          <p:spPr>
            <a:xfrm>
              <a:off x="2891" y="3022"/>
              <a:ext cx="167" cy="0"/>
            </a:xfrm>
            <a:prstGeom prst="line">
              <a:avLst/>
            </a:prstGeom>
            <a:ln w="9525" cap="flat" cmpd="sng">
              <a:solidFill>
                <a:schemeClr val="tx1"/>
              </a:solidFill>
              <a:prstDash val="solid"/>
              <a:round/>
              <a:headEnd type="none" w="med" len="med"/>
              <a:tailEnd type="none" w="med" len="med"/>
            </a:ln>
          </p:spPr>
        </p:sp>
        <p:sp>
          <p:nvSpPr>
            <p:cNvPr id="166919" name="Rectangle 5"/>
            <p:cNvSpPr/>
            <p:nvPr/>
          </p:nvSpPr>
          <p:spPr>
            <a:xfrm>
              <a:off x="712" y="2559"/>
              <a:ext cx="4637" cy="1458"/>
            </a:xfrm>
            <a:prstGeom prst="rect">
              <a:avLst/>
            </a:prstGeom>
            <a:noFill/>
            <a:ln w="9525">
              <a:noFill/>
            </a:ln>
          </p:spPr>
          <p:txBody>
            <a:bodyPr anchor="t" anchorCtr="0">
              <a:spAutoFit/>
            </a:bodyPr>
            <a:p>
              <a:pPr marL="476250" indent="-476250">
                <a:lnSpc>
                  <a:spcPct val="130000"/>
                </a:lnSpc>
                <a:buChar char="•"/>
              </a:pPr>
              <a:r>
                <a:rPr lang="zh-CN" altLang="en-US" sz="2800" i="0" dirty="0">
                  <a:latin typeface="Times New Roman" panose="02020603050405020304" pitchFamily="18" charset="0"/>
                  <a:ea typeface="宋体" panose="02010600030101010101" pitchFamily="2" charset="-122"/>
                  <a:sym typeface="Monotype Sorts" pitchFamily="2" charset="2"/>
                </a:rPr>
                <a:t>如果上述现象存在，则检查表达式是否可在一定条件下成为</a:t>
              </a:r>
              <a:r>
                <a:rPr lang="en-US" altLang="zh-CN" sz="2800" dirty="0">
                  <a:latin typeface="Times New Roman" panose="02020603050405020304" pitchFamily="18" charset="0"/>
                  <a:ea typeface="宋体" panose="02010600030101010101" pitchFamily="2" charset="-122"/>
                  <a:sym typeface="Monotype Sorts" pitchFamily="2" charset="2"/>
                </a:rPr>
                <a:t>X+X</a:t>
              </a:r>
              <a:r>
                <a:rPr lang="zh-CN" altLang="zh-CN" sz="2800" i="0" dirty="0">
                  <a:latin typeface="Times New Roman" panose="02020603050405020304" pitchFamily="18" charset="0"/>
                  <a:ea typeface="宋体" panose="02010600030101010101" pitchFamily="2" charset="-122"/>
                  <a:sym typeface="Monotype Sorts" pitchFamily="2" charset="2"/>
                </a:rPr>
                <a:t>或者</a:t>
              </a:r>
              <a:r>
                <a:rPr lang="en-US" altLang="zh-CN" sz="2800" dirty="0">
                  <a:latin typeface="Times New Roman" panose="02020603050405020304" pitchFamily="18" charset="0"/>
                  <a:ea typeface="宋体" panose="02010600030101010101" pitchFamily="2" charset="-122"/>
                  <a:sym typeface="Monotype Sorts" pitchFamily="2" charset="2"/>
                </a:rPr>
                <a:t>X</a:t>
              </a:r>
              <a:r>
                <a:rPr lang="en-US" altLang="zh-CN" sz="2800" dirty="0">
                  <a:latin typeface="Times New Roman" panose="02020603050405020304" pitchFamily="18" charset="0"/>
                  <a:ea typeface="宋体" panose="02010600030101010101" pitchFamily="2" charset="-122"/>
                  <a:sym typeface="Symbol" panose="05050102010706020507" pitchFamily="18" charset="2"/>
                </a:rPr>
                <a:t>X </a:t>
              </a:r>
              <a:r>
                <a:rPr lang="zh-CN" altLang="zh-CN" sz="2800" i="0" dirty="0">
                  <a:latin typeface="Times New Roman" panose="02020603050405020304" pitchFamily="18" charset="0"/>
                  <a:ea typeface="宋体" panose="02010600030101010101" pitchFamily="2" charset="-122"/>
                  <a:sym typeface="Symbol" panose="05050102010706020507" pitchFamily="18" charset="2"/>
                </a:rPr>
                <a:t>的形式，若能则说明与函数表达式对应的电路可能产生险象。</a:t>
              </a:r>
              <a:endParaRPr lang="zh-CN" altLang="en-US" sz="2800" i="0" dirty="0">
                <a:latin typeface="Times New Roman" panose="02020603050405020304" pitchFamily="18" charset="0"/>
                <a:ea typeface="宋体" panose="02010600030101010101" pitchFamily="2" charset="-122"/>
                <a:sym typeface="Monotype Sorts" pitchFamily="2" charset="2"/>
              </a:endParaRPr>
            </a:p>
          </p:txBody>
        </p:sp>
        <p:sp>
          <p:nvSpPr>
            <p:cNvPr id="166920" name="Line 8"/>
            <p:cNvSpPr/>
            <p:nvPr/>
          </p:nvSpPr>
          <p:spPr>
            <a:xfrm>
              <a:off x="3749" y="3022"/>
              <a:ext cx="167" cy="0"/>
            </a:xfrm>
            <a:prstGeom prst="line">
              <a:avLst/>
            </a:prstGeom>
            <a:ln w="9525" cap="flat" cmpd="sng">
              <a:solidFill>
                <a:schemeClr val="tx1"/>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1">
                                            <p:txEl>
                                              <p:charRg st="0" end="9"/>
                                            </p:txEl>
                                          </p:spTgt>
                                        </p:tgtEl>
                                        <p:attrNameLst>
                                          <p:attrName>style.visibility</p:attrName>
                                        </p:attrNameLst>
                                      </p:cBhvr>
                                      <p:to>
                                        <p:strVal val="visible"/>
                                      </p:to>
                                    </p:set>
                                    <p:animEffect transition="in" filter="wipe(left)">
                                      <p:cBhvr>
                                        <p:cTn id="7" dur="500"/>
                                        <p:tgtEl>
                                          <p:spTgt spid="32771">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74">
                                            <p:txEl>
                                              <p:charRg st="0" end="7"/>
                                            </p:txEl>
                                          </p:spTgt>
                                        </p:tgtEl>
                                        <p:attrNameLst>
                                          <p:attrName>style.visibility</p:attrName>
                                        </p:attrNameLst>
                                      </p:cBhvr>
                                      <p:to>
                                        <p:strVal val="visible"/>
                                      </p:to>
                                    </p:set>
                                    <p:animEffect transition="in" filter="wipe(left)">
                                      <p:cBhvr>
                                        <p:cTn id="12" dur="500"/>
                                        <p:tgtEl>
                                          <p:spTgt spid="32774">
                                            <p:txEl>
                                              <p:charRg st="0"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772">
                                            <p:txEl>
                                              <p:charRg st="0" end="37"/>
                                            </p:txEl>
                                          </p:spTgt>
                                        </p:tgtEl>
                                        <p:attrNameLst>
                                          <p:attrName>style.visibility</p:attrName>
                                        </p:attrNameLst>
                                      </p:cBhvr>
                                      <p:to>
                                        <p:strVal val="visible"/>
                                      </p:to>
                                    </p:set>
                                    <p:animEffect transition="in" filter="wipe(left)">
                                      <p:cBhvr>
                                        <p:cTn id="17" dur="500"/>
                                        <p:tgtEl>
                                          <p:spTgt spid="32772">
                                            <p:txEl>
                                              <p:charRg st="0" end="3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P spid="32772" grpId="0" build="p"/>
      <p:bldP spid="32774" grpId="0" build="p"/>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7937" name="Object 4"/>
          <p:cNvGraphicFramePr>
            <a:graphicFrameLocks noChangeAspect="1"/>
          </p:cNvGraphicFramePr>
          <p:nvPr/>
        </p:nvGraphicFramePr>
        <p:xfrm>
          <a:off x="898525" y="1073150"/>
          <a:ext cx="7380288" cy="404813"/>
        </p:xfrm>
        <a:graphic>
          <a:graphicData uri="http://schemas.openxmlformats.org/presentationml/2006/ole">
            <mc:AlternateContent xmlns:mc="http://schemas.openxmlformats.org/markup-compatibility/2006">
              <mc:Choice xmlns:v="urn:schemas-microsoft-com:vml" Requires="v">
                <p:oleObj spid="_x0000_s3341" name="" r:id="rId1" imgW="7378700" imgH="406400" progId="Equation.3">
                  <p:embed/>
                </p:oleObj>
              </mc:Choice>
              <mc:Fallback>
                <p:oleObj name="" r:id="rId1" imgW="7378700" imgH="406400" progId="Equation.3">
                  <p:embed/>
                  <p:pic>
                    <p:nvPicPr>
                      <p:cNvPr id="0" name="图片 3340"/>
                      <p:cNvPicPr/>
                      <p:nvPr/>
                    </p:nvPicPr>
                    <p:blipFill>
                      <a:blip r:embed="rId2"/>
                      <a:stretch>
                        <a:fillRect/>
                      </a:stretch>
                    </p:blipFill>
                    <p:spPr>
                      <a:xfrm>
                        <a:off x="898525" y="1073150"/>
                        <a:ext cx="7380288" cy="404813"/>
                      </a:xfrm>
                      <a:prstGeom prst="rect">
                        <a:avLst/>
                      </a:prstGeom>
                      <a:noFill/>
                      <a:ln w="38100">
                        <a:noFill/>
                        <a:miter/>
                      </a:ln>
                    </p:spPr>
                  </p:pic>
                </p:oleObj>
              </mc:Fallback>
            </mc:AlternateContent>
          </a:graphicData>
        </a:graphic>
      </p:graphicFrame>
      <p:sp>
        <p:nvSpPr>
          <p:cNvPr id="167938" name="Text Box 5"/>
          <p:cNvSpPr txBox="1"/>
          <p:nvPr/>
        </p:nvSpPr>
        <p:spPr>
          <a:xfrm>
            <a:off x="1570038" y="1604963"/>
            <a:ext cx="1306512" cy="519112"/>
          </a:xfrm>
          <a:prstGeom prst="rect">
            <a:avLst/>
          </a:prstGeom>
          <a:noFill/>
          <a:ln w="9525">
            <a:noFill/>
          </a:ln>
        </p:spPr>
        <p:txBody>
          <a:bodyPr anchor="t" anchorCtr="0">
            <a:spAutoFit/>
          </a:bodyPr>
          <a:p>
            <a:pPr>
              <a:spcBef>
                <a:spcPct val="50000"/>
              </a:spcBef>
            </a:pPr>
            <a:r>
              <a:rPr lang="zh-CN" altLang="en-US" sz="2800" i="0" dirty="0">
                <a:latin typeface="Times New Roman" panose="02020603050405020304" pitchFamily="18" charset="0"/>
                <a:ea typeface="宋体" panose="02010600030101010101" pitchFamily="2" charset="-122"/>
              </a:rPr>
              <a:t>险象。</a:t>
            </a:r>
            <a:endParaRPr lang="zh-CN" altLang="en-US" sz="2800" i="0" dirty="0">
              <a:latin typeface="Times New Roman" panose="02020603050405020304" pitchFamily="18" charset="0"/>
              <a:ea typeface="宋体" panose="02010600030101010101" pitchFamily="2" charset="-122"/>
            </a:endParaRPr>
          </a:p>
        </p:txBody>
      </p:sp>
      <p:sp>
        <p:nvSpPr>
          <p:cNvPr id="33798" name="Text Box 6"/>
          <p:cNvSpPr txBox="1"/>
          <p:nvPr/>
        </p:nvSpPr>
        <p:spPr>
          <a:xfrm>
            <a:off x="828675" y="2236788"/>
            <a:ext cx="7905750" cy="519112"/>
          </a:xfrm>
          <a:prstGeom prst="rect">
            <a:avLst/>
          </a:prstGeom>
          <a:noFill/>
          <a:ln w="9525">
            <a:noFill/>
          </a:ln>
        </p:spPr>
        <p:txBody>
          <a:bodyPr wrap="none" anchor="t" anchorCtr="0">
            <a:spAutoFit/>
          </a:bodyPr>
          <a:p>
            <a:r>
              <a:rPr lang="zh-CN" altLang="en-US" sz="2800" b="1" i="0" dirty="0">
                <a:latin typeface="Times New Roman" panose="02020603050405020304" pitchFamily="18" charset="0"/>
                <a:ea typeface="宋体" panose="02010600030101010101" pitchFamily="2" charset="-122"/>
              </a:rPr>
              <a:t>解</a:t>
            </a:r>
            <a:r>
              <a:rPr lang="zh-CN" altLang="en-US" sz="2800" i="0" dirty="0">
                <a:latin typeface="Times New Roman" panose="02020603050405020304" pitchFamily="18" charset="0"/>
                <a:ea typeface="宋体" panose="02010600030101010101" pitchFamily="2" charset="-122"/>
              </a:rPr>
              <a:t>：变量</a:t>
            </a:r>
            <a:r>
              <a:rPr lang="en-US" altLang="zh-CN" sz="2800" dirty="0">
                <a:latin typeface="Times New Roman" panose="02020603050405020304" pitchFamily="18" charset="0"/>
                <a:ea typeface="宋体" panose="02010600030101010101" pitchFamily="2" charset="-122"/>
              </a:rPr>
              <a:t>A</a:t>
            </a:r>
            <a:r>
              <a:rPr lang="zh-CN" altLang="zh-CN" sz="2800" i="0" dirty="0">
                <a:latin typeface="Times New Roman" panose="02020603050405020304" pitchFamily="18" charset="0"/>
                <a:ea typeface="宋体" panose="02010600030101010101" pitchFamily="2" charset="-122"/>
              </a:rPr>
              <a:t>和</a:t>
            </a:r>
            <a:r>
              <a:rPr lang="en-US" altLang="zh-CN" sz="2800" dirty="0">
                <a:latin typeface="Times New Roman" panose="02020603050405020304" pitchFamily="18" charset="0"/>
                <a:ea typeface="宋体" panose="02010600030101010101" pitchFamily="2" charset="-122"/>
              </a:rPr>
              <a:t>C</a:t>
            </a:r>
            <a:r>
              <a:rPr lang="zh-CN" altLang="zh-CN" sz="2800" i="0" dirty="0">
                <a:latin typeface="Times New Roman" panose="02020603050405020304" pitchFamily="18" charset="0"/>
                <a:ea typeface="宋体" panose="02010600030101010101" pitchFamily="2" charset="-122"/>
              </a:rPr>
              <a:t>具备竞争的条件, 应分别进行检查。</a:t>
            </a:r>
            <a:endParaRPr lang="zh-CN" altLang="en-US" sz="2800" i="0" dirty="0">
              <a:latin typeface="Times New Roman" panose="02020603050405020304" pitchFamily="18" charset="0"/>
              <a:ea typeface="宋体" panose="02010600030101010101" pitchFamily="2" charset="-122"/>
            </a:endParaRPr>
          </a:p>
        </p:txBody>
      </p:sp>
      <p:sp>
        <p:nvSpPr>
          <p:cNvPr id="33799" name="Text Box 7"/>
          <p:cNvSpPr txBox="1"/>
          <p:nvPr/>
        </p:nvSpPr>
        <p:spPr>
          <a:xfrm>
            <a:off x="1036638" y="2962275"/>
            <a:ext cx="1665287" cy="519113"/>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检查</a:t>
            </a:r>
            <a:r>
              <a:rPr lang="en-US" altLang="zh-CN" sz="2800" dirty="0">
                <a:latin typeface="Times New Roman" panose="02020603050405020304" pitchFamily="18" charset="0"/>
                <a:ea typeface="宋体" panose="02010600030101010101" pitchFamily="2" charset="-122"/>
                <a:sym typeface="Monotype Sorts" pitchFamily="2" charset="2"/>
              </a:rPr>
              <a:t>C</a:t>
            </a:r>
            <a:r>
              <a:rPr lang="zh-CN" altLang="en-US" sz="2800" i="0" dirty="0">
                <a:latin typeface="Times New Roman" panose="02020603050405020304" pitchFamily="18" charset="0"/>
                <a:ea typeface="宋体" panose="02010600030101010101" pitchFamily="2" charset="-122"/>
                <a:sym typeface="Monotype Sorts" pitchFamily="2" charset="2"/>
              </a:rPr>
              <a:t>：</a:t>
            </a:r>
            <a:endParaRPr lang="zh-CN" altLang="en-US" sz="2800" i="0" dirty="0">
              <a:latin typeface="Times New Roman" panose="02020603050405020304" pitchFamily="18" charset="0"/>
              <a:ea typeface="宋体" panose="02010600030101010101" pitchFamily="2" charset="-122"/>
            </a:endParaRPr>
          </a:p>
        </p:txBody>
      </p:sp>
      <p:grpSp>
        <p:nvGrpSpPr>
          <p:cNvPr id="2" name="Group 13"/>
          <p:cNvGrpSpPr/>
          <p:nvPr/>
        </p:nvGrpSpPr>
        <p:grpSpPr>
          <a:xfrm>
            <a:off x="3751263" y="3251200"/>
            <a:ext cx="3005137" cy="1981200"/>
            <a:chOff x="2363" y="2048"/>
            <a:chExt cx="1893" cy="1248"/>
          </a:xfrm>
        </p:grpSpPr>
        <p:graphicFrame>
          <p:nvGraphicFramePr>
            <p:cNvPr id="167942" name="Object 10"/>
            <p:cNvGraphicFramePr>
              <a:graphicFrameLocks noChangeAspect="1"/>
            </p:cNvGraphicFramePr>
            <p:nvPr/>
          </p:nvGraphicFramePr>
          <p:xfrm>
            <a:off x="2363" y="2072"/>
            <a:ext cx="768" cy="1200"/>
          </p:xfrm>
          <a:graphic>
            <a:graphicData uri="http://schemas.openxmlformats.org/presentationml/2006/ole">
              <mc:AlternateContent xmlns:mc="http://schemas.openxmlformats.org/markup-compatibility/2006">
                <mc:Choice xmlns:v="urn:schemas-microsoft-com:vml" Requires="v">
                  <p:oleObj spid="_x0000_s3338" name="" r:id="rId3" imgW="1219200" imgH="1905000" progId="Equation.3">
                    <p:embed/>
                  </p:oleObj>
                </mc:Choice>
                <mc:Fallback>
                  <p:oleObj name="" r:id="rId3" imgW="1219200" imgH="1905000" progId="Equation.3">
                    <p:embed/>
                    <p:pic>
                      <p:nvPicPr>
                        <p:cNvPr id="0" name="图片 3337"/>
                        <p:cNvPicPr/>
                        <p:nvPr/>
                      </p:nvPicPr>
                      <p:blipFill>
                        <a:blip r:embed="rId4"/>
                        <a:stretch>
                          <a:fillRect/>
                        </a:stretch>
                      </p:blipFill>
                      <p:spPr>
                        <a:xfrm>
                          <a:off x="2363" y="2072"/>
                          <a:ext cx="768" cy="1200"/>
                        </a:xfrm>
                        <a:prstGeom prst="rect">
                          <a:avLst/>
                        </a:prstGeom>
                        <a:noFill/>
                        <a:ln w="38100">
                          <a:noFill/>
                          <a:miter/>
                        </a:ln>
                      </p:spPr>
                    </p:pic>
                  </p:oleObj>
                </mc:Fallback>
              </mc:AlternateContent>
            </a:graphicData>
          </a:graphic>
        </p:graphicFrame>
        <p:graphicFrame>
          <p:nvGraphicFramePr>
            <p:cNvPr id="167943" name="Object 11"/>
            <p:cNvGraphicFramePr>
              <a:graphicFrameLocks noChangeAspect="1"/>
            </p:cNvGraphicFramePr>
            <p:nvPr/>
          </p:nvGraphicFramePr>
          <p:xfrm>
            <a:off x="3680" y="2048"/>
            <a:ext cx="576" cy="1248"/>
          </p:xfrm>
          <a:graphic>
            <a:graphicData uri="http://schemas.openxmlformats.org/presentationml/2006/ole">
              <mc:AlternateContent xmlns:mc="http://schemas.openxmlformats.org/markup-compatibility/2006">
                <mc:Choice xmlns:v="urn:schemas-microsoft-com:vml" Requires="v">
                  <p:oleObj spid="_x0000_s3342" name="" r:id="rId5" imgW="914400" imgH="1981200" progId="Equation.3">
                    <p:embed/>
                  </p:oleObj>
                </mc:Choice>
                <mc:Fallback>
                  <p:oleObj name="" r:id="rId5" imgW="914400" imgH="1981200" progId="Equation.3">
                    <p:embed/>
                    <p:pic>
                      <p:nvPicPr>
                        <p:cNvPr id="0" name="图片 3341"/>
                        <p:cNvPicPr/>
                        <p:nvPr/>
                      </p:nvPicPr>
                      <p:blipFill>
                        <a:blip r:embed="rId6"/>
                        <a:stretch>
                          <a:fillRect/>
                        </a:stretch>
                      </p:blipFill>
                      <p:spPr>
                        <a:xfrm>
                          <a:off x="3680" y="2048"/>
                          <a:ext cx="576" cy="1248"/>
                        </a:xfrm>
                        <a:prstGeom prst="rect">
                          <a:avLst/>
                        </a:prstGeom>
                        <a:noFill/>
                        <a:ln w="38100">
                          <a:noFill/>
                          <a:miter/>
                        </a:ln>
                      </p:spPr>
                    </p:pic>
                  </p:oleObj>
                </mc:Fallback>
              </mc:AlternateContent>
            </a:graphicData>
          </a:graphic>
        </p:graphicFrame>
      </p:grpSp>
      <p:sp>
        <p:nvSpPr>
          <p:cNvPr id="33804" name="Text Box 12"/>
          <p:cNvSpPr txBox="1"/>
          <p:nvPr/>
        </p:nvSpPr>
        <p:spPr>
          <a:xfrm>
            <a:off x="1512888" y="5461000"/>
            <a:ext cx="5254625" cy="519113"/>
          </a:xfrm>
          <a:prstGeom prst="rect">
            <a:avLst/>
          </a:prstGeom>
          <a:noFill/>
          <a:ln w="9525">
            <a:noFill/>
          </a:ln>
        </p:spPr>
        <p:txBody>
          <a:bodyPr wrap="none" anchor="t" anchorCtr="0">
            <a:spAutoFit/>
          </a:bodyPr>
          <a:p>
            <a:r>
              <a:rPr lang="en-US" altLang="zh-CN" sz="2800" b="1" i="0" dirty="0">
                <a:latin typeface="Times New Roman" panose="02020603050405020304" pitchFamily="18" charset="0"/>
                <a:ea typeface="宋体" panose="02010600030101010101" pitchFamily="2" charset="-122"/>
                <a:sym typeface="Symbol" panose="05050102010706020507" pitchFamily="18" charset="2"/>
              </a:rPr>
              <a:t>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a:t>
            </a:r>
            <a:r>
              <a:rPr lang="en-US" altLang="zh-CN" sz="2800" dirty="0">
                <a:latin typeface="Times New Roman" panose="02020603050405020304" pitchFamily="18" charset="0"/>
                <a:ea typeface="宋体" panose="02010600030101010101" pitchFamily="2" charset="-122"/>
                <a:sym typeface="Symbol" panose="05050102010706020507" pitchFamily="18" charset="2"/>
              </a:rPr>
              <a:t>C</a:t>
            </a:r>
            <a:r>
              <a:rPr lang="zh-CN" altLang="zh-CN" sz="2800" i="0" dirty="0">
                <a:latin typeface="Times New Roman" panose="02020603050405020304" pitchFamily="18" charset="0"/>
                <a:ea typeface="宋体" panose="02010600030101010101" pitchFamily="2" charset="-122"/>
                <a:sym typeface="Symbol" panose="05050102010706020507" pitchFamily="18" charset="2"/>
              </a:rPr>
              <a:t>发生变化时不会产生险象.</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8">
                                            <p:txEl>
                                              <p:charRg st="0" end="25"/>
                                            </p:txEl>
                                          </p:spTgt>
                                        </p:tgtEl>
                                        <p:attrNameLst>
                                          <p:attrName>style.visibility</p:attrName>
                                        </p:attrNameLst>
                                      </p:cBhvr>
                                      <p:to>
                                        <p:strVal val="visible"/>
                                      </p:to>
                                    </p:set>
                                    <p:animEffect transition="in" filter="wipe(left)">
                                      <p:cBhvr>
                                        <p:cTn id="7" dur="500"/>
                                        <p:tgtEl>
                                          <p:spTgt spid="33798">
                                            <p:txEl>
                                              <p:charRg st="0"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799">
                                            <p:txEl>
                                              <p:charRg st="0" end="7"/>
                                            </p:txEl>
                                          </p:spTgt>
                                        </p:tgtEl>
                                        <p:attrNameLst>
                                          <p:attrName>style.visibility</p:attrName>
                                        </p:attrNameLst>
                                      </p:cBhvr>
                                      <p:to>
                                        <p:strVal val="visible"/>
                                      </p:to>
                                    </p:set>
                                    <p:animEffect transition="in" filter="wipe(left)">
                                      <p:cBhvr>
                                        <p:cTn id="12" dur="500"/>
                                        <p:tgtEl>
                                          <p:spTgt spid="33799">
                                            <p:txEl>
                                              <p:charRg st="0"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804">
                                            <p:txEl>
                                              <p:charRg st="0" end="21"/>
                                            </p:txEl>
                                          </p:spTgt>
                                        </p:tgtEl>
                                        <p:attrNameLst>
                                          <p:attrName>style.visibility</p:attrName>
                                        </p:attrNameLst>
                                      </p:cBhvr>
                                      <p:to>
                                        <p:strVal val="visible"/>
                                      </p:to>
                                    </p:set>
                                    <p:animEffect transition="in" filter="wipe(left)">
                                      <p:cBhvr>
                                        <p:cTn id="22" dur="500"/>
                                        <p:tgtEl>
                                          <p:spTgt spid="33804">
                                            <p:txEl>
                                              <p:charRg st="0" end="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build="p"/>
      <p:bldP spid="33799" grpId="0" build="p"/>
      <p:bldP spid="33804" grpId="0" build="p"/>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p:nvPr/>
        </p:nvSpPr>
        <p:spPr>
          <a:xfrm>
            <a:off x="866775" y="1425575"/>
            <a:ext cx="1646238" cy="519113"/>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检查</a:t>
            </a:r>
            <a:r>
              <a:rPr lang="en-US" altLang="zh-CN" sz="2800" dirty="0">
                <a:latin typeface="Times New Roman" panose="02020603050405020304" pitchFamily="18" charset="0"/>
                <a:ea typeface="宋体" panose="02010600030101010101" pitchFamily="2" charset="-122"/>
                <a:sym typeface="Monotype Sorts" pitchFamily="2" charset="2"/>
              </a:rPr>
              <a:t>A</a:t>
            </a:r>
            <a:r>
              <a:rPr lang="zh-CN" altLang="en-US" sz="2800" i="0" dirty="0">
                <a:latin typeface="Times New Roman" panose="02020603050405020304" pitchFamily="18" charset="0"/>
                <a:ea typeface="宋体" panose="02010600030101010101" pitchFamily="2" charset="-122"/>
                <a:sym typeface="Monotype Sorts" pitchFamily="2" charset="2"/>
              </a:rPr>
              <a:t>：</a:t>
            </a:r>
            <a:endParaRPr lang="zh-CN" altLang="en-US" sz="2800" i="0" dirty="0">
              <a:latin typeface="Times New Roman" panose="02020603050405020304" pitchFamily="18" charset="0"/>
              <a:ea typeface="宋体" panose="02010600030101010101" pitchFamily="2" charset="-122"/>
              <a:sym typeface="Monotype Sorts" pitchFamily="2" charset="2"/>
            </a:endParaRPr>
          </a:p>
        </p:txBody>
      </p:sp>
      <p:grpSp>
        <p:nvGrpSpPr>
          <p:cNvPr id="2" name="Group 6"/>
          <p:cNvGrpSpPr/>
          <p:nvPr/>
        </p:nvGrpSpPr>
        <p:grpSpPr>
          <a:xfrm>
            <a:off x="2636838" y="2130425"/>
            <a:ext cx="3559175" cy="2032000"/>
            <a:chOff x="1826" y="1298"/>
            <a:chExt cx="2242" cy="1280"/>
          </a:xfrm>
        </p:grpSpPr>
        <p:graphicFrame>
          <p:nvGraphicFramePr>
            <p:cNvPr id="168963" name="Object 3"/>
            <p:cNvGraphicFramePr>
              <a:graphicFrameLocks noChangeAspect="1"/>
            </p:cNvGraphicFramePr>
            <p:nvPr/>
          </p:nvGraphicFramePr>
          <p:xfrm>
            <a:off x="1826" y="1338"/>
            <a:ext cx="784" cy="1200"/>
          </p:xfrm>
          <a:graphic>
            <a:graphicData uri="http://schemas.openxmlformats.org/presentationml/2006/ole">
              <mc:AlternateContent xmlns:mc="http://schemas.openxmlformats.org/markup-compatibility/2006">
                <mc:Choice xmlns:v="urn:schemas-microsoft-com:vml" Requires="v">
                  <p:oleObj spid="_x0000_s3339" name="" r:id="rId1" imgW="1244600" imgH="1905000" progId="Equation.3">
                    <p:embed/>
                  </p:oleObj>
                </mc:Choice>
                <mc:Fallback>
                  <p:oleObj name="" r:id="rId1" imgW="1244600" imgH="1905000" progId="Equation.3">
                    <p:embed/>
                    <p:pic>
                      <p:nvPicPr>
                        <p:cNvPr id="0" name="图片 3338"/>
                        <p:cNvPicPr/>
                        <p:nvPr/>
                      </p:nvPicPr>
                      <p:blipFill>
                        <a:blip r:embed="rId2"/>
                        <a:stretch>
                          <a:fillRect/>
                        </a:stretch>
                      </p:blipFill>
                      <p:spPr>
                        <a:xfrm>
                          <a:off x="1826" y="1338"/>
                          <a:ext cx="784" cy="1200"/>
                        </a:xfrm>
                        <a:prstGeom prst="rect">
                          <a:avLst/>
                        </a:prstGeom>
                        <a:noFill/>
                        <a:ln w="38100">
                          <a:noFill/>
                          <a:miter/>
                        </a:ln>
                      </p:spPr>
                    </p:pic>
                  </p:oleObj>
                </mc:Fallback>
              </mc:AlternateContent>
            </a:graphicData>
          </a:graphic>
        </p:graphicFrame>
        <p:graphicFrame>
          <p:nvGraphicFramePr>
            <p:cNvPr id="168964" name="Object 4"/>
            <p:cNvGraphicFramePr>
              <a:graphicFrameLocks noChangeAspect="1"/>
            </p:cNvGraphicFramePr>
            <p:nvPr/>
          </p:nvGraphicFramePr>
          <p:xfrm>
            <a:off x="3140" y="1298"/>
            <a:ext cx="928" cy="1280"/>
          </p:xfrm>
          <a:graphic>
            <a:graphicData uri="http://schemas.openxmlformats.org/presentationml/2006/ole">
              <mc:AlternateContent xmlns:mc="http://schemas.openxmlformats.org/markup-compatibility/2006">
                <mc:Choice xmlns:v="urn:schemas-microsoft-com:vml" Requires="v">
                  <p:oleObj spid="_x0000_s3340" name="" r:id="rId3" imgW="1473200" imgH="2032000" progId="Equation.3">
                    <p:embed/>
                  </p:oleObj>
                </mc:Choice>
                <mc:Fallback>
                  <p:oleObj name="" r:id="rId3" imgW="1473200" imgH="2032000" progId="Equation.3">
                    <p:embed/>
                    <p:pic>
                      <p:nvPicPr>
                        <p:cNvPr id="0" name="图片 3339"/>
                        <p:cNvPicPr/>
                        <p:nvPr/>
                      </p:nvPicPr>
                      <p:blipFill>
                        <a:blip r:embed="rId4"/>
                        <a:stretch>
                          <a:fillRect/>
                        </a:stretch>
                      </p:blipFill>
                      <p:spPr>
                        <a:xfrm>
                          <a:off x="3140" y="1298"/>
                          <a:ext cx="928" cy="1280"/>
                        </a:xfrm>
                        <a:prstGeom prst="rect">
                          <a:avLst/>
                        </a:prstGeom>
                        <a:noFill/>
                        <a:ln w="38100">
                          <a:noFill/>
                          <a:miter/>
                        </a:ln>
                      </p:spPr>
                    </p:pic>
                  </p:oleObj>
                </mc:Fallback>
              </mc:AlternateContent>
            </a:graphicData>
          </a:graphic>
        </p:graphicFrame>
      </p:grpSp>
      <p:sp>
        <p:nvSpPr>
          <p:cNvPr id="34821" name="Text Box 5"/>
          <p:cNvSpPr txBox="1"/>
          <p:nvPr/>
        </p:nvSpPr>
        <p:spPr>
          <a:xfrm>
            <a:off x="971550" y="4457700"/>
            <a:ext cx="7265988" cy="519113"/>
          </a:xfrm>
          <a:prstGeom prst="rect">
            <a:avLst/>
          </a:prstGeom>
          <a:noFill/>
          <a:ln w="9525">
            <a:noFill/>
          </a:ln>
        </p:spPr>
        <p:txBody>
          <a:bodyPr wrap="none" anchor="t" anchorCtr="0">
            <a:spAutoFit/>
          </a:bodyPr>
          <a:p>
            <a:r>
              <a:rPr lang="en-US" altLang="zh-CN" sz="2800" b="1" i="0" dirty="0">
                <a:latin typeface="Times New Roman" panose="02020603050405020304" pitchFamily="18" charset="0"/>
                <a:ea typeface="宋体" panose="02010600030101010101" pitchFamily="2" charset="-122"/>
                <a:sym typeface="Symbol" panose="05050102010706020507" pitchFamily="18" charset="2"/>
              </a:rPr>
              <a:t>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a:t>
            </a:r>
            <a:r>
              <a:rPr lang="zh-CN" altLang="en-US" sz="2800" i="0" dirty="0">
                <a:latin typeface="Times New Roman" panose="02020603050405020304" pitchFamily="18" charset="0"/>
                <a:ea typeface="宋体" panose="02010600030101010101" pitchFamily="2" charset="-122"/>
                <a:sym typeface="Symbol" panose="05050102010706020507" pitchFamily="18" charset="2"/>
              </a:rPr>
              <a:t>当</a:t>
            </a:r>
            <a:r>
              <a:rPr lang="en-US" altLang="zh-CN" sz="2800" dirty="0">
                <a:latin typeface="Times New Roman" panose="02020603050405020304" pitchFamily="18" charset="0"/>
                <a:ea typeface="宋体" panose="02010600030101010101" pitchFamily="2" charset="-122"/>
                <a:sym typeface="Symbol" panose="05050102010706020507" pitchFamily="18" charset="2"/>
              </a:rPr>
              <a:t>B=C</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r>
              <a:rPr lang="zh-CN" altLang="zh-CN" sz="2800" i="0" dirty="0">
                <a:latin typeface="Times New Roman" panose="02020603050405020304" pitchFamily="18" charset="0"/>
                <a:ea typeface="宋体" panose="02010600030101010101" pitchFamily="2" charset="-122"/>
                <a:sym typeface="Symbol" panose="05050102010706020507" pitchFamily="18" charset="2"/>
              </a:rPr>
              <a:t>时, </a:t>
            </a:r>
            <a:r>
              <a:rPr lang="en-US" altLang="zh-CN" sz="2800" dirty="0">
                <a:latin typeface="Times New Roman" panose="02020603050405020304" pitchFamily="18" charset="0"/>
                <a:ea typeface="宋体" panose="02010600030101010101" pitchFamily="2" charset="-122"/>
                <a:sym typeface="Symbol" panose="05050102010706020507" pitchFamily="18" charset="2"/>
              </a:rPr>
              <a:t>A</a:t>
            </a:r>
            <a:r>
              <a:rPr lang="zh-CN" altLang="zh-CN" sz="2800" i="0" dirty="0">
                <a:latin typeface="Times New Roman" panose="02020603050405020304" pitchFamily="18" charset="0"/>
                <a:ea typeface="宋体" panose="02010600030101010101" pitchFamily="2" charset="-122"/>
                <a:sym typeface="Symbol" panose="05050102010706020507" pitchFamily="18" charset="2"/>
              </a:rPr>
              <a:t>的变化可能使电路产生险象.</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818">
                                            <p:txEl>
                                              <p:charRg st="0" end="7"/>
                                            </p:txEl>
                                          </p:spTgt>
                                        </p:tgtEl>
                                        <p:attrNameLst>
                                          <p:attrName>style.visibility</p:attrName>
                                        </p:attrNameLst>
                                      </p:cBhvr>
                                      <p:to>
                                        <p:strVal val="visible"/>
                                      </p:to>
                                    </p:set>
                                    <p:animEffect transition="in" filter="wipe(left)">
                                      <p:cBhvr>
                                        <p:cTn id="7" dur="500"/>
                                        <p:tgtEl>
                                          <p:spTgt spid="34818">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21">
                                            <p:txEl>
                                              <p:charRg st="0" end="28"/>
                                            </p:txEl>
                                          </p:spTgt>
                                        </p:tgtEl>
                                        <p:attrNameLst>
                                          <p:attrName>style.visibility</p:attrName>
                                        </p:attrNameLst>
                                      </p:cBhvr>
                                      <p:to>
                                        <p:strVal val="visible"/>
                                      </p:to>
                                    </p:set>
                                    <p:animEffect transition="in" filter="wipe(left)">
                                      <p:cBhvr>
                                        <p:cTn id="17" dur="500"/>
                                        <p:tgtEl>
                                          <p:spTgt spid="34821">
                                            <p:txEl>
                                              <p:charRg st="0" end="2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dvAuto="1000" build="p"/>
      <p:bldP spid="34821" grpId="0" build="p"/>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ext Box 2"/>
          <p:cNvSpPr txBox="1">
            <a:spLocks noChangeArrowheads="1"/>
          </p:cNvSpPr>
          <p:nvPr/>
        </p:nvSpPr>
        <p:spPr bwMode="auto">
          <a:xfrm>
            <a:off x="1093788" y="1211263"/>
            <a:ext cx="2336800"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二、卡诺图法</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5843" name="Text Box 3"/>
          <p:cNvSpPr txBox="1"/>
          <p:nvPr/>
        </p:nvSpPr>
        <p:spPr>
          <a:xfrm>
            <a:off x="1093788" y="2360613"/>
            <a:ext cx="6934200" cy="2657475"/>
          </a:xfrm>
          <a:prstGeom prst="rect">
            <a:avLst/>
          </a:prstGeom>
          <a:noFill/>
          <a:ln w="9525">
            <a:noFill/>
          </a:ln>
        </p:spPr>
        <p:txBody>
          <a:bodyPr anchor="t" anchorCtr="0">
            <a:spAutoFit/>
          </a:bodyPr>
          <a:p>
            <a:pPr indent="758825">
              <a:lnSpc>
                <a:spcPct val="150000"/>
              </a:lnSpc>
              <a:spcBef>
                <a:spcPct val="50000"/>
              </a:spcBef>
            </a:pPr>
            <a:r>
              <a:rPr lang="zh-CN" altLang="en-US" sz="2800" i="0" dirty="0">
                <a:latin typeface="Times New Roman" panose="02020603050405020304" pitchFamily="18" charset="0"/>
                <a:ea typeface="宋体" panose="02010600030101010101" pitchFamily="2" charset="-122"/>
              </a:rPr>
              <a:t>当描述电路的逻辑函数为</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与或</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式时</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可采用卡诺图来判断是否存在险象。其方法是观察是否存在</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相切</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的卡诺图</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若存在则可能产生险象。</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3">
                                            <p:txEl>
                                              <p:charRg st="0" end="67"/>
                                            </p:txEl>
                                          </p:spTgt>
                                        </p:tgtEl>
                                        <p:attrNameLst>
                                          <p:attrName>style.visibility</p:attrName>
                                        </p:attrNameLst>
                                      </p:cBhvr>
                                      <p:to>
                                        <p:strVal val="visible"/>
                                      </p:to>
                                    </p:set>
                                    <p:animEffect transition="in" filter="wipe(left)">
                                      <p:cBhvr>
                                        <p:cTn id="7" dur="500"/>
                                        <p:tgtEl>
                                          <p:spTgt spid="35843">
                                            <p:txEl>
                                              <p:charRg st="0" end="6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1009" name="Object 2"/>
          <p:cNvGraphicFramePr>
            <a:graphicFrameLocks noChangeAspect="1"/>
          </p:cNvGraphicFramePr>
          <p:nvPr/>
        </p:nvGraphicFramePr>
        <p:xfrm>
          <a:off x="925513" y="849313"/>
          <a:ext cx="6618287" cy="392112"/>
        </p:xfrm>
        <a:graphic>
          <a:graphicData uri="http://schemas.openxmlformats.org/presentationml/2006/ole">
            <mc:AlternateContent xmlns:mc="http://schemas.openxmlformats.org/markup-compatibility/2006">
              <mc:Choice xmlns:v="urn:schemas-microsoft-com:vml" Requires="v">
                <p:oleObj spid="_x0000_s3343" name="" r:id="rId1" imgW="6616700" imgH="393700" progId="Equation.3">
                  <p:embed/>
                </p:oleObj>
              </mc:Choice>
              <mc:Fallback>
                <p:oleObj name="" r:id="rId1" imgW="6616700" imgH="393700" progId="Equation.3">
                  <p:embed/>
                  <p:pic>
                    <p:nvPicPr>
                      <p:cNvPr id="0" name="图片 3342"/>
                      <p:cNvPicPr/>
                      <p:nvPr/>
                    </p:nvPicPr>
                    <p:blipFill>
                      <a:blip r:embed="rId2"/>
                      <a:stretch>
                        <a:fillRect/>
                      </a:stretch>
                    </p:blipFill>
                    <p:spPr>
                      <a:xfrm>
                        <a:off x="925513" y="849313"/>
                        <a:ext cx="6618287" cy="392112"/>
                      </a:xfrm>
                      <a:prstGeom prst="rect">
                        <a:avLst/>
                      </a:prstGeom>
                      <a:noFill/>
                      <a:ln w="38100">
                        <a:noFill/>
                        <a:miter/>
                      </a:ln>
                    </p:spPr>
                  </p:pic>
                </p:oleObj>
              </mc:Fallback>
            </mc:AlternateContent>
          </a:graphicData>
        </a:graphic>
      </p:graphicFrame>
      <p:graphicFrame>
        <p:nvGraphicFramePr>
          <p:cNvPr id="171010" name="Object 3"/>
          <p:cNvGraphicFramePr>
            <a:graphicFrameLocks noChangeAspect="1"/>
          </p:cNvGraphicFramePr>
          <p:nvPr/>
        </p:nvGraphicFramePr>
        <p:xfrm>
          <a:off x="808038" y="1409700"/>
          <a:ext cx="7735887" cy="404813"/>
        </p:xfrm>
        <a:graphic>
          <a:graphicData uri="http://schemas.openxmlformats.org/presentationml/2006/ole">
            <mc:AlternateContent xmlns:mc="http://schemas.openxmlformats.org/markup-compatibility/2006">
              <mc:Choice xmlns:v="urn:schemas-microsoft-com:vml" Requires="v">
                <p:oleObj spid="_x0000_s3344" name="" r:id="rId3" imgW="7734300" imgH="406400" progId="Equation.3">
                  <p:embed/>
                </p:oleObj>
              </mc:Choice>
              <mc:Fallback>
                <p:oleObj name="" r:id="rId3" imgW="7734300" imgH="406400" progId="Equation.3">
                  <p:embed/>
                  <p:pic>
                    <p:nvPicPr>
                      <p:cNvPr id="0" name="图片 3343"/>
                      <p:cNvPicPr/>
                      <p:nvPr/>
                    </p:nvPicPr>
                    <p:blipFill>
                      <a:blip r:embed="rId4"/>
                      <a:stretch>
                        <a:fillRect/>
                      </a:stretch>
                    </p:blipFill>
                    <p:spPr>
                      <a:xfrm>
                        <a:off x="808038" y="1409700"/>
                        <a:ext cx="7735887" cy="404813"/>
                      </a:xfrm>
                      <a:prstGeom prst="rect">
                        <a:avLst/>
                      </a:prstGeom>
                      <a:noFill/>
                      <a:ln w="38100">
                        <a:noFill/>
                        <a:miter/>
                      </a:ln>
                    </p:spPr>
                  </p:pic>
                </p:oleObj>
              </mc:Fallback>
            </mc:AlternateContent>
          </a:graphicData>
        </a:graphic>
      </p:graphicFrame>
      <p:sp>
        <p:nvSpPr>
          <p:cNvPr id="171011" name="Text Box 4"/>
          <p:cNvSpPr txBox="1"/>
          <p:nvPr/>
        </p:nvSpPr>
        <p:spPr>
          <a:xfrm>
            <a:off x="720725" y="1816100"/>
            <a:ext cx="7539038" cy="1031875"/>
          </a:xfrm>
          <a:prstGeom prst="rect">
            <a:avLst/>
          </a:prstGeom>
          <a:noFill/>
          <a:ln w="9525">
            <a:noFill/>
          </a:ln>
        </p:spPr>
        <p:txBody>
          <a:bodyPr anchor="t" anchorCtr="0">
            <a:spAutoFit/>
          </a:bodyPr>
          <a:p>
            <a:pPr>
              <a:lnSpc>
                <a:spcPct val="110000"/>
              </a:lnSpc>
            </a:pPr>
            <a:r>
              <a:rPr lang="zh-CN" altLang="en-US" sz="2800" i="0" dirty="0">
                <a:latin typeface="Times New Roman" panose="02020603050405020304" pitchFamily="18" charset="0"/>
                <a:ea typeface="宋体" panose="02010600030101010101" pitchFamily="2" charset="-122"/>
              </a:rPr>
              <a:t>因此当</a:t>
            </a:r>
            <a:r>
              <a:rPr lang="en-US" altLang="zh-CN" sz="2800" dirty="0">
                <a:latin typeface="Times New Roman" panose="02020603050405020304" pitchFamily="18" charset="0"/>
                <a:ea typeface="宋体" panose="02010600030101010101" pitchFamily="2" charset="-122"/>
              </a:rPr>
              <a:t>B</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D</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C</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0</a:t>
            </a:r>
            <a:r>
              <a:rPr lang="zh-CN" altLang="zh-CN" sz="2800" i="0" dirty="0">
                <a:latin typeface="Times New Roman" panose="02020603050405020304" pitchFamily="18" charset="0"/>
                <a:ea typeface="宋体" panose="02010600030101010101" pitchFamily="2" charset="-122"/>
              </a:rPr>
              <a:t>时，电路可能由于</a:t>
            </a:r>
            <a:r>
              <a:rPr lang="en-US" altLang="zh-CN" sz="2800" dirty="0">
                <a:latin typeface="Times New Roman" panose="02020603050405020304" pitchFamily="18" charset="0"/>
                <a:ea typeface="宋体" panose="02010600030101010101" pitchFamily="2" charset="-122"/>
              </a:rPr>
              <a:t>A</a:t>
            </a:r>
            <a:r>
              <a:rPr lang="zh-CN" altLang="zh-CN" sz="2800" i="0" dirty="0">
                <a:latin typeface="Times New Roman" panose="02020603050405020304" pitchFamily="18" charset="0"/>
                <a:ea typeface="宋体" panose="02010600030101010101" pitchFamily="2" charset="-122"/>
              </a:rPr>
              <a:t>的变化</a:t>
            </a:r>
            <a:r>
              <a:rPr lang="zh-CN" altLang="en-US" sz="2800" i="0" dirty="0">
                <a:latin typeface="Times New Roman" panose="02020603050405020304" pitchFamily="18" charset="0"/>
                <a:ea typeface="宋体" panose="02010600030101010101" pitchFamily="2" charset="-122"/>
              </a:rPr>
              <a:t>而</a:t>
            </a:r>
            <a:r>
              <a:rPr lang="zh-CN" altLang="zh-CN" sz="2800" i="0" dirty="0">
                <a:latin typeface="Times New Roman" panose="02020603050405020304" pitchFamily="18" charset="0"/>
                <a:ea typeface="宋体" panose="02010600030101010101" pitchFamily="2" charset="-122"/>
              </a:rPr>
              <a:t>产生险象。</a:t>
            </a:r>
            <a:endParaRPr lang="zh-CN" altLang="en-US" sz="2800" i="0" dirty="0">
              <a:latin typeface="Times New Roman" panose="02020603050405020304" pitchFamily="18" charset="0"/>
              <a:ea typeface="宋体" panose="02010600030101010101" pitchFamily="2" charset="-122"/>
            </a:endParaRPr>
          </a:p>
        </p:txBody>
      </p:sp>
      <p:grpSp>
        <p:nvGrpSpPr>
          <p:cNvPr id="171012" name="Group 45"/>
          <p:cNvGrpSpPr/>
          <p:nvPr/>
        </p:nvGrpSpPr>
        <p:grpSpPr>
          <a:xfrm>
            <a:off x="2889250" y="2949575"/>
            <a:ext cx="3644900" cy="3222625"/>
            <a:chOff x="2362" y="1868"/>
            <a:chExt cx="2296" cy="2030"/>
          </a:xfrm>
        </p:grpSpPr>
        <p:sp>
          <p:nvSpPr>
            <p:cNvPr id="171013" name="AutoShape 40"/>
            <p:cNvSpPr/>
            <p:nvPr/>
          </p:nvSpPr>
          <p:spPr>
            <a:xfrm>
              <a:off x="2978" y="2762"/>
              <a:ext cx="731" cy="681"/>
            </a:xfrm>
            <a:prstGeom prst="roundRect">
              <a:avLst>
                <a:gd name="adj" fmla="val 16667"/>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1014" name="AutoShape 41"/>
            <p:cNvSpPr/>
            <p:nvPr/>
          </p:nvSpPr>
          <p:spPr>
            <a:xfrm>
              <a:off x="2978" y="3169"/>
              <a:ext cx="731" cy="681"/>
            </a:xfrm>
            <a:prstGeom prst="roundRect">
              <a:avLst>
                <a:gd name="adj" fmla="val 16667"/>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1015" name="Oval 39"/>
            <p:cNvSpPr/>
            <p:nvPr/>
          </p:nvSpPr>
          <p:spPr>
            <a:xfrm>
              <a:off x="3853" y="2314"/>
              <a:ext cx="305" cy="742"/>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1016" name="Line 11"/>
            <p:cNvSpPr/>
            <p:nvPr/>
          </p:nvSpPr>
          <p:spPr>
            <a:xfrm>
              <a:off x="2910" y="2677"/>
              <a:ext cx="1748" cy="0"/>
            </a:xfrm>
            <a:prstGeom prst="line">
              <a:avLst/>
            </a:prstGeom>
            <a:ln w="28575" cap="flat" cmpd="sng">
              <a:solidFill>
                <a:srgbClr val="3333FF"/>
              </a:solidFill>
              <a:prstDash val="solid"/>
              <a:round/>
              <a:headEnd type="none" w="med" len="med"/>
              <a:tailEnd type="none" w="med" len="med"/>
            </a:ln>
          </p:spPr>
        </p:sp>
        <p:sp>
          <p:nvSpPr>
            <p:cNvPr id="171017" name="Text Box 12"/>
            <p:cNvSpPr txBox="1"/>
            <p:nvPr/>
          </p:nvSpPr>
          <p:spPr>
            <a:xfrm>
              <a:off x="2995" y="1984"/>
              <a:ext cx="162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171018" name="Text Box 13"/>
            <p:cNvSpPr txBox="1"/>
            <p:nvPr/>
          </p:nvSpPr>
          <p:spPr>
            <a:xfrm>
              <a:off x="2545" y="2210"/>
              <a:ext cx="364" cy="1674"/>
            </a:xfrm>
            <a:prstGeom prst="rect">
              <a:avLst/>
            </a:prstGeom>
            <a:noFill/>
            <a:ln w="9525">
              <a:noFill/>
            </a:ln>
          </p:spPr>
          <p:txBody>
            <a:bodyPr anchor="t" anchorCtr="0">
              <a:spAutoFit/>
            </a:bodyPr>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171019" name="Text Box 14"/>
            <p:cNvSpPr txBox="1"/>
            <p:nvPr/>
          </p:nvSpPr>
          <p:spPr>
            <a:xfrm>
              <a:off x="2642" y="1868"/>
              <a:ext cx="390"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171020" name="Text Box 15"/>
            <p:cNvSpPr txBox="1"/>
            <p:nvPr/>
          </p:nvSpPr>
          <p:spPr>
            <a:xfrm>
              <a:off x="2362" y="1999"/>
              <a:ext cx="427"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grpSp>
          <p:nvGrpSpPr>
            <p:cNvPr id="171021" name="Group 17"/>
            <p:cNvGrpSpPr/>
            <p:nvPr/>
          </p:nvGrpSpPr>
          <p:grpSpPr>
            <a:xfrm>
              <a:off x="2891" y="2270"/>
              <a:ext cx="1754" cy="1604"/>
              <a:chOff x="520" y="702"/>
              <a:chExt cx="1281" cy="1403"/>
            </a:xfrm>
          </p:grpSpPr>
          <p:sp>
            <p:nvSpPr>
              <p:cNvPr id="171022" name="Rectangle 18"/>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71023" name="Group 19"/>
              <p:cNvGrpSpPr/>
              <p:nvPr/>
            </p:nvGrpSpPr>
            <p:grpSpPr>
              <a:xfrm>
                <a:off x="858" y="702"/>
                <a:ext cx="645" cy="1403"/>
                <a:chOff x="858" y="702"/>
                <a:chExt cx="645" cy="1380"/>
              </a:xfrm>
            </p:grpSpPr>
            <p:sp>
              <p:nvSpPr>
                <p:cNvPr id="171024" name="Line 20"/>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171025" name="Line 21"/>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171026" name="Line 22"/>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grpSp>
        <p:sp>
          <p:nvSpPr>
            <p:cNvPr id="171027" name="Line 23"/>
            <p:cNvSpPr/>
            <p:nvPr/>
          </p:nvSpPr>
          <p:spPr>
            <a:xfrm>
              <a:off x="2910" y="3075"/>
              <a:ext cx="1748" cy="0"/>
            </a:xfrm>
            <a:prstGeom prst="line">
              <a:avLst/>
            </a:prstGeom>
            <a:ln w="28575" cap="flat" cmpd="sng">
              <a:solidFill>
                <a:srgbClr val="3333FF"/>
              </a:solidFill>
              <a:prstDash val="solid"/>
              <a:round/>
              <a:headEnd type="none" w="med" len="med"/>
              <a:tailEnd type="none" w="med" len="med"/>
            </a:ln>
          </p:spPr>
        </p:sp>
        <p:sp>
          <p:nvSpPr>
            <p:cNvPr id="171028" name="Line 24"/>
            <p:cNvSpPr/>
            <p:nvPr/>
          </p:nvSpPr>
          <p:spPr>
            <a:xfrm>
              <a:off x="2892" y="3518"/>
              <a:ext cx="1748" cy="0"/>
            </a:xfrm>
            <a:prstGeom prst="line">
              <a:avLst/>
            </a:prstGeom>
            <a:ln w="28575" cap="flat" cmpd="sng">
              <a:solidFill>
                <a:srgbClr val="3333FF"/>
              </a:solidFill>
              <a:prstDash val="solid"/>
              <a:round/>
              <a:headEnd type="none" w="med" len="med"/>
              <a:tailEnd type="none" w="med" len="med"/>
            </a:ln>
          </p:spPr>
        </p:sp>
        <p:sp>
          <p:nvSpPr>
            <p:cNvPr id="171029" name="Rectangle 25"/>
            <p:cNvSpPr/>
            <p:nvPr/>
          </p:nvSpPr>
          <p:spPr>
            <a:xfrm>
              <a:off x="3462" y="3571"/>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0" name="Rectangle 26"/>
            <p:cNvSpPr/>
            <p:nvPr/>
          </p:nvSpPr>
          <p:spPr>
            <a:xfrm>
              <a:off x="2999" y="3570"/>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1" name="Rectangle 27"/>
            <p:cNvSpPr/>
            <p:nvPr/>
          </p:nvSpPr>
          <p:spPr>
            <a:xfrm>
              <a:off x="3461" y="3159"/>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2" name="Rectangle 28"/>
            <p:cNvSpPr/>
            <p:nvPr/>
          </p:nvSpPr>
          <p:spPr>
            <a:xfrm>
              <a:off x="2987" y="3159"/>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3" name="Text Box 29"/>
            <p:cNvSpPr txBox="1"/>
            <p:nvPr/>
          </p:nvSpPr>
          <p:spPr>
            <a:xfrm>
              <a:off x="3901" y="2288"/>
              <a:ext cx="237"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4" name="Rectangle 31"/>
            <p:cNvSpPr/>
            <p:nvPr/>
          </p:nvSpPr>
          <p:spPr>
            <a:xfrm>
              <a:off x="3469" y="2747"/>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5" name="Rectangle 32"/>
            <p:cNvSpPr/>
            <p:nvPr/>
          </p:nvSpPr>
          <p:spPr>
            <a:xfrm>
              <a:off x="3007" y="2747"/>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6" name="Text Box 35"/>
            <p:cNvSpPr txBox="1"/>
            <p:nvPr/>
          </p:nvSpPr>
          <p:spPr>
            <a:xfrm>
              <a:off x="3901" y="2699"/>
              <a:ext cx="348"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7" name="Line 38"/>
            <p:cNvSpPr/>
            <p:nvPr/>
          </p:nvSpPr>
          <p:spPr>
            <a:xfrm>
              <a:off x="2583" y="1980"/>
              <a:ext cx="306" cy="304"/>
            </a:xfrm>
            <a:prstGeom prst="line">
              <a:avLst/>
            </a:prstGeom>
            <a:ln w="28575" cap="flat" cmpd="sng">
              <a:solidFill>
                <a:srgbClr val="3333FF"/>
              </a:solidFill>
              <a:prstDash val="solid"/>
              <a:round/>
              <a:headEnd type="none" w="med" len="med"/>
              <a:tailEnd type="none" w="med" len="med"/>
            </a:ln>
          </p:spPr>
        </p:sp>
      </p:gr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6"/>
          <p:cNvGrpSpPr/>
          <p:nvPr/>
        </p:nvGrpSpPr>
        <p:grpSpPr>
          <a:xfrm>
            <a:off x="1046163" y="5103813"/>
            <a:ext cx="6384925" cy="1117600"/>
            <a:chOff x="611" y="2855"/>
            <a:chExt cx="4022" cy="704"/>
          </a:xfrm>
        </p:grpSpPr>
        <p:sp>
          <p:nvSpPr>
            <p:cNvPr id="172034" name="Text Box 2"/>
            <p:cNvSpPr txBox="1"/>
            <p:nvPr/>
          </p:nvSpPr>
          <p:spPr>
            <a:xfrm>
              <a:off x="611" y="2855"/>
              <a:ext cx="1684" cy="327"/>
            </a:xfrm>
            <a:prstGeom prst="rect">
              <a:avLst/>
            </a:prstGeom>
            <a:noFill/>
            <a:ln w="9525">
              <a:noFill/>
            </a:ln>
          </p:spPr>
          <p:txBody>
            <a:bodyPr wrap="none" anchor="t" anchorCtr="0">
              <a:spAutoFit/>
            </a:bodyPr>
            <a:p>
              <a:r>
                <a:rPr lang="en-US" altLang="zh-CN" sz="2800" b="1" i="0" dirty="0">
                  <a:latin typeface="Times New Roman" panose="02020603050405020304" pitchFamily="18" charset="0"/>
                  <a:ea typeface="宋体" panose="02010600030101010101" pitchFamily="2" charset="-122"/>
                </a:rPr>
                <a:t>1</a:t>
              </a:r>
              <a:r>
                <a:rPr lang="zh-CN" altLang="en-US" sz="2800" b="1" i="0" dirty="0">
                  <a:latin typeface="Times New Roman" panose="02020603050405020304" pitchFamily="18" charset="0"/>
                  <a:ea typeface="宋体" panose="02010600030101010101" pitchFamily="2" charset="-122"/>
                </a:rPr>
                <a:t>、利用定理</a:t>
              </a:r>
              <a:r>
                <a:rPr lang="en-US" altLang="zh-CN" sz="2800" b="1" i="0" dirty="0">
                  <a:latin typeface="Times New Roman" panose="02020603050405020304" pitchFamily="18" charset="0"/>
                  <a:ea typeface="宋体" panose="02010600030101010101" pitchFamily="2" charset="-122"/>
                </a:rPr>
                <a:t>8</a:t>
              </a:r>
              <a:r>
                <a:rPr lang="zh-CN" altLang="en-US" sz="2800" b="1"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graphicFrame>
          <p:nvGraphicFramePr>
            <p:cNvPr id="172035" name="Object 3"/>
            <p:cNvGraphicFramePr>
              <a:graphicFrameLocks noChangeAspect="1"/>
            </p:cNvGraphicFramePr>
            <p:nvPr/>
          </p:nvGraphicFramePr>
          <p:xfrm>
            <a:off x="2265" y="2879"/>
            <a:ext cx="2368" cy="232"/>
          </p:xfrm>
          <a:graphic>
            <a:graphicData uri="http://schemas.openxmlformats.org/presentationml/2006/ole">
              <mc:AlternateContent xmlns:mc="http://schemas.openxmlformats.org/markup-compatibility/2006">
                <mc:Choice xmlns:v="urn:schemas-microsoft-com:vml" Requires="v">
                  <p:oleObj spid="_x0000_s3348" name="" r:id="rId1" imgW="3759200" imgH="368300" progId="Equation.3">
                    <p:embed/>
                  </p:oleObj>
                </mc:Choice>
                <mc:Fallback>
                  <p:oleObj name="" r:id="rId1" imgW="3759200" imgH="368300" progId="Equation.3">
                    <p:embed/>
                    <p:pic>
                      <p:nvPicPr>
                        <p:cNvPr id="0" name="图片 3347"/>
                        <p:cNvPicPr/>
                        <p:nvPr/>
                      </p:nvPicPr>
                      <p:blipFill>
                        <a:blip r:embed="rId2"/>
                        <a:stretch>
                          <a:fillRect/>
                        </a:stretch>
                      </p:blipFill>
                      <p:spPr>
                        <a:xfrm>
                          <a:off x="2265" y="2879"/>
                          <a:ext cx="2368" cy="232"/>
                        </a:xfrm>
                        <a:prstGeom prst="rect">
                          <a:avLst/>
                        </a:prstGeom>
                        <a:noFill/>
                        <a:ln w="38100">
                          <a:noFill/>
                          <a:miter/>
                        </a:ln>
                      </p:spPr>
                    </p:pic>
                  </p:oleObj>
                </mc:Fallback>
              </mc:AlternateContent>
            </a:graphicData>
          </a:graphic>
        </p:graphicFrame>
        <p:sp>
          <p:nvSpPr>
            <p:cNvPr id="172036" name="Text Box 4"/>
            <p:cNvSpPr txBox="1"/>
            <p:nvPr/>
          </p:nvSpPr>
          <p:spPr>
            <a:xfrm>
              <a:off x="944" y="3232"/>
              <a:ext cx="2356" cy="327"/>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给原函数增加冗余项。</a:t>
              </a:r>
              <a:endParaRPr lang="zh-CN" altLang="en-US" sz="2800" i="0" dirty="0">
                <a:latin typeface="Times New Roman" panose="02020603050405020304" pitchFamily="18" charset="0"/>
                <a:ea typeface="宋体" panose="02010600030101010101" pitchFamily="2" charset="-122"/>
              </a:endParaRPr>
            </a:p>
          </p:txBody>
        </p:sp>
      </p:grpSp>
      <p:sp>
        <p:nvSpPr>
          <p:cNvPr id="38924" name="Text Box 12"/>
          <p:cNvSpPr txBox="1">
            <a:spLocks noChangeArrowheads="1"/>
          </p:cNvSpPr>
          <p:nvPr/>
        </p:nvSpPr>
        <p:spPr bwMode="auto">
          <a:xfrm>
            <a:off x="877888" y="1882775"/>
            <a:ext cx="5518150"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一、用增加冗余项的方法消除险象</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3" name="Group 17"/>
          <p:cNvGrpSpPr/>
          <p:nvPr/>
        </p:nvGrpSpPr>
        <p:grpSpPr>
          <a:xfrm>
            <a:off x="900113" y="2533650"/>
            <a:ext cx="7432675" cy="2395538"/>
            <a:chOff x="567" y="1098"/>
            <a:chExt cx="4682" cy="1509"/>
          </a:xfrm>
        </p:grpSpPr>
        <p:sp>
          <p:nvSpPr>
            <p:cNvPr id="172039" name="Text Box 13"/>
            <p:cNvSpPr txBox="1"/>
            <p:nvPr/>
          </p:nvSpPr>
          <p:spPr>
            <a:xfrm>
              <a:off x="567" y="1098"/>
              <a:ext cx="4668" cy="812"/>
            </a:xfrm>
            <a:prstGeom prst="rect">
              <a:avLst/>
            </a:prstGeom>
            <a:noFill/>
            <a:ln w="9525">
              <a:noFill/>
            </a:ln>
          </p:spPr>
          <p:txBody>
            <a:bodyPr anchor="t" anchorCtr="0">
              <a:spAutoFit/>
            </a:bodyPr>
            <a:p>
              <a:pPr indent="669925">
                <a:lnSpc>
                  <a:spcPct val="140000"/>
                </a:lnSpc>
                <a:spcBef>
                  <a:spcPct val="50000"/>
                </a:spcBef>
              </a:pPr>
              <a:r>
                <a:rPr lang="zh-CN" altLang="en-US" sz="2800" i="0" dirty="0">
                  <a:latin typeface="Times New Roman" panose="02020603050405020304" pitchFamily="18" charset="0"/>
                  <a:ea typeface="宋体" panose="02010600030101010101" pitchFamily="2" charset="-122"/>
                </a:rPr>
                <a:t>在表达式中</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加</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上多余的</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与项</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或者</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乘</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上多余的</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或项</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，使原函数不可能在某种条件下</a:t>
              </a:r>
              <a:endParaRPr lang="zh-CN" altLang="en-US" sz="2800" i="0" dirty="0">
                <a:latin typeface="Times New Roman" panose="02020603050405020304" pitchFamily="18" charset="0"/>
                <a:ea typeface="宋体" panose="02010600030101010101" pitchFamily="2" charset="-122"/>
              </a:endParaRPr>
            </a:p>
          </p:txBody>
        </p:sp>
        <p:graphicFrame>
          <p:nvGraphicFramePr>
            <p:cNvPr id="172040" name="Object 14"/>
            <p:cNvGraphicFramePr>
              <a:graphicFrameLocks noChangeAspect="1"/>
            </p:cNvGraphicFramePr>
            <p:nvPr/>
          </p:nvGraphicFramePr>
          <p:xfrm>
            <a:off x="648" y="1972"/>
            <a:ext cx="4601" cy="255"/>
          </p:xfrm>
          <a:graphic>
            <a:graphicData uri="http://schemas.openxmlformats.org/presentationml/2006/ole">
              <mc:AlternateContent xmlns:mc="http://schemas.openxmlformats.org/markup-compatibility/2006">
                <mc:Choice xmlns:v="urn:schemas-microsoft-com:vml" Requires="v">
                  <p:oleObj spid="_x0000_s3346" name="" r:id="rId3" imgW="7302500" imgH="406400" progId="Equation.3">
                    <p:embed/>
                  </p:oleObj>
                </mc:Choice>
                <mc:Fallback>
                  <p:oleObj name="" r:id="rId3" imgW="7302500" imgH="406400" progId="Equation.3">
                    <p:embed/>
                    <p:pic>
                      <p:nvPicPr>
                        <p:cNvPr id="0" name="图片 3345"/>
                        <p:cNvPicPr/>
                        <p:nvPr/>
                      </p:nvPicPr>
                      <p:blipFill>
                        <a:blip r:embed="rId4"/>
                        <a:stretch>
                          <a:fillRect/>
                        </a:stretch>
                      </p:blipFill>
                      <p:spPr>
                        <a:xfrm>
                          <a:off x="648" y="1972"/>
                          <a:ext cx="4601" cy="255"/>
                        </a:xfrm>
                        <a:prstGeom prst="rect">
                          <a:avLst/>
                        </a:prstGeom>
                        <a:noFill/>
                        <a:ln w="38100">
                          <a:noFill/>
                          <a:miter/>
                        </a:ln>
                      </p:spPr>
                    </p:pic>
                  </p:oleObj>
                </mc:Fallback>
              </mc:AlternateContent>
            </a:graphicData>
          </a:graphic>
        </p:graphicFrame>
        <p:sp>
          <p:nvSpPr>
            <p:cNvPr id="172041" name="Text Box 15"/>
            <p:cNvSpPr txBox="1"/>
            <p:nvPr/>
          </p:nvSpPr>
          <p:spPr>
            <a:xfrm>
              <a:off x="610" y="2280"/>
              <a:ext cx="788" cy="327"/>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险象。</a:t>
              </a:r>
              <a:endParaRPr lang="zh-CN" altLang="en-US" sz="2800" i="0" dirty="0">
                <a:latin typeface="Times New Roman" panose="02020603050405020304" pitchFamily="18" charset="0"/>
                <a:ea typeface="宋体" panose="02010600030101010101" pitchFamily="2" charset="-122"/>
              </a:endParaRPr>
            </a:p>
          </p:txBody>
        </p:sp>
      </p:grpSp>
      <p:sp>
        <p:nvSpPr>
          <p:cNvPr id="38930" name="Text Box 18"/>
          <p:cNvSpPr txBox="1"/>
          <p:nvPr/>
        </p:nvSpPr>
        <p:spPr>
          <a:xfrm>
            <a:off x="731838" y="1149350"/>
            <a:ext cx="7815262" cy="604838"/>
          </a:xfrm>
          <a:prstGeom prst="rect">
            <a:avLst/>
          </a:prstGeom>
          <a:noFill/>
          <a:ln w="9525">
            <a:noFill/>
          </a:ln>
        </p:spPr>
        <p:txBody>
          <a:bodyPr anchor="t" anchorCtr="0">
            <a:spAutoFit/>
          </a:bodyPr>
          <a:p>
            <a:pPr indent="565150">
              <a:lnSpc>
                <a:spcPct val="120000"/>
              </a:lnSpc>
            </a:pPr>
            <a:r>
              <a:rPr lang="zh-CN" altLang="en-US" sz="2800" i="0" dirty="0">
                <a:latin typeface="Times New Roman" panose="02020603050405020304" pitchFamily="18" charset="0"/>
                <a:ea typeface="宋体" panose="02010600030101010101" pitchFamily="2" charset="-122"/>
              </a:rPr>
              <a:t>险象应该消除</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否则会影响电路的工作。</a:t>
            </a:r>
            <a:endParaRPr lang="zh-CN" altLang="en-US" sz="2800" i="0" dirty="0">
              <a:latin typeface="Times New Roman" panose="02020603050405020304" pitchFamily="18" charset="0"/>
              <a:ea typeface="宋体" panose="02010600030101010101" pitchFamily="2" charset="-122"/>
            </a:endParaRPr>
          </a:p>
        </p:txBody>
      </p:sp>
      <p:sp>
        <p:nvSpPr>
          <p:cNvPr id="38931" name="Text Box 19"/>
          <p:cNvSpPr txBox="1">
            <a:spLocks noChangeArrowheads="1"/>
          </p:cNvSpPr>
          <p:nvPr/>
        </p:nvSpPr>
        <p:spPr bwMode="auto">
          <a:xfrm>
            <a:off x="2663825" y="587375"/>
            <a:ext cx="3335655"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i="0" kern="1200" cap="none" spc="0" normalizeH="0" baseline="0" noProof="0" dirty="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5.10.4   </a:t>
            </a:r>
            <a:r>
              <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险象的消除</a:t>
            </a:r>
            <a:endPar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8930"/>
                                        </p:tgtEl>
                                        <p:attrNameLst>
                                          <p:attrName>style.visibility</p:attrName>
                                        </p:attrNameLst>
                                      </p:cBhvr>
                                      <p:to>
                                        <p:strVal val="visible"/>
                                      </p:to>
                                    </p:set>
                                    <p:anim to="" calcmode="lin" valueType="num">
                                      <p:cBhvr>
                                        <p:cTn id="7" dur="1" fill="hold"/>
                                        <p:tgtEl>
                                          <p:spTgt spid="38930"/>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24"/>
                                        </p:tgtEl>
                                        <p:attrNameLst>
                                          <p:attrName>style.visibility</p:attrName>
                                        </p:attrNameLst>
                                      </p:cBhvr>
                                      <p:to>
                                        <p:strVal val="visible"/>
                                      </p:to>
                                    </p:set>
                                    <p:animEffect transition="in" filter="wipe(left)">
                                      <p:cBhvr>
                                        <p:cTn id="12" dur="500"/>
                                        <p:tgtEl>
                                          <p:spTgt spid="389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4" grpId="0"/>
      <p:bldP spid="38930"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7" name="Text Box 2"/>
          <p:cNvSpPr txBox="1"/>
          <p:nvPr/>
        </p:nvSpPr>
        <p:spPr>
          <a:xfrm>
            <a:off x="758825" y="1011238"/>
            <a:ext cx="7375525" cy="690562"/>
          </a:xfrm>
          <a:prstGeom prst="rect">
            <a:avLst/>
          </a:prstGeom>
          <a:noFill/>
          <a:ln w="9525">
            <a:noFill/>
          </a:ln>
        </p:spPr>
        <p:txBody>
          <a:bodyPr anchor="t" anchorCtr="0">
            <a:spAutoFit/>
          </a:bodyPr>
          <a:p>
            <a:pPr marL="758825" indent="-758825">
              <a:lnSpc>
                <a:spcPct val="140000"/>
              </a:lnSpc>
              <a:spcBef>
                <a:spcPct val="50000"/>
              </a:spcBef>
            </a:pPr>
            <a:r>
              <a:rPr lang="zh-CN" altLang="en-US" sz="2800" b="1" i="0" dirty="0">
                <a:latin typeface="Times New Roman" panose="02020603050405020304" pitchFamily="18" charset="0"/>
                <a:ea typeface="宋体" panose="02010600030101010101" pitchFamily="2" charset="-122"/>
              </a:rPr>
              <a:t>例：</a:t>
            </a:r>
            <a:r>
              <a:rPr lang="zh-CN" altLang="en-US" sz="2800" i="0" dirty="0">
                <a:latin typeface="Times New Roman" panose="02020603050405020304" pitchFamily="18" charset="0"/>
                <a:ea typeface="宋体" panose="02010600030101010101" pitchFamily="2" charset="-122"/>
              </a:rPr>
              <a:t>用增加冗余项的方法消除</a:t>
            </a:r>
            <a:r>
              <a:rPr lang="zh-CN" altLang="zh-CN" sz="2800" i="0" dirty="0">
                <a:latin typeface="Times New Roman" panose="02020603050405020304" pitchFamily="18" charset="0"/>
                <a:ea typeface="宋体" panose="02010600030101010101" pitchFamily="2" charset="-122"/>
              </a:rPr>
              <a:t>电路中的险象。</a:t>
            </a:r>
            <a:endParaRPr lang="zh-CN" altLang="en-US" sz="2800" i="0" dirty="0">
              <a:latin typeface="Times New Roman" panose="02020603050405020304" pitchFamily="18" charset="0"/>
              <a:ea typeface="宋体" panose="02010600030101010101" pitchFamily="2" charset="-122"/>
            </a:endParaRPr>
          </a:p>
        </p:txBody>
      </p:sp>
      <p:sp>
        <p:nvSpPr>
          <p:cNvPr id="44035" name="Text Box 3"/>
          <p:cNvSpPr txBox="1"/>
          <p:nvPr/>
        </p:nvSpPr>
        <p:spPr>
          <a:xfrm>
            <a:off x="342900" y="2339975"/>
            <a:ext cx="5162550" cy="519113"/>
          </a:xfrm>
          <a:prstGeom prst="rect">
            <a:avLst/>
          </a:prstGeom>
          <a:noFill/>
          <a:ln w="9525">
            <a:noFill/>
          </a:ln>
        </p:spPr>
        <p:txBody>
          <a:bodyPr wrap="none" anchor="t" anchorCtr="0">
            <a:spAutoFit/>
          </a:bodyPr>
          <a:p>
            <a:r>
              <a:rPr lang="zh-CN" altLang="en-US" sz="2800" b="1" i="0" dirty="0">
                <a:latin typeface="Times New Roman" panose="02020603050405020304" pitchFamily="18" charset="0"/>
                <a:ea typeface="宋体" panose="02010600030101010101" pitchFamily="2" charset="-122"/>
              </a:rPr>
              <a:t>解</a:t>
            </a:r>
            <a:r>
              <a:rPr lang="zh-CN" altLang="en-US" sz="2800" i="0" dirty="0">
                <a:latin typeface="Times New Roman" panose="02020603050405020304" pitchFamily="18" charset="0"/>
                <a:ea typeface="宋体" panose="02010600030101010101" pitchFamily="2" charset="-122"/>
              </a:rPr>
              <a:t>：原电路对应的函数表达式为</a:t>
            </a:r>
            <a:endParaRPr lang="zh-CN" altLang="en-US" sz="2800" i="0" dirty="0">
              <a:latin typeface="Times New Roman" panose="02020603050405020304" pitchFamily="18" charset="0"/>
              <a:ea typeface="宋体" panose="02010600030101010101" pitchFamily="2" charset="-122"/>
            </a:endParaRPr>
          </a:p>
        </p:txBody>
      </p:sp>
      <p:graphicFrame>
        <p:nvGraphicFramePr>
          <p:cNvPr id="44036" name="Object 4"/>
          <p:cNvGraphicFramePr>
            <a:graphicFrameLocks noChangeAspect="1"/>
          </p:cNvGraphicFramePr>
          <p:nvPr/>
        </p:nvGraphicFramePr>
        <p:xfrm>
          <a:off x="2058988" y="3148013"/>
          <a:ext cx="1943100" cy="368300"/>
        </p:xfrm>
        <a:graphic>
          <a:graphicData uri="http://schemas.openxmlformats.org/presentationml/2006/ole">
            <mc:AlternateContent xmlns:mc="http://schemas.openxmlformats.org/markup-compatibility/2006">
              <mc:Choice xmlns:v="urn:schemas-microsoft-com:vml" Requires="v">
                <p:oleObj spid="_x0000_s3345" name="" r:id="rId1" imgW="1943100" imgH="368300" progId="Equation.3">
                  <p:embed/>
                </p:oleObj>
              </mc:Choice>
              <mc:Fallback>
                <p:oleObj name="" r:id="rId1" imgW="1943100" imgH="368300" progId="Equation.3">
                  <p:embed/>
                  <p:pic>
                    <p:nvPicPr>
                      <p:cNvPr id="0" name="图片 3344"/>
                      <p:cNvPicPr/>
                      <p:nvPr/>
                    </p:nvPicPr>
                    <p:blipFill>
                      <a:blip r:embed="rId2"/>
                      <a:stretch>
                        <a:fillRect/>
                      </a:stretch>
                    </p:blipFill>
                    <p:spPr>
                      <a:xfrm>
                        <a:off x="2058988" y="3148013"/>
                        <a:ext cx="1943100" cy="368300"/>
                      </a:xfrm>
                      <a:prstGeom prst="rect">
                        <a:avLst/>
                      </a:prstGeom>
                      <a:noFill/>
                      <a:ln w="38100">
                        <a:noFill/>
                        <a:miter/>
                      </a:ln>
                    </p:spPr>
                  </p:pic>
                </p:oleObj>
              </mc:Fallback>
            </mc:AlternateContent>
          </a:graphicData>
        </a:graphic>
      </p:graphicFrame>
      <p:sp>
        <p:nvSpPr>
          <p:cNvPr id="44037" name="Text Box 5"/>
          <p:cNvSpPr txBox="1"/>
          <p:nvPr/>
        </p:nvSpPr>
        <p:spPr>
          <a:xfrm>
            <a:off x="817563" y="3841750"/>
            <a:ext cx="4746625" cy="519113"/>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根据定理</a:t>
            </a:r>
            <a:r>
              <a:rPr lang="en-US" altLang="zh-CN" sz="2800" i="0" dirty="0">
                <a:latin typeface="Times New Roman" panose="02020603050405020304" pitchFamily="18" charset="0"/>
                <a:ea typeface="宋体" panose="02010600030101010101" pitchFamily="2" charset="-122"/>
              </a:rPr>
              <a:t>8</a:t>
            </a:r>
            <a:r>
              <a:rPr lang="zh-CN" altLang="en-US" sz="2800" i="0" dirty="0">
                <a:latin typeface="Times New Roman" panose="02020603050405020304" pitchFamily="18" charset="0"/>
                <a:ea typeface="宋体" panose="02010600030101010101" pitchFamily="2" charset="-122"/>
              </a:rPr>
              <a:t>增加冗余项</a:t>
            </a:r>
            <a:r>
              <a:rPr lang="en-US" altLang="zh-CN" sz="2800" i="0" dirty="0">
                <a:latin typeface="Times New Roman" panose="02020603050405020304" pitchFamily="18" charset="0"/>
                <a:ea typeface="宋体" panose="02010600030101010101" pitchFamily="2" charset="-122"/>
              </a:rPr>
              <a:t>BC</a:t>
            </a:r>
            <a:r>
              <a:rPr lang="zh-CN" altLang="en-US" sz="2800" i="0" dirty="0">
                <a:latin typeface="Times New Roman" panose="02020603050405020304" pitchFamily="18" charset="0"/>
                <a:ea typeface="宋体" panose="02010600030101010101" pitchFamily="2" charset="-122"/>
              </a:rPr>
              <a:t>，</a:t>
            </a:r>
            <a:r>
              <a:rPr lang="zh-CN" altLang="zh-CN" sz="2800" i="0" dirty="0">
                <a:latin typeface="Times New Roman" panose="02020603050405020304" pitchFamily="18" charset="0"/>
                <a:ea typeface="宋体" panose="02010600030101010101" pitchFamily="2" charset="-122"/>
              </a:rPr>
              <a:t>有</a:t>
            </a:r>
            <a:endParaRPr lang="zh-CN" altLang="en-US" sz="2800" i="0" dirty="0">
              <a:latin typeface="Times New Roman" panose="02020603050405020304" pitchFamily="18" charset="0"/>
              <a:ea typeface="宋体" panose="02010600030101010101" pitchFamily="2" charset="-122"/>
            </a:endParaRPr>
          </a:p>
        </p:txBody>
      </p:sp>
      <p:graphicFrame>
        <p:nvGraphicFramePr>
          <p:cNvPr id="44038" name="Object 6"/>
          <p:cNvGraphicFramePr>
            <a:graphicFrameLocks noChangeAspect="1"/>
          </p:cNvGraphicFramePr>
          <p:nvPr/>
        </p:nvGraphicFramePr>
        <p:xfrm>
          <a:off x="1879600" y="4768850"/>
          <a:ext cx="2743200" cy="368300"/>
        </p:xfrm>
        <a:graphic>
          <a:graphicData uri="http://schemas.openxmlformats.org/presentationml/2006/ole">
            <mc:AlternateContent xmlns:mc="http://schemas.openxmlformats.org/markup-compatibility/2006">
              <mc:Choice xmlns:v="urn:schemas-microsoft-com:vml" Requires="v">
                <p:oleObj spid="_x0000_s3347" name="" r:id="rId3" imgW="2743200" imgH="368300" progId="Equation.3">
                  <p:embed/>
                </p:oleObj>
              </mc:Choice>
              <mc:Fallback>
                <p:oleObj name="" r:id="rId3" imgW="2743200" imgH="368300" progId="Equation.3">
                  <p:embed/>
                  <p:pic>
                    <p:nvPicPr>
                      <p:cNvPr id="0" name="图片 3346"/>
                      <p:cNvPicPr/>
                      <p:nvPr/>
                    </p:nvPicPr>
                    <p:blipFill>
                      <a:blip r:embed="rId4"/>
                      <a:stretch>
                        <a:fillRect/>
                      </a:stretch>
                    </p:blipFill>
                    <p:spPr>
                      <a:xfrm>
                        <a:off x="1879600" y="4768850"/>
                        <a:ext cx="2743200" cy="368300"/>
                      </a:xfrm>
                      <a:prstGeom prst="rect">
                        <a:avLst/>
                      </a:prstGeom>
                      <a:noFill/>
                      <a:ln w="38100">
                        <a:noFill/>
                        <a:miter/>
                      </a:ln>
                    </p:spPr>
                  </p:pic>
                </p:oleObj>
              </mc:Fallback>
            </mc:AlternateContent>
          </a:graphicData>
        </a:graphic>
      </p:graphicFrame>
      <p:grpSp>
        <p:nvGrpSpPr>
          <p:cNvPr id="2" name="Group 42"/>
          <p:cNvGrpSpPr/>
          <p:nvPr/>
        </p:nvGrpSpPr>
        <p:grpSpPr>
          <a:xfrm>
            <a:off x="5683250" y="2419350"/>
            <a:ext cx="3286125" cy="2709863"/>
            <a:chOff x="486" y="1141"/>
            <a:chExt cx="2070" cy="1707"/>
          </a:xfrm>
        </p:grpSpPr>
        <p:sp>
          <p:nvSpPr>
            <p:cNvPr id="173063" name="Freeform 43"/>
            <p:cNvSpPr/>
            <p:nvPr/>
          </p:nvSpPr>
          <p:spPr>
            <a:xfrm>
              <a:off x="1078" y="1744"/>
              <a:ext cx="299" cy="813"/>
            </a:xfrm>
            <a:custGeom>
              <a:avLst/>
              <a:gdLst/>
              <a:ahLst/>
              <a:cxnLst>
                <a:cxn ang="0">
                  <a:pos x="0" y="0"/>
                </a:cxn>
                <a:cxn ang="0">
                  <a:pos x="0" y="813"/>
                </a:cxn>
                <a:cxn ang="0">
                  <a:pos x="299" y="813"/>
                </a:cxn>
              </a:cxnLst>
              <a:pathLst>
                <a:path w="299" h="813">
                  <a:moveTo>
                    <a:pt x="0" y="0"/>
                  </a:moveTo>
                  <a:lnTo>
                    <a:pt x="0" y="813"/>
                  </a:lnTo>
                  <a:lnTo>
                    <a:pt x="299" y="813"/>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73064" name="Rectangle 44"/>
            <p:cNvSpPr/>
            <p:nvPr/>
          </p:nvSpPr>
          <p:spPr>
            <a:xfrm>
              <a:off x="875" y="2008"/>
              <a:ext cx="414" cy="2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65" name="Text Box 45"/>
            <p:cNvSpPr txBox="1"/>
            <p:nvPr/>
          </p:nvSpPr>
          <p:spPr>
            <a:xfrm>
              <a:off x="968" y="1964"/>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3066" name="Freeform 46"/>
            <p:cNvSpPr/>
            <p:nvPr/>
          </p:nvSpPr>
          <p:spPr>
            <a:xfrm>
              <a:off x="1601" y="2233"/>
              <a:ext cx="354" cy="393"/>
            </a:xfrm>
            <a:custGeom>
              <a:avLst/>
              <a:gdLst/>
              <a:ahLst/>
              <a:cxnLst>
                <a:cxn ang="0">
                  <a:pos x="0" y="389"/>
                </a:cxn>
                <a:cxn ang="0">
                  <a:pos x="9" y="389"/>
                </a:cxn>
                <a:cxn ang="0">
                  <a:pos x="206" y="393"/>
                </a:cxn>
                <a:cxn ang="0">
                  <a:pos x="206" y="0"/>
                </a:cxn>
                <a:cxn ang="0">
                  <a:pos x="354" y="0"/>
                </a:cxn>
              </a:cxnLst>
              <a:pathLst>
                <a:path w="422" h="491">
                  <a:moveTo>
                    <a:pt x="0" y="486"/>
                  </a:moveTo>
                  <a:lnTo>
                    <a:pt x="11" y="486"/>
                  </a:lnTo>
                  <a:lnTo>
                    <a:pt x="245" y="491"/>
                  </a:lnTo>
                  <a:lnTo>
                    <a:pt x="245" y="0"/>
                  </a:lnTo>
                  <a:lnTo>
                    <a:pt x="4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73067" name="Freeform 47"/>
            <p:cNvSpPr/>
            <p:nvPr/>
          </p:nvSpPr>
          <p:spPr>
            <a:xfrm>
              <a:off x="1591" y="1621"/>
              <a:ext cx="374" cy="391"/>
            </a:xfrm>
            <a:custGeom>
              <a:avLst/>
              <a:gdLst/>
              <a:ahLst/>
              <a:cxnLst>
                <a:cxn ang="0">
                  <a:pos x="0" y="5"/>
                </a:cxn>
                <a:cxn ang="0">
                  <a:pos x="178" y="0"/>
                </a:cxn>
                <a:cxn ang="0">
                  <a:pos x="178" y="391"/>
                </a:cxn>
                <a:cxn ang="0">
                  <a:pos x="374" y="391"/>
                </a:cxn>
              </a:cxnLst>
              <a:pathLst>
                <a:path w="446" h="389">
                  <a:moveTo>
                    <a:pt x="0" y="5"/>
                  </a:moveTo>
                  <a:lnTo>
                    <a:pt x="212" y="0"/>
                  </a:lnTo>
                  <a:lnTo>
                    <a:pt x="212" y="389"/>
                  </a:lnTo>
                  <a:lnTo>
                    <a:pt x="446" y="389"/>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73068" name="Rectangle 48"/>
            <p:cNvSpPr/>
            <p:nvPr/>
          </p:nvSpPr>
          <p:spPr>
            <a:xfrm>
              <a:off x="1377" y="1424"/>
              <a:ext cx="224" cy="36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69" name="Rectangle 49"/>
            <p:cNvSpPr/>
            <p:nvPr/>
          </p:nvSpPr>
          <p:spPr>
            <a:xfrm>
              <a:off x="1377" y="2446"/>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70" name="Rectangle 50"/>
            <p:cNvSpPr/>
            <p:nvPr/>
          </p:nvSpPr>
          <p:spPr>
            <a:xfrm>
              <a:off x="1953" y="1945"/>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71" name="Line 51"/>
            <p:cNvSpPr/>
            <p:nvPr/>
          </p:nvSpPr>
          <p:spPr>
            <a:xfrm>
              <a:off x="706" y="1518"/>
              <a:ext cx="681" cy="0"/>
            </a:xfrm>
            <a:prstGeom prst="line">
              <a:avLst/>
            </a:prstGeom>
            <a:ln w="9525" cap="flat" cmpd="sng">
              <a:solidFill>
                <a:schemeClr val="tx1"/>
              </a:solidFill>
              <a:prstDash val="solid"/>
              <a:round/>
              <a:headEnd type="none" w="med" len="med"/>
              <a:tailEnd type="none" w="med" len="med"/>
            </a:ln>
          </p:spPr>
        </p:sp>
        <p:sp>
          <p:nvSpPr>
            <p:cNvPr id="173072" name="Line 52"/>
            <p:cNvSpPr/>
            <p:nvPr/>
          </p:nvSpPr>
          <p:spPr>
            <a:xfrm>
              <a:off x="706" y="1732"/>
              <a:ext cx="681" cy="0"/>
            </a:xfrm>
            <a:prstGeom prst="line">
              <a:avLst/>
            </a:prstGeom>
            <a:ln w="9525" cap="flat" cmpd="sng">
              <a:solidFill>
                <a:schemeClr val="tx1"/>
              </a:solidFill>
              <a:prstDash val="solid"/>
              <a:round/>
              <a:headEnd type="none" w="med" len="med"/>
              <a:tailEnd type="none" w="med" len="med"/>
            </a:ln>
          </p:spPr>
        </p:sp>
        <p:sp>
          <p:nvSpPr>
            <p:cNvPr id="173073" name="Oval 53"/>
            <p:cNvSpPr/>
            <p:nvPr/>
          </p:nvSpPr>
          <p:spPr>
            <a:xfrm>
              <a:off x="1591" y="1602"/>
              <a:ext cx="40" cy="40"/>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74" name="Freeform 54"/>
            <p:cNvSpPr/>
            <p:nvPr/>
          </p:nvSpPr>
          <p:spPr>
            <a:xfrm>
              <a:off x="678" y="2730"/>
              <a:ext cx="699" cy="3"/>
            </a:xfrm>
            <a:custGeom>
              <a:avLst/>
              <a:gdLst/>
              <a:ahLst/>
              <a:cxnLst>
                <a:cxn ang="0">
                  <a:pos x="0" y="3"/>
                </a:cxn>
                <a:cxn ang="0">
                  <a:pos x="334" y="0"/>
                </a:cxn>
                <a:cxn ang="0">
                  <a:pos x="699" y="0"/>
                </a:cxn>
              </a:cxnLst>
              <a:pathLst>
                <a:path w="699" h="3">
                  <a:moveTo>
                    <a:pt x="0" y="3"/>
                  </a:moveTo>
                  <a:lnTo>
                    <a:pt x="334" y="0"/>
                  </a:lnTo>
                  <a:lnTo>
                    <a:pt x="699"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73075" name="Oval 55"/>
            <p:cNvSpPr/>
            <p:nvPr/>
          </p:nvSpPr>
          <p:spPr>
            <a:xfrm>
              <a:off x="1064" y="1715"/>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76" name="Text Box 56"/>
            <p:cNvSpPr txBox="1"/>
            <p:nvPr/>
          </p:nvSpPr>
          <p:spPr>
            <a:xfrm>
              <a:off x="1347" y="2390"/>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73077" name="Text Box 57"/>
            <p:cNvSpPr txBox="1"/>
            <p:nvPr/>
          </p:nvSpPr>
          <p:spPr>
            <a:xfrm>
              <a:off x="494" y="1348"/>
              <a:ext cx="244"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173078" name="Rectangle 58"/>
            <p:cNvSpPr/>
            <p:nvPr/>
          </p:nvSpPr>
          <p:spPr>
            <a:xfrm>
              <a:off x="486" y="2560"/>
              <a:ext cx="244"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173079" name="Rectangle 59"/>
            <p:cNvSpPr/>
            <p:nvPr/>
          </p:nvSpPr>
          <p:spPr>
            <a:xfrm>
              <a:off x="493" y="1590"/>
              <a:ext cx="255"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173080" name="Line 60"/>
            <p:cNvSpPr/>
            <p:nvPr/>
          </p:nvSpPr>
          <p:spPr>
            <a:xfrm>
              <a:off x="2177" y="2141"/>
              <a:ext cx="224" cy="0"/>
            </a:xfrm>
            <a:prstGeom prst="line">
              <a:avLst/>
            </a:prstGeom>
            <a:ln w="9525" cap="flat" cmpd="sng">
              <a:solidFill>
                <a:schemeClr val="tx1"/>
              </a:solidFill>
              <a:prstDash val="solid"/>
              <a:round/>
              <a:headEnd type="none" w="med" len="med"/>
              <a:tailEnd type="none" w="med" len="med"/>
            </a:ln>
          </p:spPr>
        </p:sp>
        <p:sp>
          <p:nvSpPr>
            <p:cNvPr id="173081" name="Rectangle 61"/>
            <p:cNvSpPr/>
            <p:nvPr/>
          </p:nvSpPr>
          <p:spPr>
            <a:xfrm>
              <a:off x="2333" y="1981"/>
              <a:ext cx="223"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173082" name="Oval 62"/>
            <p:cNvSpPr/>
            <p:nvPr/>
          </p:nvSpPr>
          <p:spPr>
            <a:xfrm>
              <a:off x="2164" y="2120"/>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83" name="Oval 63"/>
            <p:cNvSpPr/>
            <p:nvPr/>
          </p:nvSpPr>
          <p:spPr>
            <a:xfrm>
              <a:off x="1579" y="2602"/>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84" name="Text Box 64"/>
            <p:cNvSpPr txBox="1"/>
            <p:nvPr/>
          </p:nvSpPr>
          <p:spPr>
            <a:xfrm>
              <a:off x="1347" y="1349"/>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73085" name="Text Box 65"/>
            <p:cNvSpPr txBox="1"/>
            <p:nvPr/>
          </p:nvSpPr>
          <p:spPr>
            <a:xfrm>
              <a:off x="1932" y="1871"/>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73086" name="Oval 66"/>
            <p:cNvSpPr/>
            <p:nvPr/>
          </p:nvSpPr>
          <p:spPr>
            <a:xfrm>
              <a:off x="1051" y="2257"/>
              <a:ext cx="48" cy="48"/>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87" name="Text Box 67"/>
            <p:cNvSpPr txBox="1"/>
            <p:nvPr/>
          </p:nvSpPr>
          <p:spPr>
            <a:xfrm>
              <a:off x="1042" y="2265"/>
              <a:ext cx="228"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d</a:t>
              </a:r>
              <a:endParaRPr lang="en-US" altLang="zh-CN" sz="2800" dirty="0">
                <a:latin typeface="Times New Roman" panose="02020603050405020304" pitchFamily="18" charset="0"/>
                <a:ea typeface="宋体" panose="02010600030101010101" pitchFamily="2" charset="-122"/>
              </a:endParaRPr>
            </a:p>
          </p:txBody>
        </p:sp>
        <p:sp>
          <p:nvSpPr>
            <p:cNvPr id="173088" name="Rectangle 68"/>
            <p:cNvSpPr/>
            <p:nvPr/>
          </p:nvSpPr>
          <p:spPr>
            <a:xfrm>
              <a:off x="1609" y="2498"/>
              <a:ext cx="228"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g</a:t>
              </a:r>
              <a:endParaRPr lang="en-US" altLang="zh-CN" sz="2800" dirty="0">
                <a:latin typeface="Times New Roman" panose="02020603050405020304" pitchFamily="18" charset="0"/>
                <a:ea typeface="宋体" panose="02010600030101010101" pitchFamily="2" charset="-122"/>
              </a:endParaRPr>
            </a:p>
          </p:txBody>
        </p:sp>
        <p:sp>
          <p:nvSpPr>
            <p:cNvPr id="173089" name="Rectangle 69"/>
            <p:cNvSpPr/>
            <p:nvPr/>
          </p:nvSpPr>
          <p:spPr>
            <a:xfrm>
              <a:off x="1598" y="1354"/>
              <a:ext cx="215"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e</a:t>
              </a:r>
              <a:endParaRPr lang="en-US" altLang="zh-CN" sz="2800" dirty="0">
                <a:latin typeface="Times New Roman" panose="02020603050405020304" pitchFamily="18" charset="0"/>
                <a:ea typeface="宋体" panose="02010600030101010101" pitchFamily="2" charset="-122"/>
              </a:endParaRPr>
            </a:p>
          </p:txBody>
        </p:sp>
        <p:sp>
          <p:nvSpPr>
            <p:cNvPr id="173090" name="Text Box 70"/>
            <p:cNvSpPr txBox="1"/>
            <p:nvPr/>
          </p:nvSpPr>
          <p:spPr>
            <a:xfrm>
              <a:off x="565" y="1975"/>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3091" name="Text Box 71"/>
            <p:cNvSpPr txBox="1"/>
            <p:nvPr/>
          </p:nvSpPr>
          <p:spPr>
            <a:xfrm>
              <a:off x="1341" y="1141"/>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73092" name="Text Box 72"/>
            <p:cNvSpPr txBox="1"/>
            <p:nvPr/>
          </p:nvSpPr>
          <p:spPr>
            <a:xfrm>
              <a:off x="1343" y="2164"/>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73093" name="Text Box 73"/>
            <p:cNvSpPr txBox="1"/>
            <p:nvPr/>
          </p:nvSpPr>
          <p:spPr>
            <a:xfrm>
              <a:off x="1898" y="1653"/>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35">
                                            <p:txEl>
                                              <p:charRg st="0" end="15"/>
                                            </p:txEl>
                                          </p:spTgt>
                                        </p:tgtEl>
                                        <p:attrNameLst>
                                          <p:attrName>style.visibility</p:attrName>
                                        </p:attrNameLst>
                                      </p:cBhvr>
                                      <p:to>
                                        <p:strVal val="visible"/>
                                      </p:to>
                                    </p:set>
                                    <p:animEffect transition="in" filter="wipe(left)">
                                      <p:cBhvr>
                                        <p:cTn id="12" dur="500"/>
                                        <p:tgtEl>
                                          <p:spTgt spid="44035">
                                            <p:txEl>
                                              <p:charRg st="0" end="1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4036"/>
                                        </p:tgtEl>
                                        <p:attrNameLst>
                                          <p:attrName>style.visibility</p:attrName>
                                        </p:attrNameLst>
                                      </p:cBhvr>
                                      <p:to>
                                        <p:strVal val="visible"/>
                                      </p:to>
                                    </p:set>
                                    <p:animEffect transition="in" filter="wipe(left)">
                                      <p:cBhvr>
                                        <p:cTn id="17" dur="500"/>
                                        <p:tgtEl>
                                          <p:spTgt spid="440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4037">
                                            <p:txEl>
                                              <p:charRg st="0" end="15"/>
                                            </p:txEl>
                                          </p:spTgt>
                                        </p:tgtEl>
                                        <p:attrNameLst>
                                          <p:attrName>style.visibility</p:attrName>
                                        </p:attrNameLst>
                                      </p:cBhvr>
                                      <p:to>
                                        <p:strVal val="visible"/>
                                      </p:to>
                                    </p:set>
                                    <p:animEffect transition="in" filter="wipe(left)">
                                      <p:cBhvr>
                                        <p:cTn id="22" dur="500"/>
                                        <p:tgtEl>
                                          <p:spTgt spid="44037">
                                            <p:txEl>
                                              <p:charRg st="0" end="1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4038"/>
                                        </p:tgtEl>
                                        <p:attrNameLst>
                                          <p:attrName>style.visibility</p:attrName>
                                        </p:attrNameLst>
                                      </p:cBhvr>
                                      <p:to>
                                        <p:strVal val="visible"/>
                                      </p:to>
                                    </p:set>
                                    <p:animEffect transition="in" filter="wipe(left)">
                                      <p:cBhvr>
                                        <p:cTn id="27" dur="500"/>
                                        <p:tgtEl>
                                          <p:spTgt spid="44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P spid="44037" grpId="0" build="p"/>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74081" name="Group 44"/>
          <p:cNvGrpSpPr/>
          <p:nvPr/>
        </p:nvGrpSpPr>
        <p:grpSpPr>
          <a:xfrm>
            <a:off x="1343025" y="882650"/>
            <a:ext cx="6526213" cy="604838"/>
            <a:chOff x="846" y="556"/>
            <a:chExt cx="4111" cy="381"/>
          </a:xfrm>
        </p:grpSpPr>
        <p:sp>
          <p:nvSpPr>
            <p:cNvPr id="174082" name="Text Box 2"/>
            <p:cNvSpPr txBox="1"/>
            <p:nvPr/>
          </p:nvSpPr>
          <p:spPr>
            <a:xfrm>
              <a:off x="846" y="556"/>
              <a:ext cx="4111" cy="381"/>
            </a:xfrm>
            <a:prstGeom prst="rect">
              <a:avLst/>
            </a:prstGeom>
            <a:noFill/>
            <a:ln w="9525">
              <a:noFill/>
            </a:ln>
          </p:spPr>
          <p:txBody>
            <a:bodyPr anchor="t" anchorCtr="0">
              <a:spAutoFit/>
            </a:bodyPr>
            <a:p>
              <a:pPr>
                <a:lnSpc>
                  <a:spcPct val="120000"/>
                </a:lnSpc>
                <a:spcBef>
                  <a:spcPct val="50000"/>
                </a:spcBef>
              </a:pPr>
              <a:r>
                <a:rPr lang="zh-CN" altLang="en-US" sz="2800" i="0" dirty="0">
                  <a:latin typeface="Times New Roman" panose="02020603050405020304" pitchFamily="18" charset="0"/>
                  <a:ea typeface="宋体" panose="02010600030101010101" pitchFamily="2" charset="-122"/>
                </a:rPr>
                <a:t>当</a:t>
              </a:r>
              <a:r>
                <a:rPr lang="en-US" altLang="zh-CN" sz="2800" dirty="0">
                  <a:latin typeface="Times New Roman" panose="02020603050405020304" pitchFamily="18" charset="0"/>
                  <a:ea typeface="宋体" panose="02010600030101010101" pitchFamily="2" charset="-122"/>
                </a:rPr>
                <a:t>B=C=</a:t>
              </a:r>
              <a:r>
                <a:rPr lang="en-US" altLang="zh-CN" sz="2800" i="0" dirty="0">
                  <a:latin typeface="Times New Roman" panose="02020603050405020304" pitchFamily="18" charset="0"/>
                  <a:ea typeface="宋体" panose="02010600030101010101" pitchFamily="2" charset="-122"/>
                </a:rPr>
                <a:t>1</a:t>
              </a:r>
              <a:r>
                <a:rPr lang="zh-CN" altLang="zh-CN" sz="2800" i="0" dirty="0">
                  <a:latin typeface="Times New Roman" panose="02020603050405020304" pitchFamily="18" charset="0"/>
                  <a:ea typeface="宋体" panose="02010600030101010101" pitchFamily="2" charset="-122"/>
                </a:rPr>
                <a:t>进, 函数由</a:t>
              </a:r>
              <a:r>
                <a:rPr lang="en-US" altLang="zh-CN" sz="2800" dirty="0">
                  <a:latin typeface="Times New Roman" panose="02020603050405020304" pitchFamily="18" charset="0"/>
                  <a:ea typeface="宋体" panose="02010600030101010101" pitchFamily="2" charset="-122"/>
                </a:rPr>
                <a:t>F</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a:t>
              </a:r>
              <a:r>
                <a:rPr lang="zh-CN" altLang="zh-CN" sz="2800" i="0" dirty="0">
                  <a:latin typeface="Times New Roman" panose="02020603050405020304" pitchFamily="18" charset="0"/>
                  <a:ea typeface="宋体" panose="02010600030101010101" pitchFamily="2" charset="-122"/>
                </a:rPr>
                <a:t>变成了</a:t>
              </a:r>
              <a:r>
                <a:rPr lang="en-US" altLang="zh-CN" sz="2800" dirty="0">
                  <a:latin typeface="Times New Roman" panose="02020603050405020304" pitchFamily="18" charset="0"/>
                  <a:ea typeface="宋体" panose="02010600030101010101" pitchFamily="2" charset="-122"/>
                </a:rPr>
                <a:t>F</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4083" name="Line 42"/>
            <p:cNvSpPr/>
            <p:nvPr/>
          </p:nvSpPr>
          <p:spPr>
            <a:xfrm>
              <a:off x="3567" y="655"/>
              <a:ext cx="156" cy="0"/>
            </a:xfrm>
            <a:prstGeom prst="line">
              <a:avLst/>
            </a:prstGeom>
            <a:ln w="19050" cap="flat" cmpd="sng">
              <a:solidFill>
                <a:schemeClr val="tx1"/>
              </a:solidFill>
              <a:prstDash val="solid"/>
              <a:round/>
              <a:headEnd type="none" w="med" len="med"/>
              <a:tailEnd type="none" w="sm" len="lg"/>
            </a:ln>
          </p:spPr>
        </p:sp>
      </p:grpSp>
      <p:grpSp>
        <p:nvGrpSpPr>
          <p:cNvPr id="174084" name="Group 49"/>
          <p:cNvGrpSpPr/>
          <p:nvPr/>
        </p:nvGrpSpPr>
        <p:grpSpPr>
          <a:xfrm>
            <a:off x="1403350" y="1500188"/>
            <a:ext cx="6753225" cy="4168775"/>
            <a:chOff x="884" y="945"/>
            <a:chExt cx="4254" cy="2626"/>
          </a:xfrm>
        </p:grpSpPr>
        <p:sp>
          <p:nvSpPr>
            <p:cNvPr id="174085" name="Line 17"/>
            <p:cNvSpPr/>
            <p:nvPr/>
          </p:nvSpPr>
          <p:spPr>
            <a:xfrm>
              <a:off x="2853" y="2259"/>
              <a:ext cx="2067" cy="0"/>
            </a:xfrm>
            <a:prstGeom prst="line">
              <a:avLst/>
            </a:prstGeom>
            <a:ln w="19050" cap="flat" cmpd="sng">
              <a:solidFill>
                <a:schemeClr val="tx1"/>
              </a:solidFill>
              <a:prstDash val="solid"/>
              <a:round/>
              <a:headEnd type="none" w="med" len="med"/>
              <a:tailEnd type="none" w="sm" len="lg"/>
            </a:ln>
          </p:spPr>
        </p:sp>
        <p:sp>
          <p:nvSpPr>
            <p:cNvPr id="174086" name="Freeform 21"/>
            <p:cNvSpPr/>
            <p:nvPr/>
          </p:nvSpPr>
          <p:spPr>
            <a:xfrm>
              <a:off x="1931" y="1448"/>
              <a:ext cx="600" cy="700"/>
            </a:xfrm>
            <a:custGeom>
              <a:avLst/>
              <a:gdLst/>
              <a:ahLst/>
              <a:cxnLst>
                <a:cxn ang="0">
                  <a:pos x="0" y="0"/>
                </a:cxn>
                <a:cxn ang="0">
                  <a:pos x="0" y="700"/>
                </a:cxn>
                <a:cxn ang="0">
                  <a:pos x="600" y="700"/>
                </a:cxn>
              </a:cxnLst>
              <a:pathLst>
                <a:path w="578" h="655">
                  <a:moveTo>
                    <a:pt x="0" y="0"/>
                  </a:moveTo>
                  <a:lnTo>
                    <a:pt x="0" y="655"/>
                  </a:lnTo>
                  <a:lnTo>
                    <a:pt x="578" y="655"/>
                  </a:lnTo>
                </a:path>
              </a:pathLst>
            </a:custGeom>
            <a:noFill/>
            <a:ln w="19050" cap="flat" cmpd="sng">
              <a:solidFill>
                <a:schemeClr val="tx1"/>
              </a:solidFill>
              <a:prstDash val="solid"/>
              <a:round/>
              <a:headEnd type="none" w="med" len="med"/>
              <a:tailEnd type="none" w="sm" len="lg"/>
            </a:ln>
          </p:spPr>
          <p:txBody>
            <a:bodyPr/>
            <a:p>
              <a:endParaRPr lang="zh-CN" altLang="en-US"/>
            </a:p>
          </p:txBody>
        </p:sp>
        <p:sp>
          <p:nvSpPr>
            <p:cNvPr id="174087" name="Freeform 18"/>
            <p:cNvSpPr/>
            <p:nvPr/>
          </p:nvSpPr>
          <p:spPr>
            <a:xfrm>
              <a:off x="2831" y="2426"/>
              <a:ext cx="789" cy="544"/>
            </a:xfrm>
            <a:custGeom>
              <a:avLst/>
              <a:gdLst/>
              <a:ahLst/>
              <a:cxnLst>
                <a:cxn ang="0">
                  <a:pos x="0" y="544"/>
                </a:cxn>
                <a:cxn ang="0">
                  <a:pos x="629" y="544"/>
                </a:cxn>
                <a:cxn ang="0">
                  <a:pos x="629" y="0"/>
                </a:cxn>
                <a:cxn ang="0">
                  <a:pos x="789" y="0"/>
                </a:cxn>
              </a:cxnLst>
              <a:pathLst>
                <a:path w="767" h="688">
                  <a:moveTo>
                    <a:pt x="0" y="688"/>
                  </a:moveTo>
                  <a:lnTo>
                    <a:pt x="611" y="688"/>
                  </a:lnTo>
                  <a:lnTo>
                    <a:pt x="611" y="0"/>
                  </a:lnTo>
                  <a:lnTo>
                    <a:pt x="767" y="0"/>
                  </a:lnTo>
                </a:path>
              </a:pathLst>
            </a:custGeom>
            <a:noFill/>
            <a:ln w="19050" cap="flat" cmpd="sng">
              <a:solidFill>
                <a:schemeClr val="tx1"/>
              </a:solidFill>
              <a:prstDash val="solid"/>
              <a:round/>
              <a:headEnd type="none" w="med" len="med"/>
              <a:tailEnd type="none" w="sm" len="lg"/>
            </a:ln>
          </p:spPr>
          <p:txBody>
            <a:bodyPr/>
            <a:p>
              <a:endParaRPr lang="zh-CN" altLang="en-US"/>
            </a:p>
          </p:txBody>
        </p:sp>
        <p:sp>
          <p:nvSpPr>
            <p:cNvPr id="174088" name="Rectangle 3"/>
            <p:cNvSpPr/>
            <p:nvPr/>
          </p:nvSpPr>
          <p:spPr>
            <a:xfrm>
              <a:off x="2531" y="1082"/>
              <a:ext cx="256" cy="444"/>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89" name="Rectangle 4"/>
            <p:cNvSpPr/>
            <p:nvPr/>
          </p:nvSpPr>
          <p:spPr>
            <a:xfrm>
              <a:off x="2531" y="2025"/>
              <a:ext cx="256" cy="444"/>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0" name="Rectangle 5"/>
            <p:cNvSpPr/>
            <p:nvPr/>
          </p:nvSpPr>
          <p:spPr>
            <a:xfrm>
              <a:off x="2531" y="2738"/>
              <a:ext cx="256" cy="444"/>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1" name="Rectangle 6"/>
            <p:cNvSpPr/>
            <p:nvPr/>
          </p:nvSpPr>
          <p:spPr>
            <a:xfrm>
              <a:off x="1665" y="1669"/>
              <a:ext cx="523" cy="277"/>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2" name="Rectangle 8"/>
            <p:cNvSpPr/>
            <p:nvPr/>
          </p:nvSpPr>
          <p:spPr>
            <a:xfrm>
              <a:off x="3620" y="2025"/>
              <a:ext cx="256" cy="444"/>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3" name="Line 9"/>
            <p:cNvSpPr/>
            <p:nvPr/>
          </p:nvSpPr>
          <p:spPr>
            <a:xfrm>
              <a:off x="1120" y="1170"/>
              <a:ext cx="1411" cy="0"/>
            </a:xfrm>
            <a:prstGeom prst="line">
              <a:avLst/>
            </a:prstGeom>
            <a:ln w="19050" cap="flat" cmpd="sng">
              <a:solidFill>
                <a:schemeClr val="tx1"/>
              </a:solidFill>
              <a:prstDash val="solid"/>
              <a:round/>
              <a:headEnd type="none" w="med" len="med"/>
              <a:tailEnd type="none" w="sm" len="lg"/>
            </a:ln>
          </p:spPr>
        </p:sp>
        <p:sp>
          <p:nvSpPr>
            <p:cNvPr id="174094" name="Line 10"/>
            <p:cNvSpPr/>
            <p:nvPr/>
          </p:nvSpPr>
          <p:spPr>
            <a:xfrm>
              <a:off x="1120" y="1447"/>
              <a:ext cx="1411" cy="0"/>
            </a:xfrm>
            <a:prstGeom prst="line">
              <a:avLst/>
            </a:prstGeom>
            <a:ln w="19050" cap="flat" cmpd="sng">
              <a:solidFill>
                <a:schemeClr val="tx1"/>
              </a:solidFill>
              <a:prstDash val="solid"/>
              <a:round/>
              <a:headEnd type="none" w="med" len="med"/>
              <a:tailEnd type="none" w="sm" len="lg"/>
            </a:ln>
          </p:spPr>
        </p:sp>
        <p:sp>
          <p:nvSpPr>
            <p:cNvPr id="174095" name="Oval 11"/>
            <p:cNvSpPr/>
            <p:nvPr/>
          </p:nvSpPr>
          <p:spPr>
            <a:xfrm>
              <a:off x="2785" y="1259"/>
              <a:ext cx="67" cy="67"/>
            </a:xfrm>
            <a:prstGeom prst="ellipse">
              <a:avLst/>
            </a:prstGeom>
            <a:solidFill>
              <a:schemeClr val="bg1"/>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6" name="Oval 12"/>
            <p:cNvSpPr/>
            <p:nvPr/>
          </p:nvSpPr>
          <p:spPr>
            <a:xfrm>
              <a:off x="2785" y="2226"/>
              <a:ext cx="67" cy="67"/>
            </a:xfrm>
            <a:prstGeom prst="ellipse">
              <a:avLst/>
            </a:prstGeom>
            <a:solidFill>
              <a:schemeClr val="bg1"/>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7" name="Oval 13"/>
            <p:cNvSpPr/>
            <p:nvPr/>
          </p:nvSpPr>
          <p:spPr>
            <a:xfrm>
              <a:off x="2785" y="2938"/>
              <a:ext cx="67" cy="67"/>
            </a:xfrm>
            <a:prstGeom prst="ellipse">
              <a:avLst/>
            </a:prstGeom>
            <a:solidFill>
              <a:schemeClr val="bg1"/>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8" name="Oval 14"/>
            <p:cNvSpPr/>
            <p:nvPr/>
          </p:nvSpPr>
          <p:spPr>
            <a:xfrm>
              <a:off x="3874" y="2226"/>
              <a:ext cx="67" cy="67"/>
            </a:xfrm>
            <a:prstGeom prst="ellipse">
              <a:avLst/>
            </a:prstGeom>
            <a:solidFill>
              <a:schemeClr val="bg1"/>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9" name="Oval 15"/>
            <p:cNvSpPr/>
            <p:nvPr/>
          </p:nvSpPr>
          <p:spPr>
            <a:xfrm>
              <a:off x="1896" y="1948"/>
              <a:ext cx="67" cy="67"/>
            </a:xfrm>
            <a:prstGeom prst="ellipse">
              <a:avLst/>
            </a:prstGeom>
            <a:solidFill>
              <a:schemeClr val="bg1"/>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100" name="Freeform 16"/>
            <p:cNvSpPr/>
            <p:nvPr/>
          </p:nvSpPr>
          <p:spPr>
            <a:xfrm>
              <a:off x="2853" y="1292"/>
              <a:ext cx="767" cy="800"/>
            </a:xfrm>
            <a:custGeom>
              <a:avLst/>
              <a:gdLst/>
              <a:ahLst/>
              <a:cxnLst>
                <a:cxn ang="0">
                  <a:pos x="0" y="0"/>
                </a:cxn>
                <a:cxn ang="0">
                  <a:pos x="600" y="0"/>
                </a:cxn>
                <a:cxn ang="0">
                  <a:pos x="600" y="800"/>
                </a:cxn>
                <a:cxn ang="0">
                  <a:pos x="767" y="800"/>
                </a:cxn>
              </a:cxnLst>
              <a:pathLst>
                <a:path w="767" h="800">
                  <a:moveTo>
                    <a:pt x="0" y="0"/>
                  </a:moveTo>
                  <a:lnTo>
                    <a:pt x="600" y="0"/>
                  </a:lnTo>
                  <a:lnTo>
                    <a:pt x="600" y="800"/>
                  </a:lnTo>
                  <a:lnTo>
                    <a:pt x="767" y="800"/>
                  </a:lnTo>
                </a:path>
              </a:pathLst>
            </a:custGeom>
            <a:noFill/>
            <a:ln w="19050" cap="flat" cmpd="sng">
              <a:solidFill>
                <a:schemeClr val="tx1"/>
              </a:solidFill>
              <a:prstDash val="solid"/>
              <a:round/>
              <a:headEnd type="none" w="med" len="med"/>
              <a:tailEnd type="none" w="sm" len="lg"/>
            </a:ln>
          </p:spPr>
          <p:txBody>
            <a:bodyPr/>
            <a:p>
              <a:endParaRPr lang="zh-CN" altLang="en-US"/>
            </a:p>
          </p:txBody>
        </p:sp>
        <p:sp>
          <p:nvSpPr>
            <p:cNvPr id="174101" name="Line 19"/>
            <p:cNvSpPr/>
            <p:nvPr/>
          </p:nvSpPr>
          <p:spPr>
            <a:xfrm flipV="1">
              <a:off x="1292" y="3071"/>
              <a:ext cx="1239" cy="0"/>
            </a:xfrm>
            <a:prstGeom prst="line">
              <a:avLst/>
            </a:prstGeom>
            <a:ln w="19050" cap="flat" cmpd="sng">
              <a:solidFill>
                <a:schemeClr val="tx1"/>
              </a:solidFill>
              <a:prstDash val="solid"/>
              <a:round/>
              <a:headEnd type="none" w="med" len="med"/>
              <a:tailEnd type="none" w="sm" len="lg"/>
            </a:ln>
          </p:spPr>
        </p:sp>
        <p:sp>
          <p:nvSpPr>
            <p:cNvPr id="174102" name="Line 20"/>
            <p:cNvSpPr/>
            <p:nvPr/>
          </p:nvSpPr>
          <p:spPr>
            <a:xfrm>
              <a:off x="1142" y="2370"/>
              <a:ext cx="1389" cy="0"/>
            </a:xfrm>
            <a:prstGeom prst="line">
              <a:avLst/>
            </a:prstGeom>
            <a:ln w="19050" cap="flat" cmpd="sng">
              <a:solidFill>
                <a:schemeClr val="tx1"/>
              </a:solidFill>
              <a:prstDash val="solid"/>
              <a:round/>
              <a:headEnd type="none" w="med" len="med"/>
              <a:tailEnd type="none" w="sm" len="lg"/>
            </a:ln>
          </p:spPr>
        </p:sp>
        <p:sp>
          <p:nvSpPr>
            <p:cNvPr id="174103" name="Oval 22"/>
            <p:cNvSpPr/>
            <p:nvPr/>
          </p:nvSpPr>
          <p:spPr>
            <a:xfrm>
              <a:off x="1896" y="1415"/>
              <a:ext cx="67" cy="67"/>
            </a:xfrm>
            <a:prstGeom prst="ellipse">
              <a:avLst/>
            </a:prstGeom>
            <a:solidFill>
              <a:srgbClr val="FF00FF"/>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104" name="Rectangle 23"/>
            <p:cNvSpPr/>
            <p:nvPr/>
          </p:nvSpPr>
          <p:spPr>
            <a:xfrm>
              <a:off x="2338" y="2683"/>
              <a:ext cx="642" cy="554"/>
            </a:xfrm>
            <a:prstGeom prst="rect">
              <a:avLst/>
            </a:prstGeom>
            <a:noFill/>
            <a:ln w="19050" cap="flat" cmpd="sng">
              <a:solidFill>
                <a:schemeClr val="tx1"/>
              </a:solidFill>
              <a:prstDash val="dash"/>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105" name="Freeform 24"/>
            <p:cNvSpPr/>
            <p:nvPr/>
          </p:nvSpPr>
          <p:spPr>
            <a:xfrm>
              <a:off x="1664" y="2381"/>
              <a:ext cx="867" cy="446"/>
            </a:xfrm>
            <a:custGeom>
              <a:avLst/>
              <a:gdLst/>
              <a:ahLst/>
              <a:cxnLst>
                <a:cxn ang="0">
                  <a:pos x="0" y="0"/>
                </a:cxn>
                <a:cxn ang="0">
                  <a:pos x="0" y="446"/>
                </a:cxn>
                <a:cxn ang="0">
                  <a:pos x="867" y="446"/>
                </a:cxn>
              </a:cxnLst>
              <a:pathLst>
                <a:path w="867" h="567">
                  <a:moveTo>
                    <a:pt x="0" y="0"/>
                  </a:moveTo>
                  <a:lnTo>
                    <a:pt x="0" y="567"/>
                  </a:lnTo>
                  <a:lnTo>
                    <a:pt x="867" y="567"/>
                  </a:lnTo>
                </a:path>
              </a:pathLst>
            </a:custGeom>
            <a:noFill/>
            <a:ln w="19050" cap="flat" cmpd="sng">
              <a:solidFill>
                <a:schemeClr val="tx1"/>
              </a:solidFill>
              <a:prstDash val="solid"/>
              <a:round/>
              <a:headEnd type="none" w="med" len="med"/>
              <a:tailEnd type="none" w="sm" len="lg"/>
            </a:ln>
          </p:spPr>
          <p:txBody>
            <a:bodyPr/>
            <a:p>
              <a:endParaRPr lang="zh-CN" altLang="en-US"/>
            </a:p>
          </p:txBody>
        </p:sp>
        <p:sp>
          <p:nvSpPr>
            <p:cNvPr id="174106" name="Oval 25"/>
            <p:cNvSpPr/>
            <p:nvPr/>
          </p:nvSpPr>
          <p:spPr>
            <a:xfrm>
              <a:off x="1629" y="2337"/>
              <a:ext cx="67" cy="67"/>
            </a:xfrm>
            <a:prstGeom prst="ellipse">
              <a:avLst/>
            </a:prstGeom>
            <a:solidFill>
              <a:srgbClr val="FF00FF"/>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107" name="Rectangle 27"/>
            <p:cNvSpPr/>
            <p:nvPr/>
          </p:nvSpPr>
          <p:spPr>
            <a:xfrm>
              <a:off x="884" y="945"/>
              <a:ext cx="253"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B</a:t>
              </a:r>
              <a:endParaRPr lang="en-US" altLang="zh-CN" sz="2800" dirty="0">
                <a:latin typeface="Times New Roman" panose="02020603050405020304" pitchFamily="18" charset="0"/>
                <a:ea typeface="宋体" panose="02010600030101010101" pitchFamily="2" charset="-122"/>
              </a:endParaRPr>
            </a:p>
          </p:txBody>
        </p:sp>
        <p:sp>
          <p:nvSpPr>
            <p:cNvPr id="174108" name="Rectangle 28"/>
            <p:cNvSpPr/>
            <p:nvPr/>
          </p:nvSpPr>
          <p:spPr>
            <a:xfrm>
              <a:off x="884" y="1290"/>
              <a:ext cx="253"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A</a:t>
              </a:r>
              <a:endParaRPr lang="en-US" altLang="zh-CN" sz="2800" dirty="0">
                <a:latin typeface="Times New Roman" panose="02020603050405020304" pitchFamily="18" charset="0"/>
                <a:ea typeface="宋体" panose="02010600030101010101" pitchFamily="2" charset="-122"/>
              </a:endParaRPr>
            </a:p>
          </p:txBody>
        </p:sp>
        <p:sp>
          <p:nvSpPr>
            <p:cNvPr id="174109" name="Rectangle 29"/>
            <p:cNvSpPr/>
            <p:nvPr/>
          </p:nvSpPr>
          <p:spPr>
            <a:xfrm>
              <a:off x="884" y="2201"/>
              <a:ext cx="265"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a:t>
              </a:r>
              <a:endParaRPr lang="en-US" altLang="zh-CN" sz="2800" dirty="0">
                <a:latin typeface="Times New Roman" panose="02020603050405020304" pitchFamily="18" charset="0"/>
                <a:ea typeface="宋体" panose="02010600030101010101" pitchFamily="2" charset="-122"/>
              </a:endParaRPr>
            </a:p>
          </p:txBody>
        </p:sp>
        <p:sp>
          <p:nvSpPr>
            <p:cNvPr id="174110" name="Text Box 30"/>
            <p:cNvSpPr txBox="1"/>
            <p:nvPr/>
          </p:nvSpPr>
          <p:spPr>
            <a:xfrm>
              <a:off x="2517" y="1014"/>
              <a:ext cx="29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74111" name="Text Box 31"/>
            <p:cNvSpPr txBox="1"/>
            <p:nvPr/>
          </p:nvSpPr>
          <p:spPr>
            <a:xfrm>
              <a:off x="1817" y="1636"/>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4112" name="Text Box 32"/>
            <p:cNvSpPr txBox="1"/>
            <p:nvPr/>
          </p:nvSpPr>
          <p:spPr>
            <a:xfrm>
              <a:off x="2517" y="1958"/>
              <a:ext cx="29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74113" name="Text Box 33"/>
            <p:cNvSpPr txBox="1"/>
            <p:nvPr/>
          </p:nvSpPr>
          <p:spPr>
            <a:xfrm>
              <a:off x="2517" y="2671"/>
              <a:ext cx="29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74114" name="Text Box 34"/>
            <p:cNvSpPr txBox="1"/>
            <p:nvPr/>
          </p:nvSpPr>
          <p:spPr>
            <a:xfrm>
              <a:off x="3595" y="1958"/>
              <a:ext cx="29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74115" name="Text Box 36"/>
            <p:cNvSpPr txBox="1"/>
            <p:nvPr/>
          </p:nvSpPr>
          <p:spPr>
            <a:xfrm>
              <a:off x="4885" y="2080"/>
              <a:ext cx="253"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F</a:t>
              </a:r>
              <a:endParaRPr lang="en-US" altLang="zh-CN" sz="2800" dirty="0">
                <a:latin typeface="Times New Roman" panose="02020603050405020304" pitchFamily="18" charset="0"/>
                <a:ea typeface="宋体" panose="02010600030101010101" pitchFamily="2" charset="-122"/>
              </a:endParaRPr>
            </a:p>
          </p:txBody>
        </p:sp>
        <p:sp>
          <p:nvSpPr>
            <p:cNvPr id="174116" name="Text Box 38"/>
            <p:cNvSpPr txBox="1"/>
            <p:nvPr/>
          </p:nvSpPr>
          <p:spPr>
            <a:xfrm>
              <a:off x="2306" y="3244"/>
              <a:ext cx="788" cy="327"/>
            </a:xfrm>
            <a:prstGeom prst="rect">
              <a:avLst/>
            </a:prstGeom>
            <a:noFill/>
            <a:ln w="1905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附加门</a:t>
              </a:r>
              <a:endParaRPr lang="zh-CN" altLang="en-US" sz="2800" i="0" dirty="0">
                <a:latin typeface="Times New Roman" panose="02020603050405020304" pitchFamily="18" charset="0"/>
                <a:ea typeface="宋体" panose="02010600030101010101" pitchFamily="2" charset="-122"/>
              </a:endParaRPr>
            </a:p>
          </p:txBody>
        </p:sp>
        <p:sp>
          <p:nvSpPr>
            <p:cNvPr id="174117" name="Line 47"/>
            <p:cNvSpPr/>
            <p:nvPr/>
          </p:nvSpPr>
          <p:spPr>
            <a:xfrm flipH="1">
              <a:off x="1296" y="1164"/>
              <a:ext cx="6" cy="1908"/>
            </a:xfrm>
            <a:prstGeom prst="line">
              <a:avLst/>
            </a:prstGeom>
            <a:ln w="19050" cap="flat" cmpd="sng">
              <a:solidFill>
                <a:schemeClr val="tx1"/>
              </a:solidFill>
              <a:prstDash val="solid"/>
              <a:round/>
              <a:headEnd type="none" w="med" len="med"/>
              <a:tailEnd type="none" w="med" len="med"/>
            </a:ln>
          </p:spPr>
        </p:sp>
        <p:sp>
          <p:nvSpPr>
            <p:cNvPr id="174118" name="Oval 48"/>
            <p:cNvSpPr/>
            <p:nvPr/>
          </p:nvSpPr>
          <p:spPr>
            <a:xfrm>
              <a:off x="1261" y="1129"/>
              <a:ext cx="67" cy="73"/>
            </a:xfrm>
            <a:prstGeom prst="ellipse">
              <a:avLst/>
            </a:prstGeom>
            <a:solidFill>
              <a:srgbClr val="FF00FF"/>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5" name="Text Box 2"/>
          <p:cNvSpPr txBox="1"/>
          <p:nvPr/>
        </p:nvSpPr>
        <p:spPr>
          <a:xfrm>
            <a:off x="912813" y="1019175"/>
            <a:ext cx="6073775" cy="519113"/>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、卡诺图中增加卡诺圈以消除</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相切</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grpSp>
        <p:nvGrpSpPr>
          <p:cNvPr id="175106" name="Group 41"/>
          <p:cNvGrpSpPr/>
          <p:nvPr/>
        </p:nvGrpSpPr>
        <p:grpSpPr>
          <a:xfrm>
            <a:off x="2425700" y="2243138"/>
            <a:ext cx="4127500" cy="3721100"/>
            <a:chOff x="1528" y="1191"/>
            <a:chExt cx="2600" cy="2344"/>
          </a:xfrm>
        </p:grpSpPr>
        <p:sp>
          <p:nvSpPr>
            <p:cNvPr id="175107" name="Oval 34"/>
            <p:cNvSpPr/>
            <p:nvPr/>
          </p:nvSpPr>
          <p:spPr>
            <a:xfrm>
              <a:off x="2647" y="2158"/>
              <a:ext cx="844" cy="310"/>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5108" name="AutoShape 5"/>
            <p:cNvSpPr/>
            <p:nvPr/>
          </p:nvSpPr>
          <p:spPr>
            <a:xfrm>
              <a:off x="2201" y="2613"/>
              <a:ext cx="800" cy="745"/>
            </a:xfrm>
            <a:prstGeom prst="roundRect">
              <a:avLst>
                <a:gd name="adj" fmla="val 16667"/>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5109" name="Oval 6"/>
            <p:cNvSpPr/>
            <p:nvPr/>
          </p:nvSpPr>
          <p:spPr>
            <a:xfrm>
              <a:off x="3646" y="1679"/>
              <a:ext cx="333" cy="811"/>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75110" name="Group 12"/>
            <p:cNvGrpSpPr/>
            <p:nvPr/>
          </p:nvGrpSpPr>
          <p:grpSpPr>
            <a:xfrm>
              <a:off x="2106" y="1631"/>
              <a:ext cx="1918" cy="1753"/>
              <a:chOff x="520" y="702"/>
              <a:chExt cx="1281" cy="1403"/>
            </a:xfrm>
          </p:grpSpPr>
          <p:sp>
            <p:nvSpPr>
              <p:cNvPr id="175111" name="Rectangle 13"/>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75112" name="Group 14"/>
              <p:cNvGrpSpPr/>
              <p:nvPr/>
            </p:nvGrpSpPr>
            <p:grpSpPr>
              <a:xfrm>
                <a:off x="858" y="702"/>
                <a:ext cx="645" cy="1403"/>
                <a:chOff x="858" y="702"/>
                <a:chExt cx="645" cy="1380"/>
              </a:xfrm>
            </p:grpSpPr>
            <p:sp>
              <p:nvSpPr>
                <p:cNvPr id="175113" name="Line 15"/>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175114" name="Line 16"/>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175115" name="Line 17"/>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grpSp>
        <p:sp>
          <p:nvSpPr>
            <p:cNvPr id="175116" name="Oval 35"/>
            <p:cNvSpPr/>
            <p:nvPr/>
          </p:nvSpPr>
          <p:spPr>
            <a:xfrm>
              <a:off x="2668" y="2179"/>
              <a:ext cx="333" cy="778"/>
            </a:xfrm>
            <a:prstGeom prst="ellipse">
              <a:avLst/>
            </a:prstGeom>
            <a:solidFill>
              <a:srgbClr val="FFE1FF">
                <a:alpha val="50195"/>
              </a:srgbClr>
            </a:solidFill>
            <a:ln w="19050" cap="flat" cmpd="sng">
              <a:solidFill>
                <a:schemeClr val="accent2"/>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5117" name="Oval 33"/>
            <p:cNvSpPr/>
            <p:nvPr/>
          </p:nvSpPr>
          <p:spPr>
            <a:xfrm>
              <a:off x="3113" y="2158"/>
              <a:ext cx="844" cy="310"/>
            </a:xfrm>
            <a:prstGeom prst="ellipse">
              <a:avLst/>
            </a:prstGeom>
            <a:solidFill>
              <a:srgbClr val="FFE1FF">
                <a:alpha val="50195"/>
              </a:srgbClr>
            </a:solidFill>
            <a:ln w="19050" cap="flat" cmpd="sng">
              <a:solidFill>
                <a:schemeClr val="accent2"/>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5118" name="Line 7"/>
            <p:cNvSpPr/>
            <p:nvPr/>
          </p:nvSpPr>
          <p:spPr>
            <a:xfrm>
              <a:off x="2127" y="2076"/>
              <a:ext cx="1911" cy="0"/>
            </a:xfrm>
            <a:prstGeom prst="line">
              <a:avLst/>
            </a:prstGeom>
            <a:ln w="28575" cap="flat" cmpd="sng">
              <a:solidFill>
                <a:srgbClr val="3333FF"/>
              </a:solidFill>
              <a:prstDash val="solid"/>
              <a:round/>
              <a:headEnd type="none" w="med" len="med"/>
              <a:tailEnd type="none" w="med" len="med"/>
            </a:ln>
          </p:spPr>
        </p:sp>
        <p:sp>
          <p:nvSpPr>
            <p:cNvPr id="175119" name="Text Box 8"/>
            <p:cNvSpPr txBox="1"/>
            <p:nvPr/>
          </p:nvSpPr>
          <p:spPr>
            <a:xfrm>
              <a:off x="2220" y="1366"/>
              <a:ext cx="190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175120" name="Text Box 9"/>
            <p:cNvSpPr txBox="1"/>
            <p:nvPr/>
          </p:nvSpPr>
          <p:spPr>
            <a:xfrm>
              <a:off x="1728" y="1649"/>
              <a:ext cx="398" cy="1886"/>
            </a:xfrm>
            <a:prstGeom prst="rect">
              <a:avLst/>
            </a:prstGeom>
            <a:noFill/>
            <a:ln w="9525">
              <a:noFill/>
            </a:ln>
          </p:spPr>
          <p:txBody>
            <a:bodyPr anchor="t" anchorCtr="0">
              <a:spAutoFit/>
            </a:bodyPr>
            <a:p>
              <a:pPr defTabSz="914400">
                <a:lnSpc>
                  <a:spcPct val="17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defTabSz="914400">
                <a:lnSpc>
                  <a:spcPct val="17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defTabSz="914400">
                <a:lnSpc>
                  <a:spcPct val="17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defTabSz="914400">
                <a:lnSpc>
                  <a:spcPct val="17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175121" name="Text Box 10"/>
            <p:cNvSpPr txBox="1"/>
            <p:nvPr/>
          </p:nvSpPr>
          <p:spPr>
            <a:xfrm>
              <a:off x="1834" y="1191"/>
              <a:ext cx="390"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175122" name="Text Box 11"/>
            <p:cNvSpPr txBox="1"/>
            <p:nvPr/>
          </p:nvSpPr>
          <p:spPr>
            <a:xfrm>
              <a:off x="1528" y="1334"/>
              <a:ext cx="427"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sp>
          <p:nvSpPr>
            <p:cNvPr id="175123" name="Line 18"/>
            <p:cNvSpPr/>
            <p:nvPr/>
          </p:nvSpPr>
          <p:spPr>
            <a:xfrm>
              <a:off x="2127" y="2511"/>
              <a:ext cx="1911" cy="0"/>
            </a:xfrm>
            <a:prstGeom prst="line">
              <a:avLst/>
            </a:prstGeom>
            <a:ln w="28575" cap="flat" cmpd="sng">
              <a:solidFill>
                <a:srgbClr val="3333FF"/>
              </a:solidFill>
              <a:prstDash val="solid"/>
              <a:round/>
              <a:headEnd type="none" w="med" len="med"/>
              <a:tailEnd type="none" w="med" len="med"/>
            </a:ln>
          </p:spPr>
        </p:sp>
        <p:sp>
          <p:nvSpPr>
            <p:cNvPr id="175124" name="Line 19"/>
            <p:cNvSpPr/>
            <p:nvPr/>
          </p:nvSpPr>
          <p:spPr>
            <a:xfrm>
              <a:off x="2107" y="2995"/>
              <a:ext cx="1911" cy="0"/>
            </a:xfrm>
            <a:prstGeom prst="line">
              <a:avLst/>
            </a:prstGeom>
            <a:ln w="28575" cap="flat" cmpd="sng">
              <a:solidFill>
                <a:srgbClr val="3333FF"/>
              </a:solidFill>
              <a:prstDash val="solid"/>
              <a:round/>
              <a:headEnd type="none" w="med" len="med"/>
              <a:tailEnd type="none" w="med" len="med"/>
            </a:ln>
          </p:spPr>
        </p:sp>
        <p:sp>
          <p:nvSpPr>
            <p:cNvPr id="175125" name="Rectangle 20"/>
            <p:cNvSpPr/>
            <p:nvPr/>
          </p:nvSpPr>
          <p:spPr>
            <a:xfrm>
              <a:off x="2731" y="3053"/>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26" name="Rectangle 21"/>
            <p:cNvSpPr/>
            <p:nvPr/>
          </p:nvSpPr>
          <p:spPr>
            <a:xfrm>
              <a:off x="2225" y="305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27" name="Rectangle 22"/>
            <p:cNvSpPr/>
            <p:nvPr/>
          </p:nvSpPr>
          <p:spPr>
            <a:xfrm>
              <a:off x="2729" y="260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28" name="Rectangle 23"/>
            <p:cNvSpPr/>
            <p:nvPr/>
          </p:nvSpPr>
          <p:spPr>
            <a:xfrm>
              <a:off x="2211" y="260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29" name="Text Box 24"/>
            <p:cNvSpPr txBox="1"/>
            <p:nvPr/>
          </p:nvSpPr>
          <p:spPr>
            <a:xfrm>
              <a:off x="3699" y="1650"/>
              <a:ext cx="207"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30" name="Rectangle 25"/>
            <p:cNvSpPr/>
            <p:nvPr/>
          </p:nvSpPr>
          <p:spPr>
            <a:xfrm>
              <a:off x="2738" y="215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31" name="Rectangle 26"/>
            <p:cNvSpPr/>
            <p:nvPr/>
          </p:nvSpPr>
          <p:spPr>
            <a:xfrm>
              <a:off x="2233" y="215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75132" name="Text Box 27"/>
            <p:cNvSpPr txBox="1"/>
            <p:nvPr/>
          </p:nvSpPr>
          <p:spPr>
            <a:xfrm>
              <a:off x="3699" y="2099"/>
              <a:ext cx="258"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33" name="Line 28"/>
            <p:cNvSpPr/>
            <p:nvPr/>
          </p:nvSpPr>
          <p:spPr>
            <a:xfrm>
              <a:off x="1770" y="1313"/>
              <a:ext cx="334" cy="333"/>
            </a:xfrm>
            <a:prstGeom prst="line">
              <a:avLst/>
            </a:prstGeom>
            <a:ln w="28575" cap="flat" cmpd="sng">
              <a:solidFill>
                <a:srgbClr val="3333FF"/>
              </a:solidFill>
              <a:prstDash val="solid"/>
              <a:round/>
              <a:headEnd type="none" w="med" len="med"/>
              <a:tailEnd type="none" w="med" len="med"/>
            </a:ln>
          </p:spPr>
        </p:sp>
        <p:sp>
          <p:nvSpPr>
            <p:cNvPr id="175134" name="Text Box 29"/>
            <p:cNvSpPr txBox="1"/>
            <p:nvPr/>
          </p:nvSpPr>
          <p:spPr>
            <a:xfrm>
              <a:off x="2231" y="1700"/>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75135" name="Text Box 30"/>
            <p:cNvSpPr txBox="1"/>
            <p:nvPr/>
          </p:nvSpPr>
          <p:spPr>
            <a:xfrm>
              <a:off x="2709" y="1700"/>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75136" name="Text Box 31"/>
            <p:cNvSpPr txBox="1"/>
            <p:nvPr/>
          </p:nvSpPr>
          <p:spPr>
            <a:xfrm>
              <a:off x="3209" y="1700"/>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75137" name="Rectangle 32"/>
            <p:cNvSpPr/>
            <p:nvPr/>
          </p:nvSpPr>
          <p:spPr>
            <a:xfrm>
              <a:off x="3216" y="215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38" name="Text Box 36"/>
            <p:cNvSpPr txBox="1"/>
            <p:nvPr/>
          </p:nvSpPr>
          <p:spPr>
            <a:xfrm>
              <a:off x="3220" y="2611"/>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75139" name="Text Box 37"/>
            <p:cNvSpPr txBox="1"/>
            <p:nvPr/>
          </p:nvSpPr>
          <p:spPr>
            <a:xfrm>
              <a:off x="3698" y="2611"/>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75140" name="Text Box 38"/>
            <p:cNvSpPr txBox="1"/>
            <p:nvPr/>
          </p:nvSpPr>
          <p:spPr>
            <a:xfrm>
              <a:off x="3220" y="3033"/>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75141" name="Text Box 39"/>
            <p:cNvSpPr txBox="1"/>
            <p:nvPr/>
          </p:nvSpPr>
          <p:spPr>
            <a:xfrm>
              <a:off x="3698" y="3033"/>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2"/>
          <p:cNvSpPr txBox="1">
            <a:spLocks noChangeArrowheads="1"/>
          </p:cNvSpPr>
          <p:nvPr/>
        </p:nvSpPr>
        <p:spPr bwMode="auto">
          <a:xfrm>
            <a:off x="1054100" y="814388"/>
            <a:ext cx="3829050"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二、增加惯性延时环节</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40963" name="Text Box 3"/>
          <p:cNvSpPr txBox="1"/>
          <p:nvPr/>
        </p:nvSpPr>
        <p:spPr>
          <a:xfrm>
            <a:off x="1039813" y="1262063"/>
            <a:ext cx="7108825" cy="1203325"/>
          </a:xfrm>
          <a:prstGeom prst="rect">
            <a:avLst/>
          </a:prstGeom>
          <a:noFill/>
          <a:ln w="9525">
            <a:noFill/>
          </a:ln>
        </p:spPr>
        <p:txBody>
          <a:bodyPr anchor="t" anchorCtr="0">
            <a:spAutoFit/>
          </a:bodyPr>
          <a:p>
            <a:pPr indent="669925">
              <a:lnSpc>
                <a:spcPct val="130000"/>
              </a:lnSpc>
              <a:spcBef>
                <a:spcPct val="50000"/>
              </a:spcBef>
            </a:pPr>
            <a:r>
              <a:rPr lang="zh-CN" altLang="en-US" sz="2800" i="0" dirty="0">
                <a:latin typeface="Times New Roman" panose="02020603050405020304" pitchFamily="18" charset="0"/>
                <a:ea typeface="宋体" panose="02010600030101010101" pitchFamily="2" charset="-122"/>
              </a:rPr>
              <a:t>在电路的输出端连接一个惯性延时环节，通常是</a:t>
            </a:r>
            <a:r>
              <a:rPr lang="en-US" altLang="zh-CN" sz="2800" i="0" dirty="0">
                <a:latin typeface="Times New Roman" panose="02020603050405020304" pitchFamily="18" charset="0"/>
                <a:ea typeface="宋体" panose="02010600030101010101" pitchFamily="2" charset="-122"/>
              </a:rPr>
              <a:t>RC</a:t>
            </a:r>
            <a:r>
              <a:rPr lang="zh-CN" altLang="zh-CN" sz="2800" i="0" dirty="0">
                <a:latin typeface="Times New Roman" panose="02020603050405020304" pitchFamily="18" charset="0"/>
                <a:ea typeface="宋体" panose="02010600030101010101" pitchFamily="2" charset="-122"/>
              </a:rPr>
              <a:t>滤波器。</a:t>
            </a:r>
            <a:endParaRPr lang="zh-CN" altLang="en-US" sz="2800" i="0" dirty="0">
              <a:latin typeface="Times New Roman" panose="02020603050405020304" pitchFamily="18" charset="0"/>
              <a:ea typeface="宋体" panose="02010600030101010101" pitchFamily="2" charset="-122"/>
            </a:endParaRPr>
          </a:p>
        </p:txBody>
      </p:sp>
      <p:grpSp>
        <p:nvGrpSpPr>
          <p:cNvPr id="2" name="Group 26"/>
          <p:cNvGrpSpPr/>
          <p:nvPr/>
        </p:nvGrpSpPr>
        <p:grpSpPr>
          <a:xfrm>
            <a:off x="612775" y="2379663"/>
            <a:ext cx="4510088" cy="1590675"/>
            <a:chOff x="441" y="1887"/>
            <a:chExt cx="3109" cy="1002"/>
          </a:xfrm>
        </p:grpSpPr>
        <p:sp>
          <p:nvSpPr>
            <p:cNvPr id="176132" name="Rectangle 4"/>
            <p:cNvSpPr/>
            <p:nvPr/>
          </p:nvSpPr>
          <p:spPr>
            <a:xfrm>
              <a:off x="1101" y="2000"/>
              <a:ext cx="1077" cy="800"/>
            </a:xfrm>
            <a:prstGeom prst="rect">
              <a:avLst/>
            </a:prstGeom>
            <a:solidFill>
              <a:srgbClr val="CCFFFF">
                <a:alpha val="50195"/>
              </a:srgbClr>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6133" name="Line 5"/>
            <p:cNvSpPr/>
            <p:nvPr/>
          </p:nvSpPr>
          <p:spPr>
            <a:xfrm>
              <a:off x="690" y="2154"/>
              <a:ext cx="411" cy="0"/>
            </a:xfrm>
            <a:prstGeom prst="line">
              <a:avLst/>
            </a:prstGeom>
            <a:ln w="19050" cap="flat" cmpd="sng">
              <a:solidFill>
                <a:schemeClr val="tx1"/>
              </a:solidFill>
              <a:prstDash val="solid"/>
              <a:round/>
              <a:headEnd type="none" w="med" len="med"/>
              <a:tailEnd type="triangle" w="sm" len="lg"/>
            </a:ln>
          </p:spPr>
        </p:sp>
        <p:sp>
          <p:nvSpPr>
            <p:cNvPr id="176134" name="Line 6"/>
            <p:cNvSpPr/>
            <p:nvPr/>
          </p:nvSpPr>
          <p:spPr>
            <a:xfrm>
              <a:off x="689" y="2311"/>
              <a:ext cx="400" cy="0"/>
            </a:xfrm>
            <a:prstGeom prst="line">
              <a:avLst/>
            </a:prstGeom>
            <a:ln w="19050" cap="flat" cmpd="sng">
              <a:solidFill>
                <a:schemeClr val="tx1"/>
              </a:solidFill>
              <a:prstDash val="solid"/>
              <a:round/>
              <a:headEnd type="none" w="med" len="med"/>
              <a:tailEnd type="triangle" w="sm" len="lg"/>
            </a:ln>
          </p:spPr>
        </p:sp>
        <p:sp>
          <p:nvSpPr>
            <p:cNvPr id="176135" name="Line 7"/>
            <p:cNvSpPr/>
            <p:nvPr/>
          </p:nvSpPr>
          <p:spPr>
            <a:xfrm>
              <a:off x="689" y="2678"/>
              <a:ext cx="400" cy="0"/>
            </a:xfrm>
            <a:prstGeom prst="line">
              <a:avLst/>
            </a:prstGeom>
            <a:ln w="19050" cap="flat" cmpd="sng">
              <a:solidFill>
                <a:schemeClr val="tx1"/>
              </a:solidFill>
              <a:prstDash val="solid"/>
              <a:round/>
              <a:headEnd type="none" w="med" len="med"/>
              <a:tailEnd type="triangle" w="sm" len="lg"/>
            </a:ln>
          </p:spPr>
        </p:sp>
        <p:sp>
          <p:nvSpPr>
            <p:cNvPr id="176136" name="Text Box 8"/>
            <p:cNvSpPr txBox="1"/>
            <p:nvPr/>
          </p:nvSpPr>
          <p:spPr>
            <a:xfrm rot="-5400000">
              <a:off x="725" y="2326"/>
              <a:ext cx="340" cy="35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176137" name="Line 9"/>
            <p:cNvSpPr/>
            <p:nvPr/>
          </p:nvSpPr>
          <p:spPr>
            <a:xfrm>
              <a:off x="2181" y="2389"/>
              <a:ext cx="1088" cy="0"/>
            </a:xfrm>
            <a:prstGeom prst="line">
              <a:avLst/>
            </a:prstGeom>
            <a:ln w="19050" cap="flat" cmpd="sng">
              <a:solidFill>
                <a:schemeClr val="tx1"/>
              </a:solidFill>
              <a:prstDash val="solid"/>
              <a:round/>
              <a:headEnd type="none" w="med" len="med"/>
              <a:tailEnd type="none" w="sm" len="lg"/>
            </a:ln>
          </p:spPr>
        </p:sp>
        <p:sp>
          <p:nvSpPr>
            <p:cNvPr id="176138" name="Rectangle 10"/>
            <p:cNvSpPr/>
            <p:nvPr/>
          </p:nvSpPr>
          <p:spPr>
            <a:xfrm>
              <a:off x="2515" y="2333"/>
              <a:ext cx="322" cy="111"/>
            </a:xfrm>
            <a:prstGeom prst="rect">
              <a:avLst/>
            </a:prstGeom>
            <a:solidFill>
              <a:schemeClr val="bg1"/>
            </a:solidFill>
            <a:ln w="19050" cap="flat" cmpd="sng">
              <a:solidFill>
                <a:schemeClr val="tx1"/>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6139" name="Line 11"/>
            <p:cNvSpPr/>
            <p:nvPr/>
          </p:nvSpPr>
          <p:spPr>
            <a:xfrm>
              <a:off x="3093" y="2389"/>
              <a:ext cx="0" cy="178"/>
            </a:xfrm>
            <a:prstGeom prst="line">
              <a:avLst/>
            </a:prstGeom>
            <a:ln w="19050" cap="flat" cmpd="sng">
              <a:solidFill>
                <a:schemeClr val="tx1"/>
              </a:solidFill>
              <a:prstDash val="solid"/>
              <a:round/>
              <a:headEnd type="none" w="med" len="med"/>
              <a:tailEnd type="none" w="sm" len="lg"/>
            </a:ln>
          </p:spPr>
        </p:sp>
        <p:sp>
          <p:nvSpPr>
            <p:cNvPr id="176140" name="Line 12"/>
            <p:cNvSpPr/>
            <p:nvPr/>
          </p:nvSpPr>
          <p:spPr>
            <a:xfrm>
              <a:off x="2993" y="2566"/>
              <a:ext cx="212" cy="0"/>
            </a:xfrm>
            <a:prstGeom prst="line">
              <a:avLst/>
            </a:prstGeom>
            <a:ln w="19050" cap="flat" cmpd="sng">
              <a:solidFill>
                <a:schemeClr val="tx1"/>
              </a:solidFill>
              <a:prstDash val="solid"/>
              <a:round/>
              <a:headEnd type="none" w="med" len="med"/>
              <a:tailEnd type="none" w="sm" len="lg"/>
            </a:ln>
          </p:spPr>
        </p:sp>
        <p:sp>
          <p:nvSpPr>
            <p:cNvPr id="176141" name="Line 13"/>
            <p:cNvSpPr/>
            <p:nvPr/>
          </p:nvSpPr>
          <p:spPr>
            <a:xfrm>
              <a:off x="2993" y="2644"/>
              <a:ext cx="212" cy="0"/>
            </a:xfrm>
            <a:prstGeom prst="line">
              <a:avLst/>
            </a:prstGeom>
            <a:ln w="19050" cap="flat" cmpd="sng">
              <a:solidFill>
                <a:schemeClr val="tx1"/>
              </a:solidFill>
              <a:prstDash val="solid"/>
              <a:round/>
              <a:headEnd type="none" w="med" len="med"/>
              <a:tailEnd type="none" w="sm" len="lg"/>
            </a:ln>
          </p:spPr>
        </p:sp>
        <p:sp>
          <p:nvSpPr>
            <p:cNvPr id="176142" name="Line 14"/>
            <p:cNvSpPr/>
            <p:nvPr/>
          </p:nvSpPr>
          <p:spPr>
            <a:xfrm>
              <a:off x="3093" y="2644"/>
              <a:ext cx="0" cy="245"/>
            </a:xfrm>
            <a:prstGeom prst="line">
              <a:avLst/>
            </a:prstGeom>
            <a:ln w="19050" cap="flat" cmpd="sng">
              <a:solidFill>
                <a:schemeClr val="tx1"/>
              </a:solidFill>
              <a:prstDash val="solid"/>
              <a:round/>
              <a:headEnd type="none" w="med" len="med"/>
              <a:tailEnd type="none" w="sm" len="lg"/>
            </a:ln>
          </p:spPr>
        </p:sp>
        <p:sp>
          <p:nvSpPr>
            <p:cNvPr id="176143" name="Line 15"/>
            <p:cNvSpPr/>
            <p:nvPr/>
          </p:nvSpPr>
          <p:spPr>
            <a:xfrm>
              <a:off x="2993" y="2889"/>
              <a:ext cx="211" cy="0"/>
            </a:xfrm>
            <a:prstGeom prst="line">
              <a:avLst/>
            </a:prstGeom>
            <a:ln w="76200" cap="flat" cmpd="sng">
              <a:solidFill>
                <a:schemeClr val="tx1"/>
              </a:solidFill>
              <a:prstDash val="solid"/>
              <a:round/>
              <a:headEnd type="none" w="med" len="med"/>
              <a:tailEnd type="none" w="sm" len="lg"/>
            </a:ln>
          </p:spPr>
        </p:sp>
        <p:sp>
          <p:nvSpPr>
            <p:cNvPr id="176144" name="Text Box 16"/>
            <p:cNvSpPr txBox="1"/>
            <p:nvPr/>
          </p:nvSpPr>
          <p:spPr>
            <a:xfrm>
              <a:off x="1132" y="2228"/>
              <a:ext cx="1107" cy="327"/>
            </a:xfrm>
            <a:prstGeom prst="rect">
              <a:avLst/>
            </a:prstGeom>
            <a:noFill/>
            <a:ln w="1905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组合电路</a:t>
              </a:r>
              <a:endParaRPr lang="zh-CN" altLang="en-US" sz="2800" i="0" dirty="0">
                <a:latin typeface="Times New Roman" panose="02020603050405020304" pitchFamily="18" charset="0"/>
                <a:ea typeface="宋体" panose="02010600030101010101" pitchFamily="2" charset="-122"/>
              </a:endParaRPr>
            </a:p>
          </p:txBody>
        </p:sp>
        <p:sp>
          <p:nvSpPr>
            <p:cNvPr id="176145" name="Oval 17"/>
            <p:cNvSpPr/>
            <p:nvPr/>
          </p:nvSpPr>
          <p:spPr>
            <a:xfrm>
              <a:off x="2366" y="2364"/>
              <a:ext cx="47" cy="47"/>
            </a:xfrm>
            <a:prstGeom prst="ellipse">
              <a:avLst/>
            </a:prstGeom>
            <a:solidFill>
              <a:schemeClr val="tx1"/>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6146" name="Oval 18"/>
            <p:cNvSpPr/>
            <p:nvPr/>
          </p:nvSpPr>
          <p:spPr>
            <a:xfrm>
              <a:off x="3068" y="2364"/>
              <a:ext cx="47" cy="47"/>
            </a:xfrm>
            <a:prstGeom prst="ellipse">
              <a:avLst/>
            </a:prstGeom>
            <a:solidFill>
              <a:schemeClr val="tx1"/>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6147" name="Text Box 19"/>
            <p:cNvSpPr txBox="1"/>
            <p:nvPr/>
          </p:nvSpPr>
          <p:spPr>
            <a:xfrm>
              <a:off x="441" y="1887"/>
              <a:ext cx="318"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x</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6148" name="Text Box 20"/>
            <p:cNvSpPr txBox="1"/>
            <p:nvPr/>
          </p:nvSpPr>
          <p:spPr>
            <a:xfrm>
              <a:off x="441" y="2077"/>
              <a:ext cx="318"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x</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76149" name="Text Box 21"/>
            <p:cNvSpPr txBox="1"/>
            <p:nvPr/>
          </p:nvSpPr>
          <p:spPr>
            <a:xfrm>
              <a:off x="441" y="2476"/>
              <a:ext cx="318"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x</a:t>
              </a:r>
              <a:r>
                <a:rPr lang="en-US" altLang="zh-CN" sz="2800" baseline="-25000" dirty="0">
                  <a:latin typeface="Times New Roman" panose="02020603050405020304" pitchFamily="18" charset="0"/>
                  <a:ea typeface="宋体" panose="02010600030101010101" pitchFamily="2" charset="-122"/>
                </a:rPr>
                <a:t>n</a:t>
              </a:r>
              <a:endParaRPr lang="en-US" altLang="zh-CN" sz="2800" i="0" dirty="0">
                <a:latin typeface="Times New Roman" panose="02020603050405020304" pitchFamily="18" charset="0"/>
                <a:ea typeface="宋体" panose="02010600030101010101" pitchFamily="2" charset="-122"/>
              </a:endParaRPr>
            </a:p>
          </p:txBody>
        </p:sp>
        <p:sp>
          <p:nvSpPr>
            <p:cNvPr id="176150" name="Text Box 22"/>
            <p:cNvSpPr txBox="1"/>
            <p:nvPr/>
          </p:nvSpPr>
          <p:spPr>
            <a:xfrm>
              <a:off x="3221" y="2110"/>
              <a:ext cx="329"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F'</a:t>
              </a:r>
              <a:endParaRPr lang="en-US" altLang="zh-CN" sz="2800" dirty="0">
                <a:latin typeface="Times New Roman" panose="02020603050405020304" pitchFamily="18" charset="0"/>
                <a:ea typeface="宋体" panose="02010600030101010101" pitchFamily="2" charset="-122"/>
              </a:endParaRPr>
            </a:p>
          </p:txBody>
        </p:sp>
        <p:sp>
          <p:nvSpPr>
            <p:cNvPr id="176151" name="Rectangle 23"/>
            <p:cNvSpPr/>
            <p:nvPr/>
          </p:nvSpPr>
          <p:spPr>
            <a:xfrm>
              <a:off x="2287" y="2099"/>
              <a:ext cx="277"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F</a:t>
              </a:r>
              <a:endParaRPr lang="en-US" altLang="zh-CN" sz="2800" dirty="0">
                <a:latin typeface="Times New Roman" panose="02020603050405020304" pitchFamily="18" charset="0"/>
                <a:ea typeface="宋体" panose="02010600030101010101" pitchFamily="2" charset="-122"/>
              </a:endParaRPr>
            </a:p>
          </p:txBody>
        </p:sp>
        <p:sp>
          <p:nvSpPr>
            <p:cNvPr id="176152" name="Text Box 24"/>
            <p:cNvSpPr txBox="1"/>
            <p:nvPr/>
          </p:nvSpPr>
          <p:spPr>
            <a:xfrm>
              <a:off x="2745" y="2476"/>
              <a:ext cx="290"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a:t>
              </a:r>
              <a:endParaRPr lang="en-US" altLang="zh-CN" sz="2800" dirty="0">
                <a:latin typeface="Times New Roman" panose="02020603050405020304" pitchFamily="18" charset="0"/>
                <a:ea typeface="宋体" panose="02010600030101010101" pitchFamily="2" charset="-122"/>
              </a:endParaRPr>
            </a:p>
          </p:txBody>
        </p:sp>
        <p:sp>
          <p:nvSpPr>
            <p:cNvPr id="176153" name="Rectangle 25"/>
            <p:cNvSpPr/>
            <p:nvPr/>
          </p:nvSpPr>
          <p:spPr>
            <a:xfrm>
              <a:off x="2566" y="2066"/>
              <a:ext cx="277"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R</a:t>
              </a:r>
              <a:endParaRPr lang="en-US" altLang="zh-CN" sz="2800" dirty="0">
                <a:latin typeface="Times New Roman" panose="02020603050405020304" pitchFamily="18" charset="0"/>
                <a:ea typeface="宋体" panose="02010600030101010101" pitchFamily="2" charset="-122"/>
              </a:endParaRPr>
            </a:p>
          </p:txBody>
        </p:sp>
      </p:grpSp>
      <p:grpSp>
        <p:nvGrpSpPr>
          <p:cNvPr id="3" name="Group 43"/>
          <p:cNvGrpSpPr/>
          <p:nvPr/>
        </p:nvGrpSpPr>
        <p:grpSpPr>
          <a:xfrm>
            <a:off x="5394325" y="2278063"/>
            <a:ext cx="3087688" cy="1611312"/>
            <a:chOff x="3398" y="1543"/>
            <a:chExt cx="1945" cy="1015"/>
          </a:xfrm>
        </p:grpSpPr>
        <p:sp>
          <p:nvSpPr>
            <p:cNvPr id="176155" name="Line 27"/>
            <p:cNvSpPr/>
            <p:nvPr/>
          </p:nvSpPr>
          <p:spPr>
            <a:xfrm>
              <a:off x="3645" y="2453"/>
              <a:ext cx="1545" cy="0"/>
            </a:xfrm>
            <a:prstGeom prst="line">
              <a:avLst/>
            </a:prstGeom>
            <a:ln w="19050" cap="flat" cmpd="sng">
              <a:solidFill>
                <a:srgbClr val="3333FF"/>
              </a:solidFill>
              <a:prstDash val="solid"/>
              <a:round/>
              <a:headEnd type="none" w="med" len="med"/>
              <a:tailEnd type="triangle" w="sm" len="lg"/>
            </a:ln>
          </p:spPr>
        </p:sp>
        <p:sp>
          <p:nvSpPr>
            <p:cNvPr id="176156" name="Line 28"/>
            <p:cNvSpPr/>
            <p:nvPr/>
          </p:nvSpPr>
          <p:spPr>
            <a:xfrm flipV="1">
              <a:off x="3645" y="1620"/>
              <a:ext cx="0" cy="833"/>
            </a:xfrm>
            <a:prstGeom prst="line">
              <a:avLst/>
            </a:prstGeom>
            <a:ln w="19050" cap="flat" cmpd="sng">
              <a:solidFill>
                <a:srgbClr val="3333FF"/>
              </a:solidFill>
              <a:prstDash val="solid"/>
              <a:round/>
              <a:headEnd type="none" w="med" len="med"/>
              <a:tailEnd type="triangle" w="sm" len="lg"/>
            </a:ln>
          </p:spPr>
        </p:sp>
        <p:sp>
          <p:nvSpPr>
            <p:cNvPr id="176157" name="Freeform 34"/>
            <p:cNvSpPr/>
            <p:nvPr/>
          </p:nvSpPr>
          <p:spPr>
            <a:xfrm>
              <a:off x="3645" y="2098"/>
              <a:ext cx="1411" cy="300"/>
            </a:xfrm>
            <a:custGeom>
              <a:avLst/>
              <a:gdLst/>
              <a:ahLst/>
              <a:cxnLst>
                <a:cxn ang="0">
                  <a:pos x="0" y="278"/>
                </a:cxn>
                <a:cxn ang="0">
                  <a:pos x="311" y="278"/>
                </a:cxn>
                <a:cxn ang="0">
                  <a:pos x="311" y="0"/>
                </a:cxn>
                <a:cxn ang="0">
                  <a:pos x="911" y="0"/>
                </a:cxn>
                <a:cxn ang="0">
                  <a:pos x="911" y="300"/>
                </a:cxn>
                <a:cxn ang="0">
                  <a:pos x="1089" y="300"/>
                </a:cxn>
                <a:cxn ang="0">
                  <a:pos x="1089" y="11"/>
                </a:cxn>
                <a:cxn ang="0">
                  <a:pos x="1411" y="11"/>
                </a:cxn>
              </a:cxnLst>
              <a:pathLst>
                <a:path w="1411" h="300">
                  <a:moveTo>
                    <a:pt x="0" y="278"/>
                  </a:moveTo>
                  <a:lnTo>
                    <a:pt x="311" y="278"/>
                  </a:lnTo>
                  <a:lnTo>
                    <a:pt x="311" y="0"/>
                  </a:lnTo>
                  <a:lnTo>
                    <a:pt x="911" y="0"/>
                  </a:lnTo>
                  <a:lnTo>
                    <a:pt x="911" y="300"/>
                  </a:lnTo>
                  <a:lnTo>
                    <a:pt x="1089" y="300"/>
                  </a:lnTo>
                  <a:lnTo>
                    <a:pt x="1089" y="11"/>
                  </a:lnTo>
                  <a:lnTo>
                    <a:pt x="1411" y="11"/>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76158" name="Text Box 38"/>
            <p:cNvSpPr txBox="1"/>
            <p:nvPr/>
          </p:nvSpPr>
          <p:spPr>
            <a:xfrm>
              <a:off x="3398" y="1543"/>
              <a:ext cx="2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76159" name="Rectangle 40"/>
            <p:cNvSpPr/>
            <p:nvPr/>
          </p:nvSpPr>
          <p:spPr>
            <a:xfrm>
              <a:off x="5165" y="2231"/>
              <a:ext cx="178"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t</a:t>
              </a:r>
              <a:endParaRPr lang="en-US" altLang="zh-CN" sz="2800" dirty="0">
                <a:latin typeface="Times New Roman" panose="02020603050405020304" pitchFamily="18" charset="0"/>
                <a:ea typeface="宋体" panose="02010600030101010101" pitchFamily="2" charset="-122"/>
              </a:endParaRPr>
            </a:p>
          </p:txBody>
        </p:sp>
      </p:grpSp>
      <p:grpSp>
        <p:nvGrpSpPr>
          <p:cNvPr id="4" name="Group 44"/>
          <p:cNvGrpSpPr/>
          <p:nvPr/>
        </p:nvGrpSpPr>
        <p:grpSpPr>
          <a:xfrm>
            <a:off x="5429250" y="3160713"/>
            <a:ext cx="3087688" cy="2633662"/>
            <a:chOff x="3420" y="2099"/>
            <a:chExt cx="1945" cy="1659"/>
          </a:xfrm>
        </p:grpSpPr>
        <p:sp>
          <p:nvSpPr>
            <p:cNvPr id="176161" name="Line 29"/>
            <p:cNvSpPr/>
            <p:nvPr/>
          </p:nvSpPr>
          <p:spPr>
            <a:xfrm>
              <a:off x="3645" y="3643"/>
              <a:ext cx="1567" cy="0"/>
            </a:xfrm>
            <a:prstGeom prst="line">
              <a:avLst/>
            </a:prstGeom>
            <a:ln w="19050" cap="flat" cmpd="sng">
              <a:solidFill>
                <a:srgbClr val="3333FF"/>
              </a:solidFill>
              <a:prstDash val="solid"/>
              <a:round/>
              <a:headEnd type="none" w="med" len="med"/>
              <a:tailEnd type="triangle" w="sm" len="lg"/>
            </a:ln>
          </p:spPr>
        </p:sp>
        <p:sp>
          <p:nvSpPr>
            <p:cNvPr id="176162" name="Line 30"/>
            <p:cNvSpPr/>
            <p:nvPr/>
          </p:nvSpPr>
          <p:spPr>
            <a:xfrm flipV="1">
              <a:off x="3645" y="2810"/>
              <a:ext cx="0" cy="833"/>
            </a:xfrm>
            <a:prstGeom prst="line">
              <a:avLst/>
            </a:prstGeom>
            <a:ln w="19050" cap="flat" cmpd="sng">
              <a:solidFill>
                <a:srgbClr val="3333FF"/>
              </a:solidFill>
              <a:prstDash val="solid"/>
              <a:round/>
              <a:headEnd type="none" w="med" len="med"/>
              <a:tailEnd type="triangle" w="sm" len="lg"/>
            </a:ln>
          </p:spPr>
        </p:sp>
        <p:sp>
          <p:nvSpPr>
            <p:cNvPr id="176163" name="Line 31"/>
            <p:cNvSpPr/>
            <p:nvPr/>
          </p:nvSpPr>
          <p:spPr>
            <a:xfrm>
              <a:off x="4557" y="2099"/>
              <a:ext cx="0" cy="1556"/>
            </a:xfrm>
            <a:prstGeom prst="line">
              <a:avLst/>
            </a:prstGeom>
            <a:ln w="19050" cap="flat" cmpd="sng">
              <a:solidFill>
                <a:srgbClr val="3333FF"/>
              </a:solidFill>
              <a:prstDash val="dash"/>
              <a:round/>
              <a:headEnd type="none" w="med" len="med"/>
              <a:tailEnd type="none" w="sm" len="lg"/>
            </a:ln>
          </p:spPr>
        </p:sp>
        <p:sp>
          <p:nvSpPr>
            <p:cNvPr id="176164" name="Line 32"/>
            <p:cNvSpPr/>
            <p:nvPr/>
          </p:nvSpPr>
          <p:spPr>
            <a:xfrm>
              <a:off x="4735" y="2110"/>
              <a:ext cx="0" cy="1555"/>
            </a:xfrm>
            <a:prstGeom prst="line">
              <a:avLst/>
            </a:prstGeom>
            <a:ln w="19050" cap="flat" cmpd="sng">
              <a:solidFill>
                <a:srgbClr val="3333FF"/>
              </a:solidFill>
              <a:prstDash val="dash"/>
              <a:round/>
              <a:headEnd type="none" w="med" len="med"/>
              <a:tailEnd type="none" w="sm" len="lg"/>
            </a:ln>
          </p:spPr>
        </p:sp>
        <p:sp>
          <p:nvSpPr>
            <p:cNvPr id="176165" name="Freeform 37"/>
            <p:cNvSpPr/>
            <p:nvPr/>
          </p:nvSpPr>
          <p:spPr>
            <a:xfrm>
              <a:off x="3645" y="3216"/>
              <a:ext cx="1533" cy="371"/>
            </a:xfrm>
            <a:custGeom>
              <a:avLst/>
              <a:gdLst/>
              <a:ahLst/>
              <a:cxnLst>
                <a:cxn ang="0">
                  <a:pos x="0" y="371"/>
                </a:cxn>
                <a:cxn ang="0">
                  <a:pos x="141" y="354"/>
                </a:cxn>
                <a:cxn ang="0">
                  <a:pos x="233" y="326"/>
                </a:cxn>
                <a:cxn ang="0">
                  <a:pos x="267" y="264"/>
                </a:cxn>
                <a:cxn ang="0">
                  <a:pos x="291" y="192"/>
                </a:cxn>
                <a:cxn ang="0">
                  <a:pos x="315" y="114"/>
                </a:cxn>
                <a:cxn ang="0">
                  <a:pos x="344" y="60"/>
                </a:cxn>
                <a:cxn ang="0">
                  <a:pos x="387" y="30"/>
                </a:cxn>
                <a:cxn ang="0">
                  <a:pos x="478" y="15"/>
                </a:cxn>
                <a:cxn ang="0">
                  <a:pos x="573" y="6"/>
                </a:cxn>
                <a:cxn ang="0">
                  <a:pos x="678" y="4"/>
                </a:cxn>
                <a:cxn ang="0">
                  <a:pos x="822" y="4"/>
                </a:cxn>
                <a:cxn ang="0">
                  <a:pos x="922" y="26"/>
                </a:cxn>
                <a:cxn ang="0">
                  <a:pos x="1000" y="137"/>
                </a:cxn>
                <a:cxn ang="0">
                  <a:pos x="1089" y="37"/>
                </a:cxn>
                <a:cxn ang="0">
                  <a:pos x="1089" y="37"/>
                </a:cxn>
                <a:cxn ang="0">
                  <a:pos x="1173" y="12"/>
                </a:cxn>
                <a:cxn ang="0">
                  <a:pos x="1263" y="0"/>
                </a:cxn>
                <a:cxn ang="0">
                  <a:pos x="1347" y="6"/>
                </a:cxn>
                <a:cxn ang="0">
                  <a:pos x="1437" y="0"/>
                </a:cxn>
                <a:cxn ang="0">
                  <a:pos x="1533" y="15"/>
                </a:cxn>
              </a:cxnLst>
              <a:pathLst>
                <a:path w="1533" h="371">
                  <a:moveTo>
                    <a:pt x="0" y="371"/>
                  </a:moveTo>
                  <a:lnTo>
                    <a:pt x="141" y="354"/>
                  </a:lnTo>
                  <a:lnTo>
                    <a:pt x="233" y="326"/>
                  </a:lnTo>
                  <a:lnTo>
                    <a:pt x="267" y="264"/>
                  </a:lnTo>
                  <a:lnTo>
                    <a:pt x="291" y="192"/>
                  </a:lnTo>
                  <a:lnTo>
                    <a:pt x="315" y="114"/>
                  </a:lnTo>
                  <a:lnTo>
                    <a:pt x="344" y="60"/>
                  </a:lnTo>
                  <a:lnTo>
                    <a:pt x="387" y="30"/>
                  </a:lnTo>
                  <a:lnTo>
                    <a:pt x="478" y="15"/>
                  </a:lnTo>
                  <a:lnTo>
                    <a:pt x="573" y="6"/>
                  </a:lnTo>
                  <a:lnTo>
                    <a:pt x="678" y="4"/>
                  </a:lnTo>
                  <a:lnTo>
                    <a:pt x="822" y="4"/>
                  </a:lnTo>
                  <a:lnTo>
                    <a:pt x="922" y="26"/>
                  </a:lnTo>
                  <a:lnTo>
                    <a:pt x="1000" y="137"/>
                  </a:lnTo>
                  <a:lnTo>
                    <a:pt x="1089" y="37"/>
                  </a:lnTo>
                  <a:lnTo>
                    <a:pt x="1173" y="12"/>
                  </a:lnTo>
                  <a:lnTo>
                    <a:pt x="1263" y="0"/>
                  </a:lnTo>
                  <a:lnTo>
                    <a:pt x="1347" y="6"/>
                  </a:lnTo>
                  <a:lnTo>
                    <a:pt x="1437" y="0"/>
                  </a:lnTo>
                  <a:lnTo>
                    <a:pt x="1533" y="15"/>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76166" name="Text Box 39"/>
            <p:cNvSpPr txBox="1"/>
            <p:nvPr/>
          </p:nvSpPr>
          <p:spPr>
            <a:xfrm>
              <a:off x="3420" y="2776"/>
              <a:ext cx="2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76167" name="Rectangle 41"/>
            <p:cNvSpPr/>
            <p:nvPr/>
          </p:nvSpPr>
          <p:spPr>
            <a:xfrm>
              <a:off x="5187" y="3431"/>
              <a:ext cx="178"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t</a:t>
              </a:r>
              <a:endParaRPr lang="en-US" altLang="zh-CN" sz="2800" dirty="0">
                <a:latin typeface="Times New Roman" panose="02020603050405020304" pitchFamily="18" charset="0"/>
                <a:ea typeface="宋体" panose="02010600030101010101" pitchFamily="2" charset="-122"/>
              </a:endParaRPr>
            </a:p>
          </p:txBody>
        </p:sp>
      </p:grpSp>
      <p:sp>
        <p:nvSpPr>
          <p:cNvPr id="41007" name="Text Box 47"/>
          <p:cNvSpPr txBox="1"/>
          <p:nvPr/>
        </p:nvSpPr>
        <p:spPr>
          <a:xfrm>
            <a:off x="419100" y="4173538"/>
            <a:ext cx="4598988" cy="2441575"/>
          </a:xfrm>
          <a:prstGeom prst="rect">
            <a:avLst/>
          </a:prstGeom>
          <a:noFill/>
          <a:ln w="19050">
            <a:noFill/>
          </a:ln>
        </p:spPr>
        <p:txBody>
          <a:bodyPr anchor="t" anchorCtr="0">
            <a:spAutoFit/>
          </a:bodyPr>
          <a:p>
            <a:pPr indent="669925">
              <a:lnSpc>
                <a:spcPct val="110000"/>
              </a:lnSpc>
              <a:spcBef>
                <a:spcPct val="50000"/>
              </a:spcBef>
            </a:pPr>
            <a:r>
              <a:rPr lang="zh-CN" altLang="en-US" sz="2800" i="0" dirty="0">
                <a:latin typeface="Times New Roman" panose="02020603050405020304" pitchFamily="18" charset="0"/>
                <a:ea typeface="宋体" panose="02010600030101010101" pitchFamily="2" charset="-122"/>
              </a:rPr>
              <a:t>使用 此方法时要适当选择时间常数</a:t>
            </a:r>
            <a:r>
              <a:rPr lang="en-US" altLang="zh-CN"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RC</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zh-CN" altLang="en-US" sz="2800" i="0" dirty="0">
                <a:latin typeface="Times New Roman" panose="02020603050405020304" pitchFamily="18" charset="0"/>
                <a:ea typeface="宋体" panose="02010600030101010101" pitchFamily="2" charset="-122"/>
                <a:sym typeface="Symbol" panose="05050102010706020507" pitchFamily="18" charset="2"/>
              </a:rPr>
              <a:t>，</a:t>
            </a:r>
            <a:r>
              <a:rPr lang="zh-CN" altLang="zh-CN" sz="2800" i="0" dirty="0">
                <a:latin typeface="Times New Roman" panose="02020603050405020304" pitchFamily="18" charset="0"/>
                <a:ea typeface="宋体" panose="02010600030101010101" pitchFamily="2" charset="-122"/>
                <a:sym typeface="Symbol" panose="05050102010706020507" pitchFamily="18" charset="2"/>
              </a:rPr>
              <a:t>要求</a:t>
            </a:r>
            <a:r>
              <a:rPr lang="zh-CN" altLang="en-US" sz="2800" i="0" dirty="0">
                <a:latin typeface="Times New Roman" panose="02020603050405020304" pitchFamily="18" charset="0"/>
                <a:ea typeface="宋体" panose="02010600030101010101" pitchFamily="2" charset="-122"/>
                <a:sym typeface="Symbol" panose="05050102010706020507" pitchFamily="18" charset="2"/>
              </a:rPr>
              <a:t></a:t>
            </a:r>
            <a:r>
              <a:rPr lang="zh-CN" altLang="zh-CN" sz="2800" i="0" dirty="0">
                <a:latin typeface="Times New Roman" panose="02020603050405020304" pitchFamily="18" charset="0"/>
                <a:ea typeface="宋体" panose="02010600030101010101" pitchFamily="2" charset="-122"/>
                <a:sym typeface="Symbol" panose="05050102010706020507" pitchFamily="18" charset="2"/>
              </a:rPr>
              <a:t>足够大，以便“削平”尖脉冲；但</a:t>
            </a:r>
            <a:r>
              <a:rPr lang="zh-CN" altLang="en-US" sz="2800" i="0" dirty="0">
                <a:latin typeface="Times New Roman" panose="02020603050405020304" pitchFamily="18" charset="0"/>
                <a:ea typeface="宋体" panose="02010600030101010101" pitchFamily="2" charset="-122"/>
                <a:sym typeface="Symbol" panose="05050102010706020507" pitchFamily="18" charset="2"/>
              </a:rPr>
              <a:t>又</a:t>
            </a:r>
            <a:r>
              <a:rPr lang="zh-CN" altLang="zh-CN" sz="2800" i="0" dirty="0">
                <a:latin typeface="Times New Roman" panose="02020603050405020304" pitchFamily="18" charset="0"/>
                <a:ea typeface="宋体" panose="02010600030101010101" pitchFamily="2" charset="-122"/>
                <a:sym typeface="Symbol" panose="05050102010706020507" pitchFamily="18" charset="2"/>
              </a:rPr>
              <a:t>不能太大，以免使正常的输出发生畸变。</a:t>
            </a:r>
            <a:endParaRPr lang="zh-CN" altLang="en-US" sz="2800" i="0" dirty="0">
              <a:latin typeface="Times New Roman" panose="02020603050405020304" pitchFamily="18" charset="0"/>
              <a:ea typeface="宋体" panose="02010600030101010101" pitchFamily="2"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3">
                                            <p:txEl>
                                              <p:charRg st="0" end="28"/>
                                            </p:txEl>
                                          </p:spTgt>
                                        </p:tgtEl>
                                        <p:attrNameLst>
                                          <p:attrName>style.visibility</p:attrName>
                                        </p:attrNameLst>
                                      </p:cBhvr>
                                      <p:to>
                                        <p:strVal val="visible"/>
                                      </p:to>
                                    </p:set>
                                    <p:animEffect transition="in" filter="wipe(left)">
                                      <p:cBhvr>
                                        <p:cTn id="7" dur="500"/>
                                        <p:tgtEl>
                                          <p:spTgt spid="40963">
                                            <p:txEl>
                                              <p:charRg st="0"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41007"/>
                                        </p:tgtEl>
                                        <p:attrNameLst>
                                          <p:attrName>style.visibility</p:attrName>
                                        </p:attrNameLst>
                                      </p:cBhvr>
                                      <p:to>
                                        <p:strVal val="visible"/>
                                      </p:to>
                                    </p:set>
                                    <p:anim to="" calcmode="lin" valueType="num">
                                      <p:cBhvr>
                                        <p:cTn id="17" dur="1" fill="hold"/>
                                        <p:tgtEl>
                                          <p:spTgt spid="41007"/>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P spid="41007"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2084" name="Text Box 4"/>
          <p:cNvSpPr txBox="1">
            <a:spLocks noChangeArrowheads="1"/>
          </p:cNvSpPr>
          <p:nvPr/>
        </p:nvSpPr>
        <p:spPr bwMode="auto">
          <a:xfrm>
            <a:off x="1054100" y="792163"/>
            <a:ext cx="3028950"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三、增加选通信号</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02085" name="Text Box 5"/>
          <p:cNvSpPr txBox="1"/>
          <p:nvPr/>
        </p:nvSpPr>
        <p:spPr>
          <a:xfrm>
            <a:off x="1039813" y="1262063"/>
            <a:ext cx="7108825" cy="2528887"/>
          </a:xfrm>
          <a:prstGeom prst="rect">
            <a:avLst/>
          </a:prstGeom>
          <a:noFill/>
          <a:ln w="9525">
            <a:noFill/>
          </a:ln>
        </p:spPr>
        <p:txBody>
          <a:bodyPr anchor="t" anchorCtr="0">
            <a:spAutoFit/>
          </a:bodyPr>
          <a:p>
            <a:pPr indent="669925">
              <a:lnSpc>
                <a:spcPct val="130000"/>
              </a:lnSpc>
              <a:spcBef>
                <a:spcPct val="50000"/>
              </a:spcBef>
            </a:pPr>
            <a:r>
              <a:rPr lang="zh-CN" altLang="en-US" sz="2800" i="0" dirty="0">
                <a:latin typeface="Times New Roman" panose="02020603050405020304" pitchFamily="18" charset="0"/>
                <a:ea typeface="宋体" panose="02010600030101010101" pitchFamily="2" charset="-122"/>
              </a:rPr>
              <a:t>该方法设法保证在毛刺出现时，不许输出信号送到下级电路，当毛刺消失后，再把输出信号送到下级电路。</a:t>
            </a:r>
            <a:endParaRPr lang="zh-CN" altLang="en-US" sz="2800" i="0" dirty="0">
              <a:latin typeface="Times New Roman" panose="02020603050405020304" pitchFamily="18" charset="0"/>
              <a:ea typeface="宋体" panose="02010600030101010101" pitchFamily="2" charset="-122"/>
            </a:endParaRPr>
          </a:p>
          <a:p>
            <a:pPr indent="669925">
              <a:lnSpc>
                <a:spcPct val="130000"/>
              </a:lnSpc>
              <a:spcBef>
                <a:spcPct val="50000"/>
              </a:spcBef>
            </a:pP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2085">
                                            <p:txEl>
                                              <p:charRg st="0" end="48"/>
                                            </p:txEl>
                                          </p:spTgt>
                                        </p:tgtEl>
                                        <p:attrNameLst>
                                          <p:attrName>style.visibility</p:attrName>
                                        </p:attrNameLst>
                                      </p:cBhvr>
                                      <p:to>
                                        <p:strVal val="visible"/>
                                      </p:to>
                                    </p:set>
                                    <p:animEffect transition="in" filter="wipe(left)">
                                      <p:cBhvr>
                                        <p:cTn id="7" dur="500"/>
                                        <p:tgtEl>
                                          <p:spTgt spid="302085">
                                            <p:txEl>
                                              <p:charRg st="0" end="4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5" grpId="0" build="p"/>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 Box 2"/>
          <p:cNvSpPr txBox="1">
            <a:spLocks noChangeArrowheads="1"/>
          </p:cNvSpPr>
          <p:nvPr/>
        </p:nvSpPr>
        <p:spPr bwMode="auto">
          <a:xfrm>
            <a:off x="450850" y="720725"/>
            <a:ext cx="2019300" cy="645160"/>
          </a:xfrm>
          <a:prstGeom prst="rect">
            <a:avLst/>
          </a:prstGeom>
          <a:noFill/>
          <a:ln w="9525">
            <a:noFill/>
            <a:miter lim="800000"/>
          </a:ln>
          <a:effectLst/>
        </p:spPr>
        <p:txBody>
          <a:bodyPr wrap="none">
            <a:spAutoFit/>
          </a:bodyPr>
          <a:p>
            <a:pPr marR="0" defTabSz="914400" fontAlgn="base">
              <a:buClrTx/>
              <a:buSzTx/>
              <a:buFontTx/>
              <a:buNone/>
              <a:defRPr/>
            </a:pPr>
            <a:r>
              <a:rPr kumimoji="1" lang="zh-CN" altLang="en-US" sz="3600" b="1" i="0"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本章小结</a:t>
            </a:r>
            <a:endParaRPr kumimoji="1" lang="zh-CN" altLang="en-US" sz="3600" b="1" i="0"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 name="文本框 2"/>
          <p:cNvSpPr txBox="1"/>
          <p:nvPr/>
        </p:nvSpPr>
        <p:spPr>
          <a:xfrm>
            <a:off x="1049020" y="1477010"/>
            <a:ext cx="7247255" cy="2695575"/>
          </a:xfrm>
          <a:prstGeom prst="rect">
            <a:avLst/>
          </a:prstGeom>
        </p:spPr>
        <p:txBody>
          <a:bodyPr>
            <a:noAutofit/>
          </a:bodyPr>
          <a:p>
            <a:pPr marL="0" indent="266700" algn="just" defTabSz="266700">
              <a:buClrTx/>
              <a:buSzTx/>
              <a:buNone/>
            </a:pPr>
            <a:r>
              <a:rPr lang="en-US" altLang="zh-CN">
                <a:latin typeface="宋体" panose="02010600030101010101" pitchFamily="2" charset="-122"/>
                <a:ea typeface="宋体" panose="02010600030101010101" pitchFamily="2" charset="-122"/>
              </a:rPr>
              <a:t>   </a:t>
            </a:r>
            <a:r>
              <a:rPr lang="zh-CN" altLang="en-US" sz="2800" i="0">
                <a:latin typeface="宋体" panose="02010600030101010101" pitchFamily="2" charset="-122"/>
                <a:ea typeface="宋体" panose="02010600030101010101" pitchFamily="2" charset="-122"/>
              </a:rPr>
              <a:t>本章介绍组合逻辑电路的特点及其分析和设计方法。首先讲述组合逻辑电路的基本特点及一般分析和设计方法，然后介绍常用的组合逻辑电路的工作原理及使用方法，如编码器、译码器、数据分配器、数据选择器、加法器、数值比较器和奇偶校验器等，最后介绍消除竞争－冒险的常用方法。</a:t>
            </a:r>
            <a:endParaRPr lang="zh-CN" altLang="en-US" sz="2800" i="0">
              <a:latin typeface="宋体" panose="02010600030101010101" pitchFamily="2" charset="-122"/>
              <a:ea typeface="宋体" panose="02010600030101010101" pitchFamily="2" charset="-122"/>
            </a:endParaRPr>
          </a:p>
        </p:txBody>
      </p:sp>
    </p:spTree>
  </p:cSld>
  <p:clrMapOvr>
    <a:masterClrMapping/>
  </p:clrMapOvr>
  <p:transition spd="med">
    <p:zoom/>
  </p:transition>
</p:sld>
</file>

<file path=ppt/tags/tag1.xml><?xml version="1.0" encoding="utf-8"?>
<p:tagLst xmlns:p="http://schemas.openxmlformats.org/presentationml/2006/main">
  <p:tag name="TIMING" val="|8.6|15.3|119.8|14.8"/>
</p:tagLst>
</file>

<file path=ppt/tags/tag2.xml><?xml version="1.0" encoding="utf-8"?>
<p:tagLst xmlns:p="http://schemas.openxmlformats.org/presentationml/2006/main">
  <p:tag name="TIMING" val="|7.7|5.2|101.3|1.3|38.9|3.4"/>
</p:tagLst>
</file>

<file path=ppt/tags/tag3.xml><?xml version="1.0" encoding="utf-8"?>
<p:tagLst xmlns:p="http://schemas.openxmlformats.org/presentationml/2006/main">
  <p:tag name="KSO_WM_DIAGRAM_VIRTUALLY_FRAME" val="{&quot;height&quot;:343.75,&quot;left&quot;:158.37503937007872,&quot;top&quot;:39.87503937007874,&quot;width&quot;:338.75000000000006}"/>
</p:tagLst>
</file>

<file path=ppt/tags/tag4.xml><?xml version="1.0" encoding="utf-8"?>
<p:tagLst xmlns:p="http://schemas.openxmlformats.org/presentationml/2006/main">
  <p:tag name="KSO_WM_DIAGRAM_VIRTUALLY_FRAME" val="{&quot;height&quot;:343.75,&quot;left&quot;:158.37503937007872,&quot;top&quot;:39.87503937007874,&quot;width&quot;:338.75000000000006}"/>
</p:tagLst>
</file>

<file path=ppt/tags/tag5.xml><?xml version="1.0" encoding="utf-8"?>
<p:tagLst xmlns:p="http://schemas.openxmlformats.org/presentationml/2006/main">
  <p:tag name="KSO_WM_DIAGRAM_VIRTUALLY_FRAME" val="{&quot;height&quot;:343.75,&quot;left&quot;:158.37503937007872,&quot;top&quot;:39.87503937007874,&quot;width&quot;:338.75000000000006}"/>
</p:tagLst>
</file>

<file path=ppt/tags/tag6.xml><?xml version="1.0" encoding="utf-8"?>
<p:tagLst xmlns:p="http://schemas.openxmlformats.org/presentationml/2006/main">
  <p:tag name="KSO_WM_DIAGRAM_VIRTUALLY_FRAME" val="{&quot;height&quot;:343.75,&quot;left&quot;:158.37503937007872,&quot;top&quot;:39.87503937007874,&quot;width&quot;:338.75000000000006}"/>
</p:tagLst>
</file>

<file path=ppt/tags/tag7.xml><?xml version="1.0" encoding="utf-8"?>
<p:tagLst xmlns:p="http://schemas.openxmlformats.org/presentationml/2006/main">
  <p:tag name="KSO_WM_DIAGRAM_VIRTUALLY_FRAME" val="{&quot;height&quot;:343.75,&quot;left&quot;:158.37503937007872,&quot;top&quot;:39.87503937007874,&quot;width&quot;:338.75000000000006}"/>
</p:tagLst>
</file>

<file path=ppt/tags/tag8.xml><?xml version="1.0" encoding="utf-8"?>
<p:tagLst xmlns:p="http://schemas.openxmlformats.org/presentationml/2006/main">
  <p:tag name="KSO_WM_DIAGRAM_VIRTUALLY_FRAME" val="{&quot;height&quot;:343.75,&quot;left&quot;:158.37503937007872,&quot;top&quot;:39.87503937007874,&quot;width&quot;:338.75000000000006}"/>
</p:tagLst>
</file>

<file path=ppt/tags/tag9.xml><?xml version="1.0" encoding="utf-8"?>
<p:tagLst xmlns:p="http://schemas.openxmlformats.org/presentationml/2006/main">
  <p:tag name="KSO_WM_DIAGRAM_VIRTUALLY_FRAME" val="{&quot;height&quot;:343.75,&quot;left&quot;:158.37503937007872,&quot;top&quot;:39.87503937007874,&quot;width&quot;:338.75000000000006}"/>
</p:tagLst>
</file>

<file path=ppt/tags/tag10.xml><?xml version="1.0" encoding="utf-8"?>
<p:tagLst xmlns:p="http://schemas.openxmlformats.org/presentationml/2006/main">
  <p:tag name="KSO_WM_DIAGRAM_VIRTUALLY_FRAME" val="{&quot;height&quot;:343.75,&quot;left&quot;:158.37503937007872,&quot;top&quot;:39.87503937007874,&quot;width&quot;:338.75000000000006}"/>
</p:tagLst>
</file>

<file path=ppt/tags/tag11.xml><?xml version="1.0" encoding="utf-8"?>
<p:tagLst xmlns:p="http://schemas.openxmlformats.org/presentationml/2006/main">
  <p:tag name="KSO_WM_DIAGRAM_VIRTUALLY_FRAME" val="{&quot;height&quot;:343.75,&quot;left&quot;:158.37503937007872,&quot;top&quot;:39.87503937007874,&quot;width&quot;:338.75000000000006}"/>
</p:tagLst>
</file>

<file path=ppt/tags/tag12.xml><?xml version="1.0" encoding="utf-8"?>
<p:tagLst xmlns:p="http://schemas.openxmlformats.org/presentationml/2006/main">
  <p:tag name="KSO_WM_DIAGRAM_VIRTUALLY_FRAME" val="{&quot;height&quot;:343.75,&quot;left&quot;:158.37503937007872,&quot;top&quot;:39.87503937007874,&quot;width&quot;:338.75000000000006}"/>
</p:tagLst>
</file>

<file path=ppt/tags/tag13.xml><?xml version="1.0" encoding="utf-8"?>
<p:tagLst xmlns:p="http://schemas.openxmlformats.org/presentationml/2006/main">
  <p:tag name="KSO_WM_DIAGRAM_VIRTUALLY_FRAME" val="{&quot;height&quot;:343.75,&quot;left&quot;:158.37503937007872,&quot;top&quot;:39.87503937007874,&quot;width&quot;:338.75000000000006}"/>
</p:tagLst>
</file>

<file path=ppt/tags/tag14.xml><?xml version="1.0" encoding="utf-8"?>
<p:tagLst xmlns:p="http://schemas.openxmlformats.org/presentationml/2006/main">
  <p:tag name="KSO_WM_DIAGRAM_VIRTUALLY_FRAME" val="{&quot;height&quot;:343.75,&quot;left&quot;:158.37503937007872,&quot;top&quot;:39.87503937007874,&quot;width&quot;:338.75000000000006}"/>
</p:tagLst>
</file>

<file path=ppt/tags/tag15.xml><?xml version="1.0" encoding="utf-8"?>
<p:tagLst xmlns:p="http://schemas.openxmlformats.org/presentationml/2006/main">
  <p:tag name="KSO_WM_DIAGRAM_VIRTUALLY_FRAME" val="{&quot;height&quot;:343.75,&quot;left&quot;:158.37503937007872,&quot;top&quot;:39.87503937007874,&quot;width&quot;:338.75000000000006}"/>
</p:tagLst>
</file>

<file path=ppt/tags/tag16.xml><?xml version="1.0" encoding="utf-8"?>
<p:tagLst xmlns:p="http://schemas.openxmlformats.org/presentationml/2006/main">
  <p:tag name="KSO_WM_DIAGRAM_VIRTUALLY_FRAME" val="{&quot;height&quot;:343.75,&quot;left&quot;:158.37503937007872,&quot;top&quot;:39.87503937007874,&quot;width&quot;:338.75000000000006}"/>
</p:tagLst>
</file>

<file path=ppt/tags/tag17.xml><?xml version="1.0" encoding="utf-8"?>
<p:tagLst xmlns:p="http://schemas.openxmlformats.org/presentationml/2006/main">
  <p:tag name="KSO_WM_DIAGRAM_VIRTUALLY_FRAME" val="{&quot;height&quot;:343.75,&quot;left&quot;:158.37503937007872,&quot;top&quot;:39.87503937007874,&quot;width&quot;:338.75000000000006}"/>
</p:tagLst>
</file>

<file path=ppt/tags/tag18.xml><?xml version="1.0" encoding="utf-8"?>
<p:tagLst xmlns:p="http://schemas.openxmlformats.org/presentationml/2006/main">
  <p:tag name="KSO_WM_DIAGRAM_VIRTUALLY_FRAME" val="{&quot;height&quot;:343.75,&quot;left&quot;:158.37503937007872,&quot;top&quot;:39.87503937007874,&quot;width&quot;:338.75000000000006}"/>
</p:tagLst>
</file>

<file path=ppt/tags/tag19.xml><?xml version="1.0" encoding="utf-8"?>
<p:tagLst xmlns:p="http://schemas.openxmlformats.org/presentationml/2006/main">
  <p:tag name="KSO_WM_DIAGRAM_VIRTUALLY_FRAME" val="{&quot;height&quot;:343.75,&quot;left&quot;:158.37503937007872,&quot;top&quot;:39.87503937007874,&quot;width&quot;:338.75000000000006}"/>
</p:tagLst>
</file>

<file path=ppt/tags/tag20.xml><?xml version="1.0" encoding="utf-8"?>
<p:tagLst xmlns:p="http://schemas.openxmlformats.org/presentationml/2006/main">
  <p:tag name="KSO_WM_DIAGRAM_VIRTUALLY_FRAME" val="{&quot;height&quot;:343.75,&quot;left&quot;:158.37503937007872,&quot;top&quot;:39.87503937007874,&quot;width&quot;:338.75000000000006}"/>
</p:tagLst>
</file>

<file path=ppt/tags/tag21.xml><?xml version="1.0" encoding="utf-8"?>
<p:tagLst xmlns:p="http://schemas.openxmlformats.org/presentationml/2006/main">
  <p:tag name="KSO_WM_DIAGRAM_VIRTUALLY_FRAME" val="{&quot;height&quot;:343.75,&quot;left&quot;:158.37503937007872,&quot;top&quot;:39.87503937007874,&quot;width&quot;:338.75000000000006}"/>
</p:tagLst>
</file>

<file path=ppt/tags/tag22.xml><?xml version="1.0" encoding="utf-8"?>
<p:tagLst xmlns:p="http://schemas.openxmlformats.org/presentationml/2006/main">
  <p:tag name="KSO_WM_DIAGRAM_VIRTUALLY_FRAME" val="{&quot;height&quot;:343.75,&quot;left&quot;:158.37503937007872,&quot;top&quot;:39.87503937007874,&quot;width&quot;:338.75000000000006}"/>
</p:tagLst>
</file>

<file path=ppt/tags/tag23.xml><?xml version="1.0" encoding="utf-8"?>
<p:tagLst xmlns:p="http://schemas.openxmlformats.org/presentationml/2006/main">
  <p:tag name="KSO_WM_DIAGRAM_VIRTUALLY_FRAME" val="{&quot;height&quot;:343.75,&quot;left&quot;:158.37503937007872,&quot;top&quot;:39.87503937007874,&quot;width&quot;:338.75000000000006}"/>
</p:tagLst>
</file>

<file path=ppt/tags/tag24.xml><?xml version="1.0" encoding="utf-8"?>
<p:tagLst xmlns:p="http://schemas.openxmlformats.org/presentationml/2006/main">
  <p:tag name="KSO_WM_DIAGRAM_VIRTUALLY_FRAME" val="{&quot;height&quot;:343.75,&quot;left&quot;:158.37503937007872,&quot;top&quot;:39.87503937007874,&quot;width&quot;:338.75000000000006}"/>
</p:tagLst>
</file>

<file path=ppt/tags/tag25.xml><?xml version="1.0" encoding="utf-8"?>
<p:tagLst xmlns:p="http://schemas.openxmlformats.org/presentationml/2006/main">
  <p:tag name="KSO_WM_DIAGRAM_VIRTUALLY_FRAME" val="{&quot;height&quot;:343.75,&quot;left&quot;:158.37503937007872,&quot;top&quot;:39.87503937007874,&quot;width&quot;:338.75000000000006}"/>
</p:tagLst>
</file>

<file path=ppt/tags/tag26.xml><?xml version="1.0" encoding="utf-8"?>
<p:tagLst xmlns:p="http://schemas.openxmlformats.org/presentationml/2006/main">
  <p:tag name="KSO_WM_DIAGRAM_VIRTUALLY_FRAME" val="{&quot;height&quot;:343.75,&quot;left&quot;:158.37503937007872,&quot;top&quot;:39.87503937007874,&quot;width&quot;:338.75000000000006}"/>
</p:tagLst>
</file>

<file path=ppt/tags/tag27.xml><?xml version="1.0" encoding="utf-8"?>
<p:tagLst xmlns:p="http://schemas.openxmlformats.org/presentationml/2006/main">
  <p:tag name="KSO_WM_DIAGRAM_VIRTUALLY_FRAME" val="{&quot;height&quot;:343.75,&quot;left&quot;:158.37503937007872,&quot;top&quot;:39.87503937007874,&quot;width&quot;:338.75000000000006}"/>
</p:tagLst>
</file>

<file path=ppt/tags/tag28.xml><?xml version="1.0" encoding="utf-8"?>
<p:tagLst xmlns:p="http://schemas.openxmlformats.org/presentationml/2006/main">
  <p:tag name="KSO_WM_DIAGRAM_VIRTUALLY_FRAME" val="{&quot;height&quot;:343.75,&quot;left&quot;:158.37503937007872,&quot;top&quot;:39.87503937007874,&quot;width&quot;:338.75000000000006}"/>
</p:tagLst>
</file>

<file path=ppt/tags/tag29.xml><?xml version="1.0" encoding="utf-8"?>
<p:tagLst xmlns:p="http://schemas.openxmlformats.org/presentationml/2006/main">
  <p:tag name="KSO_WM_DIAGRAM_VIRTUALLY_FRAME" val="{&quot;height&quot;:343.75,&quot;left&quot;:158.37503937007872,&quot;top&quot;:39.87503937007874,&quot;width&quot;:338.75000000000006}"/>
</p:tagLst>
</file>

<file path=ppt/tags/tag30.xml><?xml version="1.0" encoding="utf-8"?>
<p:tagLst xmlns:p="http://schemas.openxmlformats.org/presentationml/2006/main">
  <p:tag name="KSO_WM_DIAGRAM_VIRTUALLY_FRAME" val="{&quot;height&quot;:343.75,&quot;left&quot;:158.37503937007872,&quot;top&quot;:39.87503937007874,&quot;width&quot;:338.75000000000006}"/>
</p:tagLst>
</file>

<file path=ppt/tags/tag31.xml><?xml version="1.0" encoding="utf-8"?>
<p:tagLst xmlns:p="http://schemas.openxmlformats.org/presentationml/2006/main">
  <p:tag name="KSO_WM_DIAGRAM_VIRTUALLY_FRAME" val="{&quot;height&quot;:343.75,&quot;left&quot;:158.37503937007872,&quot;top&quot;:39.87503937007874,&quot;width&quot;:338.75000000000006}"/>
</p:tagLst>
</file>

<file path=ppt/tags/tag32.xml><?xml version="1.0" encoding="utf-8"?>
<p:tagLst xmlns:p="http://schemas.openxmlformats.org/presentationml/2006/main">
  <p:tag name="KSO_WM_DIAGRAM_VIRTUALLY_FRAME" val="{&quot;height&quot;:343.75,&quot;left&quot;:158.37503937007872,&quot;top&quot;:39.87503937007874,&quot;width&quot;:338.75000000000006}"/>
</p:tagLst>
</file>

<file path=ppt/tags/tag33.xml><?xml version="1.0" encoding="utf-8"?>
<p:tagLst xmlns:p="http://schemas.openxmlformats.org/presentationml/2006/main">
  <p:tag name="KSO_WM_DIAGRAM_VIRTUALLY_FRAME" val="{&quot;height&quot;:343.75,&quot;left&quot;:158.37503937007872,&quot;top&quot;:39.87503937007874,&quot;width&quot;:338.75000000000006}"/>
</p:tagLst>
</file>

<file path=ppt/tags/tag34.xml><?xml version="1.0" encoding="utf-8"?>
<p:tagLst xmlns:p="http://schemas.openxmlformats.org/presentationml/2006/main">
  <p:tag name="KSO_WM_DIAGRAM_VIRTUALLY_FRAME" val="{&quot;height&quot;:343.75,&quot;left&quot;:158.37503937007872,&quot;top&quot;:39.87503937007874,&quot;width&quot;:338.75000000000006}"/>
</p:tagLst>
</file>

<file path=ppt/tags/tag35.xml><?xml version="1.0" encoding="utf-8"?>
<p:tagLst xmlns:p="http://schemas.openxmlformats.org/presentationml/2006/main">
  <p:tag name="KSO_WM_DIAGRAM_VIRTUALLY_FRAME" val="{&quot;height&quot;:343.75,&quot;left&quot;:158.37503937007872,&quot;top&quot;:39.87503937007874,&quot;width&quot;:338.75000000000006}"/>
</p:tagLst>
</file>

<file path=ppt/tags/tag36.xml><?xml version="1.0" encoding="utf-8"?>
<p:tagLst xmlns:p="http://schemas.openxmlformats.org/presentationml/2006/main">
  <p:tag name="KSO_WM_DIAGRAM_VIRTUALLY_FRAME" val="{&quot;height&quot;:343.75,&quot;left&quot;:158.37503937007872,&quot;top&quot;:39.87503937007874,&quot;width&quot;:338.75000000000006}"/>
</p:tagLst>
</file>

<file path=ppt/tags/tag37.xml><?xml version="1.0" encoding="utf-8"?>
<p:tagLst xmlns:p="http://schemas.openxmlformats.org/presentationml/2006/main">
  <p:tag name="KSO_WM_DIAGRAM_VIRTUALLY_FRAME" val="{&quot;height&quot;:343.75,&quot;left&quot;:158.37503937007872,&quot;top&quot;:39.87503937007874,&quot;width&quot;:338.75000000000006}"/>
</p:tagLst>
</file>

<file path=ppt/tags/tag38.xml><?xml version="1.0" encoding="utf-8"?>
<p:tagLst xmlns:p="http://schemas.openxmlformats.org/presentationml/2006/main">
  <p:tag name="KSO_WM_DIAGRAM_VIRTUALLY_FRAME" val="{&quot;height&quot;:343.75,&quot;left&quot;:158.37503937007872,&quot;top&quot;:39.87503937007874,&quot;width&quot;:338.75000000000006}"/>
</p:tagLst>
</file>

<file path=ppt/tags/tag39.xml><?xml version="1.0" encoding="utf-8"?>
<p:tagLst xmlns:p="http://schemas.openxmlformats.org/presentationml/2006/main">
  <p:tag name="KSO_WM_DIAGRAM_VIRTUALLY_FRAME" val="{&quot;height&quot;:343.75,&quot;left&quot;:158.37503937007872,&quot;top&quot;:39.87503937007874,&quot;width&quot;:338.75000000000006}"/>
</p:tagLst>
</file>

<file path=ppt/tags/tag40.xml><?xml version="1.0" encoding="utf-8"?>
<p:tagLst xmlns:p="http://schemas.openxmlformats.org/presentationml/2006/main">
  <p:tag name="KSO_WM_DIAGRAM_VIRTUALLY_FRAME" val="{&quot;height&quot;:343.75,&quot;left&quot;:158.37503937007872,&quot;top&quot;:39.87503937007874,&quot;width&quot;:338.75000000000006}"/>
</p:tagLst>
</file>

<file path=ppt/tags/tag41.xml><?xml version="1.0" encoding="utf-8"?>
<p:tagLst xmlns:p="http://schemas.openxmlformats.org/presentationml/2006/main">
  <p:tag name="KSO_WM_DIAGRAM_VIRTUALLY_FRAME" val="{&quot;height&quot;:343.75,&quot;left&quot;:158.37503937007872,&quot;top&quot;:39.87503937007874,&quot;width&quot;:338.75000000000006}"/>
</p:tagLst>
</file>

<file path=ppt/tags/tag42.xml><?xml version="1.0" encoding="utf-8"?>
<p:tagLst xmlns:p="http://schemas.openxmlformats.org/presentationml/2006/main">
  <p:tag name="KSO_WM_DIAGRAM_VIRTUALLY_FRAME" val="{&quot;height&quot;:343.75,&quot;left&quot;:158.37503937007872,&quot;top&quot;:39.87503937007874,&quot;width&quot;:338.75000000000006}"/>
</p:tagLst>
</file>

<file path=ppt/tags/tag43.xml><?xml version="1.0" encoding="utf-8"?>
<p:tagLst xmlns:p="http://schemas.openxmlformats.org/presentationml/2006/main">
  <p:tag name="KSO_WM_DIAGRAM_VIRTUALLY_FRAME" val="{&quot;height&quot;:343.75,&quot;left&quot;:158.37503937007872,&quot;top&quot;:39.87503937007874,&quot;width&quot;:338.75000000000006}"/>
</p:tagLst>
</file>

<file path=ppt/tags/tag44.xml><?xml version="1.0" encoding="utf-8"?>
<p:tagLst xmlns:p="http://schemas.openxmlformats.org/presentationml/2006/main">
  <p:tag name="KSO_WM_DIAGRAM_VIRTUALLY_FRAME" val="{&quot;height&quot;:343.75,&quot;left&quot;:158.37503937007872,&quot;top&quot;:39.87503937007874,&quot;width&quot;:338.75000000000006}"/>
</p:tagLst>
</file>

<file path=ppt/tags/tag45.xml><?xml version="1.0" encoding="utf-8"?>
<p:tagLst xmlns:p="http://schemas.openxmlformats.org/presentationml/2006/main">
  <p:tag name="KSO_WM_DIAGRAM_VIRTUALLY_FRAME" val="{&quot;height&quot;:343.75,&quot;left&quot;:158.37503937007872,&quot;top&quot;:39.87503937007874,&quot;width&quot;:338.75000000000006}"/>
</p:tagLst>
</file>

<file path=ppt/tags/tag46.xml><?xml version="1.0" encoding="utf-8"?>
<p:tagLst xmlns:p="http://schemas.openxmlformats.org/presentationml/2006/main">
  <p:tag name="KSO_WM_DIAGRAM_VIRTUALLY_FRAME" val="{&quot;height&quot;:343.75,&quot;left&quot;:158.37503937007872,&quot;top&quot;:39.87503937007874,&quot;width&quot;:338.75000000000006}"/>
</p:tagLst>
</file>

<file path=ppt/tags/tag47.xml><?xml version="1.0" encoding="utf-8"?>
<p:tagLst xmlns:p="http://schemas.openxmlformats.org/presentationml/2006/main">
  <p:tag name="KSO_WM_DIAGRAM_VIRTUALLY_FRAME" val="{&quot;height&quot;:343.75,&quot;left&quot;:158.37503937007872,&quot;top&quot;:39.87503937007874,&quot;width&quot;:338.75000000000006}"/>
</p:tagLst>
</file>

<file path=ppt/tags/tag48.xml><?xml version="1.0" encoding="utf-8"?>
<p:tagLst xmlns:p="http://schemas.openxmlformats.org/presentationml/2006/main">
  <p:tag name="KSO_WM_DIAGRAM_VIRTUALLY_FRAME" val="{&quot;height&quot;:343.75,&quot;left&quot;:158.37503937007872,&quot;top&quot;:39.87503937007874,&quot;width&quot;:338.75000000000006}"/>
</p:tagLst>
</file>

<file path=ppt/tags/tag49.xml><?xml version="1.0" encoding="utf-8"?>
<p:tagLst xmlns:p="http://schemas.openxmlformats.org/presentationml/2006/main">
  <p:tag name="KSO_WM_DIAGRAM_VIRTUALLY_FRAME" val="{&quot;height&quot;:343.75,&quot;left&quot;:158.37503937007872,&quot;top&quot;:39.87503937007874,&quot;width&quot;:338.75000000000006}"/>
</p:tagLst>
</file>

<file path=ppt/tags/tag50.xml><?xml version="1.0" encoding="utf-8"?>
<p:tagLst xmlns:p="http://schemas.openxmlformats.org/presentationml/2006/main">
  <p:tag name="KSO_WM_DIAGRAM_VIRTUALLY_FRAME" val="{&quot;height&quot;:156,&quot;left&quot;:32.25,&quot;top&quot;:315,&quot;width&quot;:654.8750393700788}"/>
</p:tagLst>
</file>

<file path=ppt/tags/tag51.xml><?xml version="1.0" encoding="utf-8"?>
<p:tagLst xmlns:p="http://schemas.openxmlformats.org/presentationml/2006/main">
  <p:tag name="KSO_WM_DIAGRAM_VIRTUALLY_FRAME" val="{&quot;height&quot;:156,&quot;left&quot;:32.25,&quot;top&quot;:315,&quot;width&quot;:654.8750393700788}"/>
</p:tagLst>
</file>

<file path=ppt/tags/tag52.xml><?xml version="1.0" encoding="utf-8"?>
<p:tagLst xmlns:p="http://schemas.openxmlformats.org/presentationml/2006/main">
  <p:tag name="KSO_WM_DIAGRAM_VIRTUALLY_FRAME" val="{&quot;height&quot;:156,&quot;left&quot;:32.25,&quot;top&quot;:315,&quot;width&quot;:654.8750393700788}"/>
</p:tagLst>
</file>

<file path=ppt/tags/tag53.xml><?xml version="1.0" encoding="utf-8"?>
<p:tagLst xmlns:p="http://schemas.openxmlformats.org/presentationml/2006/main">
  <p:tag name="KSO_WM_DIAGRAM_VIRTUALLY_FRAME" val="{&quot;height&quot;:156,&quot;left&quot;:32.25,&quot;top&quot;:315,&quot;width&quot;:654.8750393700788}"/>
</p:tagLst>
</file>

<file path=ppt/tags/tag54.xml><?xml version="1.0" encoding="utf-8"?>
<p:tagLst xmlns:p="http://schemas.openxmlformats.org/presentationml/2006/main">
  <p:tag name="KSO_WM_DIAGRAM_VIRTUALLY_FRAME" val="{&quot;height&quot;:156,&quot;left&quot;:32.25,&quot;top&quot;:315,&quot;width&quot;:654.8750393700788}"/>
</p:tagLst>
</file>

<file path=ppt/tags/tag55.xml><?xml version="1.0" encoding="utf-8"?>
<p:tagLst xmlns:p="http://schemas.openxmlformats.org/presentationml/2006/main">
  <p:tag name="KSO_WM_DIAGRAM_VIRTUALLY_FRAME" val="{&quot;height&quot;:156,&quot;left&quot;:32.25,&quot;top&quot;:315,&quot;width&quot;:654.8750393700788}"/>
</p:tagLst>
</file>

<file path=ppt/tags/tag56.xml><?xml version="1.0" encoding="utf-8"?>
<p:tagLst xmlns:p="http://schemas.openxmlformats.org/presentationml/2006/main">
  <p:tag name="commondata" val="eyJoZGlkIjoiNzEyYTQ1ZTkxNzgyMjUxNmZmODI5MjdiYTcxOGE3YWEifQ=="/>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rgbClr val="0000FF"/>
          </a:solidFill>
          <a:prstDash val="solid"/>
          <a:round/>
          <a:headEnd type="none" w="med" len="med"/>
          <a:tailEnd type="none" w="med" len="med"/>
        </a:ln>
      </a:spPr>
      <a:bodyPr vert="horz" wrap="non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a:ln w="19050" cap="flat" cmpd="sng">
          <a:solidFill>
            <a:srgbClr val="3333FF"/>
          </a:solidFill>
          <a:prstDash val="solid"/>
          <a:round/>
          <a:headEnd type="none" w="med" len="med"/>
          <a:tailEnd type="none" w="sm" len="lg"/>
        </a:ln>
      </a:spPr>
      <a:body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rgbClr val="0000FF"/>
          </a:solidFill>
          <a:prstDash val="solid"/>
          <a:round/>
          <a:headEnd type="none" w="med" len="med"/>
          <a:tailEnd type="none" w="med" len="med"/>
        </a:ln>
      </a:spPr>
      <a:bodyPr vert="horz" wrap="non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rgbClr val="0000FF"/>
          </a:solidFill>
          <a:prstDash val="solid"/>
          <a:round/>
          <a:headEnd type="none" w="med" len="med"/>
          <a:tailEnd type="none" w="med" len="med"/>
        </a:ln>
      </a:spPr>
      <a:bodyPr vert="horz" wrap="non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rgbClr val="0000FF"/>
          </a:solidFill>
          <a:prstDash val="solid"/>
          <a:round/>
          <a:headEnd type="none" w="med" len="med"/>
          <a:tailEnd type="none" w="med" len="med"/>
        </a:ln>
      </a:spPr>
      <a:bodyPr vert="horz" wrap="non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rgbClr val="0000FF"/>
          </a:solidFill>
          <a:prstDash val="solid"/>
          <a:round/>
          <a:headEnd type="none" w="med" len="med"/>
          <a:tailEnd type="none" w="med" len="med"/>
        </a:ln>
      </a:spPr>
      <a:bodyPr vert="horz" wrap="non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22269</Words>
  <Application>WPS 演示</Application>
  <PresentationFormat>全屏显示(4:3)</PresentationFormat>
  <Paragraphs>6618</Paragraphs>
  <Slides>171</Slides>
  <Notes>1</Notes>
  <HiddenSlides>0</HiddenSlides>
  <MMClips>0</MMClips>
  <ScaleCrop>false</ScaleCrop>
  <HeadingPairs>
    <vt:vector size="8" baseType="variant">
      <vt:variant>
        <vt:lpstr>已用的字体</vt:lpstr>
      </vt:variant>
      <vt:variant>
        <vt:i4>20</vt:i4>
      </vt:variant>
      <vt:variant>
        <vt:lpstr>主题</vt:lpstr>
      </vt:variant>
      <vt:variant>
        <vt:i4>3</vt:i4>
      </vt:variant>
      <vt:variant>
        <vt:lpstr>嵌入 OLE 服务器</vt:lpstr>
      </vt:variant>
      <vt:variant>
        <vt:i4>282</vt:i4>
      </vt:variant>
      <vt:variant>
        <vt:lpstr>幻灯片标题</vt:lpstr>
      </vt:variant>
      <vt:variant>
        <vt:i4>171</vt:i4>
      </vt:variant>
    </vt:vector>
  </HeadingPairs>
  <TitlesOfParts>
    <vt:vector size="476" baseType="lpstr">
      <vt:lpstr>Arial</vt:lpstr>
      <vt:lpstr>宋体</vt:lpstr>
      <vt:lpstr>Wingdings</vt:lpstr>
      <vt:lpstr>Times New Roman</vt:lpstr>
      <vt:lpstr>Arial Black</vt:lpstr>
      <vt:lpstr>华文新魏</vt:lpstr>
      <vt:lpstr>Symbol</vt:lpstr>
      <vt:lpstr>幼圆</vt:lpstr>
      <vt:lpstr>Wingdings 2</vt:lpstr>
      <vt:lpstr>Wingdings</vt:lpstr>
      <vt:lpstr>微软雅黑</vt:lpstr>
      <vt:lpstr>Arial Unicode MS</vt:lpstr>
      <vt:lpstr>Calibri</vt:lpstr>
      <vt:lpstr>Monotype Sorts</vt:lpstr>
      <vt:lpstr>黑体</vt:lpstr>
      <vt:lpstr>Century</vt:lpstr>
      <vt:lpstr>楷体_GB2312</vt:lpstr>
      <vt:lpstr>Tahoma</vt:lpstr>
      <vt:lpstr>新宋体</vt:lpstr>
      <vt:lpstr>华文楷体</vt:lpstr>
      <vt:lpstr>Pixel</vt:lpstr>
      <vt:lpstr>1_Pixel</vt:lpstr>
      <vt:lpstr>2_Pixel</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Word.Document.8</vt:lpstr>
      <vt:lpstr>Equation.3</vt:lpstr>
      <vt:lpstr>Word.Document.8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Word.Document.8</vt:lpstr>
      <vt:lpstr>Equation.3</vt:lpstr>
      <vt:lpstr>Word.Document.8</vt:lpstr>
      <vt:lpstr>Word.Document.8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Word.Document.8</vt:lpstr>
      <vt:lpstr>Equation.3</vt:lpstr>
      <vt:lpstr>Equation.3</vt:lpstr>
      <vt:lpstr>Equation.3</vt:lpstr>
      <vt:lpstr>Equation.3</vt:lpstr>
      <vt:lpstr>Equation.3</vt:lpstr>
      <vt:lpstr>Equation.3</vt:lpstr>
      <vt:lpstr>Word.Document.8</vt:lpstr>
      <vt:lpstr>Equation.3</vt:lpstr>
      <vt:lpstr>Word.Document.8</vt:lpstr>
      <vt:lpstr>Equation.3</vt:lpstr>
      <vt:lpstr>Equation.3</vt:lpstr>
      <vt:lpstr>Equation.3</vt:lpstr>
      <vt:lpstr>Equation.3</vt:lpstr>
      <vt:lpstr>Equation.3</vt:lpstr>
      <vt:lpstr>Equation.3</vt:lpstr>
      <vt:lpstr>Word.Document.8</vt:lpstr>
      <vt:lpstr>Equation.3</vt:lpstr>
      <vt:lpstr>Word.Document.8</vt:lpstr>
      <vt:lpstr>Word.Document.8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Paint.Picture</vt:lpstr>
      <vt:lpstr>Equation.3</vt:lpstr>
      <vt:lpstr>Equation.3</vt:lpstr>
      <vt:lpstr>Equation.3</vt:lpstr>
      <vt:lpstr>Equation.3</vt:lpstr>
      <vt:lpstr>Equation.3</vt:lpstr>
      <vt:lpstr>Equation.3</vt:lpstr>
      <vt:lpstr>Equation.3</vt:lpstr>
      <vt:lpstr>Equation.3</vt:lpstr>
      <vt:lpstr>Equation.3</vt:lpstr>
      <vt:lpstr>Word.Picture.8</vt:lpstr>
      <vt:lpstr>Word.Picture.8</vt:lpstr>
      <vt:lpstr>Equation.KSEE3</vt:lpstr>
      <vt:lpstr>Photoshop.Image.5</vt:lpstr>
      <vt:lpstr>Photoshop.Image.5</vt:lpstr>
      <vt:lpstr>Photoshop.Image.5</vt:lpstr>
      <vt:lpstr>Photoshop.Image.5</vt:lpstr>
      <vt:lpstr>Photoshop.Image.5</vt:lpstr>
      <vt:lpstr>Photoshop.Image.5</vt:lpstr>
      <vt:lpstr>Equation.3</vt:lpstr>
      <vt:lpstr>Photoshop.Image.5</vt:lpstr>
      <vt:lpstr>Photoshop.Image.5</vt:lpstr>
      <vt:lpstr>Photoshop.Image.5</vt:lpstr>
      <vt:lpstr>Photoshop.Image.5</vt:lpstr>
      <vt:lpstr>Photoshop.Image.5</vt:lpstr>
      <vt:lpstr>Photoshop.Image.5</vt:lpstr>
      <vt:lpstr>Photoshop.Image.5</vt:lpstr>
      <vt:lpstr>Photoshop.Image.5</vt:lpstr>
      <vt:lpstr>Photoshop.Image.5</vt:lpstr>
      <vt:lpstr>Photoshop.Image.5</vt:lpstr>
      <vt:lpstr>Equation.3</vt:lpstr>
      <vt:lpstr>Photoshop.Image.5</vt:lpstr>
      <vt:lpstr>Photoshop.Image.5</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Equation.KSEE3</vt:lpstr>
      <vt:lpstr>Equation.KSEE3</vt:lpstr>
      <vt:lpstr>Equation.KSEE3</vt:lpstr>
      <vt:lpstr>Equation.KSEE3</vt:lpstr>
      <vt:lpstr>Equation.KSEE3</vt:lpstr>
      <vt:lpstr>Equation.KSEE3</vt:lpstr>
      <vt:lpstr>Equation.KSEE3</vt:lpstr>
      <vt:lpstr>Photoshop.Image.5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 异或运算性质1：</vt:lpstr>
      <vt:lpstr>异或运算性质2：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课堂练习：</vt:lpstr>
      <vt:lpstr>练习*</vt:lpstr>
      <vt:lpstr>练习*</vt:lpstr>
      <vt:lpstr>2）多输出组合逻辑电路的设计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8选1数据选择器74LS151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vt:lpstr>
      <vt:lpstr>.</vt:lpstr>
      <vt:lpstr>.</vt:lpstr>
      <vt:lpst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liu-xj</dc:creator>
  <cp:lastModifiedBy>wujing</cp:lastModifiedBy>
  <cp:revision>413</cp:revision>
  <dcterms:created xsi:type="dcterms:W3CDTF">1999-09-18T02:11:00Z</dcterms:created>
  <dcterms:modified xsi:type="dcterms:W3CDTF">2025-04-05T13:31:37Z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r8>1</vt:r8>
  </property>
  <property fmtid="{D5CDD505-2E9C-101B-9397-08002B2CF9AE}" pid="3" name="GraphicType">
    <vt:r8>1</vt:r8>
  </property>
  <property fmtid="{D5CDD505-2E9C-101B-9397-08002B2CF9AE}" pid="4" name="Compression">
    <vt:r8>100</vt:r8>
  </property>
  <property fmtid="{D5CDD505-2E9C-101B-9397-08002B2CF9AE}" pid="5" name="ScreenSize">
    <vt:r8>2</vt:r8>
  </property>
  <property fmtid="{D5CDD505-2E9C-101B-9397-08002B2CF9AE}" pid="6" name="ScreenUsage">
    <vt:r8>3</vt:r8>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r8>15132390</vt:r8>
  </property>
  <property fmtid="{D5CDD505-2E9C-101B-9397-08002B2CF9AE}" pid="14" name="TextColor">
    <vt:r8>0</vt:r8>
  </property>
  <property fmtid="{D5CDD505-2E9C-101B-9397-08002B2CF9AE}" pid="15" name="LinkColor">
    <vt:r8>16711782</vt:r8>
  </property>
  <property fmtid="{D5CDD505-2E9C-101B-9397-08002B2CF9AE}" pid="16" name="VisitedColor">
    <vt:r8>10040268</vt:r8>
  </property>
  <property fmtid="{D5CDD505-2E9C-101B-9397-08002B2CF9AE}" pid="17" name="TransparentButton">
    <vt:r8>0</vt:r8>
  </property>
  <property fmtid="{D5CDD505-2E9C-101B-9397-08002B2CF9AE}" pid="18" name="ButtonType">
    <vt:r8>1</vt:r8>
  </property>
  <property fmtid="{D5CDD505-2E9C-101B-9397-08002B2CF9AE}" pid="19" name="ShowNotes">
    <vt:bool>false</vt:bool>
  </property>
  <property fmtid="{D5CDD505-2E9C-101B-9397-08002B2CF9AE}" pid="20" name="NavBtnPos">
    <vt:r8>1</vt:r8>
  </property>
  <property fmtid="{D5CDD505-2E9C-101B-9397-08002B2CF9AE}" pid="21" name="OutputDir">
    <vt:lpwstr>D:\教案\数字逻辑</vt:lpwstr>
  </property>
  <property fmtid="{D5CDD505-2E9C-101B-9397-08002B2CF9AE}" pid="22" name="ICV">
    <vt:lpwstr>942E90D8D8B445128B3D3DAAE2EF1877_13</vt:lpwstr>
  </property>
  <property fmtid="{D5CDD505-2E9C-101B-9397-08002B2CF9AE}" pid="23" name="KSOProductBuildVer">
    <vt:lpwstr>2052-12.1.0.20305</vt:lpwstr>
  </property>
</Properties>
</file>