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2"/>
  </p:notesMasterIdLst>
  <p:sldIdLst>
    <p:sldId id="522" r:id="rId2"/>
    <p:sldId id="523" r:id="rId3"/>
    <p:sldId id="524" r:id="rId4"/>
    <p:sldId id="525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3" r:id="rId13"/>
    <p:sldId id="537" r:id="rId14"/>
    <p:sldId id="538" r:id="rId15"/>
    <p:sldId id="539" r:id="rId16"/>
    <p:sldId id="540" r:id="rId17"/>
    <p:sldId id="541" r:id="rId18"/>
    <p:sldId id="542" r:id="rId19"/>
    <p:sldId id="543" r:id="rId20"/>
    <p:sldId id="985" r:id="rId21"/>
    <p:sldId id="545" r:id="rId22"/>
    <p:sldId id="546" r:id="rId23"/>
    <p:sldId id="547" r:id="rId24"/>
    <p:sldId id="548" r:id="rId25"/>
    <p:sldId id="549" r:id="rId26"/>
    <p:sldId id="550" r:id="rId27"/>
    <p:sldId id="551" r:id="rId28"/>
    <p:sldId id="552" r:id="rId29"/>
    <p:sldId id="553" r:id="rId30"/>
    <p:sldId id="554" r:id="rId31"/>
    <p:sldId id="555" r:id="rId32"/>
    <p:sldId id="556" r:id="rId33"/>
    <p:sldId id="557" r:id="rId34"/>
    <p:sldId id="558" r:id="rId35"/>
    <p:sldId id="559" r:id="rId36"/>
    <p:sldId id="560" r:id="rId37"/>
    <p:sldId id="561" r:id="rId38"/>
    <p:sldId id="562" r:id="rId39"/>
    <p:sldId id="563" r:id="rId40"/>
    <p:sldId id="564" r:id="rId41"/>
    <p:sldId id="565" r:id="rId42"/>
    <p:sldId id="566" r:id="rId43"/>
    <p:sldId id="567" r:id="rId44"/>
    <p:sldId id="989" r:id="rId45"/>
    <p:sldId id="569" r:id="rId46"/>
    <p:sldId id="570" r:id="rId47"/>
    <p:sldId id="571" r:id="rId48"/>
    <p:sldId id="572" r:id="rId49"/>
    <p:sldId id="573" r:id="rId50"/>
    <p:sldId id="574" r:id="rId51"/>
  </p:sldIdLst>
  <p:sldSz cx="12192000" cy="6858000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9" autoAdjust="0"/>
  </p:normalViewPr>
  <p:slideViewPr>
    <p:cSldViewPr>
      <p:cViewPr varScale="1">
        <p:scale>
          <a:sx n="150" d="100"/>
          <a:sy n="150" d="100"/>
        </p:scale>
        <p:origin x="2886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322EDA8-D609-EB96-D16E-B6CCBCA8B6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5DFFFA8-EF29-F39B-38BD-67D9B1170D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EAE51C8-FEEA-2D2C-2ED7-E3AA7FD967D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45F1C82D-A6DF-E9DC-9882-5017322C7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3020B65E-5713-0877-CDB1-4895B7650B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A047B329-2BD4-A717-82B2-CB546AD90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6B63A1F-CF3A-48D8-ACAD-D71F72DB838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EB44C6-19E8-4EA0-ACCC-236DA37DEF9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73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75FD20-4793-4BEC-A2DA-148A7192AE2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45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A2EB7-C6DE-4A84-8CCF-4467F46CF0E5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57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BDC79D-083E-4DAB-BF56-EBCAA22E85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80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56B22-676B-486B-B29C-7FFF1B7F391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47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91130F-58DC-4B29-B4FA-FF13C9FF769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67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784FC2-D1FB-41C1-8C9A-0A20769FC0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25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233BB-1AAF-48E5-AF6D-DC2BB87C806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9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DB9632-1336-4F46-BEAF-A9024A9D2AD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28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9D2DAB-2716-4FDF-AB91-DEDEBFF5162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31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FD2B73-7462-4DA4-A944-E1C0CCEFB22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9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3F225F-BB49-4C4C-81A7-F6BA51B0A43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12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7" Type="http://schemas.openxmlformats.org/officeDocument/2006/relationships/slide" Target="slide2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13.xml"/><Relationship Id="rId4" Type="http://schemas.openxmlformats.org/officeDocument/2006/relationships/slide" Target="slide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7EE0B6B-4344-EA30-3AFD-9371C8E35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122237"/>
            <a:ext cx="10515600" cy="1325563"/>
          </a:xfrm>
        </p:spPr>
        <p:txBody>
          <a:bodyPr/>
          <a:lstStyle/>
          <a:p>
            <a:pPr eaLnBrk="1" hangingPunct="1"/>
            <a:r>
              <a:rPr lang="zh-CN" altLang="en-US" b="1" dirty="0"/>
              <a:t>输入输出系统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88A27CD4-315F-FC5A-DD73-6A2BFB057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5301208"/>
            <a:ext cx="5175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hlinkClick r:id="rId2" action="ppaction://hlinksldjump"/>
              </a:rPr>
              <a:t>VI DMA</a:t>
            </a:r>
            <a:r>
              <a:rPr lang="zh-CN" altLang="en-US" sz="3200" dirty="0">
                <a:latin typeface="Times New Roman" panose="02020603050405020304" pitchFamily="18" charset="0"/>
                <a:hlinkClick r:id="rId2" action="ppaction://hlinksldjump"/>
              </a:rPr>
              <a:t>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6800F924-4EB2-DDCA-B934-97FB72D0D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4553497"/>
            <a:ext cx="4413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hlinkClick r:id="rId3" action="ppaction://hlinksldjump"/>
              </a:rPr>
              <a:t>V  </a:t>
            </a:r>
            <a:r>
              <a:rPr lang="zh-CN" altLang="en-US" sz="3200" dirty="0">
                <a:latin typeface="Times New Roman" panose="02020603050405020304" pitchFamily="18" charset="0"/>
                <a:hlinkClick r:id="rId3" action="ppaction://hlinksldjump"/>
              </a:rPr>
              <a:t>程序中断方式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767253A2-40EA-A2C2-7E1E-06D98CF1F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3807372"/>
            <a:ext cx="4641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hlinkClick r:id="rId4" action="ppaction://hlinksldjump"/>
              </a:rPr>
              <a:t>IV </a:t>
            </a:r>
            <a:r>
              <a:rPr lang="zh-CN" altLang="en-US" sz="3200" dirty="0">
                <a:latin typeface="Times New Roman" panose="02020603050405020304" pitchFamily="18" charset="0"/>
                <a:hlinkClick r:id="rId4" action="ppaction://hlinksldjump"/>
              </a:rPr>
              <a:t>程序查询方式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0FD293EF-D08B-989D-D40E-2D1A48544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3059658"/>
            <a:ext cx="4337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hlinkClick r:id="rId5" action="ppaction://hlinksldjump"/>
              </a:rPr>
              <a:t>III I/O</a:t>
            </a:r>
            <a:r>
              <a:rPr lang="zh-CN" altLang="en-US" sz="3200" dirty="0">
                <a:latin typeface="Times New Roman" panose="02020603050405020304" pitchFamily="18" charset="0"/>
                <a:hlinkClick r:id="rId5" action="ppaction://hlinksldjump"/>
              </a:rPr>
              <a:t>接口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2DAC6DD5-75C2-A631-E6C2-D35D162C6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2313533"/>
            <a:ext cx="4184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hlinkClick r:id="rId6" action="ppaction://hlinksldjump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hlinkClick r:id="rId6" action="ppaction://hlinksldjump"/>
              </a:rPr>
              <a:t>  外部设备</a:t>
            </a:r>
            <a:r>
              <a:rPr lang="zh-CN" altLang="en-US" sz="3200" dirty="0">
                <a:latin typeface="Times New Roman" panose="02020603050405020304" pitchFamily="18" charset="0"/>
              </a:rPr>
              <a:t>（自学）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628FB84D-2349-6BC6-182F-C7AD91BF7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1567408"/>
            <a:ext cx="3803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hlinkClick r:id="rId7" action="ppaction://hlinksldjump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hlinkClick r:id="rId7" action="ppaction://hlinksldjump"/>
              </a:rPr>
              <a:t>  概述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1" name="Text Box 3">
            <a:extLst>
              <a:ext uri="{FF2B5EF4-FFF2-40B4-BE49-F238E27FC236}">
                <a16:creationId xmlns:a16="http://schemas.microsoft.com/office/drawing/2014/main" id="{2A334282-83CA-2020-53C9-BF155368B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404664"/>
            <a:ext cx="685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一、输入输出系统的发展概况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1053414D-22A1-96C6-8750-E3981DB98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864" y="1063478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早期</a:t>
            </a: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E615F25B-7B06-21EA-9A24-08E8EA53A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864" y="1711177"/>
            <a:ext cx="215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分散连接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494897D5-60F6-2F00-D00A-728B8947A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864" y="2233464"/>
            <a:ext cx="391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latin typeface="Times New Roman" panose="02020603050405020304" pitchFamily="18" charset="0"/>
              </a:rPr>
              <a:t>和 </a:t>
            </a:r>
            <a:r>
              <a:rPr lang="en-US" altLang="zh-CN" sz="2400"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设备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串行 </a:t>
            </a:r>
            <a:r>
              <a:rPr lang="zh-CN" altLang="en-US" sz="2400">
                <a:latin typeface="Times New Roman" panose="02020603050405020304" pitchFamily="18" charset="0"/>
              </a:rPr>
              <a:t>工作</a:t>
            </a:r>
          </a:p>
        </p:txBody>
      </p:sp>
      <p:sp>
        <p:nvSpPr>
          <p:cNvPr id="309255" name="Text Box 7">
            <a:extLst>
              <a:ext uri="{FF2B5EF4-FFF2-40B4-BE49-F238E27FC236}">
                <a16:creationId xmlns:a16="http://schemas.microsoft.com/office/drawing/2014/main" id="{415C1287-7976-F4FD-56D5-27EA663AC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777" y="2233464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程序查询方式</a:t>
            </a:r>
          </a:p>
        </p:txBody>
      </p:sp>
      <p:sp>
        <p:nvSpPr>
          <p:cNvPr id="309256" name="Text Box 8">
            <a:extLst>
              <a:ext uri="{FF2B5EF4-FFF2-40B4-BE49-F238E27FC236}">
                <a16:creationId xmlns:a16="http://schemas.microsoft.com/office/drawing/2014/main" id="{3511DD96-086A-3CAF-D34C-179EE834C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864" y="2763689"/>
            <a:ext cx="541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2. 接口模块和 </a:t>
            </a:r>
            <a:r>
              <a:rPr lang="en-US" altLang="zh-CN" sz="3200">
                <a:latin typeface="Times New Roman" panose="02020603050405020304" pitchFamily="18" charset="0"/>
              </a:rPr>
              <a:t>DMA </a:t>
            </a:r>
            <a:r>
              <a:rPr lang="zh-CN" altLang="en-US" sz="3200">
                <a:latin typeface="Times New Roman" panose="02020603050405020304" pitchFamily="18" charset="0"/>
              </a:rPr>
              <a:t>阶段</a:t>
            </a:r>
          </a:p>
        </p:txBody>
      </p:sp>
      <p:sp>
        <p:nvSpPr>
          <p:cNvPr id="309257" name="Text Box 9">
            <a:extLst>
              <a:ext uri="{FF2B5EF4-FFF2-40B4-BE49-F238E27FC236}">
                <a16:creationId xmlns:a16="http://schemas.microsoft.com/office/drawing/2014/main" id="{B8791B48-8118-5FC8-64DE-15AF55F6A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864" y="3412977"/>
            <a:ext cx="19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总线连接</a:t>
            </a:r>
          </a:p>
        </p:txBody>
      </p:sp>
      <p:sp>
        <p:nvSpPr>
          <p:cNvPr id="309258" name="Text Box 10">
            <a:extLst>
              <a:ext uri="{FF2B5EF4-FFF2-40B4-BE49-F238E27FC236}">
                <a16:creationId xmlns:a16="http://schemas.microsoft.com/office/drawing/2014/main" id="{02F148CA-DD9D-906C-6B9B-3A72B389D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865" y="3940027"/>
            <a:ext cx="4233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latin typeface="Times New Roman" panose="02020603050405020304" pitchFamily="18" charset="0"/>
              </a:rPr>
              <a:t>和 </a:t>
            </a:r>
            <a:r>
              <a:rPr lang="en-US" altLang="zh-CN" sz="2400"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设备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并行 </a:t>
            </a:r>
            <a:r>
              <a:rPr lang="zh-CN" altLang="en-US" sz="2400">
                <a:latin typeface="Times New Roman" panose="02020603050405020304" pitchFamily="18" charset="0"/>
              </a:rPr>
              <a:t>工作</a:t>
            </a:r>
          </a:p>
        </p:txBody>
      </p:sp>
      <p:sp>
        <p:nvSpPr>
          <p:cNvPr id="309259" name="Text Box 11">
            <a:extLst>
              <a:ext uri="{FF2B5EF4-FFF2-40B4-BE49-F238E27FC236}">
                <a16:creationId xmlns:a16="http://schemas.microsoft.com/office/drawing/2014/main" id="{30FC6FEC-F688-6430-9F7A-524E19C96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864" y="4732189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3. 具有通道结构的阶段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09260" name="Text Box 12">
            <a:extLst>
              <a:ext uri="{FF2B5EF4-FFF2-40B4-BE49-F238E27FC236}">
                <a16:creationId xmlns:a16="http://schemas.microsoft.com/office/drawing/2014/main" id="{12D8D8D6-CFEB-B3DC-40CD-CFDEF6789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864" y="5235428"/>
            <a:ext cx="510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4. 具有 </a:t>
            </a:r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处理机的阶段</a:t>
            </a:r>
          </a:p>
        </p:txBody>
      </p:sp>
      <p:sp>
        <p:nvSpPr>
          <p:cNvPr id="309261" name="Text Box 13">
            <a:extLst>
              <a:ext uri="{FF2B5EF4-FFF2-40B4-BE49-F238E27FC236}">
                <a16:creationId xmlns:a16="http://schemas.microsoft.com/office/drawing/2014/main" id="{B7823D45-0837-E3B5-78B7-AA9B9761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589" y="3639989"/>
            <a:ext cx="208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中断方式</a:t>
            </a:r>
          </a:p>
        </p:txBody>
      </p:sp>
      <p:sp>
        <p:nvSpPr>
          <p:cNvPr id="309262" name="Text Box 14">
            <a:extLst>
              <a:ext uri="{FF2B5EF4-FFF2-40B4-BE49-F238E27FC236}">
                <a16:creationId xmlns:a16="http://schemas.microsoft.com/office/drawing/2014/main" id="{FE140279-11F8-4C2D-05A2-897C3CD81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589" y="4243239"/>
            <a:ext cx="208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DMA </a:t>
            </a:r>
            <a:r>
              <a:rPr lang="zh-CN" altLang="en-US" sz="2400">
                <a:latin typeface="Times New Roman" panose="02020603050405020304" pitchFamily="18" charset="0"/>
              </a:rPr>
              <a:t>方式</a:t>
            </a:r>
          </a:p>
        </p:txBody>
      </p:sp>
      <p:sp>
        <p:nvSpPr>
          <p:cNvPr id="309263" name="AutoShape 15">
            <a:extLst>
              <a:ext uri="{FF2B5EF4-FFF2-40B4-BE49-F238E27FC236}">
                <a16:creationId xmlns:a16="http://schemas.microsoft.com/office/drawing/2014/main" id="{3223098E-DDED-3AAC-ACF7-65D5ED4C64BD}"/>
              </a:ext>
            </a:extLst>
          </p:cNvPr>
          <p:cNvSpPr>
            <a:spLocks/>
          </p:cNvSpPr>
          <p:nvPr/>
        </p:nvSpPr>
        <p:spPr bwMode="auto">
          <a:xfrm>
            <a:off x="6106989" y="3786039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30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0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0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0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0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autoUpdateAnimBg="0"/>
      <p:bldP spid="309252" grpId="0" autoUpdateAnimBg="0"/>
      <p:bldP spid="309253" grpId="0" autoUpdateAnimBg="0"/>
      <p:bldP spid="309254" grpId="0" autoUpdateAnimBg="0"/>
      <p:bldP spid="309255" grpId="0" autoUpdateAnimBg="0"/>
      <p:bldP spid="309256" grpId="0" autoUpdateAnimBg="0"/>
      <p:bldP spid="309257" grpId="0" autoUpdateAnimBg="0"/>
      <p:bldP spid="309258" grpId="0" autoUpdateAnimBg="0"/>
      <p:bldP spid="309259" grpId="0" autoUpdateAnimBg="0"/>
      <p:bldP spid="309260" grpId="0" autoUpdateAnimBg="0"/>
      <p:bldP spid="309261" grpId="0" autoUpdateAnimBg="0"/>
      <p:bldP spid="30926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59AF2D36-FBCA-BD71-1F8F-BB54F6007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0"/>
            <a:ext cx="601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二、输入输出系统的组成</a:t>
            </a:r>
          </a:p>
        </p:txBody>
      </p:sp>
      <p:sp>
        <p:nvSpPr>
          <p:cNvPr id="310275" name="Text Box 3">
            <a:extLst>
              <a:ext uri="{FF2B5EF4-FFF2-40B4-BE49-F238E27FC236}">
                <a16:creationId xmlns:a16="http://schemas.microsoft.com/office/drawing/2014/main" id="{197E473B-80D3-EBD4-7A96-E4D7EC2D5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6" y="990600"/>
            <a:ext cx="2651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软件</a:t>
            </a:r>
          </a:p>
        </p:txBody>
      </p:sp>
      <p:grpSp>
        <p:nvGrpSpPr>
          <p:cNvPr id="310276" name="Group 4">
            <a:extLst>
              <a:ext uri="{FF2B5EF4-FFF2-40B4-BE49-F238E27FC236}">
                <a16:creationId xmlns:a16="http://schemas.microsoft.com/office/drawing/2014/main" id="{F789B475-8AF8-2247-B50C-E828FA8DAD82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1630363"/>
            <a:ext cx="2327275" cy="1706562"/>
            <a:chOff x="720" y="1027"/>
            <a:chExt cx="1466" cy="1075"/>
          </a:xfrm>
        </p:grpSpPr>
        <p:sp>
          <p:nvSpPr>
            <p:cNvPr id="7189" name="Text Box 5">
              <a:extLst>
                <a:ext uri="{FF2B5EF4-FFF2-40B4-BE49-F238E27FC236}">
                  <a16:creationId xmlns:a16="http://schemas.microsoft.com/office/drawing/2014/main" id="{A0DE29F5-1789-FDCA-35B0-C9A3F185A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027"/>
              <a:ext cx="13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(1)</a:t>
              </a: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</a:rPr>
                <a:t>I/O </a:t>
              </a:r>
              <a:r>
                <a:rPr lang="zh-CN" altLang="en-US" sz="3200">
                  <a:latin typeface="Times New Roman" panose="02020603050405020304" pitchFamily="18" charset="0"/>
                </a:rPr>
                <a:t>指令</a:t>
              </a:r>
            </a:p>
          </p:txBody>
        </p:sp>
        <p:sp>
          <p:nvSpPr>
            <p:cNvPr id="7190" name="Text Box 6">
              <a:extLst>
                <a:ext uri="{FF2B5EF4-FFF2-40B4-BE49-F238E27FC236}">
                  <a16:creationId xmlns:a16="http://schemas.microsoft.com/office/drawing/2014/main" id="{E61E9B90-2C5E-83B4-D71F-08A91841A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737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(2)</a:t>
              </a:r>
              <a:r>
                <a:rPr lang="zh-CN" altLang="en-US" sz="3200">
                  <a:latin typeface="Times New Roman" panose="02020603050405020304" pitchFamily="18" charset="0"/>
                </a:rPr>
                <a:t> 通道指令</a:t>
              </a:r>
            </a:p>
          </p:txBody>
        </p:sp>
      </p:grpSp>
      <p:sp>
        <p:nvSpPr>
          <p:cNvPr id="310279" name="Text Box 7">
            <a:extLst>
              <a:ext uri="{FF2B5EF4-FFF2-40B4-BE49-F238E27FC236}">
                <a16:creationId xmlns:a16="http://schemas.microsoft.com/office/drawing/2014/main" id="{9C466C83-623F-8A94-C24F-A795B1679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630364"/>
            <a:ext cx="4038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指令的一部分</a:t>
            </a:r>
          </a:p>
        </p:txBody>
      </p:sp>
      <p:sp>
        <p:nvSpPr>
          <p:cNvPr id="310280" name="Text Box 8">
            <a:extLst>
              <a:ext uri="{FF2B5EF4-FFF2-40B4-BE49-F238E27FC236}">
                <a16:creationId xmlns:a16="http://schemas.microsoft.com/office/drawing/2014/main" id="{F867BEF3-D662-2171-9200-814302F35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757489"/>
            <a:ext cx="3429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通道自身的指令</a:t>
            </a:r>
          </a:p>
        </p:txBody>
      </p:sp>
      <p:sp>
        <p:nvSpPr>
          <p:cNvPr id="310281" name="Text Box 9">
            <a:extLst>
              <a:ext uri="{FF2B5EF4-FFF2-40B4-BE49-F238E27FC236}">
                <a16:creationId xmlns:a16="http://schemas.microsoft.com/office/drawing/2014/main" id="{F2133B3F-302B-22FA-1700-4418BDBC8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39883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指出数组的首地址、传送字数、操作命令</a:t>
            </a:r>
          </a:p>
        </p:txBody>
      </p:sp>
      <p:sp>
        <p:nvSpPr>
          <p:cNvPr id="310282" name="Text Box 10">
            <a:extLst>
              <a:ext uri="{FF2B5EF4-FFF2-40B4-BE49-F238E27FC236}">
                <a16:creationId xmlns:a16="http://schemas.microsoft.com/office/drawing/2014/main" id="{20C2FDEF-D824-3DFE-544E-FEF559D5E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978276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如 </a:t>
            </a:r>
            <a:r>
              <a:rPr lang="en-US" altLang="zh-CN" sz="2800">
                <a:latin typeface="Times New Roman" panose="02020603050405020304" pitchFamily="18" charset="0"/>
              </a:rPr>
              <a:t>IBM/370 </a:t>
            </a:r>
            <a:r>
              <a:rPr lang="zh-CN" altLang="en-US" sz="2800">
                <a:latin typeface="Times New Roman" panose="02020603050405020304" pitchFamily="18" charset="0"/>
              </a:rPr>
              <a:t>通道指令为 64 位</a:t>
            </a:r>
          </a:p>
        </p:txBody>
      </p:sp>
      <p:sp>
        <p:nvSpPr>
          <p:cNvPr id="310283" name="Text Box 11">
            <a:extLst>
              <a:ext uri="{FF2B5EF4-FFF2-40B4-BE49-F238E27FC236}">
                <a16:creationId xmlns:a16="http://schemas.microsoft.com/office/drawing/2014/main" id="{8E117190-D447-CBFD-4A7D-CE143227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6" y="4559300"/>
            <a:ext cx="2574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2. </a:t>
            </a:r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硬件</a:t>
            </a:r>
          </a:p>
        </p:txBody>
      </p:sp>
      <p:sp>
        <p:nvSpPr>
          <p:cNvPr id="310284" name="Text Box 12">
            <a:extLst>
              <a:ext uri="{FF2B5EF4-FFF2-40B4-BE49-F238E27FC236}">
                <a16:creationId xmlns:a16="http://schemas.microsoft.com/office/drawing/2014/main" id="{5F4A8A60-8D60-03F4-5545-DD83767B3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99064"/>
            <a:ext cx="129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设备</a:t>
            </a:r>
          </a:p>
        </p:txBody>
      </p:sp>
      <p:sp>
        <p:nvSpPr>
          <p:cNvPr id="310285" name="Text Box 13">
            <a:extLst>
              <a:ext uri="{FF2B5EF4-FFF2-40B4-BE49-F238E27FC236}">
                <a16:creationId xmlns:a16="http://schemas.microsoft.com/office/drawing/2014/main" id="{1EE0B6DB-B36C-0687-565A-9FF806E2D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199064"/>
            <a:ext cx="2362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接口</a:t>
            </a:r>
          </a:p>
        </p:txBody>
      </p:sp>
      <p:sp>
        <p:nvSpPr>
          <p:cNvPr id="310286" name="Text Box 14">
            <a:extLst>
              <a:ext uri="{FF2B5EF4-FFF2-40B4-BE49-F238E27FC236}">
                <a16:creationId xmlns:a16="http://schemas.microsoft.com/office/drawing/2014/main" id="{2C3449C1-984C-9EDA-A6DC-F02873529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840414"/>
            <a:ext cx="137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设备</a:t>
            </a:r>
          </a:p>
        </p:txBody>
      </p:sp>
      <p:sp>
        <p:nvSpPr>
          <p:cNvPr id="310287" name="Text Box 15">
            <a:extLst>
              <a:ext uri="{FF2B5EF4-FFF2-40B4-BE49-F238E27FC236}">
                <a16:creationId xmlns:a16="http://schemas.microsoft.com/office/drawing/2014/main" id="{29188974-0A98-836B-29BF-FAEBB88CF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840414"/>
            <a:ext cx="2895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设备控制器</a:t>
            </a:r>
          </a:p>
        </p:txBody>
      </p:sp>
      <p:sp>
        <p:nvSpPr>
          <p:cNvPr id="310288" name="Text Box 16">
            <a:extLst>
              <a:ext uri="{FF2B5EF4-FFF2-40B4-BE49-F238E27FC236}">
                <a16:creationId xmlns:a16="http://schemas.microsoft.com/office/drawing/2014/main" id="{5AD72FA1-CF7D-236B-BA53-F7A58AAB7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40414"/>
            <a:ext cx="152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通道</a:t>
            </a:r>
          </a:p>
        </p:txBody>
      </p:sp>
      <p:grpSp>
        <p:nvGrpSpPr>
          <p:cNvPr id="310289" name="Group 17">
            <a:extLst>
              <a:ext uri="{FF2B5EF4-FFF2-40B4-BE49-F238E27FC236}">
                <a16:creationId xmlns:a16="http://schemas.microsoft.com/office/drawing/2014/main" id="{E905A36E-A13D-C06C-EC65-244344D32690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2271713"/>
            <a:ext cx="2911475" cy="400050"/>
            <a:chOff x="3423" y="3022"/>
            <a:chExt cx="1834" cy="252"/>
          </a:xfrm>
        </p:grpSpPr>
        <p:sp>
          <p:nvSpPr>
            <p:cNvPr id="7186" name="Rectangle 18">
              <a:extLst>
                <a:ext uri="{FF2B5EF4-FFF2-40B4-BE49-F238E27FC236}">
                  <a16:creationId xmlns:a16="http://schemas.microsoft.com/office/drawing/2014/main" id="{59297456-7CD1-46FA-34EF-8AD38912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" y="3022"/>
              <a:ext cx="60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操作码</a:t>
              </a:r>
            </a:p>
          </p:txBody>
        </p:sp>
        <p:sp>
          <p:nvSpPr>
            <p:cNvPr id="7187" name="Rectangle 19">
              <a:extLst>
                <a:ext uri="{FF2B5EF4-FFF2-40B4-BE49-F238E27FC236}">
                  <a16:creationId xmlns:a16="http://schemas.microsoft.com/office/drawing/2014/main" id="{C00CACA6-DAA9-4C7B-FD78-BAEFF1147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3022"/>
              <a:ext cx="60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命令码</a:t>
              </a:r>
            </a:p>
          </p:txBody>
        </p:sp>
        <p:sp>
          <p:nvSpPr>
            <p:cNvPr id="7188" name="Rectangle 20">
              <a:extLst>
                <a:ext uri="{FF2B5EF4-FFF2-40B4-BE49-F238E27FC236}">
                  <a16:creationId xmlns:a16="http://schemas.microsoft.com/office/drawing/2014/main" id="{E5C86A3D-062A-7574-6549-90C90DB02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22"/>
              <a:ext cx="60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autoUpdateAnimBg="0"/>
      <p:bldP spid="310279" grpId="0" autoUpdateAnimBg="0"/>
      <p:bldP spid="310280" grpId="0" autoUpdateAnimBg="0"/>
      <p:bldP spid="310281" grpId="0" autoUpdateAnimBg="0"/>
      <p:bldP spid="310282" grpId="0" autoUpdateAnimBg="0"/>
      <p:bldP spid="310283" grpId="0" autoUpdateAnimBg="0"/>
      <p:bldP spid="310284" grpId="0" autoUpdateAnimBg="0"/>
      <p:bldP spid="310285" grpId="0" autoUpdateAnimBg="0"/>
      <p:bldP spid="310286" grpId="0" autoUpdateAnimBg="0"/>
      <p:bldP spid="310287" grpId="0" autoUpdateAnimBg="0"/>
      <p:bldP spid="31028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535DEB64-8C4F-0AD3-3937-7FC0ADB7F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04800"/>
            <a:ext cx="7073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三、</a:t>
            </a:r>
            <a:r>
              <a:rPr lang="en-US" altLang="zh-CN" sz="3600">
                <a:latin typeface="Times New Roman" panose="02020603050405020304" pitchFamily="18" charset="0"/>
              </a:rPr>
              <a:t>I/O </a:t>
            </a:r>
            <a:r>
              <a:rPr lang="zh-CN" altLang="en-US" sz="3600">
                <a:latin typeface="Times New Roman" panose="02020603050405020304" pitchFamily="18" charset="0"/>
              </a:rPr>
              <a:t>设备与主机的联系方式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11299" name="Text Box 3">
            <a:extLst>
              <a:ext uri="{FF2B5EF4-FFF2-40B4-BE49-F238E27FC236}">
                <a16:creationId xmlns:a16="http://schemas.microsoft.com/office/drawing/2014/main" id="{04FEEB27-22B8-BE4D-2EE4-C52A9C705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1066800"/>
            <a:ext cx="4511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设备编址方式</a:t>
            </a:r>
          </a:p>
        </p:txBody>
      </p:sp>
      <p:sp>
        <p:nvSpPr>
          <p:cNvPr id="311300" name="Text Box 4">
            <a:extLst>
              <a:ext uri="{FF2B5EF4-FFF2-40B4-BE49-F238E27FC236}">
                <a16:creationId xmlns:a16="http://schemas.microsoft.com/office/drawing/2014/main" id="{E603B32C-CDF1-EC08-DDC4-A36E9B7CF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7033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统一编址</a:t>
            </a:r>
          </a:p>
        </p:txBody>
      </p:sp>
      <p:sp>
        <p:nvSpPr>
          <p:cNvPr id="311301" name="Text Box 5">
            <a:extLst>
              <a:ext uri="{FF2B5EF4-FFF2-40B4-BE49-F238E27FC236}">
                <a16:creationId xmlns:a16="http://schemas.microsoft.com/office/drawing/2014/main" id="{499E0ED5-E39E-CEA2-9E37-E3BA813E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47913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不统一编址</a:t>
            </a:r>
          </a:p>
        </p:txBody>
      </p:sp>
      <p:sp>
        <p:nvSpPr>
          <p:cNvPr id="311302" name="Text Box 6">
            <a:extLst>
              <a:ext uri="{FF2B5EF4-FFF2-40B4-BE49-F238E27FC236}">
                <a16:creationId xmlns:a16="http://schemas.microsoft.com/office/drawing/2014/main" id="{34813CB4-4F0B-01A3-670C-764A76871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711326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用取数、存数指令</a:t>
            </a:r>
          </a:p>
        </p:txBody>
      </p:sp>
      <p:sp>
        <p:nvSpPr>
          <p:cNvPr id="311303" name="Text Box 7">
            <a:extLst>
              <a:ext uri="{FF2B5EF4-FFF2-40B4-BE49-F238E27FC236}">
                <a16:creationId xmlns:a16="http://schemas.microsoft.com/office/drawing/2014/main" id="{86780FF4-8032-CB76-2682-7B9CB487E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35585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有专门的 </a:t>
            </a:r>
            <a:r>
              <a:rPr lang="en-US" altLang="zh-CN" sz="2800">
                <a:latin typeface="Times New Roman" panose="02020603050405020304" pitchFamily="18" charset="0"/>
              </a:rPr>
              <a:t>I/O </a:t>
            </a:r>
            <a:r>
              <a:rPr lang="zh-CN" altLang="en-US" sz="2800">
                <a:latin typeface="Times New Roman" panose="02020603050405020304" pitchFamily="18" charset="0"/>
              </a:rPr>
              <a:t>指令</a:t>
            </a:r>
          </a:p>
        </p:txBody>
      </p:sp>
      <p:sp>
        <p:nvSpPr>
          <p:cNvPr id="311304" name="Text Box 8">
            <a:extLst>
              <a:ext uri="{FF2B5EF4-FFF2-40B4-BE49-F238E27FC236}">
                <a16:creationId xmlns:a16="http://schemas.microsoft.com/office/drawing/2014/main" id="{83FEF098-F80A-FF49-25EB-898E7A108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3124200"/>
            <a:ext cx="3597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2. 设备选址</a:t>
            </a:r>
          </a:p>
        </p:txBody>
      </p:sp>
      <p:sp>
        <p:nvSpPr>
          <p:cNvPr id="311305" name="Text Box 9">
            <a:extLst>
              <a:ext uri="{FF2B5EF4-FFF2-40B4-BE49-F238E27FC236}">
                <a16:creationId xmlns:a16="http://schemas.microsoft.com/office/drawing/2014/main" id="{4E5621F7-54EA-7A43-FF4B-1EDF0CFAE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770313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用设备选择电路识别是否被选中</a:t>
            </a:r>
          </a:p>
        </p:txBody>
      </p:sp>
      <p:sp>
        <p:nvSpPr>
          <p:cNvPr id="311306" name="Text Box 10">
            <a:extLst>
              <a:ext uri="{FF2B5EF4-FFF2-40B4-BE49-F238E27FC236}">
                <a16:creationId xmlns:a16="http://schemas.microsoft.com/office/drawing/2014/main" id="{12C881F9-8380-A9AD-3DB6-B5201C15D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4595814"/>
            <a:ext cx="3216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3. 传送方式</a:t>
            </a:r>
          </a:p>
        </p:txBody>
      </p:sp>
      <p:sp>
        <p:nvSpPr>
          <p:cNvPr id="311307" name="Text Box 11">
            <a:extLst>
              <a:ext uri="{FF2B5EF4-FFF2-40B4-BE49-F238E27FC236}">
                <a16:creationId xmlns:a16="http://schemas.microsoft.com/office/drawing/2014/main" id="{02CE1060-61D8-33A2-EBF8-4F9D7E47A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24033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串行</a:t>
            </a:r>
          </a:p>
        </p:txBody>
      </p:sp>
      <p:sp>
        <p:nvSpPr>
          <p:cNvPr id="311308" name="Text Box 12">
            <a:extLst>
              <a:ext uri="{FF2B5EF4-FFF2-40B4-BE49-F238E27FC236}">
                <a16:creationId xmlns:a16="http://schemas.microsoft.com/office/drawing/2014/main" id="{C18F1C5D-688F-1C63-4FFA-C078E02E6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886451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并行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autoUpdateAnimBg="0"/>
      <p:bldP spid="311300" grpId="0" autoUpdateAnimBg="0"/>
      <p:bldP spid="311301" grpId="0" autoUpdateAnimBg="0"/>
      <p:bldP spid="311302" grpId="0" autoUpdateAnimBg="0"/>
      <p:bldP spid="311303" grpId="0" autoUpdateAnimBg="0"/>
      <p:bldP spid="311304" grpId="0" autoUpdateAnimBg="0"/>
      <p:bldP spid="311305" grpId="0" autoUpdateAnimBg="0"/>
      <p:bldP spid="311306" grpId="0" autoUpdateAnimBg="0"/>
      <p:bldP spid="311307" grpId="0" autoUpdateAnimBg="0"/>
      <p:bldP spid="31130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322" name="Group 2">
            <a:extLst>
              <a:ext uri="{FF2B5EF4-FFF2-40B4-BE49-F238E27FC236}">
                <a16:creationId xmlns:a16="http://schemas.microsoft.com/office/drawing/2014/main" id="{56229D18-409A-C89D-13CA-A5CDF97EB10D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4224338"/>
            <a:ext cx="7340600" cy="2633662"/>
            <a:chOff x="1040" y="2661"/>
            <a:chExt cx="4624" cy="1659"/>
          </a:xfrm>
        </p:grpSpPr>
        <p:grpSp>
          <p:nvGrpSpPr>
            <p:cNvPr id="9253" name="Group 3">
              <a:extLst>
                <a:ext uri="{FF2B5EF4-FFF2-40B4-BE49-F238E27FC236}">
                  <a16:creationId xmlns:a16="http://schemas.microsoft.com/office/drawing/2014/main" id="{6F7C03B8-9C38-F8BE-2546-54DCE8807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0" y="2661"/>
              <a:ext cx="3984" cy="301"/>
              <a:chOff x="1050" y="2661"/>
              <a:chExt cx="3984" cy="301"/>
            </a:xfrm>
          </p:grpSpPr>
          <p:sp>
            <p:nvSpPr>
              <p:cNvPr id="9278" name="Rectangle 4">
                <a:extLst>
                  <a:ext uri="{FF2B5EF4-FFF2-40B4-BE49-F238E27FC236}">
                    <a16:creationId xmlns:a16="http://schemas.microsoft.com/office/drawing/2014/main" id="{843A2A80-9FDC-2438-E41D-BBC46534B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4" y="2668"/>
                <a:ext cx="1296" cy="2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数据字</a:t>
                </a:r>
              </a:p>
            </p:txBody>
          </p:sp>
          <p:sp>
            <p:nvSpPr>
              <p:cNvPr id="9279" name="Rectangle 5">
                <a:extLst>
                  <a:ext uri="{FF2B5EF4-FFF2-40B4-BE49-F238E27FC236}">
                    <a16:creationId xmlns:a16="http://schemas.microsoft.com/office/drawing/2014/main" id="{95A58A1B-F049-CEEA-6A13-B1174FF42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0" y="2668"/>
                <a:ext cx="852" cy="2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命令字</a:t>
                </a:r>
              </a:p>
            </p:txBody>
          </p:sp>
          <p:sp>
            <p:nvSpPr>
              <p:cNvPr id="9280" name="Rectangle 6">
                <a:extLst>
                  <a:ext uri="{FF2B5EF4-FFF2-40B4-BE49-F238E27FC236}">
                    <a16:creationId xmlns:a16="http://schemas.microsoft.com/office/drawing/2014/main" id="{9B0A355B-77B0-3B24-EFA8-668B8FEA3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2" y="2668"/>
                <a:ext cx="852" cy="2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命令字</a:t>
                </a:r>
              </a:p>
            </p:txBody>
          </p:sp>
          <p:sp>
            <p:nvSpPr>
              <p:cNvPr id="9281" name="Rectangle 7">
                <a:extLst>
                  <a:ext uri="{FF2B5EF4-FFF2-40B4-BE49-F238E27FC236}">
                    <a16:creationId xmlns:a16="http://schemas.microsoft.com/office/drawing/2014/main" id="{7450EB5B-B566-E74D-AF55-17C6965B9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4" y="2662"/>
                <a:ext cx="480" cy="300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2" name="Rectangle 8">
                <a:extLst>
                  <a:ext uri="{FF2B5EF4-FFF2-40B4-BE49-F238E27FC236}">
                    <a16:creationId xmlns:a16="http://schemas.microsoft.com/office/drawing/2014/main" id="{540BBA6D-70CF-D12B-42E7-87966462B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0" y="2661"/>
                <a:ext cx="480" cy="300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54" name="Group 9">
              <a:extLst>
                <a:ext uri="{FF2B5EF4-FFF2-40B4-BE49-F238E27FC236}">
                  <a16:creationId xmlns:a16="http://schemas.microsoft.com/office/drawing/2014/main" id="{6E69245B-FE25-B8ED-E66D-AE8FB1A43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0" y="3034"/>
              <a:ext cx="3552" cy="288"/>
              <a:chOff x="720" y="3456"/>
              <a:chExt cx="3552" cy="340"/>
            </a:xfrm>
          </p:grpSpPr>
          <p:sp>
            <p:nvSpPr>
              <p:cNvPr id="9267" name="Text Box 10">
                <a:extLst>
                  <a:ext uri="{FF2B5EF4-FFF2-40B4-BE49-F238E27FC236}">
                    <a16:creationId xmlns:a16="http://schemas.microsoft.com/office/drawing/2014/main" id="{6B147637-0184-FFC4-AE8B-E688EA7E64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4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68" name="Text Box 11">
                <a:extLst>
                  <a:ext uri="{FF2B5EF4-FFF2-40B4-BE49-F238E27FC236}">
                    <a16:creationId xmlns:a16="http://schemas.microsoft.com/office/drawing/2014/main" id="{54A067EC-92CD-9E87-2B1E-4F15746402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7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69" name="Text Box 12">
                <a:extLst>
                  <a:ext uri="{FF2B5EF4-FFF2-40B4-BE49-F238E27FC236}">
                    <a16:creationId xmlns:a16="http://schemas.microsoft.com/office/drawing/2014/main" id="{DE71DF1A-CEF8-9637-254B-F157CBEF32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70" name="Text Box 13">
                <a:extLst>
                  <a:ext uri="{FF2B5EF4-FFF2-40B4-BE49-F238E27FC236}">
                    <a16:creationId xmlns:a16="http://schemas.microsoft.com/office/drawing/2014/main" id="{DE53851B-9782-7504-7D28-FE2F09151C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71" name="Text Box 14">
                <a:extLst>
                  <a:ext uri="{FF2B5EF4-FFF2-40B4-BE49-F238E27FC236}">
                    <a16:creationId xmlns:a16="http://schemas.microsoft.com/office/drawing/2014/main" id="{D4726B58-5F54-55EE-256E-5F22597818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6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72" name="Text Box 15">
                <a:extLst>
                  <a:ext uri="{FF2B5EF4-FFF2-40B4-BE49-F238E27FC236}">
                    <a16:creationId xmlns:a16="http://schemas.microsoft.com/office/drawing/2014/main" id="{30B6408F-74B1-37C8-4445-08B2889F46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2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73" name="Text Box 16">
                <a:extLst>
                  <a:ext uri="{FF2B5EF4-FFF2-40B4-BE49-F238E27FC236}">
                    <a16:creationId xmlns:a16="http://schemas.microsoft.com/office/drawing/2014/main" id="{DB37A2CF-4C0D-1114-3C1A-96C813D251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0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74" name="Text Box 17">
                <a:extLst>
                  <a:ext uri="{FF2B5EF4-FFF2-40B4-BE49-F238E27FC236}">
                    <a16:creationId xmlns:a16="http://schemas.microsoft.com/office/drawing/2014/main" id="{4FF59CFB-D8D8-2685-F4E1-38F9160E3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6" y="3456"/>
                <a:ext cx="212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75" name="Freeform 18">
                <a:extLst>
                  <a:ext uri="{FF2B5EF4-FFF2-40B4-BE49-F238E27FC236}">
                    <a16:creationId xmlns:a16="http://schemas.microsoft.com/office/drawing/2014/main" id="{BA5F4C10-B31D-0B0E-9086-33795FE05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3456"/>
                <a:ext cx="1344" cy="288"/>
              </a:xfrm>
              <a:custGeom>
                <a:avLst/>
                <a:gdLst>
                  <a:gd name="T0" fmla="*/ 0 w 1344"/>
                  <a:gd name="T1" fmla="*/ 288 h 288"/>
                  <a:gd name="T2" fmla="*/ 192 w 1344"/>
                  <a:gd name="T3" fmla="*/ 288 h 288"/>
                  <a:gd name="T4" fmla="*/ 192 w 1344"/>
                  <a:gd name="T5" fmla="*/ 0 h 288"/>
                  <a:gd name="T6" fmla="*/ 507 w 1344"/>
                  <a:gd name="T7" fmla="*/ 0 h 288"/>
                  <a:gd name="T8" fmla="*/ 510 w 1344"/>
                  <a:gd name="T9" fmla="*/ 288 h 288"/>
                  <a:gd name="T10" fmla="*/ 672 w 1344"/>
                  <a:gd name="T11" fmla="*/ 288 h 288"/>
                  <a:gd name="T12" fmla="*/ 672 w 1344"/>
                  <a:gd name="T13" fmla="*/ 0 h 288"/>
                  <a:gd name="T14" fmla="*/ 864 w 1344"/>
                  <a:gd name="T15" fmla="*/ 0 h 288"/>
                  <a:gd name="T16" fmla="*/ 864 w 1344"/>
                  <a:gd name="T17" fmla="*/ 288 h 288"/>
                  <a:gd name="T18" fmla="*/ 1344 w 1344"/>
                  <a:gd name="T19" fmla="*/ 288 h 2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44" h="288">
                    <a:moveTo>
                      <a:pt x="0" y="288"/>
                    </a:moveTo>
                    <a:lnTo>
                      <a:pt x="192" y="288"/>
                    </a:lnTo>
                    <a:lnTo>
                      <a:pt x="192" y="0"/>
                    </a:lnTo>
                    <a:lnTo>
                      <a:pt x="507" y="0"/>
                    </a:lnTo>
                    <a:lnTo>
                      <a:pt x="510" y="288"/>
                    </a:lnTo>
                    <a:lnTo>
                      <a:pt x="672" y="288"/>
                    </a:lnTo>
                    <a:lnTo>
                      <a:pt x="672" y="0"/>
                    </a:lnTo>
                    <a:lnTo>
                      <a:pt x="864" y="0"/>
                    </a:lnTo>
                    <a:lnTo>
                      <a:pt x="864" y="288"/>
                    </a:lnTo>
                    <a:lnTo>
                      <a:pt x="1344" y="28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76" name="Freeform 19">
                <a:extLst>
                  <a:ext uri="{FF2B5EF4-FFF2-40B4-BE49-F238E27FC236}">
                    <a16:creationId xmlns:a16="http://schemas.microsoft.com/office/drawing/2014/main" id="{3BE5C175-8195-0A13-6C1B-E7CFF59D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3456"/>
                <a:ext cx="1344" cy="288"/>
              </a:xfrm>
              <a:custGeom>
                <a:avLst/>
                <a:gdLst>
                  <a:gd name="T0" fmla="*/ 0 w 1344"/>
                  <a:gd name="T1" fmla="*/ 0 h 288"/>
                  <a:gd name="T2" fmla="*/ 960 w 1344"/>
                  <a:gd name="T3" fmla="*/ 0 h 288"/>
                  <a:gd name="T4" fmla="*/ 960 w 1344"/>
                  <a:gd name="T5" fmla="*/ 288 h 288"/>
                  <a:gd name="T6" fmla="*/ 1344 w 1344"/>
                  <a:gd name="T7" fmla="*/ 288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44" h="288">
                    <a:moveTo>
                      <a:pt x="0" y="0"/>
                    </a:moveTo>
                    <a:lnTo>
                      <a:pt x="960" y="0"/>
                    </a:lnTo>
                    <a:lnTo>
                      <a:pt x="960" y="288"/>
                    </a:lnTo>
                    <a:lnTo>
                      <a:pt x="1344" y="28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77" name="Freeform 20">
                <a:extLst>
                  <a:ext uri="{FF2B5EF4-FFF2-40B4-BE49-F238E27FC236}">
                    <a16:creationId xmlns:a16="http://schemas.microsoft.com/office/drawing/2014/main" id="{7397D749-BE1B-38CC-7172-93C9954D1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3456"/>
                <a:ext cx="864" cy="288"/>
              </a:xfrm>
              <a:custGeom>
                <a:avLst/>
                <a:gdLst>
                  <a:gd name="T0" fmla="*/ 0 w 864"/>
                  <a:gd name="T1" fmla="*/ 288 h 288"/>
                  <a:gd name="T2" fmla="*/ 0 w 864"/>
                  <a:gd name="T3" fmla="*/ 0 h 288"/>
                  <a:gd name="T4" fmla="*/ 864 w 864"/>
                  <a:gd name="T5" fmla="*/ 0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4" h="288">
                    <a:moveTo>
                      <a:pt x="0" y="288"/>
                    </a:moveTo>
                    <a:lnTo>
                      <a:pt x="0" y="0"/>
                    </a:lnTo>
                    <a:lnTo>
                      <a:pt x="86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55" name="Line 21">
              <a:extLst>
                <a:ext uri="{FF2B5EF4-FFF2-40B4-BE49-F238E27FC236}">
                  <a16:creationId xmlns:a16="http://schemas.microsoft.com/office/drawing/2014/main" id="{C50040AA-3761-6557-32F2-CFA2F7B27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0" y="3191"/>
              <a:ext cx="0" cy="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6" name="Line 22">
              <a:extLst>
                <a:ext uri="{FF2B5EF4-FFF2-40B4-BE49-F238E27FC236}">
                  <a16:creationId xmlns:a16="http://schemas.microsoft.com/office/drawing/2014/main" id="{0A14A239-1E0E-9575-3C6B-4BAC1ABD5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2947"/>
              <a:ext cx="0" cy="8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7" name="Line 23">
              <a:extLst>
                <a:ext uri="{FF2B5EF4-FFF2-40B4-BE49-F238E27FC236}">
                  <a16:creationId xmlns:a16="http://schemas.microsoft.com/office/drawing/2014/main" id="{B76EB9C3-BAE0-21FA-C2F0-874BEBB3A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8" y="3191"/>
              <a:ext cx="0" cy="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8" name="Line 24">
              <a:extLst>
                <a:ext uri="{FF2B5EF4-FFF2-40B4-BE49-F238E27FC236}">
                  <a16:creationId xmlns:a16="http://schemas.microsoft.com/office/drawing/2014/main" id="{AE60F113-A875-7337-B149-9555F0EEE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3028"/>
              <a:ext cx="0" cy="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9" name="Text Box 25">
              <a:extLst>
                <a:ext uri="{FF2B5EF4-FFF2-40B4-BE49-F238E27FC236}">
                  <a16:creationId xmlns:a16="http://schemas.microsoft.com/office/drawing/2014/main" id="{5D62B2D8-A562-FC8F-564E-A969F2FF4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5" y="3329"/>
              <a:ext cx="349" cy="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起始位</a:t>
              </a:r>
            </a:p>
          </p:txBody>
        </p:sp>
        <p:sp>
          <p:nvSpPr>
            <p:cNvPr id="9260" name="Text Box 26">
              <a:extLst>
                <a:ext uri="{FF2B5EF4-FFF2-40B4-BE49-F238E27FC236}">
                  <a16:creationId xmlns:a16="http://schemas.microsoft.com/office/drawing/2014/main" id="{067418EB-3FB7-DDCC-9E4A-4E02E38BE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329"/>
              <a:ext cx="349" cy="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终止位</a:t>
              </a:r>
            </a:p>
          </p:txBody>
        </p:sp>
        <p:sp>
          <p:nvSpPr>
            <p:cNvPr id="9261" name="Line 27">
              <a:extLst>
                <a:ext uri="{FF2B5EF4-FFF2-40B4-BE49-F238E27FC236}">
                  <a16:creationId xmlns:a16="http://schemas.microsoft.com/office/drawing/2014/main" id="{E820A707-88B7-1439-E174-AA16BD4CC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79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2" name="Line 28">
              <a:extLst>
                <a:ext uri="{FF2B5EF4-FFF2-40B4-BE49-F238E27FC236}">
                  <a16:creationId xmlns:a16="http://schemas.microsoft.com/office/drawing/2014/main" id="{64CE24A1-B4D8-7254-F888-CFAB321E8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" y="3679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3" name="Line 29">
              <a:extLst>
                <a:ext uri="{FF2B5EF4-FFF2-40B4-BE49-F238E27FC236}">
                  <a16:creationId xmlns:a16="http://schemas.microsoft.com/office/drawing/2014/main" id="{4690878A-FFD8-0AA4-7299-6CBA17C2AB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394" y="3679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4" name="Line 30">
              <a:extLst>
                <a:ext uri="{FF2B5EF4-FFF2-40B4-BE49-F238E27FC236}">
                  <a16:creationId xmlns:a16="http://schemas.microsoft.com/office/drawing/2014/main" id="{C74C0CAD-BD3D-614E-6108-D9C7DB108D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62" y="3679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5" name="Text Box 31">
              <a:extLst>
                <a:ext uri="{FF2B5EF4-FFF2-40B4-BE49-F238E27FC236}">
                  <a16:creationId xmlns:a16="http://schemas.microsoft.com/office/drawing/2014/main" id="{7BB83273-5E12-C307-9C4E-E6E7BD775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" y="3660"/>
              <a:ext cx="7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9.09 </a:t>
              </a:r>
              <a:r>
                <a:rPr lang="en-US" altLang="zh-CN" sz="2400">
                  <a:latin typeface="Times New Roman" panose="02020603050405020304" pitchFamily="18" charset="0"/>
                </a:rPr>
                <a:t>ms</a:t>
              </a:r>
            </a:p>
          </p:txBody>
        </p:sp>
        <p:sp>
          <p:nvSpPr>
            <p:cNvPr id="9266" name="Text Box 32">
              <a:extLst>
                <a:ext uri="{FF2B5EF4-FFF2-40B4-BE49-F238E27FC236}">
                  <a16:creationId xmlns:a16="http://schemas.microsoft.com/office/drawing/2014/main" id="{262C3E60-D132-D6F6-9A83-1C53BEE4B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59"/>
              <a:ext cx="11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9.09 </a:t>
              </a:r>
              <a:r>
                <a:rPr lang="en-US" altLang="zh-CN" sz="2400">
                  <a:latin typeface="Times New Roman" panose="02020603050405020304" pitchFamily="18" charset="0"/>
                </a:rPr>
                <a:t>ms</a:t>
              </a:r>
            </a:p>
          </p:txBody>
        </p:sp>
      </p:grpSp>
      <p:sp>
        <p:nvSpPr>
          <p:cNvPr id="9219" name="Text Box 33">
            <a:extLst>
              <a:ext uri="{FF2B5EF4-FFF2-40B4-BE49-F238E27FC236}">
                <a16:creationId xmlns:a16="http://schemas.microsoft.com/office/drawing/2014/main" id="{307AF23B-E8FB-8406-4936-B702728A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228600"/>
            <a:ext cx="3216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4. 联络方式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12354" name="Text Box 34">
            <a:extLst>
              <a:ext uri="{FF2B5EF4-FFF2-40B4-BE49-F238E27FC236}">
                <a16:creationId xmlns:a16="http://schemas.microsoft.com/office/drawing/2014/main" id="{425B4655-4DFD-E27F-7036-0CEE6F5FA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8382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立即响应</a:t>
            </a:r>
          </a:p>
        </p:txBody>
      </p:sp>
      <p:sp>
        <p:nvSpPr>
          <p:cNvPr id="312355" name="Text Box 35">
            <a:extLst>
              <a:ext uri="{FF2B5EF4-FFF2-40B4-BE49-F238E27FC236}">
                <a16:creationId xmlns:a16="http://schemas.microsoft.com/office/drawing/2014/main" id="{FF5CFB5C-D748-1506-ABAC-38DF15BBD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6" y="1371601"/>
            <a:ext cx="4784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异步工作采用应答信号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12356" name="Group 36">
            <a:extLst>
              <a:ext uri="{FF2B5EF4-FFF2-40B4-BE49-F238E27FC236}">
                <a16:creationId xmlns:a16="http://schemas.microsoft.com/office/drawing/2014/main" id="{FFF7EB13-A9B4-2461-7F58-0ED60B19CBE6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624139"/>
            <a:ext cx="1676400" cy="485775"/>
            <a:chOff x="3312" y="1653"/>
            <a:chExt cx="1056" cy="306"/>
          </a:xfrm>
        </p:grpSpPr>
        <p:sp>
          <p:nvSpPr>
            <p:cNvPr id="9251" name="Line 37">
              <a:extLst>
                <a:ext uri="{FF2B5EF4-FFF2-40B4-BE49-F238E27FC236}">
                  <a16:creationId xmlns:a16="http://schemas.microsoft.com/office/drawing/2014/main" id="{825689EA-368C-8F87-7345-9EB4C5C8F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959"/>
              <a:ext cx="105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2" name="Text Box 38">
              <a:extLst>
                <a:ext uri="{FF2B5EF4-FFF2-40B4-BE49-F238E27FC236}">
                  <a16:creationId xmlns:a16="http://schemas.microsoft.com/office/drawing/2014/main" id="{BD415644-A974-3E3D-F377-C690204AC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653"/>
              <a:ext cx="7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“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Ready”</a:t>
              </a:r>
            </a:p>
          </p:txBody>
        </p:sp>
      </p:grpSp>
      <p:grpSp>
        <p:nvGrpSpPr>
          <p:cNvPr id="312359" name="Group 39">
            <a:extLst>
              <a:ext uri="{FF2B5EF4-FFF2-40B4-BE49-F238E27FC236}">
                <a16:creationId xmlns:a16="http://schemas.microsoft.com/office/drawing/2014/main" id="{EB8937E6-0DBB-DCA6-BD00-FA4329A90512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409954"/>
            <a:ext cx="2438400" cy="577851"/>
            <a:chOff x="3072" y="2148"/>
            <a:chExt cx="1536" cy="364"/>
          </a:xfrm>
        </p:grpSpPr>
        <p:sp>
          <p:nvSpPr>
            <p:cNvPr id="9249" name="Freeform 40">
              <a:extLst>
                <a:ext uri="{FF2B5EF4-FFF2-40B4-BE49-F238E27FC236}">
                  <a16:creationId xmlns:a16="http://schemas.microsoft.com/office/drawing/2014/main" id="{6ABFBB16-6FE3-F3E2-8011-D8B7FDDA9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148"/>
              <a:ext cx="1536" cy="331"/>
            </a:xfrm>
            <a:custGeom>
              <a:avLst/>
              <a:gdLst>
                <a:gd name="T0" fmla="*/ 1536 w 1536"/>
                <a:gd name="T1" fmla="*/ 0 h 336"/>
                <a:gd name="T2" fmla="*/ 1536 w 1536"/>
                <a:gd name="T3" fmla="*/ 316 h 336"/>
                <a:gd name="T4" fmla="*/ 0 w 1536"/>
                <a:gd name="T5" fmla="*/ 316 h 336"/>
                <a:gd name="T6" fmla="*/ 0 w 153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36" h="336">
                  <a:moveTo>
                    <a:pt x="1536" y="0"/>
                  </a:moveTo>
                  <a:lnTo>
                    <a:pt x="1536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0" name="Text Box 41">
              <a:extLst>
                <a:ext uri="{FF2B5EF4-FFF2-40B4-BE49-F238E27FC236}">
                  <a16:creationId xmlns:a16="http://schemas.microsoft.com/office/drawing/2014/main" id="{646E7C09-F633-99EC-DD97-7C44E6D2C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21"/>
              <a:ext cx="7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“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Strobe”</a:t>
              </a:r>
            </a:p>
          </p:txBody>
        </p:sp>
      </p:grpSp>
      <p:grpSp>
        <p:nvGrpSpPr>
          <p:cNvPr id="312362" name="Group 42">
            <a:extLst>
              <a:ext uri="{FF2B5EF4-FFF2-40B4-BE49-F238E27FC236}">
                <a16:creationId xmlns:a16="http://schemas.microsoft.com/office/drawing/2014/main" id="{AD172CE8-ABF0-DB26-2F1E-571E8712A5EA}"/>
              </a:ext>
            </a:extLst>
          </p:cNvPr>
          <p:cNvGrpSpPr>
            <a:grpSpLocks/>
          </p:cNvGrpSpPr>
          <p:nvPr/>
        </p:nvGrpSpPr>
        <p:grpSpPr bwMode="auto">
          <a:xfrm>
            <a:off x="3473450" y="2057400"/>
            <a:ext cx="5746750" cy="1352550"/>
            <a:chOff x="1228" y="1296"/>
            <a:chExt cx="3620" cy="852"/>
          </a:xfrm>
        </p:grpSpPr>
        <p:grpSp>
          <p:nvGrpSpPr>
            <p:cNvPr id="9238" name="Group 43">
              <a:extLst>
                <a:ext uri="{FF2B5EF4-FFF2-40B4-BE49-F238E27FC236}">
                  <a16:creationId xmlns:a16="http://schemas.microsoft.com/office/drawing/2014/main" id="{7E572659-B0FD-758B-E7E5-99E01ACE4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3" y="1296"/>
              <a:ext cx="480" cy="852"/>
              <a:chOff x="1872" y="912"/>
              <a:chExt cx="480" cy="864"/>
            </a:xfrm>
          </p:grpSpPr>
          <p:sp>
            <p:nvSpPr>
              <p:cNvPr id="9247" name="Text Box 44">
                <a:extLst>
                  <a:ext uri="{FF2B5EF4-FFF2-40B4-BE49-F238E27FC236}">
                    <a16:creationId xmlns:a16="http://schemas.microsoft.com/office/drawing/2014/main" id="{27A7AF5E-AC06-74A5-415A-570B47DF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986"/>
                <a:ext cx="375" cy="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</a:p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 接</a:t>
                </a:r>
              </a:p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 口</a:t>
                </a:r>
              </a:p>
            </p:txBody>
          </p:sp>
          <p:sp>
            <p:nvSpPr>
              <p:cNvPr id="9248" name="Rectangle 45">
                <a:extLst>
                  <a:ext uri="{FF2B5EF4-FFF2-40B4-BE49-F238E27FC236}">
                    <a16:creationId xmlns:a16="http://schemas.microsoft.com/office/drawing/2014/main" id="{FA29DCC1-C4DC-65E5-6B87-F6418FBE6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912"/>
                <a:ext cx="480" cy="8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39" name="Group 46">
              <a:extLst>
                <a:ext uri="{FF2B5EF4-FFF2-40B4-BE49-F238E27FC236}">
                  <a16:creationId xmlns:a16="http://schemas.microsoft.com/office/drawing/2014/main" id="{8E93FCFD-639A-ECFA-FF74-6EB6C07BC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296"/>
              <a:ext cx="480" cy="852"/>
              <a:chOff x="2688" y="912"/>
              <a:chExt cx="480" cy="864"/>
            </a:xfrm>
          </p:grpSpPr>
          <p:sp>
            <p:nvSpPr>
              <p:cNvPr id="9245" name="Text Box 47">
                <a:extLst>
                  <a:ext uri="{FF2B5EF4-FFF2-40B4-BE49-F238E27FC236}">
                    <a16:creationId xmlns:a16="http://schemas.microsoft.com/office/drawing/2014/main" id="{DDCE213E-F35B-0546-5B95-76083F819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6" y="986"/>
                <a:ext cx="375" cy="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</a:p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 设</a:t>
                </a:r>
              </a:p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 备</a:t>
                </a:r>
              </a:p>
            </p:txBody>
          </p:sp>
          <p:sp>
            <p:nvSpPr>
              <p:cNvPr id="9246" name="Rectangle 48">
                <a:extLst>
                  <a:ext uri="{FF2B5EF4-FFF2-40B4-BE49-F238E27FC236}">
                    <a16:creationId xmlns:a16="http://schemas.microsoft.com/office/drawing/2014/main" id="{3FEAFD50-7B42-09D8-6565-07B025732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912"/>
                <a:ext cx="480" cy="8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40" name="Group 49">
              <a:extLst>
                <a:ext uri="{FF2B5EF4-FFF2-40B4-BE49-F238E27FC236}">
                  <a16:creationId xmlns:a16="http://schemas.microsoft.com/office/drawing/2014/main" id="{FB859AA3-6864-1738-E23B-77ED5B58D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8" y="1296"/>
              <a:ext cx="500" cy="852"/>
              <a:chOff x="940" y="912"/>
              <a:chExt cx="500" cy="864"/>
            </a:xfrm>
          </p:grpSpPr>
          <p:sp>
            <p:nvSpPr>
              <p:cNvPr id="9243" name="Rectangle 50">
                <a:extLst>
                  <a:ext uri="{FF2B5EF4-FFF2-40B4-BE49-F238E27FC236}">
                    <a16:creationId xmlns:a16="http://schemas.microsoft.com/office/drawing/2014/main" id="{C216FA8E-7D6B-60F1-04FA-8FBF53FE6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912"/>
                <a:ext cx="480" cy="8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44" name="Text Box 51">
                <a:extLst>
                  <a:ext uri="{FF2B5EF4-FFF2-40B4-BE49-F238E27FC236}">
                    <a16:creationId xmlns:a16="http://schemas.microsoft.com/office/drawing/2014/main" id="{ECEF2042-9D7B-B330-4B80-BCD51DBEE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0" y="1200"/>
                <a:ext cx="494" cy="2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CPU</a:t>
                </a:r>
              </a:p>
            </p:txBody>
          </p:sp>
        </p:grpSp>
        <p:sp>
          <p:nvSpPr>
            <p:cNvPr id="9241" name="AutoShape 52">
              <a:extLst>
                <a:ext uri="{FF2B5EF4-FFF2-40B4-BE49-F238E27FC236}">
                  <a16:creationId xmlns:a16="http://schemas.microsoft.com/office/drawing/2014/main" id="{97DE6234-D308-A6C1-F5A1-835F12E5D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91"/>
              <a:ext cx="1056" cy="142"/>
            </a:xfrm>
            <a:prstGeom prst="leftRightArrow">
              <a:avLst>
                <a:gd name="adj1" fmla="val 50000"/>
                <a:gd name="adj2" fmla="val 148732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2" name="AutoShape 53">
              <a:extLst>
                <a:ext uri="{FF2B5EF4-FFF2-40B4-BE49-F238E27FC236}">
                  <a16:creationId xmlns:a16="http://schemas.microsoft.com/office/drawing/2014/main" id="{6FF99F10-01E7-E116-F714-0A95F88FA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27"/>
              <a:ext cx="1056" cy="142"/>
            </a:xfrm>
            <a:prstGeom prst="leftRightArrow">
              <a:avLst>
                <a:gd name="adj1" fmla="val 50000"/>
                <a:gd name="adj2" fmla="val 148732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12374" name="Text Box 54">
            <a:extLst>
              <a:ext uri="{FF2B5EF4-FFF2-40B4-BE49-F238E27FC236}">
                <a16:creationId xmlns:a16="http://schemas.microsoft.com/office/drawing/2014/main" id="{33F3ECFA-8284-1F02-03AE-BBAE3C469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6" y="6248401"/>
            <a:ext cx="4632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(3) 同步工作采用同步时标</a:t>
            </a:r>
          </a:p>
        </p:txBody>
      </p:sp>
      <p:sp>
        <p:nvSpPr>
          <p:cNvPr id="312376" name="Text Box 56">
            <a:extLst>
              <a:ext uri="{FF2B5EF4-FFF2-40B4-BE49-F238E27FC236}">
                <a16:creationId xmlns:a16="http://schemas.microsoft.com/office/drawing/2014/main" id="{C76BFC0F-6CB0-0141-9CC1-73E454652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4066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并行</a:t>
            </a:r>
          </a:p>
        </p:txBody>
      </p:sp>
      <p:sp>
        <p:nvSpPr>
          <p:cNvPr id="312377" name="Text Box 57">
            <a:extLst>
              <a:ext uri="{FF2B5EF4-FFF2-40B4-BE49-F238E27FC236}">
                <a16:creationId xmlns:a16="http://schemas.microsoft.com/office/drawing/2014/main" id="{223E695A-0797-5569-E30A-F32D213F4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426720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串行</a:t>
            </a:r>
          </a:p>
        </p:txBody>
      </p:sp>
      <p:grpSp>
        <p:nvGrpSpPr>
          <p:cNvPr id="312396" name="Group 76">
            <a:extLst>
              <a:ext uri="{FF2B5EF4-FFF2-40B4-BE49-F238E27FC236}">
                <a16:creationId xmlns:a16="http://schemas.microsoft.com/office/drawing/2014/main" id="{5539EFEE-2036-27E6-6E59-ED8B1080BD04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4818062"/>
            <a:ext cx="7340600" cy="1479549"/>
            <a:chOff x="1040" y="3035"/>
            <a:chExt cx="4624" cy="932"/>
          </a:xfrm>
        </p:grpSpPr>
        <p:grpSp>
          <p:nvGrpSpPr>
            <p:cNvPr id="9231" name="Group 75">
              <a:extLst>
                <a:ext uri="{FF2B5EF4-FFF2-40B4-BE49-F238E27FC236}">
                  <a16:creationId xmlns:a16="http://schemas.microsoft.com/office/drawing/2014/main" id="{AA19FBEC-E3DB-12AA-3E20-368075AAF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0" y="3035"/>
              <a:ext cx="3328" cy="932"/>
              <a:chOff x="1040" y="3035"/>
              <a:chExt cx="3328" cy="932"/>
            </a:xfrm>
          </p:grpSpPr>
          <p:sp>
            <p:nvSpPr>
              <p:cNvPr id="9233" name="Text Box 69">
                <a:extLst>
                  <a:ext uri="{FF2B5EF4-FFF2-40B4-BE49-F238E27FC236}">
                    <a16:creationId xmlns:a16="http://schemas.microsoft.com/office/drawing/2014/main" id="{978EDF93-7DA7-0B4B-7C2E-7B8058CA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5" y="3327"/>
                <a:ext cx="349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起始位</a:t>
                </a:r>
              </a:p>
            </p:txBody>
          </p:sp>
          <p:sp>
            <p:nvSpPr>
              <p:cNvPr id="9234" name="Text Box 70">
                <a:extLst>
                  <a:ext uri="{FF2B5EF4-FFF2-40B4-BE49-F238E27FC236}">
                    <a16:creationId xmlns:a16="http://schemas.microsoft.com/office/drawing/2014/main" id="{CC9DCFEE-29AB-003E-9EED-9E577AA4D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323"/>
                <a:ext cx="349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终止位</a:t>
                </a:r>
              </a:p>
            </p:txBody>
          </p:sp>
          <p:sp>
            <p:nvSpPr>
              <p:cNvPr id="9235" name="Text Box 71">
                <a:extLst>
                  <a:ext uri="{FF2B5EF4-FFF2-40B4-BE49-F238E27FC236}">
                    <a16:creationId xmlns:a16="http://schemas.microsoft.com/office/drawing/2014/main" id="{BBB31D4D-B373-4C3C-C045-C9FC8B1544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0" y="3660"/>
                <a:ext cx="73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9.09 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ms</a:t>
                </a:r>
              </a:p>
            </p:txBody>
          </p:sp>
          <p:sp>
            <p:nvSpPr>
              <p:cNvPr id="9236" name="Line 72">
                <a:extLst>
                  <a:ext uri="{FF2B5EF4-FFF2-40B4-BE49-F238E27FC236}">
                    <a16:creationId xmlns:a16="http://schemas.microsoft.com/office/drawing/2014/main" id="{15CF08B8-B7FF-0481-2391-5F521237D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275"/>
                <a:ext cx="38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37" name="Line 73">
                <a:extLst>
                  <a:ext uri="{FF2B5EF4-FFF2-40B4-BE49-F238E27FC236}">
                    <a16:creationId xmlns:a16="http://schemas.microsoft.com/office/drawing/2014/main" id="{EEA979E8-B6BE-D8A9-587B-A27E54DEF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035"/>
                <a:ext cx="62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32" name="Text Box 74">
              <a:extLst>
                <a:ext uri="{FF2B5EF4-FFF2-40B4-BE49-F238E27FC236}">
                  <a16:creationId xmlns:a16="http://schemas.microsoft.com/office/drawing/2014/main" id="{018E03B3-CC55-8AD3-FEDA-1480F6660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59"/>
              <a:ext cx="11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CN" sz="10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9.09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1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1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1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54" grpId="0" autoUpdateAnimBg="0"/>
      <p:bldP spid="312355" grpId="0" autoUpdateAnimBg="0"/>
      <p:bldP spid="312374" grpId="0" autoUpdateAnimBg="0"/>
      <p:bldP spid="312376" grpId="0" autoUpdateAnimBg="0"/>
      <p:bldP spid="31237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9EF11FC6-1256-89C3-17C9-0F614E24F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49250"/>
            <a:ext cx="624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5.  </a:t>
            </a:r>
            <a:r>
              <a:rPr lang="en-US" altLang="zh-CN" sz="3600">
                <a:latin typeface="Times New Roman" panose="02020603050405020304" pitchFamily="18" charset="0"/>
              </a:rPr>
              <a:t>I/O </a:t>
            </a:r>
            <a:r>
              <a:rPr lang="zh-CN" altLang="en-US" sz="3600">
                <a:latin typeface="Times New Roman" panose="02020603050405020304" pitchFamily="18" charset="0"/>
              </a:rPr>
              <a:t>设备与主机的连接方式</a:t>
            </a:r>
          </a:p>
        </p:txBody>
      </p:sp>
      <p:sp>
        <p:nvSpPr>
          <p:cNvPr id="313347" name="Text Box 3">
            <a:extLst>
              <a:ext uri="{FF2B5EF4-FFF2-40B4-BE49-F238E27FC236}">
                <a16:creationId xmlns:a16="http://schemas.microsoft.com/office/drawing/2014/main" id="{39416E61-CAE5-3EC8-EB03-45EADF78D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90650"/>
            <a:ext cx="388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(1) 辐射式连接</a:t>
            </a:r>
          </a:p>
        </p:txBody>
      </p:sp>
      <p:sp>
        <p:nvSpPr>
          <p:cNvPr id="313348" name="Text Box 4">
            <a:extLst>
              <a:ext uri="{FF2B5EF4-FFF2-40B4-BE49-F238E27FC236}">
                <a16:creationId xmlns:a16="http://schemas.microsoft.com/office/drawing/2014/main" id="{FE8D4CFE-1935-3B23-5520-6ED4676F1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62539"/>
            <a:ext cx="3581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(2) 总线连接</a:t>
            </a:r>
          </a:p>
        </p:txBody>
      </p:sp>
      <p:grpSp>
        <p:nvGrpSpPr>
          <p:cNvPr id="313349" name="Group 5">
            <a:extLst>
              <a:ext uri="{FF2B5EF4-FFF2-40B4-BE49-F238E27FC236}">
                <a16:creationId xmlns:a16="http://schemas.microsoft.com/office/drawing/2014/main" id="{BBFA1693-6F88-562F-BC66-58A088D1F113}"/>
              </a:ext>
            </a:extLst>
          </p:cNvPr>
          <p:cNvGrpSpPr>
            <a:grpSpLocks/>
          </p:cNvGrpSpPr>
          <p:nvPr/>
        </p:nvGrpSpPr>
        <p:grpSpPr bwMode="auto">
          <a:xfrm>
            <a:off x="2971801" y="2286000"/>
            <a:ext cx="3482975" cy="2362200"/>
            <a:chOff x="912" y="1440"/>
            <a:chExt cx="2194" cy="1488"/>
          </a:xfrm>
        </p:grpSpPr>
        <p:sp>
          <p:nvSpPr>
            <p:cNvPr id="10253" name="Text Box 6">
              <a:extLst>
                <a:ext uri="{FF2B5EF4-FFF2-40B4-BE49-F238E27FC236}">
                  <a16:creationId xmlns:a16="http://schemas.microsoft.com/office/drawing/2014/main" id="{C5428ECE-AAD2-4FBA-7874-8050D79E1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" y="1440"/>
              <a:ext cx="758" cy="3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 外设 Ⅰ</a:t>
              </a:r>
            </a:p>
          </p:txBody>
        </p:sp>
        <p:sp>
          <p:nvSpPr>
            <p:cNvPr id="10254" name="Text Box 7">
              <a:extLst>
                <a:ext uri="{FF2B5EF4-FFF2-40B4-BE49-F238E27FC236}">
                  <a16:creationId xmlns:a16="http://schemas.microsoft.com/office/drawing/2014/main" id="{222D9B02-8EAE-EED3-F855-D26688629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" y="1984"/>
              <a:ext cx="828" cy="3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 外设 Ⅱ</a:t>
              </a:r>
            </a:p>
          </p:txBody>
        </p:sp>
        <p:sp>
          <p:nvSpPr>
            <p:cNvPr id="10255" name="Text Box 8">
              <a:extLst>
                <a:ext uri="{FF2B5EF4-FFF2-40B4-BE49-F238E27FC236}">
                  <a16:creationId xmlns:a16="http://schemas.microsoft.com/office/drawing/2014/main" id="{335DFE31-EBA3-F0F4-438C-F97937B3C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" y="2544"/>
              <a:ext cx="899" cy="3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 外设 Ⅲ</a:t>
              </a:r>
            </a:p>
          </p:txBody>
        </p:sp>
        <p:sp>
          <p:nvSpPr>
            <p:cNvPr id="10256" name="AutoShape 9">
              <a:extLst>
                <a:ext uri="{FF2B5EF4-FFF2-40B4-BE49-F238E27FC236}">
                  <a16:creationId xmlns:a16="http://schemas.microsoft.com/office/drawing/2014/main" id="{02F35290-8845-9216-ACCB-11AF875EA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064"/>
              <a:ext cx="768" cy="192"/>
            </a:xfrm>
            <a:prstGeom prst="leftRightArrow">
              <a:avLst>
                <a:gd name="adj1" fmla="val 50000"/>
                <a:gd name="adj2" fmla="val 8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7" name="AutoShape 10">
              <a:extLst>
                <a:ext uri="{FF2B5EF4-FFF2-40B4-BE49-F238E27FC236}">
                  <a16:creationId xmlns:a16="http://schemas.microsoft.com/office/drawing/2014/main" id="{1B35B6C2-FE2B-5EEC-DE36-DE1CC72C98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>
              <a:off x="1388" y="2450"/>
              <a:ext cx="864" cy="201"/>
            </a:xfrm>
            <a:prstGeom prst="leftRightArrow">
              <a:avLst>
                <a:gd name="adj1" fmla="val 50000"/>
                <a:gd name="adj2" fmla="val 8597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8" name="Text Box 11">
              <a:extLst>
                <a:ext uri="{FF2B5EF4-FFF2-40B4-BE49-F238E27FC236}">
                  <a16:creationId xmlns:a16="http://schemas.microsoft.com/office/drawing/2014/main" id="{E33D89CC-B990-035E-7A7A-7D49A996D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728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latin typeface="Times New Roman" panose="02020603050405020304" pitchFamily="18" charset="0"/>
                </a:rPr>
                <a:t>主</a:t>
              </a:r>
            </a:p>
          </p:txBody>
        </p:sp>
        <p:sp>
          <p:nvSpPr>
            <p:cNvPr id="10259" name="Text Box 12">
              <a:extLst>
                <a:ext uri="{FF2B5EF4-FFF2-40B4-BE49-F238E27FC236}">
                  <a16:creationId xmlns:a16="http://schemas.microsoft.com/office/drawing/2014/main" id="{C3BA5372-C1E8-1659-25D2-29BFF12C8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2323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latin typeface="Times New Roman" panose="02020603050405020304" pitchFamily="18" charset="0"/>
                </a:rPr>
                <a:t>机</a:t>
              </a:r>
            </a:p>
          </p:txBody>
        </p:sp>
        <p:sp>
          <p:nvSpPr>
            <p:cNvPr id="10260" name="Rectangle 13">
              <a:extLst>
                <a:ext uri="{FF2B5EF4-FFF2-40B4-BE49-F238E27FC236}">
                  <a16:creationId xmlns:a16="http://schemas.microsoft.com/office/drawing/2014/main" id="{8D20F4B6-CAFE-7CD2-A651-244B21C69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488"/>
              <a:ext cx="528" cy="14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1" name="AutoShape 14">
              <a:extLst>
                <a:ext uri="{FF2B5EF4-FFF2-40B4-BE49-F238E27FC236}">
                  <a16:creationId xmlns:a16="http://schemas.microsoft.com/office/drawing/2014/main" id="{2286EC42-5A85-34D9-9626-DD237EE646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0">
              <a:off x="1385" y="1703"/>
              <a:ext cx="864" cy="192"/>
            </a:xfrm>
            <a:prstGeom prst="leftRightArrow">
              <a:avLst>
                <a:gd name="adj1" fmla="val 50000"/>
                <a:gd name="adj2" fmla="val 9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13359" name="Text Box 15">
            <a:extLst>
              <a:ext uri="{FF2B5EF4-FFF2-40B4-BE49-F238E27FC236}">
                <a16:creationId xmlns:a16="http://schemas.microsoft.com/office/drawing/2014/main" id="{BA9E2065-409A-56F4-9A53-2FB400FE8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766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不便于增删设备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3360" name="Group 16">
            <a:extLst>
              <a:ext uri="{FF2B5EF4-FFF2-40B4-BE49-F238E27FC236}">
                <a16:creationId xmlns:a16="http://schemas.microsoft.com/office/drawing/2014/main" id="{CBAA0AEA-9688-0722-E052-EF15DB0EA5DF}"/>
              </a:ext>
            </a:extLst>
          </p:cNvPr>
          <p:cNvGrpSpPr>
            <a:grpSpLocks/>
          </p:cNvGrpSpPr>
          <p:nvPr/>
        </p:nvGrpSpPr>
        <p:grpSpPr bwMode="auto">
          <a:xfrm>
            <a:off x="6705601" y="2438402"/>
            <a:ext cx="3775075" cy="1193801"/>
            <a:chOff x="3264" y="1632"/>
            <a:chExt cx="2378" cy="752"/>
          </a:xfrm>
        </p:grpSpPr>
        <p:sp>
          <p:nvSpPr>
            <p:cNvPr id="10251" name="Text Box 17">
              <a:extLst>
                <a:ext uri="{FF2B5EF4-FFF2-40B4-BE49-F238E27FC236}">
                  <a16:creationId xmlns:a16="http://schemas.microsoft.com/office/drawing/2014/main" id="{C033AB37-63C0-7D1C-99F7-FEA963C30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21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每台设备都配有一套</a:t>
              </a:r>
            </a:p>
          </p:txBody>
        </p:sp>
        <p:sp>
          <p:nvSpPr>
            <p:cNvPr id="10252" name="Text Box 18">
              <a:extLst>
                <a:ext uri="{FF2B5EF4-FFF2-40B4-BE49-F238E27FC236}">
                  <a16:creationId xmlns:a16="http://schemas.microsoft.com/office/drawing/2014/main" id="{53B8D317-AAFB-0A36-ED01-EC902E3AC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054"/>
              <a:ext cx="23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控制线路和一组信号线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  <p:sp>
        <p:nvSpPr>
          <p:cNvPr id="313364" name="Text Box 20">
            <a:extLst>
              <a:ext uri="{FF2B5EF4-FFF2-40B4-BE49-F238E27FC236}">
                <a16:creationId xmlns:a16="http://schemas.microsoft.com/office/drawing/2014/main" id="{AA3D4FE5-3648-C70B-FB45-5D64F2A16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25" y="5805488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便于增删设备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autoUpdateAnimBg="0"/>
      <p:bldP spid="313348" grpId="0" autoUpdateAnimBg="0"/>
      <p:bldP spid="313359" grpId="0" autoUpdateAnimBg="0"/>
      <p:bldP spid="31336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92E3A692-FAFD-A8BD-9627-5021D9D9E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04800"/>
            <a:ext cx="8370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四、</a:t>
            </a:r>
            <a:r>
              <a:rPr lang="en-US" altLang="zh-CN" sz="3200">
                <a:latin typeface="Times New Roman" panose="02020603050405020304" pitchFamily="18" charset="0"/>
              </a:rPr>
              <a:t>I/O</a:t>
            </a:r>
            <a:r>
              <a:rPr lang="zh-CN" altLang="en-US" sz="3200">
                <a:latin typeface="Times New Roman" panose="02020603050405020304" pitchFamily="18" charset="0"/>
              </a:rPr>
              <a:t>设备与主机信息传送的控制方式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6C8A8471-A9FE-3612-CCB0-D49B5B0C6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6" y="1314450"/>
            <a:ext cx="3368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程序查询方式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488E8093-7926-FBF1-D1E9-C9BCE08E5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133600"/>
            <a:ext cx="464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串行工作</a:t>
            </a:r>
          </a:p>
        </p:txBody>
      </p:sp>
      <p:sp>
        <p:nvSpPr>
          <p:cNvPr id="314373" name="Text Box 5">
            <a:extLst>
              <a:ext uri="{FF2B5EF4-FFF2-40B4-BE49-F238E27FC236}">
                <a16:creationId xmlns:a16="http://schemas.microsoft.com/office/drawing/2014/main" id="{BEA2BFA1-8D74-FEC6-58D8-03C8E8D19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8194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踏步等待</a:t>
            </a:r>
          </a:p>
        </p:txBody>
      </p:sp>
      <p:grpSp>
        <p:nvGrpSpPr>
          <p:cNvPr id="314374" name="Group 6">
            <a:extLst>
              <a:ext uri="{FF2B5EF4-FFF2-40B4-BE49-F238E27FC236}">
                <a16:creationId xmlns:a16="http://schemas.microsoft.com/office/drawing/2014/main" id="{49188004-CA9D-0F03-2CA4-C4489C1FEE52}"/>
              </a:ext>
            </a:extLst>
          </p:cNvPr>
          <p:cNvGrpSpPr>
            <a:grpSpLocks/>
          </p:cNvGrpSpPr>
          <p:nvPr/>
        </p:nvGrpSpPr>
        <p:grpSpPr bwMode="auto">
          <a:xfrm>
            <a:off x="1890714" y="3581400"/>
            <a:ext cx="3559175" cy="2286000"/>
            <a:chOff x="231" y="1344"/>
            <a:chExt cx="2242" cy="1440"/>
          </a:xfrm>
        </p:grpSpPr>
        <p:grpSp>
          <p:nvGrpSpPr>
            <p:cNvPr id="11303" name="Group 7">
              <a:extLst>
                <a:ext uri="{FF2B5EF4-FFF2-40B4-BE49-F238E27FC236}">
                  <a16:creationId xmlns:a16="http://schemas.microsoft.com/office/drawing/2014/main" id="{D4821E38-5D19-6DFE-FF30-A050B3256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" y="1344"/>
              <a:ext cx="2242" cy="1272"/>
              <a:chOff x="231" y="1608"/>
              <a:chExt cx="2242" cy="1272"/>
            </a:xfrm>
          </p:grpSpPr>
          <p:sp>
            <p:nvSpPr>
              <p:cNvPr id="11305" name="Text Box 8">
                <a:extLst>
                  <a:ext uri="{FF2B5EF4-FFF2-40B4-BE49-F238E27FC236}">
                    <a16:creationId xmlns:a16="http://schemas.microsoft.com/office/drawing/2014/main" id="{B80A9FE5-7325-B8EF-C11E-F636BCD8B5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" y="1862"/>
                <a:ext cx="11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读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状态</a:t>
                </a:r>
              </a:p>
            </p:txBody>
          </p:sp>
          <p:sp>
            <p:nvSpPr>
              <p:cNvPr id="11306" name="Text Box 9">
                <a:extLst>
                  <a:ext uri="{FF2B5EF4-FFF2-40B4-BE49-F238E27FC236}">
                    <a16:creationId xmlns:a16="http://schemas.microsoft.com/office/drawing/2014/main" id="{19E95BD8-8EE7-852F-6092-5FA43518AA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2" y="2486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检查状态</a:t>
                </a:r>
              </a:p>
            </p:txBody>
          </p:sp>
          <p:sp>
            <p:nvSpPr>
              <p:cNvPr id="11307" name="Line 10">
                <a:extLst>
                  <a:ext uri="{FF2B5EF4-FFF2-40B4-BE49-F238E27FC236}">
                    <a16:creationId xmlns:a16="http://schemas.microsoft.com/office/drawing/2014/main" id="{094DF25E-9BE2-40B2-7415-5ECEFC69C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08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08" name="Rectangle 11">
                <a:extLst>
                  <a:ext uri="{FF2B5EF4-FFF2-40B4-BE49-F238E27FC236}">
                    <a16:creationId xmlns:a16="http://schemas.microsoft.com/office/drawing/2014/main" id="{FD5857F5-3584-8D4A-FE1D-DC9E17F3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1824"/>
                <a:ext cx="1159" cy="32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09" name="AutoShape 12">
                <a:extLst>
                  <a:ext uri="{FF2B5EF4-FFF2-40B4-BE49-F238E27FC236}">
                    <a16:creationId xmlns:a16="http://schemas.microsoft.com/office/drawing/2014/main" id="{677BCD75-B913-2086-F448-458E83880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2341"/>
                <a:ext cx="1066" cy="539"/>
              </a:xfrm>
              <a:prstGeom prst="diamond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10" name="Line 13">
                <a:extLst>
                  <a:ext uri="{FF2B5EF4-FFF2-40B4-BE49-F238E27FC236}">
                    <a16:creationId xmlns:a16="http://schemas.microsoft.com/office/drawing/2014/main" id="{44C4F9AF-2ABD-3C6B-241F-1FA319F6D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46"/>
                <a:ext cx="0" cy="215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11" name="Freeform 14">
                <a:extLst>
                  <a:ext uri="{FF2B5EF4-FFF2-40B4-BE49-F238E27FC236}">
                    <a16:creationId xmlns:a16="http://schemas.microsoft.com/office/drawing/2014/main" id="{D5AC7615-133B-3A91-0FA7-A6D648E06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01"/>
                <a:ext cx="1194" cy="913"/>
              </a:xfrm>
              <a:custGeom>
                <a:avLst/>
                <a:gdLst>
                  <a:gd name="T0" fmla="*/ 690 w 1194"/>
                  <a:gd name="T1" fmla="*/ 912 h 913"/>
                  <a:gd name="T2" fmla="*/ 2 w 1194"/>
                  <a:gd name="T3" fmla="*/ 913 h 913"/>
                  <a:gd name="T4" fmla="*/ 0 w 1194"/>
                  <a:gd name="T5" fmla="*/ 1 h 913"/>
                  <a:gd name="T6" fmla="*/ 1194 w 1194"/>
                  <a:gd name="T7" fmla="*/ 0 h 9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94" h="913">
                    <a:moveTo>
                      <a:pt x="690" y="912"/>
                    </a:moveTo>
                    <a:lnTo>
                      <a:pt x="2" y="913"/>
                    </a:lnTo>
                    <a:lnTo>
                      <a:pt x="0" y="1"/>
                    </a:lnTo>
                    <a:lnTo>
                      <a:pt x="1194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12" name="Text Box 15">
                <a:extLst>
                  <a:ext uri="{FF2B5EF4-FFF2-40B4-BE49-F238E27FC236}">
                    <a16:creationId xmlns:a16="http://schemas.microsoft.com/office/drawing/2014/main" id="{DCF20761-871D-122E-481E-9E09EC921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" y="2630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未准备就绪</a:t>
                </a:r>
              </a:p>
            </p:txBody>
          </p:sp>
          <p:sp>
            <p:nvSpPr>
              <p:cNvPr id="11313" name="Freeform 16">
                <a:extLst>
                  <a:ext uri="{FF2B5EF4-FFF2-40B4-BE49-F238E27FC236}">
                    <a16:creationId xmlns:a16="http://schemas.microsoft.com/office/drawing/2014/main" id="{9C933986-7AE6-6E69-BA98-4008073F9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611"/>
                <a:ext cx="392" cy="1"/>
              </a:xfrm>
              <a:custGeom>
                <a:avLst/>
                <a:gdLst>
                  <a:gd name="T0" fmla="*/ 0 w 642"/>
                  <a:gd name="T1" fmla="*/ 0 h 1"/>
                  <a:gd name="T2" fmla="*/ 89 w 6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2" h="1">
                    <a:moveTo>
                      <a:pt x="0" y="0"/>
                    </a:moveTo>
                    <a:lnTo>
                      <a:pt x="642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14" name="Text Box 17">
                <a:extLst>
                  <a:ext uri="{FF2B5EF4-FFF2-40B4-BE49-F238E27FC236}">
                    <a16:creationId xmlns:a16="http://schemas.microsoft.com/office/drawing/2014/main" id="{A51E82B6-3C04-FE31-760D-56B3CEAF98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630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出错</a:t>
                </a:r>
              </a:p>
            </p:txBody>
          </p:sp>
        </p:grpSp>
        <p:sp>
          <p:nvSpPr>
            <p:cNvPr id="11304" name="Freeform 18">
              <a:extLst>
                <a:ext uri="{FF2B5EF4-FFF2-40B4-BE49-F238E27FC236}">
                  <a16:creationId xmlns:a16="http://schemas.microsoft.com/office/drawing/2014/main" id="{37EC0B6C-3283-A238-0D21-3220C5BB4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610"/>
              <a:ext cx="1" cy="174"/>
            </a:xfrm>
            <a:custGeom>
              <a:avLst/>
              <a:gdLst>
                <a:gd name="T0" fmla="*/ 0 w 1"/>
                <a:gd name="T1" fmla="*/ 0 h 201"/>
                <a:gd name="T2" fmla="*/ 0 w 1"/>
                <a:gd name="T3" fmla="*/ 113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1">
                  <a:moveTo>
                    <a:pt x="0" y="0"/>
                  </a:moveTo>
                  <a:lnTo>
                    <a:pt x="0" y="201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4387" name="Group 19">
            <a:extLst>
              <a:ext uri="{FF2B5EF4-FFF2-40B4-BE49-F238E27FC236}">
                <a16:creationId xmlns:a16="http://schemas.microsoft.com/office/drawing/2014/main" id="{6D270A3C-5CBD-4B05-771D-2ED78C425970}"/>
              </a:ext>
            </a:extLst>
          </p:cNvPr>
          <p:cNvGrpSpPr>
            <a:grpSpLocks/>
          </p:cNvGrpSpPr>
          <p:nvPr/>
        </p:nvGrpSpPr>
        <p:grpSpPr bwMode="auto">
          <a:xfrm>
            <a:off x="5853113" y="1143001"/>
            <a:ext cx="4572000" cy="5762625"/>
            <a:chOff x="2727" y="720"/>
            <a:chExt cx="2880" cy="3630"/>
          </a:xfrm>
        </p:grpSpPr>
        <p:grpSp>
          <p:nvGrpSpPr>
            <p:cNvPr id="11274" name="Group 20">
              <a:extLst>
                <a:ext uri="{FF2B5EF4-FFF2-40B4-BE49-F238E27FC236}">
                  <a16:creationId xmlns:a16="http://schemas.microsoft.com/office/drawing/2014/main" id="{CC6FEDD9-580C-3CAF-4109-597C5E67E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720"/>
              <a:ext cx="2880" cy="3630"/>
              <a:chOff x="2727" y="720"/>
              <a:chExt cx="2880" cy="3630"/>
            </a:xfrm>
          </p:grpSpPr>
          <p:sp>
            <p:nvSpPr>
              <p:cNvPr id="11276" name="Text Box 21">
                <a:extLst>
                  <a:ext uri="{FF2B5EF4-FFF2-40B4-BE49-F238E27FC236}">
                    <a16:creationId xmlns:a16="http://schemas.microsoft.com/office/drawing/2014/main" id="{6C87720E-4EA9-0B62-00FC-BAB06DDF2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2544"/>
                <a:ext cx="1122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54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从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接口中读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一个字到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</a:p>
            </p:txBody>
          </p:sp>
          <p:sp>
            <p:nvSpPr>
              <p:cNvPr id="11277" name="Rectangle 22">
                <a:extLst>
                  <a:ext uri="{FF2B5EF4-FFF2-40B4-BE49-F238E27FC236}">
                    <a16:creationId xmlns:a16="http://schemas.microsoft.com/office/drawing/2014/main" id="{89B6473A-3F38-2E87-D022-61DFFF516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2558"/>
                <a:ext cx="1159" cy="41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78" name="Text Box 23">
                <a:extLst>
                  <a:ext uri="{FF2B5EF4-FFF2-40B4-BE49-F238E27FC236}">
                    <a16:creationId xmlns:a16="http://schemas.microsoft.com/office/drawing/2014/main" id="{EBD0DC74-BA9F-7A37-4AA5-693467562B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3158"/>
                <a:ext cx="108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从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向主存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写入一个字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9" name="Rectangle 24">
                <a:extLst>
                  <a:ext uri="{FF2B5EF4-FFF2-40B4-BE49-F238E27FC236}">
                    <a16:creationId xmlns:a16="http://schemas.microsoft.com/office/drawing/2014/main" id="{B3798E9A-45B1-1EEB-F742-863A71949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3144"/>
                <a:ext cx="1159" cy="41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0" name="Text Box 25">
                <a:extLst>
                  <a:ext uri="{FF2B5EF4-FFF2-40B4-BE49-F238E27FC236}">
                    <a16:creationId xmlns:a16="http://schemas.microsoft.com/office/drawing/2014/main" id="{6C9007F0-2E28-302D-0A7D-6DADB4CD05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6" y="960"/>
                <a:ext cx="9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向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发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   读指令</a:t>
                </a:r>
              </a:p>
            </p:txBody>
          </p:sp>
          <p:sp>
            <p:nvSpPr>
              <p:cNvPr id="11281" name="Rectangle 26">
                <a:extLst>
                  <a:ext uri="{FF2B5EF4-FFF2-40B4-BE49-F238E27FC236}">
                    <a16:creationId xmlns:a16="http://schemas.microsoft.com/office/drawing/2014/main" id="{B8DDF853-B0BF-1695-76C7-68390A279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979"/>
                <a:ext cx="1159" cy="41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2" name="Text Box 27">
                <a:extLst>
                  <a:ext uri="{FF2B5EF4-FFF2-40B4-BE49-F238E27FC236}">
                    <a16:creationId xmlns:a16="http://schemas.microsoft.com/office/drawing/2014/main" id="{51790C42-9BB6-42FE-F76B-1F1B91F36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" y="1574"/>
                <a:ext cx="11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读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状态</a:t>
                </a:r>
              </a:p>
            </p:txBody>
          </p:sp>
          <p:sp>
            <p:nvSpPr>
              <p:cNvPr id="11283" name="Rectangle 28">
                <a:extLst>
                  <a:ext uri="{FF2B5EF4-FFF2-40B4-BE49-F238E27FC236}">
                    <a16:creationId xmlns:a16="http://schemas.microsoft.com/office/drawing/2014/main" id="{B2C0EB45-0EE4-F080-705B-5E7E3AF1B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1562"/>
                <a:ext cx="1159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4" name="Text Box 29">
                <a:extLst>
                  <a:ext uri="{FF2B5EF4-FFF2-40B4-BE49-F238E27FC236}">
                    <a16:creationId xmlns:a16="http://schemas.microsoft.com/office/drawing/2014/main" id="{553D3C63-7A6A-90A1-7B93-99D7C50669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2045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检查状态</a:t>
                </a:r>
              </a:p>
            </p:txBody>
          </p:sp>
          <p:sp>
            <p:nvSpPr>
              <p:cNvPr id="11285" name="AutoShape 30">
                <a:extLst>
                  <a:ext uri="{FF2B5EF4-FFF2-40B4-BE49-F238E27FC236}">
                    <a16:creationId xmlns:a16="http://schemas.microsoft.com/office/drawing/2014/main" id="{EE644DE5-7EE7-585B-2B62-158585CCA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1962"/>
                <a:ext cx="1066" cy="417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6" name="Text Box 31">
                <a:extLst>
                  <a:ext uri="{FF2B5EF4-FFF2-40B4-BE49-F238E27FC236}">
                    <a16:creationId xmlns:a16="http://schemas.microsoft.com/office/drawing/2014/main" id="{192AC238-F49B-C104-F526-40D3707EB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3818"/>
                <a:ext cx="6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完成否</a:t>
                </a:r>
              </a:p>
            </p:txBody>
          </p:sp>
          <p:sp>
            <p:nvSpPr>
              <p:cNvPr id="11287" name="AutoShape 32">
                <a:extLst>
                  <a:ext uri="{FF2B5EF4-FFF2-40B4-BE49-F238E27FC236}">
                    <a16:creationId xmlns:a16="http://schemas.microsoft.com/office/drawing/2014/main" id="{20FDE749-C198-CAA8-4B90-98D847D2E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3727"/>
                <a:ext cx="1066" cy="417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8" name="Line 33">
                <a:extLst>
                  <a:ext uri="{FF2B5EF4-FFF2-40B4-BE49-F238E27FC236}">
                    <a16:creationId xmlns:a16="http://schemas.microsoft.com/office/drawing/2014/main" id="{E31BD6E7-2263-0CB6-8CD7-AECE6EAA3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1395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89" name="Line 34">
                <a:extLst>
                  <a:ext uri="{FF2B5EF4-FFF2-40B4-BE49-F238E27FC236}">
                    <a16:creationId xmlns:a16="http://schemas.microsoft.com/office/drawing/2014/main" id="{5E934E11-E1D9-F4E6-164F-222745E9B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1811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0" name="Freeform 35">
                <a:extLst>
                  <a:ext uri="{FF2B5EF4-FFF2-40B4-BE49-F238E27FC236}">
                    <a16:creationId xmlns:a16="http://schemas.microsoft.com/office/drawing/2014/main" id="{5045E699-C7BD-C543-818A-7125EA6DC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2379"/>
                <a:ext cx="1" cy="174"/>
              </a:xfrm>
              <a:custGeom>
                <a:avLst/>
                <a:gdLst>
                  <a:gd name="T0" fmla="*/ 0 w 1"/>
                  <a:gd name="T1" fmla="*/ 0 h 201"/>
                  <a:gd name="T2" fmla="*/ 0 w 1"/>
                  <a:gd name="T3" fmla="*/ 113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01">
                    <a:moveTo>
                      <a:pt x="0" y="0"/>
                    </a:moveTo>
                    <a:lnTo>
                      <a:pt x="0" y="2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1" name="Line 36">
                <a:extLst>
                  <a:ext uri="{FF2B5EF4-FFF2-40B4-BE49-F238E27FC236}">
                    <a16:creationId xmlns:a16="http://schemas.microsoft.com/office/drawing/2014/main" id="{95A87755-DB60-4981-5BC5-F0D6D45C2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2977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2" name="Line 37">
                <a:extLst>
                  <a:ext uri="{FF2B5EF4-FFF2-40B4-BE49-F238E27FC236}">
                    <a16:creationId xmlns:a16="http://schemas.microsoft.com/office/drawing/2014/main" id="{63D95B48-D152-8758-20DA-8C22C3DF2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3560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3" name="Line 38">
                <a:extLst>
                  <a:ext uri="{FF2B5EF4-FFF2-40B4-BE49-F238E27FC236}">
                    <a16:creationId xmlns:a16="http://schemas.microsoft.com/office/drawing/2014/main" id="{07CF1AA8-B0E6-3E35-4F94-1AF45BCFE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812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4" name="Freeform 39">
                <a:extLst>
                  <a:ext uri="{FF2B5EF4-FFF2-40B4-BE49-F238E27FC236}">
                    <a16:creationId xmlns:a16="http://schemas.microsoft.com/office/drawing/2014/main" id="{97356796-C07E-4D5F-E206-B877063C6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4146"/>
                <a:ext cx="1" cy="164"/>
              </a:xfrm>
              <a:custGeom>
                <a:avLst/>
                <a:gdLst>
                  <a:gd name="T0" fmla="*/ 0 w 1"/>
                  <a:gd name="T1" fmla="*/ 0 h 189"/>
                  <a:gd name="T2" fmla="*/ 0 w 1"/>
                  <a:gd name="T3" fmla="*/ 107 h 18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9">
                    <a:moveTo>
                      <a:pt x="0" y="0"/>
                    </a:moveTo>
                    <a:lnTo>
                      <a:pt x="0" y="18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5" name="Freeform 40">
                <a:extLst>
                  <a:ext uri="{FF2B5EF4-FFF2-40B4-BE49-F238E27FC236}">
                    <a16:creationId xmlns:a16="http://schemas.microsoft.com/office/drawing/2014/main" id="{82E0D6D2-397D-A649-E313-85A64EA52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1468"/>
                <a:ext cx="1440" cy="705"/>
              </a:xfrm>
              <a:custGeom>
                <a:avLst/>
                <a:gdLst>
                  <a:gd name="T0" fmla="*/ 834 w 1491"/>
                  <a:gd name="T1" fmla="*/ 460 h 813"/>
                  <a:gd name="T2" fmla="*/ 3 w 1491"/>
                  <a:gd name="T3" fmla="*/ 460 h 813"/>
                  <a:gd name="T4" fmla="*/ 0 w 1491"/>
                  <a:gd name="T5" fmla="*/ 0 h 813"/>
                  <a:gd name="T6" fmla="*/ 1297 w 1491"/>
                  <a:gd name="T7" fmla="*/ 3 h 8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1" h="813">
                    <a:moveTo>
                      <a:pt x="960" y="813"/>
                    </a:moveTo>
                    <a:lnTo>
                      <a:pt x="3" y="813"/>
                    </a:lnTo>
                    <a:lnTo>
                      <a:pt x="0" y="0"/>
                    </a:lnTo>
                    <a:lnTo>
                      <a:pt x="1491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6" name="Freeform 41">
                <a:extLst>
                  <a:ext uri="{FF2B5EF4-FFF2-40B4-BE49-F238E27FC236}">
                    <a16:creationId xmlns:a16="http://schemas.microsoft.com/office/drawing/2014/main" id="{1E36E439-9D04-0273-1D47-481A85FEC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854"/>
                <a:ext cx="1715" cy="3081"/>
              </a:xfrm>
              <a:custGeom>
                <a:avLst/>
                <a:gdLst>
                  <a:gd name="T0" fmla="*/ 1085 w 1776"/>
                  <a:gd name="T1" fmla="*/ 2011 h 3552"/>
                  <a:gd name="T2" fmla="*/ 0 w 1776"/>
                  <a:gd name="T3" fmla="*/ 2011 h 3552"/>
                  <a:gd name="T4" fmla="*/ 0 w 1776"/>
                  <a:gd name="T5" fmla="*/ 0 h 3552"/>
                  <a:gd name="T6" fmla="*/ 1544 w 1776"/>
                  <a:gd name="T7" fmla="*/ 0 h 35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76" h="3552">
                    <a:moveTo>
                      <a:pt x="1248" y="3552"/>
                    </a:moveTo>
                    <a:lnTo>
                      <a:pt x="0" y="3552"/>
                    </a:lnTo>
                    <a:lnTo>
                      <a:pt x="0" y="0"/>
                    </a:lnTo>
                    <a:lnTo>
                      <a:pt x="177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97" name="Text Box 42">
                <a:extLst>
                  <a:ext uri="{FF2B5EF4-FFF2-40B4-BE49-F238E27FC236}">
                    <a16:creationId xmlns:a16="http://schemas.microsoft.com/office/drawing/2014/main" id="{CF6809E5-A784-03A6-75D9-6FF6C55573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2" y="1920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未准备就绪</a:t>
                </a:r>
              </a:p>
            </p:txBody>
          </p:sp>
          <p:sp>
            <p:nvSpPr>
              <p:cNvPr id="11298" name="Text Box 43">
                <a:extLst>
                  <a:ext uri="{FF2B5EF4-FFF2-40B4-BE49-F238E27FC236}">
                    <a16:creationId xmlns:a16="http://schemas.microsoft.com/office/drawing/2014/main" id="{C38181F4-D5F4-A1C1-0E74-8076EB7D1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0" y="720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现行程序</a:t>
                </a:r>
              </a:p>
            </p:txBody>
          </p:sp>
          <p:sp>
            <p:nvSpPr>
              <p:cNvPr id="11299" name="Text Box 44">
                <a:extLst>
                  <a:ext uri="{FF2B5EF4-FFF2-40B4-BE49-F238E27FC236}">
                    <a16:creationId xmlns:a16="http://schemas.microsoft.com/office/drawing/2014/main" id="{B175F785-66B5-BD92-1A9F-7A92BDA002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5" y="410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是</a:t>
                </a:r>
              </a:p>
            </p:txBody>
          </p:sp>
          <p:sp>
            <p:nvSpPr>
              <p:cNvPr id="11300" name="Freeform 45">
                <a:extLst>
                  <a:ext uri="{FF2B5EF4-FFF2-40B4-BE49-F238E27FC236}">
                    <a16:creationId xmlns:a16="http://schemas.microsoft.com/office/drawing/2014/main" id="{F0F5CC7C-3792-8ED9-28DA-68BDC55FC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7" y="2171"/>
                <a:ext cx="620" cy="0"/>
              </a:xfrm>
              <a:custGeom>
                <a:avLst/>
                <a:gdLst>
                  <a:gd name="T0" fmla="*/ 0 w 642"/>
                  <a:gd name="T1" fmla="*/ 0 h 1"/>
                  <a:gd name="T2" fmla="*/ 558 w 6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2" h="1">
                    <a:moveTo>
                      <a:pt x="0" y="0"/>
                    </a:moveTo>
                    <a:lnTo>
                      <a:pt x="64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01" name="Text Box 46">
                <a:extLst>
                  <a:ext uri="{FF2B5EF4-FFF2-40B4-BE49-F238E27FC236}">
                    <a16:creationId xmlns:a16="http://schemas.microsoft.com/office/drawing/2014/main" id="{ECB7EB5E-7CED-84C3-28D1-191DCD889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1872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出错</a:t>
                </a:r>
              </a:p>
            </p:txBody>
          </p:sp>
          <p:sp>
            <p:nvSpPr>
              <p:cNvPr id="11302" name="Text Box 47">
                <a:extLst>
                  <a:ext uri="{FF2B5EF4-FFF2-40B4-BE49-F238E27FC236}">
                    <a16:creationId xmlns:a16="http://schemas.microsoft.com/office/drawing/2014/main" id="{B428A11A-7F4D-3982-230F-B026EE90FB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8" y="2309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已准备就绪</a:t>
                </a:r>
              </a:p>
            </p:txBody>
          </p:sp>
        </p:grpSp>
        <p:sp>
          <p:nvSpPr>
            <p:cNvPr id="11275" name="Text Box 48">
              <a:extLst>
                <a:ext uri="{FF2B5EF4-FFF2-40B4-BE49-F238E27FC236}">
                  <a16:creationId xmlns:a16="http://schemas.microsoft.com/office/drawing/2014/main" id="{91659553-C682-34CD-2FB8-2EAC372F4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8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utoUpdateAnimBg="0"/>
      <p:bldP spid="314372" grpId="0" autoUpdateAnimBg="0"/>
      <p:bldP spid="31437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7D8349E1-487D-5C4E-515B-1B29BFB0B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425450"/>
            <a:ext cx="339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程序中断方式</a:t>
            </a:r>
          </a:p>
        </p:txBody>
      </p:sp>
      <p:sp>
        <p:nvSpPr>
          <p:cNvPr id="315395" name="Text Box 3">
            <a:extLst>
              <a:ext uri="{FF2B5EF4-FFF2-40B4-BE49-F238E27FC236}">
                <a16:creationId xmlns:a16="http://schemas.microsoft.com/office/drawing/2014/main" id="{0D0251C2-4F75-300A-9D02-053A41C61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684339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latin typeface="Times New Roman" panose="02020603050405020304" pitchFamily="18" charset="0"/>
              </a:rPr>
              <a:t>工作</a:t>
            </a:r>
          </a:p>
        </p:txBody>
      </p:sp>
      <p:sp>
        <p:nvSpPr>
          <p:cNvPr id="315396" name="Text Box 4">
            <a:extLst>
              <a:ext uri="{FF2B5EF4-FFF2-40B4-BE49-F238E27FC236}">
                <a16:creationId xmlns:a16="http://schemas.microsoft.com/office/drawing/2014/main" id="{6E682892-53F6-253F-7CAD-33F26F505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1" y="1393826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不查询</a:t>
            </a:r>
          </a:p>
        </p:txBody>
      </p:sp>
      <p:sp>
        <p:nvSpPr>
          <p:cNvPr id="315397" name="Text Box 5">
            <a:extLst>
              <a:ext uri="{FF2B5EF4-FFF2-40B4-BE49-F238E27FC236}">
                <a16:creationId xmlns:a16="http://schemas.microsoft.com/office/drawing/2014/main" id="{011B15A0-9739-8001-0127-48B327330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1" y="2079626"/>
            <a:ext cx="3825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暂停现行程序</a:t>
            </a:r>
          </a:p>
        </p:txBody>
      </p:sp>
      <p:grpSp>
        <p:nvGrpSpPr>
          <p:cNvPr id="315398" name="Group 6">
            <a:extLst>
              <a:ext uri="{FF2B5EF4-FFF2-40B4-BE49-F238E27FC236}">
                <a16:creationId xmlns:a16="http://schemas.microsoft.com/office/drawing/2014/main" id="{162470FD-BF42-D7B4-5B8C-8F362A820466}"/>
              </a:ext>
            </a:extLst>
          </p:cNvPr>
          <p:cNvGrpSpPr>
            <a:grpSpLocks/>
          </p:cNvGrpSpPr>
          <p:nvPr/>
        </p:nvGrpSpPr>
        <p:grpSpPr bwMode="auto">
          <a:xfrm>
            <a:off x="4495801" y="1371600"/>
            <a:ext cx="3292475" cy="1227138"/>
            <a:chOff x="1872" y="864"/>
            <a:chExt cx="2074" cy="773"/>
          </a:xfrm>
        </p:grpSpPr>
        <p:sp>
          <p:nvSpPr>
            <p:cNvPr id="12327" name="Text Box 7">
              <a:extLst>
                <a:ext uri="{FF2B5EF4-FFF2-40B4-BE49-F238E27FC236}">
                  <a16:creationId xmlns:a16="http://schemas.microsoft.com/office/drawing/2014/main" id="{910661AF-291B-7254-9F82-6E6DF5302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864"/>
              <a:ext cx="12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自身准备</a:t>
              </a:r>
            </a:p>
          </p:txBody>
        </p:sp>
        <p:sp>
          <p:nvSpPr>
            <p:cNvPr id="12328" name="Text Box 8">
              <a:extLst>
                <a:ext uri="{FF2B5EF4-FFF2-40B4-BE49-F238E27FC236}">
                  <a16:creationId xmlns:a16="http://schemas.microsoft.com/office/drawing/2014/main" id="{0C26084A-09FF-194E-5599-3D8522D57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10"/>
              <a:ext cx="20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与主机交换信息</a:t>
              </a:r>
            </a:p>
          </p:txBody>
        </p:sp>
      </p:grpSp>
      <p:sp>
        <p:nvSpPr>
          <p:cNvPr id="315401" name="AutoShape 9">
            <a:extLst>
              <a:ext uri="{FF2B5EF4-FFF2-40B4-BE49-F238E27FC236}">
                <a16:creationId xmlns:a16="http://schemas.microsoft.com/office/drawing/2014/main" id="{C70068DD-74F7-E192-E2E9-5B021D78CABF}"/>
              </a:ext>
            </a:extLst>
          </p:cNvPr>
          <p:cNvSpPr>
            <a:spLocks/>
          </p:cNvSpPr>
          <p:nvPr/>
        </p:nvSpPr>
        <p:spPr bwMode="auto">
          <a:xfrm>
            <a:off x="4343400" y="1600200"/>
            <a:ext cx="152400" cy="838200"/>
          </a:xfrm>
          <a:prstGeom prst="leftBrace">
            <a:avLst>
              <a:gd name="adj1" fmla="val 45833"/>
              <a:gd name="adj2" fmla="val 4791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5402" name="Text Box 10">
            <a:extLst>
              <a:ext uri="{FF2B5EF4-FFF2-40B4-BE49-F238E27FC236}">
                <a16:creationId xmlns:a16="http://schemas.microsoft.com/office/drawing/2014/main" id="{EC592093-6FDB-0A49-CD9D-6A4732D3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2693989"/>
            <a:ext cx="39512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并行工作</a:t>
            </a:r>
          </a:p>
        </p:txBody>
      </p:sp>
      <p:grpSp>
        <p:nvGrpSpPr>
          <p:cNvPr id="315434" name="Group 42">
            <a:extLst>
              <a:ext uri="{FF2B5EF4-FFF2-40B4-BE49-F238E27FC236}">
                <a16:creationId xmlns:a16="http://schemas.microsoft.com/office/drawing/2014/main" id="{2CC23C91-5419-3F1A-E6B6-1DEC1D40FAC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276600"/>
            <a:ext cx="4038600" cy="3048000"/>
            <a:chOff x="576" y="2064"/>
            <a:chExt cx="2544" cy="1920"/>
          </a:xfrm>
        </p:grpSpPr>
        <p:sp>
          <p:nvSpPr>
            <p:cNvPr id="12303" name="Rectangle 12">
              <a:extLst>
                <a:ext uri="{FF2B5EF4-FFF2-40B4-BE49-F238E27FC236}">
                  <a16:creationId xmlns:a16="http://schemas.microsoft.com/office/drawing/2014/main" id="{78ADBD24-AA62-1F03-6F45-C7EDEBAB9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62"/>
              <a:ext cx="912" cy="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</a:p>
          </p:txBody>
        </p:sp>
        <p:sp>
          <p:nvSpPr>
            <p:cNvPr id="12304" name="Rectangle 13">
              <a:extLst>
                <a:ext uri="{FF2B5EF4-FFF2-40B4-BE49-F238E27FC236}">
                  <a16:creationId xmlns:a16="http://schemas.microsoft.com/office/drawing/2014/main" id="{B6FFD2DE-FAB6-1966-9585-658B719F9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231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Rectangle 14">
              <a:extLst>
                <a:ext uri="{FF2B5EF4-FFF2-40B4-BE49-F238E27FC236}">
                  <a16:creationId xmlns:a16="http://schemas.microsoft.com/office/drawing/2014/main" id="{1821B2EF-9CB6-2F79-EC00-C7D27A74D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99"/>
              <a:ext cx="91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6" name="Rectangle 15">
              <a:extLst>
                <a:ext uri="{FF2B5EF4-FFF2-40B4-BE49-F238E27FC236}">
                  <a16:creationId xmlns:a16="http://schemas.microsoft.com/office/drawing/2014/main" id="{4899501F-FBF4-5EC3-F922-AAFF87C05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67"/>
              <a:ext cx="91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7" name="Rectangle 16">
              <a:extLst>
                <a:ext uri="{FF2B5EF4-FFF2-40B4-BE49-F238E27FC236}">
                  <a16:creationId xmlns:a16="http://schemas.microsoft.com/office/drawing/2014/main" id="{39DFBE4C-9B52-47AE-4094-ABB843AA4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2529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启动 </a:t>
              </a:r>
              <a:r>
                <a:rPr kumimoji="1"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12308" name="Rectangle 17">
              <a:extLst>
                <a:ext uri="{FF2B5EF4-FFF2-40B4-BE49-F238E27FC236}">
                  <a16:creationId xmlns:a16="http://schemas.microsoft.com/office/drawing/2014/main" id="{50149DC5-69F9-8431-7D73-B78B02AA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216"/>
              <a:ext cx="91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现行程序</a:t>
              </a: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</a:p>
          </p:txBody>
        </p:sp>
        <p:sp>
          <p:nvSpPr>
            <p:cNvPr id="12309" name="Line 18">
              <a:extLst>
                <a:ext uri="{FF2B5EF4-FFF2-40B4-BE49-F238E27FC236}">
                  <a16:creationId xmlns:a16="http://schemas.microsoft.com/office/drawing/2014/main" id="{634779FA-3ACB-4F9B-561C-8E544BFEB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064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0" name="Line 19">
              <a:extLst>
                <a:ext uri="{FF2B5EF4-FFF2-40B4-BE49-F238E27FC236}">
                  <a16:creationId xmlns:a16="http://schemas.microsoft.com/office/drawing/2014/main" id="{2CF5AE73-B9AE-F9BB-9B7C-AC4D2B44A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3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1" name="Line 20">
              <a:extLst>
                <a:ext uri="{FF2B5EF4-FFF2-40B4-BE49-F238E27FC236}">
                  <a16:creationId xmlns:a16="http://schemas.microsoft.com/office/drawing/2014/main" id="{6D39E9D3-A453-13EC-6FBD-4B08BD70D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767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2" name="Line 21">
              <a:extLst>
                <a:ext uri="{FF2B5EF4-FFF2-40B4-BE49-F238E27FC236}">
                  <a16:creationId xmlns:a16="http://schemas.microsoft.com/office/drawing/2014/main" id="{D4E5FCA1-D591-D12E-7350-C6512438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999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3" name="Line 22">
              <a:extLst>
                <a:ext uri="{FF2B5EF4-FFF2-40B4-BE49-F238E27FC236}">
                  <a16:creationId xmlns:a16="http://schemas.microsoft.com/office/drawing/2014/main" id="{7EC8EC0E-CF77-6CA8-1803-7040DABE6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31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4" name="Line 23">
              <a:extLst>
                <a:ext uri="{FF2B5EF4-FFF2-40B4-BE49-F238E27FC236}">
                  <a16:creationId xmlns:a16="http://schemas.microsoft.com/office/drawing/2014/main" id="{00EA4701-FCBD-6E97-A710-EF5E23116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462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5" name="Line 24">
              <a:extLst>
                <a:ext uri="{FF2B5EF4-FFF2-40B4-BE49-F238E27FC236}">
                  <a16:creationId xmlns:a16="http://schemas.microsoft.com/office/drawing/2014/main" id="{8A12AADA-1392-256A-F94E-5CD8961B1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972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6" name="Freeform 25">
              <a:extLst>
                <a:ext uri="{FF2B5EF4-FFF2-40B4-BE49-F238E27FC236}">
                  <a16:creationId xmlns:a16="http://schemas.microsoft.com/office/drawing/2014/main" id="{4B4C6FCB-5D17-C8DD-2ABB-569333A3D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2067"/>
              <a:ext cx="1" cy="1905"/>
            </a:xfrm>
            <a:custGeom>
              <a:avLst/>
              <a:gdLst>
                <a:gd name="T0" fmla="*/ 0 w 1"/>
                <a:gd name="T1" fmla="*/ 0 h 1905"/>
                <a:gd name="T2" fmla="*/ 1 w 1"/>
                <a:gd name="T3" fmla="*/ 1905 h 19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05">
                  <a:moveTo>
                    <a:pt x="0" y="0"/>
                  </a:moveTo>
                  <a:lnTo>
                    <a:pt x="1" y="1905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7" name="Freeform 26">
              <a:extLst>
                <a:ext uri="{FF2B5EF4-FFF2-40B4-BE49-F238E27FC236}">
                  <a16:creationId xmlns:a16="http://schemas.microsoft.com/office/drawing/2014/main" id="{6EEAF8D3-670F-8367-14A2-B0FB9D560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2067"/>
              <a:ext cx="4" cy="1905"/>
            </a:xfrm>
            <a:custGeom>
              <a:avLst/>
              <a:gdLst>
                <a:gd name="T0" fmla="*/ 0 w 4"/>
                <a:gd name="T1" fmla="*/ 0 h 1905"/>
                <a:gd name="T2" fmla="*/ 4 w 4"/>
                <a:gd name="T3" fmla="*/ 1905 h 19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905">
                  <a:moveTo>
                    <a:pt x="0" y="0"/>
                  </a:moveTo>
                  <a:lnTo>
                    <a:pt x="4" y="1905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 anchorCtr="1"/>
            <a:lstStyle/>
            <a:p>
              <a:endParaRPr lang="zh-CN" altLang="en-US"/>
            </a:p>
          </p:txBody>
        </p:sp>
        <p:sp>
          <p:nvSpPr>
            <p:cNvPr id="12318" name="Text Box 27">
              <a:extLst>
                <a:ext uri="{FF2B5EF4-FFF2-40B4-BE49-F238E27FC236}">
                  <a16:creationId xmlns:a16="http://schemas.microsoft.com/office/drawing/2014/main" id="{6138D31E-8AF0-99CC-D746-AAD4C635F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2768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2319" name="Text Box 28">
              <a:extLst>
                <a:ext uri="{FF2B5EF4-FFF2-40B4-BE49-F238E27FC236}">
                  <a16:creationId xmlns:a16="http://schemas.microsoft.com/office/drawing/2014/main" id="{4B240A69-A737-CA4B-6722-4062FD98B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3602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2320" name="Text Box 29">
              <a:extLst>
                <a:ext uri="{FF2B5EF4-FFF2-40B4-BE49-F238E27FC236}">
                  <a16:creationId xmlns:a16="http://schemas.microsoft.com/office/drawing/2014/main" id="{3827D0C0-0B0B-A725-F942-AFA83AE31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" y="2624"/>
              <a:ext cx="31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中断服务程序</a:t>
              </a:r>
            </a:p>
          </p:txBody>
        </p:sp>
        <p:sp>
          <p:nvSpPr>
            <p:cNvPr id="12321" name="Rectangle 30">
              <a:extLst>
                <a:ext uri="{FF2B5EF4-FFF2-40B4-BE49-F238E27FC236}">
                  <a16:creationId xmlns:a16="http://schemas.microsoft.com/office/drawing/2014/main" id="{A9051EBB-A9C1-5634-CCB2-59C13106A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304"/>
              <a:ext cx="720" cy="16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2" name="Text Box 31">
              <a:extLst>
                <a:ext uri="{FF2B5EF4-FFF2-40B4-BE49-F238E27FC236}">
                  <a16:creationId xmlns:a16="http://schemas.microsoft.com/office/drawing/2014/main" id="{2D753520-9829-698E-BB5D-589AB8E72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2976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2323" name="Text Box 32">
              <a:extLst>
                <a:ext uri="{FF2B5EF4-FFF2-40B4-BE49-F238E27FC236}">
                  <a16:creationId xmlns:a16="http://schemas.microsoft.com/office/drawing/2014/main" id="{ECE8D75B-45F7-385F-C479-CF992583C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16"/>
              <a:ext cx="3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12324" name="Line 33">
              <a:extLst>
                <a:ext uri="{FF2B5EF4-FFF2-40B4-BE49-F238E27FC236}">
                  <a16:creationId xmlns:a16="http://schemas.microsoft.com/office/drawing/2014/main" id="{C5479CB1-131F-C33D-32A7-4CA9A307A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304"/>
              <a:ext cx="432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5" name="Line 34">
              <a:extLst>
                <a:ext uri="{FF2B5EF4-FFF2-40B4-BE49-F238E27FC236}">
                  <a16:creationId xmlns:a16="http://schemas.microsoft.com/office/drawing/2014/main" id="{2E0DA2E5-6BBE-A5ED-812B-D640FA93F9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3360"/>
              <a:ext cx="432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6" name="Text Box 35">
              <a:extLst>
                <a:ext uri="{FF2B5EF4-FFF2-40B4-BE49-F238E27FC236}">
                  <a16:creationId xmlns:a16="http://schemas.microsoft.com/office/drawing/2014/main" id="{E8EE5969-7610-0C5B-10E3-AC8C6D224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2278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grpSp>
        <p:nvGrpSpPr>
          <p:cNvPr id="315428" name="Group 36">
            <a:extLst>
              <a:ext uri="{FF2B5EF4-FFF2-40B4-BE49-F238E27FC236}">
                <a16:creationId xmlns:a16="http://schemas.microsoft.com/office/drawing/2014/main" id="{85E34174-E9C4-D7FE-5AD9-588694BDE33C}"/>
              </a:ext>
            </a:extLst>
          </p:cNvPr>
          <p:cNvGrpSpPr>
            <a:grpSpLocks/>
          </p:cNvGrpSpPr>
          <p:nvPr/>
        </p:nvGrpSpPr>
        <p:grpSpPr bwMode="auto">
          <a:xfrm>
            <a:off x="6994525" y="4311651"/>
            <a:ext cx="3041650" cy="1236663"/>
            <a:chOff x="3638" y="2716"/>
            <a:chExt cx="1916" cy="779"/>
          </a:xfrm>
        </p:grpSpPr>
        <p:sp>
          <p:nvSpPr>
            <p:cNvPr id="12301" name="Text Box 37">
              <a:extLst>
                <a:ext uri="{FF2B5EF4-FFF2-40B4-BE49-F238E27FC236}">
                  <a16:creationId xmlns:a16="http://schemas.microsoft.com/office/drawing/2014/main" id="{5DE95501-E098-8ACA-23BE-87C23C86F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2716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没有踏步等待现象</a:t>
              </a:r>
            </a:p>
          </p:txBody>
        </p:sp>
        <p:sp>
          <p:nvSpPr>
            <p:cNvPr id="12302" name="Text Box 38">
              <a:extLst>
                <a:ext uri="{FF2B5EF4-FFF2-40B4-BE49-F238E27FC236}">
                  <a16:creationId xmlns:a16="http://schemas.microsoft.com/office/drawing/2014/main" id="{D497B420-1704-D4E8-8E42-C5807FF88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168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中断现行程序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1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 autoUpdateAnimBg="0"/>
      <p:bldP spid="315396" grpId="0" autoUpdateAnimBg="0"/>
      <p:bldP spid="315397" grpId="0" autoUpdateAnimBg="0"/>
      <p:bldP spid="3154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AFB78860-4351-A6E3-8172-D859902CC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44475"/>
            <a:ext cx="3854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程序中断方式流程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3EF8530E-2AA8-4ACE-89AC-E94818AB6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1" y="1371600"/>
            <a:ext cx="2759075" cy="40011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latin typeface="Times New Roman" panose="02020603050405020304" pitchFamily="18" charset="0"/>
              </a:rPr>
              <a:t>向 </a:t>
            </a:r>
            <a:r>
              <a:rPr lang="en-US" altLang="zh-CN" sz="2000">
                <a:latin typeface="Times New Roman" panose="02020603050405020304" pitchFamily="18" charset="0"/>
              </a:rPr>
              <a:t>I/O </a:t>
            </a:r>
            <a:r>
              <a:rPr lang="zh-CN" altLang="en-US" sz="2000">
                <a:latin typeface="Times New Roman" panose="02020603050405020304" pitchFamily="18" charset="0"/>
              </a:rPr>
              <a:t>发读指令</a:t>
            </a:r>
          </a:p>
        </p:txBody>
      </p:sp>
      <p:sp>
        <p:nvSpPr>
          <p:cNvPr id="316420" name="Rectangle 4">
            <a:extLst>
              <a:ext uri="{FF2B5EF4-FFF2-40B4-BE49-F238E27FC236}">
                <a16:creationId xmlns:a16="http://schemas.microsoft.com/office/drawing/2014/main" id="{478DAEC4-7CE0-6A82-4C4C-8BDB29854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885" y="2854325"/>
            <a:ext cx="1988045" cy="40011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latin typeface="Times New Roman" panose="02020603050405020304" pitchFamily="18" charset="0"/>
              </a:rPr>
              <a:t>读 </a:t>
            </a:r>
            <a:r>
              <a:rPr lang="en-US" altLang="zh-CN" sz="2000">
                <a:latin typeface="Times New Roman" panose="02020603050405020304" pitchFamily="18" charset="0"/>
              </a:rPr>
              <a:t>I/O </a:t>
            </a:r>
            <a:r>
              <a:rPr lang="zh-CN" altLang="en-US" sz="2000">
                <a:latin typeface="Times New Roman" panose="02020603050405020304" pitchFamily="18" charset="0"/>
              </a:rPr>
              <a:t>状态</a:t>
            </a:r>
          </a:p>
        </p:txBody>
      </p:sp>
      <p:sp>
        <p:nvSpPr>
          <p:cNvPr id="316421" name="AutoShape 5">
            <a:extLst>
              <a:ext uri="{FF2B5EF4-FFF2-40B4-BE49-F238E27FC236}">
                <a16:creationId xmlns:a16="http://schemas.microsoft.com/office/drawing/2014/main" id="{DCC34E24-AD53-CA65-51D7-E023D812C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9" y="3522663"/>
            <a:ext cx="2404785" cy="794802"/>
          </a:xfrm>
          <a:prstGeom prst="diamond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检查状态</a:t>
            </a:r>
          </a:p>
        </p:txBody>
      </p:sp>
      <p:sp>
        <p:nvSpPr>
          <p:cNvPr id="316422" name="AutoShape 6">
            <a:extLst>
              <a:ext uri="{FF2B5EF4-FFF2-40B4-BE49-F238E27FC236}">
                <a16:creationId xmlns:a16="http://schemas.microsoft.com/office/drawing/2014/main" id="{2916F6D1-C2D5-5467-5EA1-813D32C2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4" y="5846763"/>
            <a:ext cx="2404785" cy="794802"/>
          </a:xfrm>
          <a:prstGeom prst="diamond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完成否？</a:t>
            </a:r>
          </a:p>
        </p:txBody>
      </p:sp>
      <p:sp>
        <p:nvSpPr>
          <p:cNvPr id="316423" name="Freeform 7">
            <a:extLst>
              <a:ext uri="{FF2B5EF4-FFF2-40B4-BE49-F238E27FC236}">
                <a16:creationId xmlns:a16="http://schemas.microsoft.com/office/drawing/2014/main" id="{421B4CD0-7A8B-D9A4-648A-E1EB141708FE}"/>
              </a:ext>
            </a:extLst>
          </p:cNvPr>
          <p:cNvSpPr>
            <a:spLocks/>
          </p:cNvSpPr>
          <p:nvPr/>
        </p:nvSpPr>
        <p:spPr bwMode="auto">
          <a:xfrm>
            <a:off x="4379914" y="3281364"/>
            <a:ext cx="1587" cy="255587"/>
          </a:xfrm>
          <a:custGeom>
            <a:avLst/>
            <a:gdLst>
              <a:gd name="T0" fmla="*/ 2147483646 w 1"/>
              <a:gd name="T1" fmla="*/ 0 h 161"/>
              <a:gd name="T2" fmla="*/ 0 w 1"/>
              <a:gd name="T3" fmla="*/ 2147483646 h 16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61">
                <a:moveTo>
                  <a:pt x="1" y="0"/>
                </a:moveTo>
                <a:lnTo>
                  <a:pt x="0" y="161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6424" name="Freeform 8">
            <a:extLst>
              <a:ext uri="{FF2B5EF4-FFF2-40B4-BE49-F238E27FC236}">
                <a16:creationId xmlns:a16="http://schemas.microsoft.com/office/drawing/2014/main" id="{D5681996-507E-E8A5-E123-E8300E49B608}"/>
              </a:ext>
            </a:extLst>
          </p:cNvPr>
          <p:cNvSpPr>
            <a:spLocks/>
          </p:cNvSpPr>
          <p:nvPr/>
        </p:nvSpPr>
        <p:spPr bwMode="auto">
          <a:xfrm>
            <a:off x="4403725" y="4924426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6425" name="Freeform 9">
            <a:extLst>
              <a:ext uri="{FF2B5EF4-FFF2-40B4-BE49-F238E27FC236}">
                <a16:creationId xmlns:a16="http://schemas.microsoft.com/office/drawing/2014/main" id="{EED1562E-DF40-7717-A48A-A5D5757F1B7A}"/>
              </a:ext>
            </a:extLst>
          </p:cNvPr>
          <p:cNvSpPr>
            <a:spLocks/>
          </p:cNvSpPr>
          <p:nvPr/>
        </p:nvSpPr>
        <p:spPr bwMode="auto">
          <a:xfrm>
            <a:off x="4403726" y="5589588"/>
            <a:ext cx="4763" cy="271462"/>
          </a:xfrm>
          <a:custGeom>
            <a:avLst/>
            <a:gdLst>
              <a:gd name="T0" fmla="*/ 2147483646 w 3"/>
              <a:gd name="T1" fmla="*/ 0 h 171"/>
              <a:gd name="T2" fmla="*/ 0 w 3"/>
              <a:gd name="T3" fmla="*/ 2147483646 h 17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171">
                <a:moveTo>
                  <a:pt x="3" y="0"/>
                </a:moveTo>
                <a:lnTo>
                  <a:pt x="0" y="171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6426" name="Freeform 10">
            <a:extLst>
              <a:ext uri="{FF2B5EF4-FFF2-40B4-BE49-F238E27FC236}">
                <a16:creationId xmlns:a16="http://schemas.microsoft.com/office/drawing/2014/main" id="{DC880F75-4754-34DC-9415-27D1E745C865}"/>
              </a:ext>
            </a:extLst>
          </p:cNvPr>
          <p:cNvSpPr>
            <a:spLocks/>
          </p:cNvSpPr>
          <p:nvPr/>
        </p:nvSpPr>
        <p:spPr bwMode="auto">
          <a:xfrm>
            <a:off x="4356100" y="990600"/>
            <a:ext cx="76200" cy="381000"/>
          </a:xfrm>
          <a:custGeom>
            <a:avLst/>
            <a:gdLst>
              <a:gd name="T0" fmla="*/ 0 w 1"/>
              <a:gd name="T1" fmla="*/ 0 h 177"/>
              <a:gd name="T2" fmla="*/ 0 w 1"/>
              <a:gd name="T3" fmla="*/ 2147483646 h 17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77">
                <a:moveTo>
                  <a:pt x="0" y="0"/>
                </a:moveTo>
                <a:lnTo>
                  <a:pt x="0" y="177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6427" name="Group 11">
            <a:extLst>
              <a:ext uri="{FF2B5EF4-FFF2-40B4-BE49-F238E27FC236}">
                <a16:creationId xmlns:a16="http://schemas.microsoft.com/office/drawing/2014/main" id="{6781EE46-C5BF-E94D-B6C6-1A7B0D51A45B}"/>
              </a:ext>
            </a:extLst>
          </p:cNvPr>
          <p:cNvGrpSpPr>
            <a:grpSpLocks/>
          </p:cNvGrpSpPr>
          <p:nvPr/>
        </p:nvGrpSpPr>
        <p:grpSpPr bwMode="auto">
          <a:xfrm>
            <a:off x="3305175" y="1828800"/>
            <a:ext cx="6477000" cy="615950"/>
            <a:chOff x="1122" y="1152"/>
            <a:chExt cx="4080" cy="388"/>
          </a:xfrm>
        </p:grpSpPr>
        <p:sp>
          <p:nvSpPr>
            <p:cNvPr id="13361" name="Rectangle 12">
              <a:extLst>
                <a:ext uri="{FF2B5EF4-FFF2-40B4-BE49-F238E27FC236}">
                  <a16:creationId xmlns:a16="http://schemas.microsoft.com/office/drawing/2014/main" id="{0B3FD03B-349A-6131-7C08-70F33E785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1288"/>
              <a:ext cx="1280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</a:t>
              </a:r>
              <a:r>
                <a:rPr lang="zh-CN" altLang="en-US" sz="2000">
                  <a:latin typeface="Times New Roman" panose="02020603050405020304" pitchFamily="18" charset="0"/>
                </a:rPr>
                <a:t>做其他事情</a:t>
              </a:r>
            </a:p>
          </p:txBody>
        </p:sp>
        <p:sp>
          <p:nvSpPr>
            <p:cNvPr id="13362" name="Rectangle 13">
              <a:extLst>
                <a:ext uri="{FF2B5EF4-FFF2-40B4-BE49-F238E27FC236}">
                  <a16:creationId xmlns:a16="http://schemas.microsoft.com/office/drawing/2014/main" id="{9BE1FDA0-D11D-2FDA-1129-0DE13E195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152"/>
              <a:ext cx="101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 </a:t>
              </a:r>
              <a:r>
                <a:rPr lang="zh-CN" altLang="en-US" sz="2000">
                  <a:latin typeface="Times New Roman" panose="02020603050405020304" pitchFamily="18" charset="0"/>
                </a:rPr>
                <a:t>设备工作</a:t>
              </a:r>
            </a:p>
          </p:txBody>
        </p:sp>
      </p:grpSp>
      <p:sp>
        <p:nvSpPr>
          <p:cNvPr id="316430" name="Rectangle 14">
            <a:extLst>
              <a:ext uri="{FF2B5EF4-FFF2-40B4-BE49-F238E27FC236}">
                <a16:creationId xmlns:a16="http://schemas.microsoft.com/office/drawing/2014/main" id="{C353515A-F4E9-BDE4-9CFF-B08A6BA45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925" y="2409825"/>
            <a:ext cx="1210588" cy="40011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准备就绪</a:t>
            </a:r>
          </a:p>
        </p:txBody>
      </p:sp>
      <p:sp>
        <p:nvSpPr>
          <p:cNvPr id="316431" name="Line 15">
            <a:extLst>
              <a:ext uri="{FF2B5EF4-FFF2-40B4-BE49-F238E27FC236}">
                <a16:creationId xmlns:a16="http://schemas.microsoft.com/office/drawing/2014/main" id="{2AC6601E-59A2-F2D5-DAA0-940CCD197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6200" y="2235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6432" name="Group 16">
            <a:extLst>
              <a:ext uri="{FF2B5EF4-FFF2-40B4-BE49-F238E27FC236}">
                <a16:creationId xmlns:a16="http://schemas.microsoft.com/office/drawing/2014/main" id="{EFDFD740-54F4-726F-7527-19CD98A63590}"/>
              </a:ext>
            </a:extLst>
          </p:cNvPr>
          <p:cNvGrpSpPr>
            <a:grpSpLocks/>
          </p:cNvGrpSpPr>
          <p:nvPr/>
        </p:nvGrpSpPr>
        <p:grpSpPr bwMode="auto">
          <a:xfrm>
            <a:off x="4352926" y="1431926"/>
            <a:ext cx="4041775" cy="625475"/>
            <a:chOff x="1782" y="902"/>
            <a:chExt cx="2546" cy="394"/>
          </a:xfrm>
        </p:grpSpPr>
        <p:sp>
          <p:nvSpPr>
            <p:cNvPr id="13357" name="Freeform 17">
              <a:extLst>
                <a:ext uri="{FF2B5EF4-FFF2-40B4-BE49-F238E27FC236}">
                  <a16:creationId xmlns:a16="http://schemas.microsoft.com/office/drawing/2014/main" id="{01ABF115-F70D-3FF7-806F-5FEF12E7E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1128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58" name="Line 18">
              <a:extLst>
                <a:ext uri="{FF2B5EF4-FFF2-40B4-BE49-F238E27FC236}">
                  <a16:creationId xmlns:a16="http://schemas.microsoft.com/office/drawing/2014/main" id="{38AC3D26-D63B-F9A3-3041-A7F595EBF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100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59" name="Text Box 19">
              <a:extLst>
                <a:ext uri="{FF2B5EF4-FFF2-40B4-BE49-F238E27FC236}">
                  <a16:creationId xmlns:a16="http://schemas.microsoft.com/office/drawing/2014/main" id="{8B614363-DC1C-235E-F868-35F58647F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902"/>
              <a:ext cx="110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     I/O</a:t>
              </a:r>
            </a:p>
          </p:txBody>
        </p:sp>
        <p:sp>
          <p:nvSpPr>
            <p:cNvPr id="13360" name="Line 20">
              <a:extLst>
                <a:ext uri="{FF2B5EF4-FFF2-40B4-BE49-F238E27FC236}">
                  <a16:creationId xmlns:a16="http://schemas.microsoft.com/office/drawing/2014/main" id="{9FE9307F-BA6D-E674-915C-348E7B0D3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10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6437" name="Group 21">
            <a:extLst>
              <a:ext uri="{FF2B5EF4-FFF2-40B4-BE49-F238E27FC236}">
                <a16:creationId xmlns:a16="http://schemas.microsoft.com/office/drawing/2014/main" id="{404AD5F0-3B17-9B35-6A2A-55DB0E787187}"/>
              </a:ext>
            </a:extLst>
          </p:cNvPr>
          <p:cNvGrpSpPr>
            <a:grpSpLocks/>
          </p:cNvGrpSpPr>
          <p:nvPr/>
        </p:nvGrpSpPr>
        <p:grpSpPr bwMode="auto">
          <a:xfrm>
            <a:off x="2901950" y="5165725"/>
            <a:ext cx="5873750" cy="412750"/>
            <a:chOff x="868" y="3254"/>
            <a:chExt cx="3700" cy="260"/>
          </a:xfrm>
        </p:grpSpPr>
        <p:sp>
          <p:nvSpPr>
            <p:cNvPr id="13353" name="Rectangle 22">
              <a:extLst>
                <a:ext uri="{FF2B5EF4-FFF2-40B4-BE49-F238E27FC236}">
                  <a16:creationId xmlns:a16="http://schemas.microsoft.com/office/drawing/2014/main" id="{E61E757F-5C6E-D03D-8902-40669DDD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3262"/>
              <a:ext cx="1966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从 </a:t>
              </a:r>
              <a:r>
                <a:rPr lang="en-US" altLang="zh-CN" sz="2000">
                  <a:latin typeface="Times New Roman" panose="02020603050405020304" pitchFamily="18" charset="0"/>
                </a:rPr>
                <a:t>CPU </a:t>
              </a:r>
              <a:r>
                <a:rPr lang="zh-CN" altLang="en-US" sz="2000">
                  <a:latin typeface="Times New Roman" panose="02020603050405020304" pitchFamily="18" charset="0"/>
                </a:rPr>
                <a:t>向主存写入一个字</a:t>
              </a:r>
            </a:p>
          </p:txBody>
        </p:sp>
        <p:grpSp>
          <p:nvGrpSpPr>
            <p:cNvPr id="13354" name="Group 23">
              <a:extLst>
                <a:ext uri="{FF2B5EF4-FFF2-40B4-BE49-F238E27FC236}">
                  <a16:creationId xmlns:a16="http://schemas.microsoft.com/office/drawing/2014/main" id="{521310E4-3EE2-3B4F-A025-A8C471E93C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6" y="3254"/>
              <a:ext cx="1342" cy="250"/>
              <a:chOff x="3226" y="3254"/>
              <a:chExt cx="1342" cy="250"/>
            </a:xfrm>
          </p:grpSpPr>
          <p:sp>
            <p:nvSpPr>
              <p:cNvPr id="13355" name="Text Box 24">
                <a:extLst>
                  <a:ext uri="{FF2B5EF4-FFF2-40B4-BE49-F238E27FC236}">
                    <a16:creationId xmlns:a16="http://schemas.microsoft.com/office/drawing/2014/main" id="{1C70D488-49D6-692A-68FA-1D4A2F8043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6" y="3254"/>
                <a:ext cx="134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      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主存</a:t>
                </a:r>
              </a:p>
            </p:txBody>
          </p:sp>
          <p:sp>
            <p:nvSpPr>
              <p:cNvPr id="13356" name="Line 25">
                <a:extLst>
                  <a:ext uri="{FF2B5EF4-FFF2-40B4-BE49-F238E27FC236}">
                    <a16:creationId xmlns:a16="http://schemas.microsoft.com/office/drawing/2014/main" id="{11E229B7-9FF0-9D03-F64C-FC99B32D0A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6" y="336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16442" name="Group 26">
            <a:extLst>
              <a:ext uri="{FF2B5EF4-FFF2-40B4-BE49-F238E27FC236}">
                <a16:creationId xmlns:a16="http://schemas.microsoft.com/office/drawing/2014/main" id="{64663EDE-6633-2652-281B-0AF67CD76D0B}"/>
              </a:ext>
            </a:extLst>
          </p:cNvPr>
          <p:cNvGrpSpPr>
            <a:grpSpLocks/>
          </p:cNvGrpSpPr>
          <p:nvPr/>
        </p:nvGrpSpPr>
        <p:grpSpPr bwMode="auto">
          <a:xfrm>
            <a:off x="2679701" y="4495801"/>
            <a:ext cx="5483225" cy="409575"/>
            <a:chOff x="728" y="2832"/>
            <a:chExt cx="3454" cy="258"/>
          </a:xfrm>
        </p:grpSpPr>
        <p:sp>
          <p:nvSpPr>
            <p:cNvPr id="13350" name="Rectangle 27">
              <a:extLst>
                <a:ext uri="{FF2B5EF4-FFF2-40B4-BE49-F238E27FC236}">
                  <a16:creationId xmlns:a16="http://schemas.microsoft.com/office/drawing/2014/main" id="{55170CF6-D9BD-F8DF-D08E-210FA2631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838"/>
              <a:ext cx="218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从 </a:t>
              </a:r>
              <a:r>
                <a:rPr lang="en-US" altLang="zh-CN" sz="2000">
                  <a:latin typeface="Times New Roman" panose="02020603050405020304" pitchFamily="18" charset="0"/>
                </a:rPr>
                <a:t>I/O </a:t>
              </a:r>
              <a:r>
                <a:rPr lang="zh-CN" altLang="en-US" sz="2000">
                  <a:latin typeface="Times New Roman" panose="02020603050405020304" pitchFamily="18" charset="0"/>
                </a:rPr>
                <a:t>接口中读一个字到</a:t>
              </a:r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  <p:sp>
          <p:nvSpPr>
            <p:cNvPr id="13351" name="Text Box 28">
              <a:extLst>
                <a:ext uri="{FF2B5EF4-FFF2-40B4-BE49-F238E27FC236}">
                  <a16:creationId xmlns:a16="http://schemas.microsoft.com/office/drawing/2014/main" id="{80BA36C9-AA32-D7AA-6CAE-B996D3356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832"/>
              <a:ext cx="9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       CPU</a:t>
              </a:r>
            </a:p>
          </p:txBody>
        </p:sp>
        <p:sp>
          <p:nvSpPr>
            <p:cNvPr id="13352" name="Line 29">
              <a:extLst>
                <a:ext uri="{FF2B5EF4-FFF2-40B4-BE49-F238E27FC236}">
                  <a16:creationId xmlns:a16="http://schemas.microsoft.com/office/drawing/2014/main" id="{5D58F6E6-2CF8-E7F4-10B4-0FCBD2CC3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965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6446" name="Group 30">
            <a:extLst>
              <a:ext uri="{FF2B5EF4-FFF2-40B4-BE49-F238E27FC236}">
                <a16:creationId xmlns:a16="http://schemas.microsoft.com/office/drawing/2014/main" id="{58ECDF9C-F21F-03EE-9751-22D826A3A3B0}"/>
              </a:ext>
            </a:extLst>
          </p:cNvPr>
          <p:cNvGrpSpPr>
            <a:grpSpLocks/>
          </p:cNvGrpSpPr>
          <p:nvPr/>
        </p:nvGrpSpPr>
        <p:grpSpPr bwMode="auto">
          <a:xfrm>
            <a:off x="5346700" y="2651126"/>
            <a:ext cx="3659188" cy="777875"/>
            <a:chOff x="2408" y="1670"/>
            <a:chExt cx="2305" cy="490"/>
          </a:xfrm>
        </p:grpSpPr>
        <p:sp>
          <p:nvSpPr>
            <p:cNvPr id="13344" name="Freeform 31">
              <a:extLst>
                <a:ext uri="{FF2B5EF4-FFF2-40B4-BE49-F238E27FC236}">
                  <a16:creationId xmlns:a16="http://schemas.microsoft.com/office/drawing/2014/main" id="{04DB7A7B-D4B1-A472-A9EE-513637FE7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788"/>
              <a:ext cx="337" cy="132"/>
            </a:xfrm>
            <a:custGeom>
              <a:avLst/>
              <a:gdLst>
                <a:gd name="T0" fmla="*/ 337 w 337"/>
                <a:gd name="T1" fmla="*/ 0 h 132"/>
                <a:gd name="T2" fmla="*/ 336 w 337"/>
                <a:gd name="T3" fmla="*/ 132 h 132"/>
                <a:gd name="T4" fmla="*/ 0 w 337"/>
                <a:gd name="T5" fmla="*/ 132 h 1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7" h="132">
                  <a:moveTo>
                    <a:pt x="337" y="0"/>
                  </a:moveTo>
                  <a:lnTo>
                    <a:pt x="336" y="132"/>
                  </a:lnTo>
                  <a:lnTo>
                    <a:pt x="0" y="13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3345" name="Group 32">
              <a:extLst>
                <a:ext uri="{FF2B5EF4-FFF2-40B4-BE49-F238E27FC236}">
                  <a16:creationId xmlns:a16="http://schemas.microsoft.com/office/drawing/2014/main" id="{01BC9E5F-CB6B-C903-DDB4-BC15A294C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670"/>
              <a:ext cx="2016" cy="490"/>
              <a:chOff x="2408" y="1622"/>
              <a:chExt cx="2016" cy="490"/>
            </a:xfrm>
          </p:grpSpPr>
          <p:sp>
            <p:nvSpPr>
              <p:cNvPr id="13346" name="Text Box 33">
                <a:extLst>
                  <a:ext uri="{FF2B5EF4-FFF2-40B4-BE49-F238E27FC236}">
                    <a16:creationId xmlns:a16="http://schemas.microsoft.com/office/drawing/2014/main" id="{A69803AA-33FF-35C8-9D60-C4425CA9D0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4" y="162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中断请求</a:t>
                </a:r>
              </a:p>
            </p:txBody>
          </p:sp>
          <p:sp>
            <p:nvSpPr>
              <p:cNvPr id="13347" name="Line 34">
                <a:extLst>
                  <a:ext uri="{FF2B5EF4-FFF2-40B4-BE49-F238E27FC236}">
                    <a16:creationId xmlns:a16="http://schemas.microsoft.com/office/drawing/2014/main" id="{3492141D-2863-935F-DE97-804E624BE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8" y="1872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348" name="Text Box 35">
                <a:extLst>
                  <a:ext uri="{FF2B5EF4-FFF2-40B4-BE49-F238E27FC236}">
                    <a16:creationId xmlns:a16="http://schemas.microsoft.com/office/drawing/2014/main" id="{B443D9AB-7D63-5482-D065-C3074F8A5D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6" y="1862"/>
                <a:ext cx="11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I/O       CPU</a:t>
                </a:r>
              </a:p>
            </p:txBody>
          </p:sp>
          <p:sp>
            <p:nvSpPr>
              <p:cNvPr id="13349" name="Line 36">
                <a:extLst>
                  <a:ext uri="{FF2B5EF4-FFF2-40B4-BE49-F238E27FC236}">
                    <a16:creationId xmlns:a16="http://schemas.microsoft.com/office/drawing/2014/main" id="{4E59113D-7E5B-9CE4-2A3D-2B72AEC0D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5" y="19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16453" name="Group 37">
            <a:extLst>
              <a:ext uri="{FF2B5EF4-FFF2-40B4-BE49-F238E27FC236}">
                <a16:creationId xmlns:a16="http://schemas.microsoft.com/office/drawing/2014/main" id="{8E080F16-78D2-40AB-F3EB-62FEB912E823}"/>
              </a:ext>
            </a:extLst>
          </p:cNvPr>
          <p:cNvGrpSpPr>
            <a:grpSpLocks/>
          </p:cNvGrpSpPr>
          <p:nvPr/>
        </p:nvGrpSpPr>
        <p:grpSpPr bwMode="auto">
          <a:xfrm>
            <a:off x="5422900" y="3413126"/>
            <a:ext cx="749300" cy="473075"/>
            <a:chOff x="2456" y="2150"/>
            <a:chExt cx="472" cy="298"/>
          </a:xfrm>
        </p:grpSpPr>
        <p:sp>
          <p:nvSpPr>
            <p:cNvPr id="13342" name="Line 38">
              <a:extLst>
                <a:ext uri="{FF2B5EF4-FFF2-40B4-BE49-F238E27FC236}">
                  <a16:creationId xmlns:a16="http://schemas.microsoft.com/office/drawing/2014/main" id="{3A88FD3F-02AA-CC43-47F8-81895EB68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3" name="Text Box 39">
              <a:extLst>
                <a:ext uri="{FF2B5EF4-FFF2-40B4-BE49-F238E27FC236}">
                  <a16:creationId xmlns:a16="http://schemas.microsoft.com/office/drawing/2014/main" id="{B5801D89-FE2D-BA6E-4B7E-B833FB91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15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出错</a:t>
              </a:r>
            </a:p>
          </p:txBody>
        </p:sp>
      </p:grpSp>
      <p:grpSp>
        <p:nvGrpSpPr>
          <p:cNvPr id="316456" name="Group 40">
            <a:extLst>
              <a:ext uri="{FF2B5EF4-FFF2-40B4-BE49-F238E27FC236}">
                <a16:creationId xmlns:a16="http://schemas.microsoft.com/office/drawing/2014/main" id="{4C685605-0174-D91D-3B5C-AB1A5F728870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6477001"/>
            <a:ext cx="461962" cy="396875"/>
            <a:chOff x="1817" y="4080"/>
            <a:chExt cx="291" cy="250"/>
          </a:xfrm>
        </p:grpSpPr>
        <p:sp>
          <p:nvSpPr>
            <p:cNvPr id="13340" name="Freeform 41">
              <a:extLst>
                <a:ext uri="{FF2B5EF4-FFF2-40B4-BE49-F238E27FC236}">
                  <a16:creationId xmlns:a16="http://schemas.microsoft.com/office/drawing/2014/main" id="{EDA4CCDE-BF37-012C-2E94-6B19CB5D3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4137"/>
              <a:ext cx="1" cy="183"/>
            </a:xfrm>
            <a:custGeom>
              <a:avLst/>
              <a:gdLst>
                <a:gd name="T0" fmla="*/ 0 w 1"/>
                <a:gd name="T1" fmla="*/ 0 h 183"/>
                <a:gd name="T2" fmla="*/ 0 w 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3">
                  <a:moveTo>
                    <a:pt x="0" y="0"/>
                  </a:moveTo>
                  <a:lnTo>
                    <a:pt x="0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1" name="Text Box 42">
              <a:extLst>
                <a:ext uri="{FF2B5EF4-FFF2-40B4-BE49-F238E27FC236}">
                  <a16:creationId xmlns:a16="http://schemas.microsoft.com/office/drawing/2014/main" id="{58417CEF-CF96-66CC-C9B8-9473B9FA3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2" y="4080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</a:p>
          </p:txBody>
        </p:sp>
      </p:grpSp>
      <p:grpSp>
        <p:nvGrpSpPr>
          <p:cNvPr id="316459" name="Group 43">
            <a:extLst>
              <a:ext uri="{FF2B5EF4-FFF2-40B4-BE49-F238E27FC236}">
                <a16:creationId xmlns:a16="http://schemas.microsoft.com/office/drawing/2014/main" id="{956A20F2-0279-4173-4F63-CED5C6DCF612}"/>
              </a:ext>
            </a:extLst>
          </p:cNvPr>
          <p:cNvGrpSpPr>
            <a:grpSpLocks/>
          </p:cNvGrpSpPr>
          <p:nvPr/>
        </p:nvGrpSpPr>
        <p:grpSpPr bwMode="auto">
          <a:xfrm>
            <a:off x="2374900" y="1143001"/>
            <a:ext cx="1981200" cy="5102225"/>
            <a:chOff x="536" y="720"/>
            <a:chExt cx="1248" cy="3214"/>
          </a:xfrm>
        </p:grpSpPr>
        <p:sp>
          <p:nvSpPr>
            <p:cNvPr id="13338" name="Freeform 44">
              <a:extLst>
                <a:ext uri="{FF2B5EF4-FFF2-40B4-BE49-F238E27FC236}">
                  <a16:creationId xmlns:a16="http://schemas.microsoft.com/office/drawing/2014/main" id="{47B37090-36DB-DA73-B692-F06B043EF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" y="720"/>
              <a:ext cx="1248" cy="3206"/>
            </a:xfrm>
            <a:custGeom>
              <a:avLst/>
              <a:gdLst>
                <a:gd name="T0" fmla="*/ 576 w 1248"/>
                <a:gd name="T1" fmla="*/ 3478 h 3120"/>
                <a:gd name="T2" fmla="*/ 0 w 1248"/>
                <a:gd name="T3" fmla="*/ 3478 h 3120"/>
                <a:gd name="T4" fmla="*/ 0 w 1248"/>
                <a:gd name="T5" fmla="*/ 0 h 3120"/>
                <a:gd name="T6" fmla="*/ 1248 w 1248"/>
                <a:gd name="T7" fmla="*/ 0 h 31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3120">
                  <a:moveTo>
                    <a:pt x="576" y="3120"/>
                  </a:moveTo>
                  <a:lnTo>
                    <a:pt x="0" y="3120"/>
                  </a:lnTo>
                  <a:lnTo>
                    <a:pt x="0" y="0"/>
                  </a:lnTo>
                  <a:lnTo>
                    <a:pt x="124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39" name="Text Box 45">
              <a:extLst>
                <a:ext uri="{FF2B5EF4-FFF2-40B4-BE49-F238E27FC236}">
                  <a16:creationId xmlns:a16="http://schemas.microsoft.com/office/drawing/2014/main" id="{28046198-0FC5-F55C-FA91-4BD037324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3684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</p:grpSp>
      <p:grpSp>
        <p:nvGrpSpPr>
          <p:cNvPr id="316462" name="Group 46">
            <a:extLst>
              <a:ext uri="{FF2B5EF4-FFF2-40B4-BE49-F238E27FC236}">
                <a16:creationId xmlns:a16="http://schemas.microsoft.com/office/drawing/2014/main" id="{46E8AA45-F0CA-A924-2B4D-217434E8F3B6}"/>
              </a:ext>
            </a:extLst>
          </p:cNvPr>
          <p:cNvGrpSpPr>
            <a:grpSpLocks/>
          </p:cNvGrpSpPr>
          <p:nvPr/>
        </p:nvGrpSpPr>
        <p:grpSpPr bwMode="auto">
          <a:xfrm>
            <a:off x="4389438" y="4114801"/>
            <a:ext cx="1262062" cy="396875"/>
            <a:chOff x="1805" y="2592"/>
            <a:chExt cx="795" cy="250"/>
          </a:xfrm>
        </p:grpSpPr>
        <p:sp>
          <p:nvSpPr>
            <p:cNvPr id="13336" name="Freeform 47">
              <a:extLst>
                <a:ext uri="{FF2B5EF4-FFF2-40B4-BE49-F238E27FC236}">
                  <a16:creationId xmlns:a16="http://schemas.microsoft.com/office/drawing/2014/main" id="{1EC3AA04-059A-8669-F897-69B1F84B9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2672"/>
              <a:ext cx="3" cy="162"/>
            </a:xfrm>
            <a:custGeom>
              <a:avLst/>
              <a:gdLst>
                <a:gd name="T0" fmla="*/ 0 w 3"/>
                <a:gd name="T1" fmla="*/ 0 h 162"/>
                <a:gd name="T2" fmla="*/ 3 w 3"/>
                <a:gd name="T3" fmla="*/ 162 h 1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62">
                  <a:moveTo>
                    <a:pt x="0" y="0"/>
                  </a:moveTo>
                  <a:lnTo>
                    <a:pt x="3" y="16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37" name="Text Box 48">
              <a:extLst>
                <a:ext uri="{FF2B5EF4-FFF2-40B4-BE49-F238E27FC236}">
                  <a16:creationId xmlns:a16="http://schemas.microsoft.com/office/drawing/2014/main" id="{31F74E9B-9256-C501-F5DE-27C7BFBF1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" y="2592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未错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3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31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3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31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3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nimBg="1" autoUpdateAnimBg="0"/>
      <p:bldP spid="316420" grpId="0" animBg="1" autoUpdateAnimBg="0"/>
      <p:bldP spid="316421" grpId="0" animBg="1" autoUpdateAnimBg="0"/>
      <p:bldP spid="316422" grpId="0" animBg="1" autoUpdateAnimBg="0"/>
      <p:bldP spid="31643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507BB80D-0207-BA35-8ED2-B31F9DC6F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6" y="349250"/>
            <a:ext cx="2765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3.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方式</a:t>
            </a:r>
          </a:p>
        </p:txBody>
      </p:sp>
      <p:sp>
        <p:nvSpPr>
          <p:cNvPr id="317443" name="Text Box 3">
            <a:extLst>
              <a:ext uri="{FF2B5EF4-FFF2-40B4-BE49-F238E27FC236}">
                <a16:creationId xmlns:a16="http://schemas.microsoft.com/office/drawing/2014/main" id="{57B7AB38-D4B0-4EAE-15E0-0D4EF6F85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1209676"/>
            <a:ext cx="5875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主存和 </a:t>
            </a:r>
            <a:r>
              <a:rPr lang="en-US" altLang="zh-CN" sz="2800">
                <a:latin typeface="Times New Roman" panose="02020603050405020304" pitchFamily="18" charset="0"/>
              </a:rPr>
              <a:t>I/O </a:t>
            </a:r>
            <a:r>
              <a:rPr lang="zh-CN" altLang="en-US" sz="2800">
                <a:latin typeface="Times New Roman" panose="02020603050405020304" pitchFamily="18" charset="0"/>
              </a:rPr>
              <a:t>之间有一条直接数据通道</a:t>
            </a:r>
          </a:p>
        </p:txBody>
      </p:sp>
      <p:sp>
        <p:nvSpPr>
          <p:cNvPr id="317444" name="Text Box 4">
            <a:extLst>
              <a:ext uri="{FF2B5EF4-FFF2-40B4-BE49-F238E27FC236}">
                <a16:creationId xmlns:a16="http://schemas.microsoft.com/office/drawing/2014/main" id="{F4E69755-FF91-2B9D-8199-64DE8C14B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1893888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不中断现行程序</a:t>
            </a:r>
          </a:p>
        </p:txBody>
      </p:sp>
      <p:sp>
        <p:nvSpPr>
          <p:cNvPr id="317445" name="Text Box 5">
            <a:extLst>
              <a:ext uri="{FF2B5EF4-FFF2-40B4-BE49-F238E27FC236}">
                <a16:creationId xmlns:a16="http://schemas.microsoft.com/office/drawing/2014/main" id="{853A4FC6-7B6A-35FF-2847-A33BCADBE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2573338"/>
            <a:ext cx="3756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周期挪用（周期窃取）</a:t>
            </a:r>
          </a:p>
        </p:txBody>
      </p:sp>
      <p:sp>
        <p:nvSpPr>
          <p:cNvPr id="317446" name="Text Box 6">
            <a:extLst>
              <a:ext uri="{FF2B5EF4-FFF2-40B4-BE49-F238E27FC236}">
                <a16:creationId xmlns:a16="http://schemas.microsoft.com/office/drawing/2014/main" id="{73BEDFD2-6A8A-167E-B4CE-B65C46BE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3200400"/>
            <a:ext cx="3951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I/O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并行工作</a:t>
            </a:r>
          </a:p>
        </p:txBody>
      </p:sp>
      <p:grpSp>
        <p:nvGrpSpPr>
          <p:cNvPr id="317447" name="Group 7">
            <a:extLst>
              <a:ext uri="{FF2B5EF4-FFF2-40B4-BE49-F238E27FC236}">
                <a16:creationId xmlns:a16="http://schemas.microsoft.com/office/drawing/2014/main" id="{39660119-094D-9C2A-BDBF-40261B5C6802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86200"/>
            <a:ext cx="7467600" cy="2819400"/>
            <a:chOff x="528" y="2448"/>
            <a:chExt cx="4704" cy="1776"/>
          </a:xfrm>
        </p:grpSpPr>
        <p:sp>
          <p:nvSpPr>
            <p:cNvPr id="14346" name="Line 8">
              <a:extLst>
                <a:ext uri="{FF2B5EF4-FFF2-40B4-BE49-F238E27FC236}">
                  <a16:creationId xmlns:a16="http://schemas.microsoft.com/office/drawing/2014/main" id="{E28A58C0-820F-0560-4348-96821C7B5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36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47" name="Line 9">
              <a:extLst>
                <a:ext uri="{FF2B5EF4-FFF2-40B4-BE49-F238E27FC236}">
                  <a16:creationId xmlns:a16="http://schemas.microsoft.com/office/drawing/2014/main" id="{7B259481-4764-85A8-BEF9-55BC2F309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" y="336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48" name="Line 10">
              <a:extLst>
                <a:ext uri="{FF2B5EF4-FFF2-40B4-BE49-F238E27FC236}">
                  <a16:creationId xmlns:a16="http://schemas.microsoft.com/office/drawing/2014/main" id="{E442F02D-4DFC-DAAB-9491-1E1D755EF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834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49" name="Line 11">
              <a:extLst>
                <a:ext uri="{FF2B5EF4-FFF2-40B4-BE49-F238E27FC236}">
                  <a16:creationId xmlns:a16="http://schemas.microsoft.com/office/drawing/2014/main" id="{D2071D60-E4FA-6D53-F764-D94B08B85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834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0" name="Line 12">
              <a:extLst>
                <a:ext uri="{FF2B5EF4-FFF2-40B4-BE49-F238E27FC236}">
                  <a16:creationId xmlns:a16="http://schemas.microsoft.com/office/drawing/2014/main" id="{4C2087CD-6412-B8D6-91E9-BEA91E8D0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362"/>
              <a:ext cx="0" cy="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1" name="Line 13">
              <a:extLst>
                <a:ext uri="{FF2B5EF4-FFF2-40B4-BE49-F238E27FC236}">
                  <a16:creationId xmlns:a16="http://schemas.microsoft.com/office/drawing/2014/main" id="{0052276D-6149-AB00-77AE-2C4EE301D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458"/>
              <a:ext cx="0" cy="3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2" name="Line 14">
              <a:extLst>
                <a:ext uri="{FF2B5EF4-FFF2-40B4-BE49-F238E27FC236}">
                  <a16:creationId xmlns:a16="http://schemas.microsoft.com/office/drawing/2014/main" id="{64D2BD4A-085A-7A20-D630-0CCABBA99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827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3" name="Text Box 15">
              <a:extLst>
                <a:ext uri="{FF2B5EF4-FFF2-40B4-BE49-F238E27FC236}">
                  <a16:creationId xmlns:a16="http://schemas.microsoft.com/office/drawing/2014/main" id="{BEA98270-08D8-A746-DD25-C295B13ED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3072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存取周期结束</a:t>
              </a:r>
            </a:p>
          </p:txBody>
        </p:sp>
        <p:sp>
          <p:nvSpPr>
            <p:cNvPr id="14354" name="Line 16">
              <a:extLst>
                <a:ext uri="{FF2B5EF4-FFF2-40B4-BE49-F238E27FC236}">
                  <a16:creationId xmlns:a16="http://schemas.microsoft.com/office/drawing/2014/main" id="{6B375F4D-36D1-29E4-2DD9-DB18171C9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3218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5" name="Text Box 17">
              <a:extLst>
                <a:ext uri="{FF2B5EF4-FFF2-40B4-BE49-F238E27FC236}">
                  <a16:creationId xmlns:a16="http://schemas.microsoft.com/office/drawing/2014/main" id="{663600A0-C348-579A-57D6-DC9E475D1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834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4356" name="Line 18">
              <a:extLst>
                <a:ext uri="{FF2B5EF4-FFF2-40B4-BE49-F238E27FC236}">
                  <a16:creationId xmlns:a16="http://schemas.microsoft.com/office/drawing/2014/main" id="{377A5902-0590-BAC1-3D4A-6F2BFEB761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28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7" name="Line 19">
              <a:extLst>
                <a:ext uri="{FF2B5EF4-FFF2-40B4-BE49-F238E27FC236}">
                  <a16:creationId xmlns:a16="http://schemas.microsoft.com/office/drawing/2014/main" id="{3471C6C3-AA9C-78BE-CB52-1CA0216AC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8" name="Line 20">
              <a:extLst>
                <a:ext uri="{FF2B5EF4-FFF2-40B4-BE49-F238E27FC236}">
                  <a16:creationId xmlns:a16="http://schemas.microsoft.com/office/drawing/2014/main" id="{FF482FFF-9662-BDA0-19DA-425DA0034B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976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9" name="Text Box 21">
              <a:extLst>
                <a:ext uri="{FF2B5EF4-FFF2-40B4-BE49-F238E27FC236}">
                  <a16:creationId xmlns:a16="http://schemas.microsoft.com/office/drawing/2014/main" id="{1797121A-CC55-C99F-5BE9-FF0D24AD2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834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4360" name="Text Box 22">
              <a:extLst>
                <a:ext uri="{FF2B5EF4-FFF2-40B4-BE49-F238E27FC236}">
                  <a16:creationId xmlns:a16="http://schemas.microsoft.com/office/drawing/2014/main" id="{29F90631-90F1-5F31-3EEC-AE8B1CC4A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362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</a:t>
              </a:r>
            </a:p>
          </p:txBody>
        </p:sp>
        <p:sp>
          <p:nvSpPr>
            <p:cNvPr id="14361" name="Line 23">
              <a:extLst>
                <a:ext uri="{FF2B5EF4-FFF2-40B4-BE49-F238E27FC236}">
                  <a16:creationId xmlns:a16="http://schemas.microsoft.com/office/drawing/2014/main" id="{1BC07C3F-E1A9-578E-A7ED-59090C18F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352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2" name="Text Box 24">
              <a:extLst>
                <a:ext uri="{FF2B5EF4-FFF2-40B4-BE49-F238E27FC236}">
                  <a16:creationId xmlns:a16="http://schemas.microsoft.com/office/drawing/2014/main" id="{C796D60E-51C8-467C-69E2-C357F6FE1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" y="335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</a:p>
          </p:txBody>
        </p:sp>
        <p:sp>
          <p:nvSpPr>
            <p:cNvPr id="14363" name="Line 25">
              <a:extLst>
                <a:ext uri="{FF2B5EF4-FFF2-40B4-BE49-F238E27FC236}">
                  <a16:creationId xmlns:a16="http://schemas.microsoft.com/office/drawing/2014/main" id="{D03F7461-A339-9D68-57AD-FE6634591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15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4" name="Line 26">
              <a:extLst>
                <a:ext uri="{FF2B5EF4-FFF2-40B4-BE49-F238E27FC236}">
                  <a16:creationId xmlns:a16="http://schemas.microsoft.com/office/drawing/2014/main" id="{9A9DF280-4CF8-BD06-5F3F-412C18FC1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5" name="Text Box 27">
              <a:extLst>
                <a:ext uri="{FF2B5EF4-FFF2-40B4-BE49-F238E27FC236}">
                  <a16:creationId xmlns:a16="http://schemas.microsoft.com/office/drawing/2014/main" id="{CC49AD34-7B9B-0923-947B-F4E7831E5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359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4366" name="Line 28">
              <a:extLst>
                <a:ext uri="{FF2B5EF4-FFF2-40B4-BE49-F238E27FC236}">
                  <a16:creationId xmlns:a16="http://schemas.microsoft.com/office/drawing/2014/main" id="{8BAE6B9E-649D-33E2-794E-1D05976EA7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592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7" name="Line 29">
              <a:extLst>
                <a:ext uri="{FF2B5EF4-FFF2-40B4-BE49-F238E27FC236}">
                  <a16:creationId xmlns:a16="http://schemas.microsoft.com/office/drawing/2014/main" id="{9EE24F31-1F3D-C117-E485-0FA5E371B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0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8" name="Text Box 30">
              <a:extLst>
                <a:ext uri="{FF2B5EF4-FFF2-40B4-BE49-F238E27FC236}">
                  <a16:creationId xmlns:a16="http://schemas.microsoft.com/office/drawing/2014/main" id="{4D812B62-3B30-3A4B-803C-50E37CB31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359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4369" name="Text Box 31">
              <a:extLst>
                <a:ext uri="{FF2B5EF4-FFF2-40B4-BE49-F238E27FC236}">
                  <a16:creationId xmlns:a16="http://schemas.microsoft.com/office/drawing/2014/main" id="{61C36E94-2314-FD9F-A8D7-5591D58C3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448"/>
              <a:ext cx="10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一个存取周期</a:t>
              </a:r>
            </a:p>
          </p:txBody>
        </p:sp>
        <p:sp>
          <p:nvSpPr>
            <p:cNvPr id="14370" name="Text Box 32">
              <a:extLst>
                <a:ext uri="{FF2B5EF4-FFF2-40B4-BE49-F238E27FC236}">
                  <a16:creationId xmlns:a16="http://schemas.microsoft.com/office/drawing/2014/main" id="{C3F0F43A-08D2-775F-C696-891487111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974"/>
              <a:ext cx="20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实现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与主存之间的传送</a:t>
              </a:r>
            </a:p>
          </p:txBody>
        </p:sp>
        <p:sp>
          <p:nvSpPr>
            <p:cNvPr id="14371" name="Line 33">
              <a:extLst>
                <a:ext uri="{FF2B5EF4-FFF2-40B4-BE49-F238E27FC236}">
                  <a16:creationId xmlns:a16="http://schemas.microsoft.com/office/drawing/2014/main" id="{A2984905-61A7-8E2C-3C95-57E34C3AA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2" name="Line 34">
              <a:extLst>
                <a:ext uri="{FF2B5EF4-FFF2-40B4-BE49-F238E27FC236}">
                  <a16:creationId xmlns:a16="http://schemas.microsoft.com/office/drawing/2014/main" id="{F6486B07-2963-8180-AFEA-6AF783743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64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utoUpdateAnimBg="0"/>
      <p:bldP spid="317444" grpId="0" autoUpdateAnimBg="0"/>
      <p:bldP spid="317445" grpId="0" autoUpdateAnimBg="0"/>
      <p:bldP spid="31744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0A89CFF2-7F22-54AF-562C-B7ACD1010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171450"/>
            <a:ext cx="5710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三种方式的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工作效率比较</a:t>
            </a:r>
          </a:p>
        </p:txBody>
      </p:sp>
      <p:grpSp>
        <p:nvGrpSpPr>
          <p:cNvPr id="318467" name="Group 3">
            <a:extLst>
              <a:ext uri="{FF2B5EF4-FFF2-40B4-BE49-F238E27FC236}">
                <a16:creationId xmlns:a16="http://schemas.microsoft.com/office/drawing/2014/main" id="{72E2DE96-583B-C6B5-2690-16FA755D2253}"/>
              </a:ext>
            </a:extLst>
          </p:cNvPr>
          <p:cNvGrpSpPr>
            <a:grpSpLocks/>
          </p:cNvGrpSpPr>
          <p:nvPr/>
        </p:nvGrpSpPr>
        <p:grpSpPr bwMode="auto">
          <a:xfrm>
            <a:off x="1824038" y="4629150"/>
            <a:ext cx="8158162" cy="2228850"/>
            <a:chOff x="189" y="2916"/>
            <a:chExt cx="5139" cy="1404"/>
          </a:xfrm>
        </p:grpSpPr>
        <p:sp>
          <p:nvSpPr>
            <p:cNvPr id="15496" name="Line 4">
              <a:extLst>
                <a:ext uri="{FF2B5EF4-FFF2-40B4-BE49-F238E27FC236}">
                  <a16:creationId xmlns:a16="http://schemas.microsoft.com/office/drawing/2014/main" id="{61C378C2-36AF-ADE8-8131-D244C8DCB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" y="378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97" name="Line 5">
              <a:extLst>
                <a:ext uri="{FF2B5EF4-FFF2-40B4-BE49-F238E27FC236}">
                  <a16:creationId xmlns:a16="http://schemas.microsoft.com/office/drawing/2014/main" id="{AB6359DF-76A5-3834-63FF-678C8869B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378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98" name="Line 6">
              <a:extLst>
                <a:ext uri="{FF2B5EF4-FFF2-40B4-BE49-F238E27FC236}">
                  <a16:creationId xmlns:a16="http://schemas.microsoft.com/office/drawing/2014/main" id="{2D597170-4F28-5D84-1E48-6ABE060C9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254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99" name="Line 7">
              <a:extLst>
                <a:ext uri="{FF2B5EF4-FFF2-40B4-BE49-F238E27FC236}">
                  <a16:creationId xmlns:a16="http://schemas.microsoft.com/office/drawing/2014/main" id="{0DB91178-BB4B-1EE9-51EC-5BBE7B404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54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0" name="Line 8">
              <a:extLst>
                <a:ext uri="{FF2B5EF4-FFF2-40B4-BE49-F238E27FC236}">
                  <a16:creationId xmlns:a16="http://schemas.microsoft.com/office/drawing/2014/main" id="{C9B00109-FDEA-35DA-050B-A873BA31C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782"/>
              <a:ext cx="0" cy="2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1" name="Line 9">
              <a:extLst>
                <a:ext uri="{FF2B5EF4-FFF2-40B4-BE49-F238E27FC236}">
                  <a16:creationId xmlns:a16="http://schemas.microsoft.com/office/drawing/2014/main" id="{A9B3DE4C-8CA8-3567-9834-2207E2E2F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878"/>
              <a:ext cx="0" cy="3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2" name="Line 10">
              <a:extLst>
                <a:ext uri="{FF2B5EF4-FFF2-40B4-BE49-F238E27FC236}">
                  <a16:creationId xmlns:a16="http://schemas.microsoft.com/office/drawing/2014/main" id="{4DE5978A-FFF9-DAEA-C68D-E7B8FB0E8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" y="3247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" name="Text Box 11">
              <a:extLst>
                <a:ext uri="{FF2B5EF4-FFF2-40B4-BE49-F238E27FC236}">
                  <a16:creationId xmlns:a16="http://schemas.microsoft.com/office/drawing/2014/main" id="{0CFB175A-935E-B941-B90B-7F75C6A3E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3492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存取周期结束</a:t>
              </a:r>
            </a:p>
          </p:txBody>
        </p:sp>
        <p:sp>
          <p:nvSpPr>
            <p:cNvPr id="15504" name="Line 12">
              <a:extLst>
                <a:ext uri="{FF2B5EF4-FFF2-40B4-BE49-F238E27FC236}">
                  <a16:creationId xmlns:a16="http://schemas.microsoft.com/office/drawing/2014/main" id="{7DF0CF41-DD3A-BB34-9C34-52DEB19F8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3638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5" name="Text Box 13">
              <a:extLst>
                <a:ext uri="{FF2B5EF4-FFF2-40B4-BE49-F238E27FC236}">
                  <a16:creationId xmlns:a16="http://schemas.microsoft.com/office/drawing/2014/main" id="{7538D29D-7FF8-0246-2A74-2A45C9E6C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" y="3254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5506" name="Line 14">
              <a:extLst>
                <a:ext uri="{FF2B5EF4-FFF2-40B4-BE49-F238E27FC236}">
                  <a16:creationId xmlns:a16="http://schemas.microsoft.com/office/drawing/2014/main" id="{BA466030-6D35-191D-B6FA-0F1ED9F419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7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7" name="Line 15">
              <a:extLst>
                <a:ext uri="{FF2B5EF4-FFF2-40B4-BE49-F238E27FC236}">
                  <a16:creationId xmlns:a16="http://schemas.microsoft.com/office/drawing/2014/main" id="{FF829E29-AE85-EB8E-41E6-B5C2A000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8" name="Line 16">
              <a:extLst>
                <a:ext uri="{FF2B5EF4-FFF2-40B4-BE49-F238E27FC236}">
                  <a16:creationId xmlns:a16="http://schemas.microsoft.com/office/drawing/2014/main" id="{3B077F13-4F23-33E3-991F-EDA2DE0C4E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072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9" name="Text Box 17">
              <a:extLst>
                <a:ext uri="{FF2B5EF4-FFF2-40B4-BE49-F238E27FC236}">
                  <a16:creationId xmlns:a16="http://schemas.microsoft.com/office/drawing/2014/main" id="{0EE57D09-7574-BB66-DC41-3A2A86154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0" y="3254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5510" name="Text Box 18">
              <a:extLst>
                <a:ext uri="{FF2B5EF4-FFF2-40B4-BE49-F238E27FC236}">
                  <a16:creationId xmlns:a16="http://schemas.microsoft.com/office/drawing/2014/main" id="{EBEB9143-4A03-4B79-549C-59BEC84DD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3782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</a:t>
              </a:r>
            </a:p>
          </p:txBody>
        </p:sp>
        <p:sp>
          <p:nvSpPr>
            <p:cNvPr id="15511" name="Line 19">
              <a:extLst>
                <a:ext uri="{FF2B5EF4-FFF2-40B4-BE49-F238E27FC236}">
                  <a16:creationId xmlns:a16="http://schemas.microsoft.com/office/drawing/2014/main" id="{3DDF2E56-88DC-981C-6EF9-4F794C08F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3772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12" name="Text Box 20">
              <a:extLst>
                <a:ext uri="{FF2B5EF4-FFF2-40B4-BE49-F238E27FC236}">
                  <a16:creationId xmlns:a16="http://schemas.microsoft.com/office/drawing/2014/main" id="{C256E84A-52B1-C95C-DE94-BAAEA4A53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" y="377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</a:p>
          </p:txBody>
        </p:sp>
        <p:sp>
          <p:nvSpPr>
            <p:cNvPr id="15513" name="Line 21">
              <a:extLst>
                <a:ext uri="{FF2B5EF4-FFF2-40B4-BE49-F238E27FC236}">
                  <a16:creationId xmlns:a16="http://schemas.microsoft.com/office/drawing/2014/main" id="{926CA910-6F41-5556-D696-6E0974E13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4035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14" name="Line 22">
              <a:extLst>
                <a:ext uri="{FF2B5EF4-FFF2-40B4-BE49-F238E27FC236}">
                  <a16:creationId xmlns:a16="http://schemas.microsoft.com/office/drawing/2014/main" id="{6B1CB698-B7D9-FBAE-6888-42E680921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7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15" name="Text Box 23">
              <a:extLst>
                <a:ext uri="{FF2B5EF4-FFF2-40B4-BE49-F238E27FC236}">
                  <a16:creationId xmlns:a16="http://schemas.microsoft.com/office/drawing/2014/main" id="{FE62EE8B-5EE7-0437-7D01-4657281FC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401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5516" name="Line 24">
              <a:extLst>
                <a:ext uri="{FF2B5EF4-FFF2-40B4-BE49-F238E27FC236}">
                  <a16:creationId xmlns:a16="http://schemas.microsoft.com/office/drawing/2014/main" id="{6AEEC598-FC60-CAD3-4923-06110987BD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781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17" name="Line 25">
              <a:extLst>
                <a:ext uri="{FF2B5EF4-FFF2-40B4-BE49-F238E27FC236}">
                  <a16:creationId xmlns:a16="http://schemas.microsoft.com/office/drawing/2014/main" id="{A79D2B77-E72F-E6EC-A948-8D3B11CA3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18" name="Text Box 26">
              <a:extLst>
                <a:ext uri="{FF2B5EF4-FFF2-40B4-BE49-F238E27FC236}">
                  <a16:creationId xmlns:a16="http://schemas.microsoft.com/office/drawing/2014/main" id="{4254D7A6-8034-FF5F-1F7E-61A5801D7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401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5519" name="Freeform 27">
              <a:extLst>
                <a:ext uri="{FF2B5EF4-FFF2-40B4-BE49-F238E27FC236}">
                  <a16:creationId xmlns:a16="http://schemas.microsoft.com/office/drawing/2014/main" id="{B064E2C5-AD22-B2A4-142A-E05D7CAD2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3062"/>
              <a:ext cx="483" cy="202"/>
            </a:xfrm>
            <a:custGeom>
              <a:avLst/>
              <a:gdLst>
                <a:gd name="T0" fmla="*/ 370 w 528"/>
                <a:gd name="T1" fmla="*/ 120 h 240"/>
                <a:gd name="T2" fmla="*/ 337 w 528"/>
                <a:gd name="T3" fmla="*/ 72 h 240"/>
                <a:gd name="T4" fmla="*/ 235 w 528"/>
                <a:gd name="T5" fmla="*/ 24 h 240"/>
                <a:gd name="T6" fmla="*/ 134 w 528"/>
                <a:gd name="T7" fmla="*/ 0 h 240"/>
                <a:gd name="T8" fmla="*/ 0 w 528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8" h="240">
                  <a:moveTo>
                    <a:pt x="528" y="240"/>
                  </a:moveTo>
                  <a:lnTo>
                    <a:pt x="480" y="144"/>
                  </a:lnTo>
                  <a:lnTo>
                    <a:pt x="336" y="48"/>
                  </a:lnTo>
                  <a:lnTo>
                    <a:pt x="192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20" name="Text Box 28">
              <a:extLst>
                <a:ext uri="{FF2B5EF4-FFF2-40B4-BE49-F238E27FC236}">
                  <a16:creationId xmlns:a16="http://schemas.microsoft.com/office/drawing/2014/main" id="{EC1CDB97-19AA-4D4B-C32B-DEC061E3C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5" y="2916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一个存取周期</a:t>
              </a:r>
            </a:p>
          </p:txBody>
        </p:sp>
        <p:sp>
          <p:nvSpPr>
            <p:cNvPr id="15521" name="Freeform 29">
              <a:extLst>
                <a:ext uri="{FF2B5EF4-FFF2-40B4-BE49-F238E27FC236}">
                  <a16:creationId xmlns:a16="http://schemas.microsoft.com/office/drawing/2014/main" id="{C01084C9-94DD-ACAC-CCF5-6AE453AD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4080"/>
              <a:ext cx="960" cy="192"/>
            </a:xfrm>
            <a:custGeom>
              <a:avLst/>
              <a:gdLst>
                <a:gd name="T0" fmla="*/ 0 w 1056"/>
                <a:gd name="T1" fmla="*/ 0 h 192"/>
                <a:gd name="T2" fmla="*/ 0 w 1056"/>
                <a:gd name="T3" fmla="*/ 96 h 192"/>
                <a:gd name="T4" fmla="*/ 33 w 1056"/>
                <a:gd name="T5" fmla="*/ 192 h 192"/>
                <a:gd name="T6" fmla="*/ 590 w 1056"/>
                <a:gd name="T7" fmla="*/ 192 h 192"/>
                <a:gd name="T8" fmla="*/ 722 w 1056"/>
                <a:gd name="T9" fmla="*/ 48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6" h="192">
                  <a:moveTo>
                    <a:pt x="0" y="0"/>
                  </a:moveTo>
                  <a:lnTo>
                    <a:pt x="0" y="96"/>
                  </a:lnTo>
                  <a:lnTo>
                    <a:pt x="48" y="192"/>
                  </a:lnTo>
                  <a:lnTo>
                    <a:pt x="864" y="192"/>
                  </a:lnTo>
                  <a:lnTo>
                    <a:pt x="1056" y="4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22" name="Text Box 30">
              <a:extLst>
                <a:ext uri="{FF2B5EF4-FFF2-40B4-BE49-F238E27FC236}">
                  <a16:creationId xmlns:a16="http://schemas.microsoft.com/office/drawing/2014/main" id="{7AB209B9-E2C3-A526-5104-15FCDE9D7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878"/>
              <a:ext cx="115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实现</a:t>
              </a:r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与主存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之间的传送</a:t>
              </a:r>
            </a:p>
          </p:txBody>
        </p:sp>
        <p:sp>
          <p:nvSpPr>
            <p:cNvPr id="15523" name="Text Box 31">
              <a:extLst>
                <a:ext uri="{FF2B5EF4-FFF2-40B4-BE49-F238E27FC236}">
                  <a16:creationId xmlns:a16="http://schemas.microsoft.com/office/drawing/2014/main" id="{6068F8B7-8EE5-AC59-A1FE-7BB1EBF10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354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524" name="Line 32">
              <a:extLst>
                <a:ext uri="{FF2B5EF4-FFF2-40B4-BE49-F238E27FC236}">
                  <a16:creationId xmlns:a16="http://schemas.microsoft.com/office/drawing/2014/main" id="{C1712B1E-D76F-0909-DD27-A3FF84BBF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4032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8497" name="Group 33">
            <a:extLst>
              <a:ext uri="{FF2B5EF4-FFF2-40B4-BE49-F238E27FC236}">
                <a16:creationId xmlns:a16="http://schemas.microsoft.com/office/drawing/2014/main" id="{D72BC4BD-3547-F4DE-19B0-445928CBB013}"/>
              </a:ext>
            </a:extLst>
          </p:cNvPr>
          <p:cNvGrpSpPr>
            <a:grpSpLocks/>
          </p:cNvGrpSpPr>
          <p:nvPr/>
        </p:nvGrpSpPr>
        <p:grpSpPr bwMode="auto">
          <a:xfrm>
            <a:off x="1824038" y="760413"/>
            <a:ext cx="8318500" cy="1433512"/>
            <a:chOff x="189" y="479"/>
            <a:chExt cx="5240" cy="903"/>
          </a:xfrm>
        </p:grpSpPr>
        <p:grpSp>
          <p:nvGrpSpPr>
            <p:cNvPr id="15472" name="Group 34">
              <a:extLst>
                <a:ext uri="{FF2B5EF4-FFF2-40B4-BE49-F238E27FC236}">
                  <a16:creationId xmlns:a16="http://schemas.microsoft.com/office/drawing/2014/main" id="{D37EF038-8885-4673-54ED-0095A798C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" y="479"/>
              <a:ext cx="5240" cy="903"/>
              <a:chOff x="189" y="479"/>
              <a:chExt cx="5240" cy="903"/>
            </a:xfrm>
          </p:grpSpPr>
          <p:sp>
            <p:nvSpPr>
              <p:cNvPr id="15477" name="Text Box 35">
                <a:extLst>
                  <a:ext uri="{FF2B5EF4-FFF2-40B4-BE49-F238E27FC236}">
                    <a16:creationId xmlns:a16="http://schemas.microsoft.com/office/drawing/2014/main" id="{BEB2E318-9A2F-A736-81BB-F1614EBBE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" y="66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78" name="Line 36">
                <a:extLst>
                  <a:ext uri="{FF2B5EF4-FFF2-40B4-BE49-F238E27FC236}">
                    <a16:creationId xmlns:a16="http://schemas.microsoft.com/office/drawing/2014/main" id="{F4D81E7E-3CC7-4042-391E-C287C27A4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" y="518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79" name="Line 37">
                <a:extLst>
                  <a:ext uri="{FF2B5EF4-FFF2-40B4-BE49-F238E27FC236}">
                    <a16:creationId xmlns:a16="http://schemas.microsoft.com/office/drawing/2014/main" id="{5FB9E705-CC8A-8449-E040-33EEE3DC8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518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0" name="Line 38">
                <a:extLst>
                  <a:ext uri="{FF2B5EF4-FFF2-40B4-BE49-F238E27FC236}">
                    <a16:creationId xmlns:a16="http://schemas.microsoft.com/office/drawing/2014/main" id="{E3389929-A03A-CFBF-3589-DCF3430036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1" y="518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1" name="Line 39">
                <a:extLst>
                  <a:ext uri="{FF2B5EF4-FFF2-40B4-BE49-F238E27FC236}">
                    <a16:creationId xmlns:a16="http://schemas.microsoft.com/office/drawing/2014/main" id="{3A785028-0670-EB2C-8252-CC8B78C4B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2" name="Line 40">
                <a:extLst>
                  <a:ext uri="{FF2B5EF4-FFF2-40B4-BE49-F238E27FC236}">
                    <a16:creationId xmlns:a16="http://schemas.microsoft.com/office/drawing/2014/main" id="{379CADFB-FF89-D5E2-0AED-7884992FC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631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3" name="Text Box 41">
                <a:extLst>
                  <a:ext uri="{FF2B5EF4-FFF2-40B4-BE49-F238E27FC236}">
                    <a16:creationId xmlns:a16="http://schemas.microsoft.com/office/drawing/2014/main" id="{36AD1D35-B619-FE37-9F0C-657F07075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" y="501"/>
                <a:ext cx="78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en-US" altLang="zh-CN" sz="9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执行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现行程序</a:t>
                </a:r>
              </a:p>
            </p:txBody>
          </p:sp>
          <p:sp>
            <p:nvSpPr>
              <p:cNvPr id="15484" name="Line 42">
                <a:extLst>
                  <a:ext uri="{FF2B5EF4-FFF2-40B4-BE49-F238E27FC236}">
                    <a16:creationId xmlns:a16="http://schemas.microsoft.com/office/drawing/2014/main" id="{DE9825E5-1B17-1CF2-2AD7-D940C7F1A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1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5" name="Line 43">
                <a:extLst>
                  <a:ext uri="{FF2B5EF4-FFF2-40B4-BE49-F238E27FC236}">
                    <a16:creationId xmlns:a16="http://schemas.microsoft.com/office/drawing/2014/main" id="{8C99FFFB-86CA-CC44-32A2-5DD4321F3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73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6" name="Line 44">
                <a:extLst>
                  <a:ext uri="{FF2B5EF4-FFF2-40B4-BE49-F238E27FC236}">
                    <a16:creationId xmlns:a16="http://schemas.microsoft.com/office/drawing/2014/main" id="{4080EA61-D8CF-1F26-21F6-DC869B239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3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87" name="Text Box 45">
                <a:extLst>
                  <a:ext uri="{FF2B5EF4-FFF2-40B4-BE49-F238E27FC236}">
                    <a16:creationId xmlns:a16="http://schemas.microsoft.com/office/drawing/2014/main" id="{0348DA6A-166D-AD0B-4173-794FD65AB7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1" y="604"/>
                <a:ext cx="212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查询等待并传输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数据</a:t>
                </a:r>
              </a:p>
            </p:txBody>
          </p:sp>
          <p:sp>
            <p:nvSpPr>
              <p:cNvPr id="15488" name="Text Box 46">
                <a:extLst>
                  <a:ext uri="{FF2B5EF4-FFF2-40B4-BE49-F238E27FC236}">
                    <a16:creationId xmlns:a16="http://schemas.microsoft.com/office/drawing/2014/main" id="{AB1D9033-FD5C-D82E-F042-2E6BEC3BE3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" y="479"/>
                <a:ext cx="824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 </a:t>
                </a:r>
                <a:r>
                  <a:rPr lang="en-US" altLang="zh-CN" sz="9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执行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现行程序</a:t>
                </a:r>
              </a:p>
            </p:txBody>
          </p:sp>
          <p:sp>
            <p:nvSpPr>
              <p:cNvPr id="15489" name="Line 47">
                <a:extLst>
                  <a:ext uri="{FF2B5EF4-FFF2-40B4-BE49-F238E27FC236}">
                    <a16:creationId xmlns:a16="http://schemas.microsoft.com/office/drawing/2014/main" id="{A0A900EF-66EA-1AFF-C99C-2A14769B5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950"/>
                <a:ext cx="0" cy="2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90" name="Line 48">
                <a:extLst>
                  <a:ext uri="{FF2B5EF4-FFF2-40B4-BE49-F238E27FC236}">
                    <a16:creationId xmlns:a16="http://schemas.microsoft.com/office/drawing/2014/main" id="{9722EDEE-C1B1-86E7-F377-A71F2A22E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1152"/>
                <a:ext cx="0" cy="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91" name="Text Box 49">
                <a:extLst>
                  <a:ext uri="{FF2B5EF4-FFF2-40B4-BE49-F238E27FC236}">
                    <a16:creationId xmlns:a16="http://schemas.microsoft.com/office/drawing/2014/main" id="{17E37809-6F60-4CF0-44A0-4A63CA62B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" y="950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启动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</a:p>
            </p:txBody>
          </p:sp>
          <p:grpSp>
            <p:nvGrpSpPr>
              <p:cNvPr id="15492" name="Group 50">
                <a:extLst>
                  <a:ext uri="{FF2B5EF4-FFF2-40B4-BE49-F238E27FC236}">
                    <a16:creationId xmlns:a16="http://schemas.microsoft.com/office/drawing/2014/main" id="{95FCE015-9E62-FAAB-8C6E-4402EE9CE4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" y="954"/>
                <a:ext cx="4704" cy="6"/>
                <a:chOff x="336" y="954"/>
                <a:chExt cx="4704" cy="6"/>
              </a:xfrm>
            </p:grpSpPr>
            <p:sp>
              <p:nvSpPr>
                <p:cNvPr id="15493" name="Line 51">
                  <a:extLst>
                    <a:ext uri="{FF2B5EF4-FFF2-40B4-BE49-F238E27FC236}">
                      <a16:creationId xmlns:a16="http://schemas.microsoft.com/office/drawing/2014/main" id="{E8CFBAB2-C98E-2514-B290-DC4DC1A19E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954"/>
                  <a:ext cx="110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494" name="Line 52">
                  <a:extLst>
                    <a:ext uri="{FF2B5EF4-FFF2-40B4-BE49-F238E27FC236}">
                      <a16:creationId xmlns:a16="http://schemas.microsoft.com/office/drawing/2014/main" id="{1DB5FBA6-C4F3-8747-4287-415EB552F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960"/>
                  <a:ext cx="264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495" name="Line 53">
                  <a:extLst>
                    <a:ext uri="{FF2B5EF4-FFF2-40B4-BE49-F238E27FC236}">
                      <a16:creationId xmlns:a16="http://schemas.microsoft.com/office/drawing/2014/main" id="{745320F7-5C25-91F9-2DE7-E3B842BDAC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960"/>
                  <a:ext cx="9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473" name="Group 54">
              <a:extLst>
                <a:ext uri="{FF2B5EF4-FFF2-40B4-BE49-F238E27FC236}">
                  <a16:creationId xmlns:a16="http://schemas.microsoft.com/office/drawing/2014/main" id="{F113B991-69C1-F2C8-F32C-44198521D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1094"/>
              <a:ext cx="2640" cy="250"/>
              <a:chOff x="1821" y="1094"/>
              <a:chExt cx="2640" cy="250"/>
            </a:xfrm>
          </p:grpSpPr>
          <p:sp>
            <p:nvSpPr>
              <p:cNvPr id="15474" name="Text Box 55">
                <a:extLst>
                  <a:ext uri="{FF2B5EF4-FFF2-40B4-BE49-F238E27FC236}">
                    <a16:creationId xmlns:a16="http://schemas.microsoft.com/office/drawing/2014/main" id="{61F5AB44-1DF6-FC4E-AB0C-6C2AFC742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1" y="1094"/>
                <a:ext cx="11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I/O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准备及传送</a:t>
                </a:r>
              </a:p>
            </p:txBody>
          </p:sp>
          <p:sp>
            <p:nvSpPr>
              <p:cNvPr id="15475" name="Line 56">
                <a:extLst>
                  <a:ext uri="{FF2B5EF4-FFF2-40B4-BE49-F238E27FC236}">
                    <a16:creationId xmlns:a16="http://schemas.microsoft.com/office/drawing/2014/main" id="{302A56EA-1E07-BB05-D568-DB5506779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7" y="1200"/>
                <a:ext cx="8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76" name="Line 57">
                <a:extLst>
                  <a:ext uri="{FF2B5EF4-FFF2-40B4-BE49-F238E27FC236}">
                    <a16:creationId xmlns:a16="http://schemas.microsoft.com/office/drawing/2014/main" id="{1A9D1EBF-3A4E-0995-EDDC-7D942D02B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120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18522" name="Group 58">
            <a:extLst>
              <a:ext uri="{FF2B5EF4-FFF2-40B4-BE49-F238E27FC236}">
                <a16:creationId xmlns:a16="http://schemas.microsoft.com/office/drawing/2014/main" id="{12D7669D-A932-E56C-78E2-4883BD6FFDFC}"/>
              </a:ext>
            </a:extLst>
          </p:cNvPr>
          <p:cNvGrpSpPr>
            <a:grpSpLocks/>
          </p:cNvGrpSpPr>
          <p:nvPr/>
        </p:nvGrpSpPr>
        <p:grpSpPr bwMode="auto">
          <a:xfrm>
            <a:off x="1824038" y="2209801"/>
            <a:ext cx="8310562" cy="2530475"/>
            <a:chOff x="189" y="1392"/>
            <a:chExt cx="5235" cy="1594"/>
          </a:xfrm>
        </p:grpSpPr>
        <p:sp>
          <p:nvSpPr>
            <p:cNvPr id="15440" name="Line 59">
              <a:extLst>
                <a:ext uri="{FF2B5EF4-FFF2-40B4-BE49-F238E27FC236}">
                  <a16:creationId xmlns:a16="http://schemas.microsoft.com/office/drawing/2014/main" id="{BCB220B0-2FF9-BE95-065F-EBF8CBCF1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071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1" name="Line 60">
              <a:extLst>
                <a:ext uri="{FF2B5EF4-FFF2-40B4-BE49-F238E27FC236}">
                  <a16:creationId xmlns:a16="http://schemas.microsoft.com/office/drawing/2014/main" id="{5DA4B177-9556-0926-0BA9-795B2682B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43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2" name="Line 61">
              <a:extLst>
                <a:ext uri="{FF2B5EF4-FFF2-40B4-BE49-F238E27FC236}">
                  <a16:creationId xmlns:a16="http://schemas.microsoft.com/office/drawing/2014/main" id="{9C95BC33-788D-1F27-64E9-FE18CB0FB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536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3" name="Text Box 62">
              <a:extLst>
                <a:ext uri="{FF2B5EF4-FFF2-40B4-BE49-F238E27FC236}">
                  <a16:creationId xmlns:a16="http://schemas.microsoft.com/office/drawing/2014/main" id="{7E5C17F6-A949-4FAE-609B-79C6368D1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1781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指令执行周期结束</a:t>
              </a:r>
            </a:p>
          </p:txBody>
        </p:sp>
        <p:sp>
          <p:nvSpPr>
            <p:cNvPr id="15444" name="Line 63">
              <a:extLst>
                <a:ext uri="{FF2B5EF4-FFF2-40B4-BE49-F238E27FC236}">
                  <a16:creationId xmlns:a16="http://schemas.microsoft.com/office/drawing/2014/main" id="{EA35C4E5-EE6F-6213-4872-370E7027B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1927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5" name="Text Box 64">
              <a:extLst>
                <a:ext uri="{FF2B5EF4-FFF2-40B4-BE49-F238E27FC236}">
                  <a16:creationId xmlns:a16="http://schemas.microsoft.com/office/drawing/2014/main" id="{F9F193A7-4DC8-18CE-9D68-5BE664E44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43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5446" name="Line 65">
              <a:extLst>
                <a:ext uri="{FF2B5EF4-FFF2-40B4-BE49-F238E27FC236}">
                  <a16:creationId xmlns:a16="http://schemas.microsoft.com/office/drawing/2014/main" id="{4CB05B22-D15D-AF17-0B95-D25728E87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543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7" name="Line 66">
              <a:extLst>
                <a:ext uri="{FF2B5EF4-FFF2-40B4-BE49-F238E27FC236}">
                  <a16:creationId xmlns:a16="http://schemas.microsoft.com/office/drawing/2014/main" id="{F60AA509-7A4D-9771-3463-46094CF45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71"/>
              <a:ext cx="22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8" name="Text Box 67">
              <a:extLst>
                <a:ext uri="{FF2B5EF4-FFF2-40B4-BE49-F238E27FC236}">
                  <a16:creationId xmlns:a16="http://schemas.microsoft.com/office/drawing/2014/main" id="{2D6B7365-F138-7FA0-1021-07A739ABD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1543"/>
              <a:ext cx="1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 </a:t>
              </a:r>
              <a:r>
                <a:rPr lang="zh-CN" altLang="en-US" sz="2000">
                  <a:latin typeface="Times New Roman" panose="02020603050405020304" pitchFamily="18" charset="0"/>
                </a:rPr>
                <a:t>执行现行程序</a:t>
              </a:r>
            </a:p>
          </p:txBody>
        </p:sp>
        <p:sp>
          <p:nvSpPr>
            <p:cNvPr id="15449" name="Line 68">
              <a:extLst>
                <a:ext uri="{FF2B5EF4-FFF2-40B4-BE49-F238E27FC236}">
                  <a16:creationId xmlns:a16="http://schemas.microsoft.com/office/drawing/2014/main" id="{65983F45-C746-7879-A921-9B389A4E8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2071"/>
              <a:ext cx="144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0" name="Freeform 69">
              <a:extLst>
                <a:ext uri="{FF2B5EF4-FFF2-40B4-BE49-F238E27FC236}">
                  <a16:creationId xmlns:a16="http://schemas.microsoft.com/office/drawing/2014/main" id="{2984F0E4-4EE2-1DE4-7522-09219EBD5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71"/>
              <a:ext cx="864" cy="336"/>
            </a:xfrm>
            <a:custGeom>
              <a:avLst/>
              <a:gdLst>
                <a:gd name="T0" fmla="*/ 0 w 864"/>
                <a:gd name="T1" fmla="*/ 336 h 336"/>
                <a:gd name="T2" fmla="*/ 864 w 864"/>
                <a:gd name="T3" fmla="*/ 336 h 336"/>
                <a:gd name="T4" fmla="*/ 432 w 864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336">
                  <a:moveTo>
                    <a:pt x="0" y="336"/>
                  </a:moveTo>
                  <a:lnTo>
                    <a:pt x="864" y="336"/>
                  </a:lnTo>
                  <a:lnTo>
                    <a:pt x="43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1" name="Line 70">
              <a:extLst>
                <a:ext uri="{FF2B5EF4-FFF2-40B4-BE49-F238E27FC236}">
                  <a16:creationId xmlns:a16="http://schemas.microsoft.com/office/drawing/2014/main" id="{8B75A864-72B4-C8E9-035F-AB5A2A5F2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45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" name="Line 71">
              <a:extLst>
                <a:ext uri="{FF2B5EF4-FFF2-40B4-BE49-F238E27FC236}">
                  <a16:creationId xmlns:a16="http://schemas.microsoft.com/office/drawing/2014/main" id="{6699BDBE-A899-2CD1-574A-3206B7AC1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07"/>
              <a:ext cx="0" cy="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3" name="Line 72">
              <a:extLst>
                <a:ext uri="{FF2B5EF4-FFF2-40B4-BE49-F238E27FC236}">
                  <a16:creationId xmlns:a16="http://schemas.microsoft.com/office/drawing/2014/main" id="{0CA72375-98A1-2348-E342-F07F24B56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069"/>
              <a:ext cx="0" cy="2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4" name="Line 73">
              <a:extLst>
                <a:ext uri="{FF2B5EF4-FFF2-40B4-BE49-F238E27FC236}">
                  <a16:creationId xmlns:a16="http://schemas.microsoft.com/office/drawing/2014/main" id="{6FC7E158-3B25-3CBF-775B-1566DC804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2071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5" name="Text Box 74">
              <a:extLst>
                <a:ext uri="{FF2B5EF4-FFF2-40B4-BE49-F238E27FC236}">
                  <a16:creationId xmlns:a16="http://schemas.microsoft.com/office/drawing/2014/main" id="{20E09B58-80E6-5046-2D91-D0A39A2AF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71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</a:p>
          </p:txBody>
        </p:sp>
        <p:sp>
          <p:nvSpPr>
            <p:cNvPr id="15456" name="Text Box 75">
              <a:extLst>
                <a:ext uri="{FF2B5EF4-FFF2-40B4-BE49-F238E27FC236}">
                  <a16:creationId xmlns:a16="http://schemas.microsoft.com/office/drawing/2014/main" id="{2BBDA911-6257-0A2A-F9A0-36B09D726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061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中断请求</a:t>
              </a:r>
            </a:p>
          </p:txBody>
        </p:sp>
        <p:sp>
          <p:nvSpPr>
            <p:cNvPr id="15457" name="Line 76">
              <a:extLst>
                <a:ext uri="{FF2B5EF4-FFF2-40B4-BE49-F238E27FC236}">
                  <a16:creationId xmlns:a16="http://schemas.microsoft.com/office/drawing/2014/main" id="{5B3A1052-4FA6-0474-BA33-0383BCED72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45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8" name="Text Box 77">
              <a:extLst>
                <a:ext uri="{FF2B5EF4-FFF2-40B4-BE49-F238E27FC236}">
                  <a16:creationId xmlns:a16="http://schemas.microsoft.com/office/drawing/2014/main" id="{688DFFB6-818B-E862-834A-7C908FA08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314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5459" name="Line 78">
              <a:extLst>
                <a:ext uri="{FF2B5EF4-FFF2-40B4-BE49-F238E27FC236}">
                  <a16:creationId xmlns:a16="http://schemas.microsoft.com/office/drawing/2014/main" id="{CDD194AA-53B1-B71F-E592-C420C854C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352"/>
              <a:ext cx="0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0" name="Line 79">
              <a:extLst>
                <a:ext uri="{FF2B5EF4-FFF2-40B4-BE49-F238E27FC236}">
                  <a16:creationId xmlns:a16="http://schemas.microsoft.com/office/drawing/2014/main" id="{33897A16-1203-442F-798D-A65DBA525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4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1" name="Text Box 80">
              <a:extLst>
                <a:ext uri="{FF2B5EF4-FFF2-40B4-BE49-F238E27FC236}">
                  <a16:creationId xmlns:a16="http://schemas.microsoft.com/office/drawing/2014/main" id="{9EAB6123-E83A-C148-6838-F8657EAC2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2362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15462" name="Line 81">
              <a:extLst>
                <a:ext uri="{FF2B5EF4-FFF2-40B4-BE49-F238E27FC236}">
                  <a16:creationId xmlns:a16="http://schemas.microsoft.com/office/drawing/2014/main" id="{FF71EDA0-A7C8-9A07-A2FE-49F9EEF5B7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544" y="24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3" name="Text Box 82">
              <a:extLst>
                <a:ext uri="{FF2B5EF4-FFF2-40B4-BE49-F238E27FC236}">
                  <a16:creationId xmlns:a16="http://schemas.microsoft.com/office/drawing/2014/main" id="{9EDE4B99-0DA7-DD0E-9CC5-618205D5D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2544"/>
              <a:ext cx="202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 </a:t>
              </a:r>
              <a:r>
                <a:rPr lang="zh-CN" altLang="en-US" sz="2000">
                  <a:latin typeface="Times New Roman" panose="02020603050405020304" pitchFamily="18" charset="0"/>
                </a:rPr>
                <a:t>处理中断服务程序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实现 </a:t>
              </a:r>
              <a:r>
                <a:rPr lang="en-US" altLang="zh-CN" sz="2000">
                  <a:latin typeface="Times New Roman" panose="02020603050405020304" pitchFamily="18" charset="0"/>
                </a:rPr>
                <a:t>I/O </a:t>
              </a:r>
              <a:r>
                <a:rPr lang="zh-CN" altLang="en-US" sz="2000">
                  <a:latin typeface="Times New Roman" panose="02020603050405020304" pitchFamily="18" charset="0"/>
                </a:rPr>
                <a:t>与主机之间的传送</a:t>
              </a:r>
            </a:p>
          </p:txBody>
        </p:sp>
        <p:sp>
          <p:nvSpPr>
            <p:cNvPr id="15464" name="Text Box 83">
              <a:extLst>
                <a:ext uri="{FF2B5EF4-FFF2-40B4-BE49-F238E27FC236}">
                  <a16:creationId xmlns:a16="http://schemas.microsoft.com/office/drawing/2014/main" id="{8534641C-D0D0-5FD8-8BCF-93B4474EC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1392"/>
              <a:ext cx="27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间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断</a:t>
              </a:r>
            </a:p>
          </p:txBody>
        </p:sp>
        <p:sp>
          <p:nvSpPr>
            <p:cNvPr id="15465" name="Line 84">
              <a:extLst>
                <a:ext uri="{FF2B5EF4-FFF2-40B4-BE49-F238E27FC236}">
                  <a16:creationId xmlns:a16="http://schemas.microsoft.com/office/drawing/2014/main" id="{DD51C38F-A9DD-7C4F-64A1-2CBC886EC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87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6" name="Text Box 85">
              <a:extLst>
                <a:ext uri="{FF2B5EF4-FFF2-40B4-BE49-F238E27FC236}">
                  <a16:creationId xmlns:a16="http://schemas.microsoft.com/office/drawing/2014/main" id="{AFC1A792-EE45-1EED-3DDE-50A78FAFD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176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467" name="Line 86">
              <a:extLst>
                <a:ext uri="{FF2B5EF4-FFF2-40B4-BE49-F238E27FC236}">
                  <a16:creationId xmlns:a16="http://schemas.microsoft.com/office/drawing/2014/main" id="{DBB2E0C7-EA23-A429-2315-E086F46A3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362"/>
              <a:ext cx="0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8" name="Line 87">
              <a:extLst>
                <a:ext uri="{FF2B5EF4-FFF2-40B4-BE49-F238E27FC236}">
                  <a16:creationId xmlns:a16="http://schemas.microsoft.com/office/drawing/2014/main" id="{A1838823-9B4F-3B87-B14E-9B01E67F81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7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9" name="Line 88">
              <a:extLst>
                <a:ext uri="{FF2B5EF4-FFF2-40B4-BE49-F238E27FC236}">
                  <a16:creationId xmlns:a16="http://schemas.microsoft.com/office/drawing/2014/main" id="{C3CED412-9C61-01A0-A9AF-82A67DDDC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7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70" name="Line 89">
              <a:extLst>
                <a:ext uri="{FF2B5EF4-FFF2-40B4-BE49-F238E27FC236}">
                  <a16:creationId xmlns:a16="http://schemas.microsoft.com/office/drawing/2014/main" id="{88176F73-DF7C-3B92-BA54-7881359C02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5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71" name="Line 90">
              <a:extLst>
                <a:ext uri="{FF2B5EF4-FFF2-40B4-BE49-F238E27FC236}">
                  <a16:creationId xmlns:a16="http://schemas.microsoft.com/office/drawing/2014/main" id="{9872DB23-A8A8-DF83-A69D-262C75191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471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8555" name="Group 91">
            <a:extLst>
              <a:ext uri="{FF2B5EF4-FFF2-40B4-BE49-F238E27FC236}">
                <a16:creationId xmlns:a16="http://schemas.microsoft.com/office/drawing/2014/main" id="{AEACA5A7-6FEF-8857-1AA0-3FE892958596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1508126"/>
            <a:ext cx="1143000" cy="396875"/>
            <a:chOff x="1101" y="944"/>
            <a:chExt cx="720" cy="250"/>
          </a:xfrm>
        </p:grpSpPr>
        <p:sp>
          <p:nvSpPr>
            <p:cNvPr id="15438" name="Line 92">
              <a:extLst>
                <a:ext uri="{FF2B5EF4-FFF2-40B4-BE49-F238E27FC236}">
                  <a16:creationId xmlns:a16="http://schemas.microsoft.com/office/drawing/2014/main" id="{8EE0A940-4B9A-970F-E0A9-8151A3A83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1" y="944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39" name="Text Box 93">
              <a:extLst>
                <a:ext uri="{FF2B5EF4-FFF2-40B4-BE49-F238E27FC236}">
                  <a16:creationId xmlns:a16="http://schemas.microsoft.com/office/drawing/2014/main" id="{6D123346-0662-D795-0239-4877950A0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" y="944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</a:p>
          </p:txBody>
        </p:sp>
      </p:grpSp>
      <p:grpSp>
        <p:nvGrpSpPr>
          <p:cNvPr id="318558" name="Group 94">
            <a:extLst>
              <a:ext uri="{FF2B5EF4-FFF2-40B4-BE49-F238E27FC236}">
                <a16:creationId xmlns:a16="http://schemas.microsoft.com/office/drawing/2014/main" id="{8C1414BA-7518-CF8E-6442-ADDAC5807B8F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278189"/>
            <a:ext cx="1060450" cy="396875"/>
            <a:chOff x="960" y="2065"/>
            <a:chExt cx="668" cy="250"/>
          </a:xfrm>
        </p:grpSpPr>
        <p:sp>
          <p:nvSpPr>
            <p:cNvPr id="15436" name="Line 95">
              <a:extLst>
                <a:ext uri="{FF2B5EF4-FFF2-40B4-BE49-F238E27FC236}">
                  <a16:creationId xmlns:a16="http://schemas.microsoft.com/office/drawing/2014/main" id="{E4203A55-AC7F-E521-0192-3F44A37E8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2065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37" name="Text Box 96">
              <a:extLst>
                <a:ext uri="{FF2B5EF4-FFF2-40B4-BE49-F238E27FC236}">
                  <a16:creationId xmlns:a16="http://schemas.microsoft.com/office/drawing/2014/main" id="{39098948-C7DC-EE68-0E93-BD5C5BDA8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65"/>
              <a:ext cx="6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</a:p>
          </p:txBody>
        </p:sp>
      </p:grpSp>
      <p:sp>
        <p:nvSpPr>
          <p:cNvPr id="318561" name="Line 97">
            <a:extLst>
              <a:ext uri="{FF2B5EF4-FFF2-40B4-BE49-F238E27FC236}">
                <a16:creationId xmlns:a16="http://schemas.microsoft.com/office/drawing/2014/main" id="{49F6119B-B186-B020-06FC-F298D1022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514475"/>
            <a:ext cx="17526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8562" name="Line 98">
            <a:extLst>
              <a:ext uri="{FF2B5EF4-FFF2-40B4-BE49-F238E27FC236}">
                <a16:creationId xmlns:a16="http://schemas.microsoft.com/office/drawing/2014/main" id="{AED5F11E-9A6E-0167-C7A3-4AC795316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1524000"/>
            <a:ext cx="15240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8563" name="Freeform 99">
            <a:extLst>
              <a:ext uri="{FF2B5EF4-FFF2-40B4-BE49-F238E27FC236}">
                <a16:creationId xmlns:a16="http://schemas.microsoft.com/office/drawing/2014/main" id="{722A1E13-4DD2-74CB-5FF7-98366E143698}"/>
              </a:ext>
            </a:extLst>
          </p:cNvPr>
          <p:cNvSpPr>
            <a:spLocks/>
          </p:cNvSpPr>
          <p:nvPr/>
        </p:nvSpPr>
        <p:spPr bwMode="auto">
          <a:xfrm>
            <a:off x="2662238" y="3289301"/>
            <a:ext cx="1452562" cy="4763"/>
          </a:xfrm>
          <a:custGeom>
            <a:avLst/>
            <a:gdLst>
              <a:gd name="T0" fmla="*/ 0 w 915"/>
              <a:gd name="T1" fmla="*/ 2147483646 h 3"/>
              <a:gd name="T2" fmla="*/ 2147483646 w 915"/>
              <a:gd name="T3" fmla="*/ 0 h 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5" h="3">
                <a:moveTo>
                  <a:pt x="0" y="3"/>
                </a:moveTo>
                <a:lnTo>
                  <a:pt x="915" y="0"/>
                </a:lnTo>
              </a:path>
            </a:pathLst>
          </a:custGeom>
          <a:noFill/>
          <a:ln w="38100" cmpd="sng">
            <a:solidFill>
              <a:srgbClr val="C28F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8564" name="Group 100">
            <a:extLst>
              <a:ext uri="{FF2B5EF4-FFF2-40B4-BE49-F238E27FC236}">
                <a16:creationId xmlns:a16="http://schemas.microsoft.com/office/drawing/2014/main" id="{7E896247-7306-828A-DD0E-190F75BA0FA4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289300"/>
            <a:ext cx="1752600" cy="865188"/>
            <a:chOff x="1632" y="2067"/>
            <a:chExt cx="1104" cy="545"/>
          </a:xfrm>
        </p:grpSpPr>
        <p:sp>
          <p:nvSpPr>
            <p:cNvPr id="15429" name="Freeform 101">
              <a:extLst>
                <a:ext uri="{FF2B5EF4-FFF2-40B4-BE49-F238E27FC236}">
                  <a16:creationId xmlns:a16="http://schemas.microsoft.com/office/drawing/2014/main" id="{DCD908A8-7425-80F7-DF91-FC7F68A57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67"/>
              <a:ext cx="1098" cy="3"/>
            </a:xfrm>
            <a:custGeom>
              <a:avLst/>
              <a:gdLst>
                <a:gd name="T0" fmla="*/ 0 w 1098"/>
                <a:gd name="T1" fmla="*/ 3 h 3"/>
                <a:gd name="T2" fmla="*/ 1098 w 109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8" h="3">
                  <a:moveTo>
                    <a:pt x="0" y="3"/>
                  </a:moveTo>
                  <a:lnTo>
                    <a:pt x="1098" y="0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430" name="Group 102">
              <a:extLst>
                <a:ext uri="{FF2B5EF4-FFF2-40B4-BE49-F238E27FC236}">
                  <a16:creationId xmlns:a16="http://schemas.microsoft.com/office/drawing/2014/main" id="{6346DD96-045B-E4E7-57A7-AE29642B7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52"/>
              <a:ext cx="1104" cy="260"/>
              <a:chOff x="1632" y="2352"/>
              <a:chExt cx="1104" cy="260"/>
            </a:xfrm>
          </p:grpSpPr>
          <p:sp>
            <p:nvSpPr>
              <p:cNvPr id="15431" name="Line 103">
                <a:extLst>
                  <a:ext uri="{FF2B5EF4-FFF2-40B4-BE49-F238E27FC236}">
                    <a16:creationId xmlns:a16="http://schemas.microsoft.com/office/drawing/2014/main" id="{8DFE6B92-FFBB-CD1A-3852-3DF5E63F0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32" name="Line 104">
                <a:extLst>
                  <a:ext uri="{FF2B5EF4-FFF2-40B4-BE49-F238E27FC236}">
                    <a16:creationId xmlns:a16="http://schemas.microsoft.com/office/drawing/2014/main" id="{91E878DC-D6CD-E94B-76FC-784FCFCCB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246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33" name="Text Box 105">
                <a:extLst>
                  <a:ext uri="{FF2B5EF4-FFF2-40B4-BE49-F238E27FC236}">
                    <a16:creationId xmlns:a16="http://schemas.microsoft.com/office/drawing/2014/main" id="{967CF90B-484B-B453-2B43-54D10DCFF8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" y="2362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准备</a:t>
                </a:r>
              </a:p>
            </p:txBody>
          </p:sp>
          <p:sp>
            <p:nvSpPr>
              <p:cNvPr id="15434" name="Line 106">
                <a:extLst>
                  <a:ext uri="{FF2B5EF4-FFF2-40B4-BE49-F238E27FC236}">
                    <a16:creationId xmlns:a16="http://schemas.microsoft.com/office/drawing/2014/main" id="{9467646F-39BB-D50D-D1B3-70163E871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544" y="246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35" name="Line 107">
                <a:extLst>
                  <a:ext uri="{FF2B5EF4-FFF2-40B4-BE49-F238E27FC236}">
                    <a16:creationId xmlns:a16="http://schemas.microsoft.com/office/drawing/2014/main" id="{C6096D43-B209-8187-E215-696A32F6D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362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18572" name="Group 108">
            <a:extLst>
              <a:ext uri="{FF2B5EF4-FFF2-40B4-BE49-F238E27FC236}">
                <a16:creationId xmlns:a16="http://schemas.microsoft.com/office/drawing/2014/main" id="{D881D12A-E14E-FF7A-863B-9342CA16E2CE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3276600"/>
            <a:ext cx="1206500" cy="477838"/>
            <a:chOff x="1976" y="2055"/>
            <a:chExt cx="760" cy="301"/>
          </a:xfrm>
        </p:grpSpPr>
        <p:sp>
          <p:nvSpPr>
            <p:cNvPr id="15427" name="Line 109">
              <a:extLst>
                <a:ext uri="{FF2B5EF4-FFF2-40B4-BE49-F238E27FC236}">
                  <a16:creationId xmlns:a16="http://schemas.microsoft.com/office/drawing/2014/main" id="{4E7EF291-9C51-8D2C-57B1-E69AB3352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063"/>
              <a:ext cx="0" cy="29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28" name="Text Box 110">
              <a:extLst>
                <a:ext uri="{FF2B5EF4-FFF2-40B4-BE49-F238E27FC236}">
                  <a16:creationId xmlns:a16="http://schemas.microsoft.com/office/drawing/2014/main" id="{3447349F-8FB1-91D4-2E64-C27101514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055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中断请求</a:t>
              </a:r>
            </a:p>
          </p:txBody>
        </p:sp>
      </p:grpSp>
      <p:sp>
        <p:nvSpPr>
          <p:cNvPr id="318575" name="Line 111">
            <a:extLst>
              <a:ext uri="{FF2B5EF4-FFF2-40B4-BE49-F238E27FC236}">
                <a16:creationId xmlns:a16="http://schemas.microsoft.com/office/drawing/2014/main" id="{75EB26F6-1569-F763-BF0C-E33BC4A464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3278188"/>
            <a:ext cx="228600" cy="533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8576" name="Line 112">
            <a:extLst>
              <a:ext uri="{FF2B5EF4-FFF2-40B4-BE49-F238E27FC236}">
                <a16:creationId xmlns:a16="http://schemas.microsoft.com/office/drawing/2014/main" id="{8FE54EC1-B366-91B8-51D2-16D0E66D97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3276600"/>
            <a:ext cx="685800" cy="533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8577" name="Line 113">
            <a:extLst>
              <a:ext uri="{FF2B5EF4-FFF2-40B4-BE49-F238E27FC236}">
                <a16:creationId xmlns:a16="http://schemas.microsoft.com/office/drawing/2014/main" id="{0486E52B-F308-73F0-E3F1-2AA4CACD4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005513"/>
            <a:ext cx="15240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8578" name="Group 114">
            <a:extLst>
              <a:ext uri="{FF2B5EF4-FFF2-40B4-BE49-F238E27FC236}">
                <a16:creationId xmlns:a16="http://schemas.microsoft.com/office/drawing/2014/main" id="{A35B38C7-1564-A00F-34A3-D76C39C3B328}"/>
              </a:ext>
            </a:extLst>
          </p:cNvPr>
          <p:cNvGrpSpPr>
            <a:grpSpLocks/>
          </p:cNvGrpSpPr>
          <p:nvPr/>
        </p:nvGrpSpPr>
        <p:grpSpPr bwMode="auto">
          <a:xfrm>
            <a:off x="3121026" y="5984876"/>
            <a:ext cx="1069975" cy="403225"/>
            <a:chOff x="1006" y="3770"/>
            <a:chExt cx="674" cy="254"/>
          </a:xfrm>
        </p:grpSpPr>
        <p:sp>
          <p:nvSpPr>
            <p:cNvPr id="15425" name="Line 115">
              <a:extLst>
                <a:ext uri="{FF2B5EF4-FFF2-40B4-BE49-F238E27FC236}">
                  <a16:creationId xmlns:a16="http://schemas.microsoft.com/office/drawing/2014/main" id="{A3FD5D61-E76C-ED31-C5F4-8453A5758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70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26" name="Text Box 116">
              <a:extLst>
                <a:ext uri="{FF2B5EF4-FFF2-40B4-BE49-F238E27FC236}">
                  <a16:creationId xmlns:a16="http://schemas.microsoft.com/office/drawing/2014/main" id="{AF6CF835-1CD0-3E91-9C25-59EC173B2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3774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启动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</a:p>
          </p:txBody>
        </p:sp>
      </p:grpSp>
      <p:grpSp>
        <p:nvGrpSpPr>
          <p:cNvPr id="318581" name="Group 117">
            <a:extLst>
              <a:ext uri="{FF2B5EF4-FFF2-40B4-BE49-F238E27FC236}">
                <a16:creationId xmlns:a16="http://schemas.microsoft.com/office/drawing/2014/main" id="{C0ECD1C3-E3F5-6F03-DFBE-BF29E3C1CD2C}"/>
              </a:ext>
            </a:extLst>
          </p:cNvPr>
          <p:cNvGrpSpPr>
            <a:grpSpLocks/>
          </p:cNvGrpSpPr>
          <p:nvPr/>
        </p:nvGrpSpPr>
        <p:grpSpPr bwMode="auto">
          <a:xfrm>
            <a:off x="4186238" y="6005513"/>
            <a:ext cx="2062162" cy="760412"/>
            <a:chOff x="1677" y="3783"/>
            <a:chExt cx="1299" cy="479"/>
          </a:xfrm>
        </p:grpSpPr>
        <p:sp>
          <p:nvSpPr>
            <p:cNvPr id="15418" name="Line 118">
              <a:extLst>
                <a:ext uri="{FF2B5EF4-FFF2-40B4-BE49-F238E27FC236}">
                  <a16:creationId xmlns:a16="http://schemas.microsoft.com/office/drawing/2014/main" id="{2971211E-8CE1-0A8C-E6BF-6CBB704D8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83"/>
              <a:ext cx="129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419" name="Group 119">
              <a:extLst>
                <a:ext uri="{FF2B5EF4-FFF2-40B4-BE49-F238E27FC236}">
                  <a16:creationId xmlns:a16="http://schemas.microsoft.com/office/drawing/2014/main" id="{814C4795-B855-BE45-85FE-748DD41F5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4012"/>
              <a:ext cx="1296" cy="250"/>
              <a:chOff x="1677" y="4006"/>
              <a:chExt cx="1296" cy="250"/>
            </a:xfrm>
          </p:grpSpPr>
          <p:sp>
            <p:nvSpPr>
              <p:cNvPr id="15420" name="Line 120">
                <a:extLst>
                  <a:ext uri="{FF2B5EF4-FFF2-40B4-BE49-F238E27FC236}">
                    <a16:creationId xmlns:a16="http://schemas.microsoft.com/office/drawing/2014/main" id="{26A2789D-F096-BF4B-1DC5-6AB60A082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7" y="4029"/>
                <a:ext cx="0" cy="179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21" name="Line 121">
                <a:extLst>
                  <a:ext uri="{FF2B5EF4-FFF2-40B4-BE49-F238E27FC236}">
                    <a16:creationId xmlns:a16="http://schemas.microsoft.com/office/drawing/2014/main" id="{D0E7CB15-206F-939C-457A-C373C2210C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7" y="411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22" name="Text Box 122">
                <a:extLst>
                  <a:ext uri="{FF2B5EF4-FFF2-40B4-BE49-F238E27FC236}">
                    <a16:creationId xmlns:a16="http://schemas.microsoft.com/office/drawing/2014/main" id="{88B62A25-AE3D-6CF6-D1EB-D51F8D51F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4006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准备</a:t>
                </a:r>
              </a:p>
            </p:txBody>
          </p:sp>
          <p:sp>
            <p:nvSpPr>
              <p:cNvPr id="15423" name="Line 123">
                <a:extLst>
                  <a:ext uri="{FF2B5EF4-FFF2-40B4-BE49-F238E27FC236}">
                    <a16:creationId xmlns:a16="http://schemas.microsoft.com/office/drawing/2014/main" id="{DC7BAD63-6404-BCCB-FE06-E94ED99DA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781" y="411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24" name="Line 124">
                <a:extLst>
                  <a:ext uri="{FF2B5EF4-FFF2-40B4-BE49-F238E27FC236}">
                    <a16:creationId xmlns:a16="http://schemas.microsoft.com/office/drawing/2014/main" id="{5833D20F-7D7B-CBA3-47CB-46445EBB4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3" y="4026"/>
                <a:ext cx="0" cy="179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18589" name="Group 125">
            <a:extLst>
              <a:ext uri="{FF2B5EF4-FFF2-40B4-BE49-F238E27FC236}">
                <a16:creationId xmlns:a16="http://schemas.microsoft.com/office/drawing/2014/main" id="{E148A318-9DD4-937B-8108-CF0F78205FCE}"/>
              </a:ext>
            </a:extLst>
          </p:cNvPr>
          <p:cNvGrpSpPr>
            <a:grpSpLocks/>
          </p:cNvGrpSpPr>
          <p:nvPr/>
        </p:nvGrpSpPr>
        <p:grpSpPr bwMode="auto">
          <a:xfrm>
            <a:off x="3873501" y="4629150"/>
            <a:ext cx="2519363" cy="1390650"/>
            <a:chOff x="1485" y="2916"/>
            <a:chExt cx="1587" cy="876"/>
          </a:xfrm>
        </p:grpSpPr>
        <p:sp>
          <p:nvSpPr>
            <p:cNvPr id="15414" name="Rectangle 126">
              <a:extLst>
                <a:ext uri="{FF2B5EF4-FFF2-40B4-BE49-F238E27FC236}">
                  <a16:creationId xmlns:a16="http://schemas.microsoft.com/office/drawing/2014/main" id="{33E84D9F-66DA-F744-B012-C3DB948AC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264"/>
              <a:ext cx="96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5415" name="Group 127">
              <a:extLst>
                <a:ext uri="{FF2B5EF4-FFF2-40B4-BE49-F238E27FC236}">
                  <a16:creationId xmlns:a16="http://schemas.microsoft.com/office/drawing/2014/main" id="{C1637D1E-2737-DB70-77E5-167D448D0D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2916"/>
              <a:ext cx="1539" cy="348"/>
              <a:chOff x="1485" y="2916"/>
              <a:chExt cx="1539" cy="348"/>
            </a:xfrm>
          </p:grpSpPr>
          <p:sp>
            <p:nvSpPr>
              <p:cNvPr id="15416" name="Freeform 128">
                <a:extLst>
                  <a:ext uri="{FF2B5EF4-FFF2-40B4-BE49-F238E27FC236}">
                    <a16:creationId xmlns:a16="http://schemas.microsoft.com/office/drawing/2014/main" id="{5819E1CF-EF39-21E6-7379-DF49AF9F5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1" y="3062"/>
                <a:ext cx="483" cy="202"/>
              </a:xfrm>
              <a:custGeom>
                <a:avLst/>
                <a:gdLst>
                  <a:gd name="T0" fmla="*/ 370 w 528"/>
                  <a:gd name="T1" fmla="*/ 120 h 240"/>
                  <a:gd name="T2" fmla="*/ 337 w 528"/>
                  <a:gd name="T3" fmla="*/ 72 h 240"/>
                  <a:gd name="T4" fmla="*/ 235 w 528"/>
                  <a:gd name="T5" fmla="*/ 24 h 240"/>
                  <a:gd name="T6" fmla="*/ 134 w 528"/>
                  <a:gd name="T7" fmla="*/ 0 h 240"/>
                  <a:gd name="T8" fmla="*/ 0 w 528"/>
                  <a:gd name="T9" fmla="*/ 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8" h="240">
                    <a:moveTo>
                      <a:pt x="528" y="240"/>
                    </a:moveTo>
                    <a:lnTo>
                      <a:pt x="480" y="144"/>
                    </a:lnTo>
                    <a:lnTo>
                      <a:pt x="336" y="48"/>
                    </a:lnTo>
                    <a:lnTo>
                      <a:pt x="192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17" name="Text Box 129">
                <a:extLst>
                  <a:ext uri="{FF2B5EF4-FFF2-40B4-BE49-F238E27FC236}">
                    <a16:creationId xmlns:a16="http://schemas.microsoft.com/office/drawing/2014/main" id="{B4BB8349-50C3-DDE5-AA1F-8E0276A1F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5" y="2916"/>
                <a:ext cx="10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一个存取周期</a:t>
                </a:r>
              </a:p>
            </p:txBody>
          </p:sp>
        </p:grpSp>
      </p:grpSp>
      <p:grpSp>
        <p:nvGrpSpPr>
          <p:cNvPr id="318594" name="Group 130">
            <a:extLst>
              <a:ext uri="{FF2B5EF4-FFF2-40B4-BE49-F238E27FC236}">
                <a16:creationId xmlns:a16="http://schemas.microsoft.com/office/drawing/2014/main" id="{63A71AF2-AFCE-2027-7768-C0D0C77CF994}"/>
              </a:ext>
            </a:extLst>
          </p:cNvPr>
          <p:cNvGrpSpPr>
            <a:grpSpLocks/>
          </p:cNvGrpSpPr>
          <p:nvPr/>
        </p:nvGrpSpPr>
        <p:grpSpPr bwMode="auto">
          <a:xfrm>
            <a:off x="4948239" y="6003926"/>
            <a:ext cx="1303337" cy="396875"/>
            <a:chOff x="2157" y="3776"/>
            <a:chExt cx="821" cy="250"/>
          </a:xfrm>
        </p:grpSpPr>
        <p:sp>
          <p:nvSpPr>
            <p:cNvPr id="15412" name="Line 131">
              <a:extLst>
                <a:ext uri="{FF2B5EF4-FFF2-40B4-BE49-F238E27FC236}">
                  <a16:creationId xmlns:a16="http://schemas.microsoft.com/office/drawing/2014/main" id="{59B8A252-B917-6750-65C6-F3B357138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776"/>
              <a:ext cx="0" cy="25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3" name="Text Box 132">
              <a:extLst>
                <a:ext uri="{FF2B5EF4-FFF2-40B4-BE49-F238E27FC236}">
                  <a16:creationId xmlns:a16="http://schemas.microsoft.com/office/drawing/2014/main" id="{A075333E-6896-1B16-9B1F-0463A6A85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3776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请求</a:t>
              </a:r>
            </a:p>
          </p:txBody>
        </p:sp>
      </p:grpSp>
      <p:sp>
        <p:nvSpPr>
          <p:cNvPr id="318597" name="Freeform 133">
            <a:extLst>
              <a:ext uri="{FF2B5EF4-FFF2-40B4-BE49-F238E27FC236}">
                <a16:creationId xmlns:a16="http://schemas.microsoft.com/office/drawing/2014/main" id="{A4F60CE4-541D-84B7-1927-8218540CDB43}"/>
              </a:ext>
            </a:extLst>
          </p:cNvPr>
          <p:cNvSpPr>
            <a:spLocks/>
          </p:cNvSpPr>
          <p:nvPr/>
        </p:nvSpPr>
        <p:spPr bwMode="auto">
          <a:xfrm>
            <a:off x="5857876" y="3289300"/>
            <a:ext cx="233363" cy="1588"/>
          </a:xfrm>
          <a:custGeom>
            <a:avLst/>
            <a:gdLst>
              <a:gd name="T0" fmla="*/ 0 w 147"/>
              <a:gd name="T1" fmla="*/ 0 h 1"/>
              <a:gd name="T2" fmla="*/ 2147483646 w 147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7" h="1">
                <a:moveTo>
                  <a:pt x="0" y="0"/>
                </a:moveTo>
                <a:lnTo>
                  <a:pt x="147" y="0"/>
                </a:lnTo>
              </a:path>
            </a:pathLst>
          </a:custGeom>
          <a:noFill/>
          <a:ln w="38100" cmpd="sng">
            <a:solidFill>
              <a:srgbClr val="C28F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8598" name="Text Box 134">
            <a:extLst>
              <a:ext uri="{FF2B5EF4-FFF2-40B4-BE49-F238E27FC236}">
                <a16:creationId xmlns:a16="http://schemas.microsoft.com/office/drawing/2014/main" id="{16C79E26-CF67-D054-7F1E-DE48B2A61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6" y="987426"/>
            <a:ext cx="6953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程序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查询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18599" name="Text Box 135">
            <a:extLst>
              <a:ext uri="{FF2B5EF4-FFF2-40B4-BE49-F238E27FC236}">
                <a16:creationId xmlns:a16="http://schemas.microsoft.com/office/drawing/2014/main" id="{D7696533-7C52-8895-1388-AF72CD52F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6" y="2803526"/>
            <a:ext cx="6953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程序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中断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18600" name="Text Box 136">
            <a:extLst>
              <a:ext uri="{FF2B5EF4-FFF2-40B4-BE49-F238E27FC236}">
                <a16:creationId xmlns:a16="http://schemas.microsoft.com/office/drawing/2014/main" id="{053C0672-0D6D-C715-EFE1-32EEDE2D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5653089"/>
            <a:ext cx="8556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DMA 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</a:p>
        </p:txBody>
      </p:sp>
      <p:grpSp>
        <p:nvGrpSpPr>
          <p:cNvPr id="318602" name="Group 138">
            <a:extLst>
              <a:ext uri="{FF2B5EF4-FFF2-40B4-BE49-F238E27FC236}">
                <a16:creationId xmlns:a16="http://schemas.microsoft.com/office/drawing/2014/main" id="{9BE37FEB-3D07-0C07-7802-78EAC48258EC}"/>
              </a:ext>
            </a:extLst>
          </p:cNvPr>
          <p:cNvGrpSpPr>
            <a:grpSpLocks/>
          </p:cNvGrpSpPr>
          <p:nvPr/>
        </p:nvGrpSpPr>
        <p:grpSpPr bwMode="auto">
          <a:xfrm>
            <a:off x="4414838" y="1524000"/>
            <a:ext cx="4195762" cy="685800"/>
            <a:chOff x="1821" y="960"/>
            <a:chExt cx="2643" cy="432"/>
          </a:xfrm>
        </p:grpSpPr>
        <p:grpSp>
          <p:nvGrpSpPr>
            <p:cNvPr id="15404" name="Group 139">
              <a:extLst>
                <a:ext uri="{FF2B5EF4-FFF2-40B4-BE49-F238E27FC236}">
                  <a16:creationId xmlns:a16="http://schemas.microsoft.com/office/drawing/2014/main" id="{C8A43B6F-9565-3876-5711-6657CDC73F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960"/>
              <a:ext cx="2643" cy="384"/>
              <a:chOff x="1821" y="960"/>
              <a:chExt cx="2643" cy="384"/>
            </a:xfrm>
          </p:grpSpPr>
          <p:sp>
            <p:nvSpPr>
              <p:cNvPr id="15407" name="Line 140">
                <a:extLst>
                  <a:ext uri="{FF2B5EF4-FFF2-40B4-BE49-F238E27FC236}">
                    <a16:creationId xmlns:a16="http://schemas.microsoft.com/office/drawing/2014/main" id="{7E909E69-29CF-6B91-3236-35FC57F8F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960"/>
                <a:ext cx="264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5408" name="Group 141">
                <a:extLst>
                  <a:ext uri="{FF2B5EF4-FFF2-40B4-BE49-F238E27FC236}">
                    <a16:creationId xmlns:a16="http://schemas.microsoft.com/office/drawing/2014/main" id="{67921DC3-5114-7390-EEF2-ED5852355B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1" y="1094"/>
                <a:ext cx="2640" cy="250"/>
                <a:chOff x="1821" y="1094"/>
                <a:chExt cx="2640" cy="250"/>
              </a:xfrm>
            </p:grpSpPr>
            <p:sp>
              <p:nvSpPr>
                <p:cNvPr id="15409" name="Text Box 142">
                  <a:extLst>
                    <a:ext uri="{FF2B5EF4-FFF2-40B4-BE49-F238E27FC236}">
                      <a16:creationId xmlns:a16="http://schemas.microsoft.com/office/drawing/2014/main" id="{451200E4-37F3-9E02-A67F-C498EEB5ED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31" y="1094"/>
                  <a:ext cx="119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folHlink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 </a:t>
                  </a:r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准备及传送</a:t>
                  </a:r>
                </a:p>
              </p:txBody>
            </p:sp>
            <p:sp>
              <p:nvSpPr>
                <p:cNvPr id="15410" name="Line 143">
                  <a:extLst>
                    <a:ext uri="{FF2B5EF4-FFF2-40B4-BE49-F238E27FC236}">
                      <a16:creationId xmlns:a16="http://schemas.microsoft.com/office/drawing/2014/main" id="{79C0AAF2-B488-345D-79D8-9F38498594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97" y="1200"/>
                  <a:ext cx="864" cy="0"/>
                </a:xfrm>
                <a:prstGeom prst="line">
                  <a:avLst/>
                </a:prstGeom>
                <a:noFill/>
                <a:ln w="19050">
                  <a:solidFill>
                    <a:schemeClr val="folHlink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411" name="Line 144">
                  <a:extLst>
                    <a:ext uri="{FF2B5EF4-FFF2-40B4-BE49-F238E27FC236}">
                      <a16:creationId xmlns:a16="http://schemas.microsoft.com/office/drawing/2014/main" id="{BF1ABDE0-4EF0-D93E-44A3-B5721F880A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1" y="1200"/>
                  <a:ext cx="624" cy="0"/>
                </a:xfrm>
                <a:prstGeom prst="line">
                  <a:avLst/>
                </a:prstGeom>
                <a:noFill/>
                <a:ln w="19050">
                  <a:solidFill>
                    <a:schemeClr val="folHlink"/>
                  </a:solidFill>
                  <a:round/>
                  <a:headEnd type="stealth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05" name="Line 145">
              <a:extLst>
                <a:ext uri="{FF2B5EF4-FFF2-40B4-BE49-F238E27FC236}">
                  <a16:creationId xmlns:a16="http://schemas.microsoft.com/office/drawing/2014/main" id="{D0E469E1-E0C7-6D6E-0EEE-4C24C65ED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960"/>
              <a:ext cx="0" cy="43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06" name="Line 146">
              <a:extLst>
                <a:ext uri="{FF2B5EF4-FFF2-40B4-BE49-F238E27FC236}">
                  <a16:creationId xmlns:a16="http://schemas.microsoft.com/office/drawing/2014/main" id="{12095334-33C6-A357-3065-1BEED893E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960"/>
              <a:ext cx="0" cy="43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18611" name="Group 147">
            <a:extLst>
              <a:ext uri="{FF2B5EF4-FFF2-40B4-BE49-F238E27FC236}">
                <a16:creationId xmlns:a16="http://schemas.microsoft.com/office/drawing/2014/main" id="{D4ED4760-4DDC-81DB-1BF7-207332910590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209801"/>
            <a:ext cx="1371600" cy="1704975"/>
            <a:chOff x="2736" y="1392"/>
            <a:chExt cx="864" cy="1074"/>
          </a:xfrm>
        </p:grpSpPr>
        <p:grpSp>
          <p:nvGrpSpPr>
            <p:cNvPr id="15400" name="Group 148">
              <a:extLst>
                <a:ext uri="{FF2B5EF4-FFF2-40B4-BE49-F238E27FC236}">
                  <a16:creationId xmlns:a16="http://schemas.microsoft.com/office/drawing/2014/main" id="{E35CE27B-34BD-0D46-4533-01C0CA6F6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2400"/>
              <a:ext cx="864" cy="66"/>
              <a:chOff x="2736" y="2400"/>
              <a:chExt cx="864" cy="66"/>
            </a:xfrm>
          </p:grpSpPr>
          <p:sp>
            <p:nvSpPr>
              <p:cNvPr id="15402" name="Line 149">
                <a:extLst>
                  <a:ext uri="{FF2B5EF4-FFF2-40B4-BE49-F238E27FC236}">
                    <a16:creationId xmlns:a16="http://schemas.microsoft.com/office/drawing/2014/main" id="{A32B78C3-3583-B6DC-92EB-0693775A4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00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03" name="Line 150">
                <a:extLst>
                  <a:ext uri="{FF2B5EF4-FFF2-40B4-BE49-F238E27FC236}">
                    <a16:creationId xmlns:a16="http://schemas.microsoft.com/office/drawing/2014/main" id="{B9F0042F-1115-C964-49AD-39E2EF91B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6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401" name="Text Box 151">
              <a:extLst>
                <a:ext uri="{FF2B5EF4-FFF2-40B4-BE49-F238E27FC236}">
                  <a16:creationId xmlns:a16="http://schemas.microsoft.com/office/drawing/2014/main" id="{CFF889FA-C78C-FD05-C103-BCAF6A64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1392"/>
              <a:ext cx="27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间</a:t>
              </a:r>
            </a:p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断</a:t>
              </a:r>
            </a:p>
          </p:txBody>
        </p:sp>
      </p:grpSp>
      <p:grpSp>
        <p:nvGrpSpPr>
          <p:cNvPr id="318616" name="Group 152">
            <a:extLst>
              <a:ext uri="{FF2B5EF4-FFF2-40B4-BE49-F238E27FC236}">
                <a16:creationId xmlns:a16="http://schemas.microsoft.com/office/drawing/2014/main" id="{6C35AF00-A067-F76C-78CC-A948AF65916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292475"/>
            <a:ext cx="3581400" cy="833438"/>
            <a:chOff x="3168" y="2074"/>
            <a:chExt cx="2256" cy="525"/>
          </a:xfrm>
        </p:grpSpPr>
        <p:sp>
          <p:nvSpPr>
            <p:cNvPr id="15395" name="Line 153">
              <a:extLst>
                <a:ext uri="{FF2B5EF4-FFF2-40B4-BE49-F238E27FC236}">
                  <a16:creationId xmlns:a16="http://schemas.microsoft.com/office/drawing/2014/main" id="{9476C3BD-1A81-F953-2395-0DDB1C608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74"/>
              <a:ext cx="225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396" name="Group 154">
              <a:extLst>
                <a:ext uri="{FF2B5EF4-FFF2-40B4-BE49-F238E27FC236}">
                  <a16:creationId xmlns:a16="http://schemas.microsoft.com/office/drawing/2014/main" id="{BA428276-81D0-EA40-C57D-0BB2172567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307"/>
              <a:ext cx="810" cy="292"/>
              <a:chOff x="3600" y="2307"/>
              <a:chExt cx="810" cy="292"/>
            </a:xfrm>
          </p:grpSpPr>
          <p:sp>
            <p:nvSpPr>
              <p:cNvPr id="15397" name="Line 155">
                <a:extLst>
                  <a:ext uri="{FF2B5EF4-FFF2-40B4-BE49-F238E27FC236}">
                    <a16:creationId xmlns:a16="http://schemas.microsoft.com/office/drawing/2014/main" id="{2619F131-2053-87FE-BD28-37CD59135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307"/>
                <a:ext cx="0" cy="292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398" name="Line 156">
                <a:extLst>
                  <a:ext uri="{FF2B5EF4-FFF2-40B4-BE49-F238E27FC236}">
                    <a16:creationId xmlns:a16="http://schemas.microsoft.com/office/drawing/2014/main" id="{BD53DA81-F71D-5FA6-D932-11986130B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45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399" name="Text Box 157">
                <a:extLst>
                  <a:ext uri="{FF2B5EF4-FFF2-40B4-BE49-F238E27FC236}">
                    <a16:creationId xmlns:a16="http://schemas.microsoft.com/office/drawing/2014/main" id="{67533CF4-B227-6D60-1229-3E2912AA54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314"/>
                <a:ext cx="6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准备</a:t>
                </a:r>
              </a:p>
            </p:txBody>
          </p:sp>
        </p:grpSp>
      </p:grpSp>
      <p:grpSp>
        <p:nvGrpSpPr>
          <p:cNvPr id="318622" name="Group 158">
            <a:extLst>
              <a:ext uri="{FF2B5EF4-FFF2-40B4-BE49-F238E27FC236}">
                <a16:creationId xmlns:a16="http://schemas.microsoft.com/office/drawing/2014/main" id="{1A9E1EDF-53AD-3B8D-191D-A17CE9E6F88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6005513"/>
            <a:ext cx="3581400" cy="760412"/>
            <a:chOff x="3072" y="3783"/>
            <a:chExt cx="2256" cy="479"/>
          </a:xfrm>
        </p:grpSpPr>
        <p:sp>
          <p:nvSpPr>
            <p:cNvPr id="15390" name="Line 159">
              <a:extLst>
                <a:ext uri="{FF2B5EF4-FFF2-40B4-BE49-F238E27FC236}">
                  <a16:creationId xmlns:a16="http://schemas.microsoft.com/office/drawing/2014/main" id="{1A58225A-1908-85C5-897C-CE847EF76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783"/>
              <a:ext cx="225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391" name="Group 160">
              <a:extLst>
                <a:ext uri="{FF2B5EF4-FFF2-40B4-BE49-F238E27FC236}">
                  <a16:creationId xmlns:a16="http://schemas.microsoft.com/office/drawing/2014/main" id="{9EE6BCC0-D1D2-9E86-49B0-8D1EF1519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878"/>
              <a:ext cx="814" cy="384"/>
              <a:chOff x="3072" y="3878"/>
              <a:chExt cx="814" cy="384"/>
            </a:xfrm>
          </p:grpSpPr>
          <p:sp>
            <p:nvSpPr>
              <p:cNvPr id="15392" name="Line 161">
                <a:extLst>
                  <a:ext uri="{FF2B5EF4-FFF2-40B4-BE49-F238E27FC236}">
                    <a16:creationId xmlns:a16="http://schemas.microsoft.com/office/drawing/2014/main" id="{D8242AAB-5FE9-9797-0390-7D02B76BA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878"/>
                <a:ext cx="0" cy="354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393" name="Line 162">
                <a:extLst>
                  <a:ext uri="{FF2B5EF4-FFF2-40B4-BE49-F238E27FC236}">
                    <a16:creationId xmlns:a16="http://schemas.microsoft.com/office/drawing/2014/main" id="{1F442F65-AD82-A573-3F95-1582F02B3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6" y="411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394" name="Text Box 163">
                <a:extLst>
                  <a:ext uri="{FF2B5EF4-FFF2-40B4-BE49-F238E27FC236}">
                    <a16:creationId xmlns:a16="http://schemas.microsoft.com/office/drawing/2014/main" id="{45B7B141-E341-7693-723E-90BED8403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" y="4012"/>
                <a:ext cx="6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准备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1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1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1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1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31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8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1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31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31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2" dur="500"/>
                                        <p:tgtEl>
                                          <p:spTgt spid="31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31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1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31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00"/>
                                        <p:tgtEl>
                                          <p:spTgt spid="31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31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1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31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98" grpId="0" autoUpdateAnimBg="0"/>
      <p:bldP spid="318599" grpId="0" autoUpdateAnimBg="0"/>
      <p:bldP spid="31860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06B343B-3646-F09A-63BD-8F42EBA24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5452" y="2382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II  </a:t>
            </a:r>
            <a:r>
              <a:rPr lang="en-US" altLang="zh-CN" b="1" dirty="0">
                <a:latin typeface="Times New Roman" panose="02020603050405020304" pitchFamily="18" charset="0"/>
              </a:rPr>
              <a:t>I/O</a:t>
            </a:r>
            <a:r>
              <a:rPr lang="zh-CN" altLang="en-US" b="1" dirty="0"/>
              <a:t>设备</a:t>
            </a:r>
          </a:p>
        </p:txBody>
      </p:sp>
      <p:sp>
        <p:nvSpPr>
          <p:cNvPr id="319491" name="Text Box 3">
            <a:extLst>
              <a:ext uri="{FF2B5EF4-FFF2-40B4-BE49-F238E27FC236}">
                <a16:creationId xmlns:a16="http://schemas.microsoft.com/office/drawing/2014/main" id="{375A315A-AF7C-F776-8C0E-A4A982094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66800"/>
            <a:ext cx="2362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一、概述</a:t>
            </a:r>
          </a:p>
        </p:txBody>
      </p:sp>
      <p:grpSp>
        <p:nvGrpSpPr>
          <p:cNvPr id="319492" name="Group 4">
            <a:extLst>
              <a:ext uri="{FF2B5EF4-FFF2-40B4-BE49-F238E27FC236}">
                <a16:creationId xmlns:a16="http://schemas.microsoft.com/office/drawing/2014/main" id="{F098D84E-1D5A-62C2-44B1-18F3C277D56E}"/>
              </a:ext>
            </a:extLst>
          </p:cNvPr>
          <p:cNvGrpSpPr>
            <a:grpSpLocks/>
          </p:cNvGrpSpPr>
          <p:nvPr/>
        </p:nvGrpSpPr>
        <p:grpSpPr bwMode="auto">
          <a:xfrm>
            <a:off x="3506788" y="2060575"/>
            <a:ext cx="5411788" cy="1944688"/>
            <a:chOff x="1249" y="1298"/>
            <a:chExt cx="3409" cy="1225"/>
          </a:xfrm>
        </p:grpSpPr>
        <p:sp>
          <p:nvSpPr>
            <p:cNvPr id="16399" name="Text Box 5">
              <a:extLst>
                <a:ext uri="{FF2B5EF4-FFF2-40B4-BE49-F238E27FC236}">
                  <a16:creationId xmlns:a16="http://schemas.microsoft.com/office/drawing/2014/main" id="{22C7CD8C-B9E8-D4C4-2A16-A6D980AEA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" y="1573"/>
              <a:ext cx="349" cy="59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tIns="118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主机</a:t>
              </a:r>
            </a:p>
          </p:txBody>
        </p:sp>
        <p:sp>
          <p:nvSpPr>
            <p:cNvPr id="16400" name="Text Box 6">
              <a:extLst>
                <a:ext uri="{FF2B5EF4-FFF2-40B4-BE49-F238E27FC236}">
                  <a16:creationId xmlns:a16="http://schemas.microsoft.com/office/drawing/2014/main" id="{6804D5CC-A98B-3BA0-7B36-EEA7E0EAC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" y="1557"/>
              <a:ext cx="726" cy="5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  设备</a:t>
              </a:r>
            </a:p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控制器</a:t>
              </a:r>
            </a:p>
          </p:txBody>
        </p:sp>
        <p:sp>
          <p:nvSpPr>
            <p:cNvPr id="16401" name="Text Box 7">
              <a:extLst>
                <a:ext uri="{FF2B5EF4-FFF2-40B4-BE49-F238E27FC236}">
                  <a16:creationId xmlns:a16="http://schemas.microsoft.com/office/drawing/2014/main" id="{92449FC9-578A-A723-EAD3-76EEF88E2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435"/>
              <a:ext cx="726" cy="76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机、电</a:t>
              </a:r>
            </a:p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磁、光</a:t>
              </a:r>
            </a:p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部分</a:t>
              </a:r>
            </a:p>
          </p:txBody>
        </p:sp>
        <p:sp>
          <p:nvSpPr>
            <p:cNvPr id="16402" name="Text Box 8">
              <a:extLst>
                <a:ext uri="{FF2B5EF4-FFF2-40B4-BE49-F238E27FC236}">
                  <a16:creationId xmlns:a16="http://schemas.microsoft.com/office/drawing/2014/main" id="{EED44AF1-7F2F-5CFB-828B-E93169450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3" y="1352"/>
              <a:ext cx="409" cy="9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6000" rIns="540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接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口</a:t>
              </a:r>
            </a:p>
          </p:txBody>
        </p:sp>
        <p:sp>
          <p:nvSpPr>
            <p:cNvPr id="16403" name="Rectangle 9">
              <a:extLst>
                <a:ext uri="{FF2B5EF4-FFF2-40B4-BE49-F238E27FC236}">
                  <a16:creationId xmlns:a16="http://schemas.microsoft.com/office/drawing/2014/main" id="{822F76CF-D68F-A528-4F79-FB0D078EE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" y="1298"/>
              <a:ext cx="2086" cy="12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4" name="Text Box 10">
              <a:extLst>
                <a:ext uri="{FF2B5EF4-FFF2-40B4-BE49-F238E27FC236}">
                  <a16:creationId xmlns:a16="http://schemas.microsoft.com/office/drawing/2014/main" id="{1263533A-2C8E-2BCA-95EE-73AD4D8A2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" y="2234"/>
              <a:ext cx="1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外部设备</a:t>
              </a:r>
            </a:p>
          </p:txBody>
        </p:sp>
        <p:sp>
          <p:nvSpPr>
            <p:cNvPr id="16405" name="Line 11">
              <a:extLst>
                <a:ext uri="{FF2B5EF4-FFF2-40B4-BE49-F238E27FC236}">
                  <a16:creationId xmlns:a16="http://schemas.microsoft.com/office/drawing/2014/main" id="{7745EEF1-7210-338B-80F0-B9418ADEE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8" y="1812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06" name="AutoShape 12">
              <a:extLst>
                <a:ext uri="{FF2B5EF4-FFF2-40B4-BE49-F238E27FC236}">
                  <a16:creationId xmlns:a16="http://schemas.microsoft.com/office/drawing/2014/main" id="{920F7788-764E-D7A8-FFEB-A56629629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1752"/>
              <a:ext cx="329" cy="136"/>
            </a:xfrm>
            <a:prstGeom prst="leftRightArrow">
              <a:avLst>
                <a:gd name="adj1" fmla="val 50000"/>
                <a:gd name="adj2" fmla="val 48382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7" name="AutoShape 13">
              <a:extLst>
                <a:ext uri="{FF2B5EF4-FFF2-40B4-BE49-F238E27FC236}">
                  <a16:creationId xmlns:a16="http://schemas.microsoft.com/office/drawing/2014/main" id="{7D42B4D0-3A0E-E6A5-E9FB-604532AA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752"/>
              <a:ext cx="329" cy="136"/>
            </a:xfrm>
            <a:prstGeom prst="leftRightArrow">
              <a:avLst>
                <a:gd name="adj1" fmla="val 50000"/>
                <a:gd name="adj2" fmla="val 48382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19502" name="Text Box 14">
            <a:extLst>
              <a:ext uri="{FF2B5EF4-FFF2-40B4-BE49-F238E27FC236}">
                <a16:creationId xmlns:a16="http://schemas.microsoft.com/office/drawing/2014/main" id="{AA737BF8-3909-C971-1A7C-93700E21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388" y="4349751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外部设备大致分三类</a:t>
            </a:r>
          </a:p>
        </p:txBody>
      </p:sp>
      <p:sp>
        <p:nvSpPr>
          <p:cNvPr id="319503" name="Text Box 15">
            <a:extLst>
              <a:ext uri="{FF2B5EF4-FFF2-40B4-BE49-F238E27FC236}">
                <a16:creationId xmlns:a16="http://schemas.microsoft.com/office/drawing/2014/main" id="{24B00E09-ABC3-4362-CB81-D0038F4E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489426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键盘、鼠标、打印机、显示器 </a:t>
            </a:r>
          </a:p>
        </p:txBody>
      </p:sp>
      <p:sp>
        <p:nvSpPr>
          <p:cNvPr id="319504" name="Text Box 16">
            <a:extLst>
              <a:ext uri="{FF2B5EF4-FFF2-40B4-BE49-F238E27FC236}">
                <a16:creationId xmlns:a16="http://schemas.microsoft.com/office/drawing/2014/main" id="{88E70A9F-D13D-4567-D632-C8F91BCC2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5400676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磁盘、光盘、磁带</a:t>
            </a:r>
          </a:p>
        </p:txBody>
      </p:sp>
      <p:sp>
        <p:nvSpPr>
          <p:cNvPr id="319505" name="Text Box 17">
            <a:extLst>
              <a:ext uri="{FF2B5EF4-FFF2-40B4-BE49-F238E27FC236}">
                <a16:creationId xmlns:a16="http://schemas.microsoft.com/office/drawing/2014/main" id="{622BFFAD-66A6-74BB-F1B3-AAD994E27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4894263"/>
            <a:ext cx="304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人机交互设备</a:t>
            </a:r>
          </a:p>
        </p:txBody>
      </p:sp>
      <p:sp>
        <p:nvSpPr>
          <p:cNvPr id="319506" name="Text Box 18">
            <a:extLst>
              <a:ext uri="{FF2B5EF4-FFF2-40B4-BE49-F238E27FC236}">
                <a16:creationId xmlns:a16="http://schemas.microsoft.com/office/drawing/2014/main" id="{37E36D7F-6CFE-7317-9D72-A013993BF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5378451"/>
            <a:ext cx="4186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计算机信息存储设备</a:t>
            </a:r>
          </a:p>
        </p:txBody>
      </p:sp>
      <p:grpSp>
        <p:nvGrpSpPr>
          <p:cNvPr id="319507" name="Group 19">
            <a:extLst>
              <a:ext uri="{FF2B5EF4-FFF2-40B4-BE49-F238E27FC236}">
                <a16:creationId xmlns:a16="http://schemas.microsoft.com/office/drawing/2014/main" id="{64174577-54E0-8E27-9126-D3E05E58192D}"/>
              </a:ext>
            </a:extLst>
          </p:cNvPr>
          <p:cNvGrpSpPr>
            <a:grpSpLocks/>
          </p:cNvGrpSpPr>
          <p:nvPr/>
        </p:nvGrpSpPr>
        <p:grpSpPr bwMode="auto">
          <a:xfrm>
            <a:off x="2038350" y="5862638"/>
            <a:ext cx="3881438" cy="519112"/>
            <a:chOff x="675" y="1968"/>
            <a:chExt cx="2445" cy="327"/>
          </a:xfrm>
        </p:grpSpPr>
        <p:sp>
          <p:nvSpPr>
            <p:cNvPr id="16397" name="Text Box 20">
              <a:extLst>
                <a:ext uri="{FF2B5EF4-FFF2-40B4-BE49-F238E27FC236}">
                  <a16:creationId xmlns:a16="http://schemas.microsoft.com/office/drawing/2014/main" id="{4DACAA6A-85E3-6BFC-0DB3-57A001A6C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" y="1968"/>
              <a:ext cx="24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3. 机     机通信设备</a:t>
              </a:r>
            </a:p>
          </p:txBody>
        </p:sp>
        <p:sp>
          <p:nvSpPr>
            <p:cNvPr id="16398" name="Line 21">
              <a:extLst>
                <a:ext uri="{FF2B5EF4-FFF2-40B4-BE49-F238E27FC236}">
                  <a16:creationId xmlns:a16="http://schemas.microsoft.com/office/drawing/2014/main" id="{31C00AC7-EC93-BAF5-8799-40F1B43CE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3" y="212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19510" name="Text Box 22">
            <a:extLst>
              <a:ext uri="{FF2B5EF4-FFF2-40B4-BE49-F238E27FC236}">
                <a16:creationId xmlns:a16="http://schemas.microsoft.com/office/drawing/2014/main" id="{D1E7896D-2A18-18B6-6F2D-95B82F586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586263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调制解调器等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autoUpdateAnimBg="0"/>
      <p:bldP spid="319502" grpId="0" autoUpdateAnimBg="0"/>
      <p:bldP spid="319503" grpId="0" autoUpdateAnimBg="0"/>
      <p:bldP spid="319504" grpId="0" autoUpdateAnimBg="0"/>
      <p:bldP spid="319505" grpId="0" autoUpdateAnimBg="0"/>
      <p:bldP spid="319506" grpId="0" autoUpdateAnimBg="0"/>
      <p:bldP spid="3195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3B0CB92-A0D4-7618-9D38-8F5EC0E5C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376" y="23019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III  I/O </a:t>
            </a:r>
            <a:r>
              <a:rPr lang="zh-CN" altLang="en-US" b="1" dirty="0"/>
              <a:t>接 口</a:t>
            </a:r>
          </a:p>
        </p:txBody>
      </p:sp>
      <p:sp>
        <p:nvSpPr>
          <p:cNvPr id="323587" name="Text Box 3">
            <a:extLst>
              <a:ext uri="{FF2B5EF4-FFF2-40B4-BE49-F238E27FC236}">
                <a16:creationId xmlns:a16="http://schemas.microsoft.com/office/drawing/2014/main" id="{03843F85-BFAA-5B16-944D-95BF4AF4F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990600"/>
            <a:ext cx="1816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一、概述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25C69B0B-0AB7-0224-5A04-669C9D5B7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1676401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为什么要设置接口？</a:t>
            </a:r>
          </a:p>
        </p:txBody>
      </p:sp>
      <p:sp>
        <p:nvSpPr>
          <p:cNvPr id="323589" name="Text Box 5">
            <a:extLst>
              <a:ext uri="{FF2B5EF4-FFF2-40B4-BE49-F238E27FC236}">
                <a16:creationId xmlns:a16="http://schemas.microsoft.com/office/drawing/2014/main" id="{5836A46A-977F-4FC0-758B-918EA54D6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2300288"/>
            <a:ext cx="3028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实现设备的选择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C7EF5E8C-D63E-6019-B6AD-2BB107F97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2954338"/>
            <a:ext cx="4806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实现数据缓冲达到速度匹配</a:t>
            </a:r>
          </a:p>
        </p:txBody>
      </p:sp>
      <p:sp>
        <p:nvSpPr>
          <p:cNvPr id="323591" name="Text Box 7">
            <a:extLst>
              <a:ext uri="{FF2B5EF4-FFF2-40B4-BE49-F238E27FC236}">
                <a16:creationId xmlns:a16="http://schemas.microsoft.com/office/drawing/2014/main" id="{5BC509A7-552F-12F8-3FE3-27CB1164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4265613"/>
            <a:ext cx="267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4. 实现电平转换</a:t>
            </a:r>
          </a:p>
        </p:txBody>
      </p:sp>
      <p:sp>
        <p:nvSpPr>
          <p:cNvPr id="323592" name="Text Box 8">
            <a:extLst>
              <a:ext uri="{FF2B5EF4-FFF2-40B4-BE49-F238E27FC236}">
                <a16:creationId xmlns:a16="http://schemas.microsoft.com/office/drawing/2014/main" id="{B9751388-9D46-2CEB-B3DD-825FF1FB3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4921251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5. 传送控制命令</a:t>
            </a:r>
          </a:p>
        </p:txBody>
      </p:sp>
      <p:sp>
        <p:nvSpPr>
          <p:cNvPr id="323593" name="Text Box 9">
            <a:extLst>
              <a:ext uri="{FF2B5EF4-FFF2-40B4-BE49-F238E27FC236}">
                <a16:creationId xmlns:a16="http://schemas.microsoft.com/office/drawing/2014/main" id="{2A84ECAA-580D-5523-4840-165678A2C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5576888"/>
            <a:ext cx="800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6. 反映设备的状态（“忙”、“就绪”、“中断请求”）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323594" name="Group 10">
            <a:extLst>
              <a:ext uri="{FF2B5EF4-FFF2-40B4-BE49-F238E27FC236}">
                <a16:creationId xmlns:a16="http://schemas.microsoft.com/office/drawing/2014/main" id="{3D44B071-75E0-1A76-C60C-5F2B5ADF6E23}"/>
              </a:ext>
            </a:extLst>
          </p:cNvPr>
          <p:cNvGrpSpPr>
            <a:grpSpLocks/>
          </p:cNvGrpSpPr>
          <p:nvPr/>
        </p:nvGrpSpPr>
        <p:grpSpPr bwMode="auto">
          <a:xfrm>
            <a:off x="2736850" y="3609976"/>
            <a:ext cx="4540250" cy="519113"/>
            <a:chOff x="764" y="2274"/>
            <a:chExt cx="2860" cy="327"/>
          </a:xfrm>
        </p:grpSpPr>
        <p:sp>
          <p:nvSpPr>
            <p:cNvPr id="20492" name="Text Box 11">
              <a:extLst>
                <a:ext uri="{FF2B5EF4-FFF2-40B4-BE49-F238E27FC236}">
                  <a16:creationId xmlns:a16="http://schemas.microsoft.com/office/drawing/2014/main" id="{FF4DAB67-4A01-1E89-C2B6-42BA3744B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" y="2274"/>
              <a:ext cx="28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3. 实现数据串     并格式转换</a:t>
              </a:r>
            </a:p>
          </p:txBody>
        </p:sp>
        <p:sp>
          <p:nvSpPr>
            <p:cNvPr id="20493" name="Line 12">
              <a:extLst>
                <a:ext uri="{FF2B5EF4-FFF2-40B4-BE49-F238E27FC236}">
                  <a16:creationId xmlns:a16="http://schemas.microsoft.com/office/drawing/2014/main" id="{83950545-6018-FD1E-1992-9932E44BB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8" y="2425"/>
              <a:ext cx="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utoUpdateAnimBg="0"/>
      <p:bldP spid="323588" grpId="0" autoUpdateAnimBg="0"/>
      <p:bldP spid="323589" grpId="0" autoUpdateAnimBg="0"/>
      <p:bldP spid="323590" grpId="0" autoUpdateAnimBg="0"/>
      <p:bldP spid="323591" grpId="0" autoUpdateAnimBg="0"/>
      <p:bldP spid="323592" grpId="0" autoUpdateAnimBg="0"/>
      <p:bldP spid="32359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99720953-75F8-3D9C-19BE-8B9B8FDB7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304800"/>
            <a:ext cx="4772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二、接口的功能和组成</a:t>
            </a:r>
          </a:p>
        </p:txBody>
      </p:sp>
      <p:grpSp>
        <p:nvGrpSpPr>
          <p:cNvPr id="324611" name="Group 3">
            <a:extLst>
              <a:ext uri="{FF2B5EF4-FFF2-40B4-BE49-F238E27FC236}">
                <a16:creationId xmlns:a16="http://schemas.microsoft.com/office/drawing/2014/main" id="{931CD099-C50C-FA62-B774-2E639D1FE457}"/>
              </a:ext>
            </a:extLst>
          </p:cNvPr>
          <p:cNvGrpSpPr>
            <a:grpSpLocks/>
          </p:cNvGrpSpPr>
          <p:nvPr/>
        </p:nvGrpSpPr>
        <p:grpSpPr bwMode="auto">
          <a:xfrm>
            <a:off x="2473326" y="2463800"/>
            <a:ext cx="2474913" cy="2749550"/>
            <a:chOff x="598" y="1552"/>
            <a:chExt cx="1559" cy="1732"/>
          </a:xfrm>
        </p:grpSpPr>
        <p:sp>
          <p:nvSpPr>
            <p:cNvPr id="21551" name="Text Box 4">
              <a:extLst>
                <a:ext uri="{FF2B5EF4-FFF2-40B4-BE49-F238E27FC236}">
                  <a16:creationId xmlns:a16="http://schemas.microsoft.com/office/drawing/2014/main" id="{E13CA744-CD21-D21E-94E2-174C766DA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1552"/>
              <a:ext cx="15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(1) 设备选择线</a:t>
              </a:r>
            </a:p>
          </p:txBody>
        </p:sp>
        <p:sp>
          <p:nvSpPr>
            <p:cNvPr id="21552" name="Text Box 5">
              <a:extLst>
                <a:ext uri="{FF2B5EF4-FFF2-40B4-BE49-F238E27FC236}">
                  <a16:creationId xmlns:a16="http://schemas.microsoft.com/office/drawing/2014/main" id="{246BAB7F-5B17-8542-D2E0-0553F9424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2016"/>
              <a:ext cx="11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(2) 数据线</a:t>
              </a:r>
            </a:p>
          </p:txBody>
        </p:sp>
        <p:sp>
          <p:nvSpPr>
            <p:cNvPr id="21553" name="Text Box 6">
              <a:extLst>
                <a:ext uri="{FF2B5EF4-FFF2-40B4-BE49-F238E27FC236}">
                  <a16:creationId xmlns:a16="http://schemas.microsoft.com/office/drawing/2014/main" id="{E74617C0-0936-AD57-F0B3-5BCDCABCD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2480"/>
              <a:ext cx="11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(3) 命令线</a:t>
              </a:r>
            </a:p>
          </p:txBody>
        </p:sp>
        <p:sp>
          <p:nvSpPr>
            <p:cNvPr id="21554" name="Text Box 7">
              <a:extLst>
                <a:ext uri="{FF2B5EF4-FFF2-40B4-BE49-F238E27FC236}">
                  <a16:creationId xmlns:a16="http://schemas.microsoft.com/office/drawing/2014/main" id="{8508542B-7309-A34F-1D09-B78B0E959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2957"/>
              <a:ext cx="11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(4) 状态线</a:t>
              </a:r>
            </a:p>
          </p:txBody>
        </p:sp>
      </p:grpSp>
      <p:grpSp>
        <p:nvGrpSpPr>
          <p:cNvPr id="324616" name="Group 8">
            <a:extLst>
              <a:ext uri="{FF2B5EF4-FFF2-40B4-BE49-F238E27FC236}">
                <a16:creationId xmlns:a16="http://schemas.microsoft.com/office/drawing/2014/main" id="{68F8B95F-B576-A54B-6477-D560E64F2FB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801814"/>
            <a:ext cx="4953000" cy="4702175"/>
            <a:chOff x="2304" y="1135"/>
            <a:chExt cx="3120" cy="2962"/>
          </a:xfrm>
        </p:grpSpPr>
        <p:sp>
          <p:nvSpPr>
            <p:cNvPr id="21512" name="AutoShape 9">
              <a:extLst>
                <a:ext uri="{FF2B5EF4-FFF2-40B4-BE49-F238E27FC236}">
                  <a16:creationId xmlns:a16="http://schemas.microsoft.com/office/drawing/2014/main" id="{78A7D485-9290-B27D-43D3-06BC1948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358"/>
              <a:ext cx="3120" cy="82"/>
            </a:xfrm>
            <a:prstGeom prst="leftRightArrow">
              <a:avLst>
                <a:gd name="adj1" fmla="val 50000"/>
                <a:gd name="adj2" fmla="val 18707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13" name="Text Box 10">
              <a:extLst>
                <a:ext uri="{FF2B5EF4-FFF2-40B4-BE49-F238E27FC236}">
                  <a16:creationId xmlns:a16="http://schemas.microsoft.com/office/drawing/2014/main" id="{C5AAE8D1-C312-A61C-D740-ACE4D3623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312"/>
              <a:ext cx="7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 </a:t>
              </a:r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21514" name="Rectangle 11">
              <a:extLst>
                <a:ext uri="{FF2B5EF4-FFF2-40B4-BE49-F238E27FC236}">
                  <a16:creationId xmlns:a16="http://schemas.microsoft.com/office/drawing/2014/main" id="{499F95BC-AD83-2235-8AAB-9C7923452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" y="3250"/>
              <a:ext cx="769" cy="36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1515" name="Group 12">
              <a:extLst>
                <a:ext uri="{FF2B5EF4-FFF2-40B4-BE49-F238E27FC236}">
                  <a16:creationId xmlns:a16="http://schemas.microsoft.com/office/drawing/2014/main" id="{7C8D8061-33E3-755B-9519-1547C6495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3773"/>
              <a:ext cx="769" cy="282"/>
              <a:chOff x="3287" y="3773"/>
              <a:chExt cx="769" cy="282"/>
            </a:xfrm>
          </p:grpSpPr>
          <p:sp>
            <p:nvSpPr>
              <p:cNvPr id="21549" name="Text Box 13">
                <a:extLst>
                  <a:ext uri="{FF2B5EF4-FFF2-40B4-BE49-F238E27FC236}">
                    <a16:creationId xmlns:a16="http://schemas.microsoft.com/office/drawing/2014/main" id="{F72F4482-6D04-76CC-57A5-E0398A010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0" y="3782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</a:t>
                </a:r>
              </a:p>
            </p:txBody>
          </p:sp>
          <p:sp>
            <p:nvSpPr>
              <p:cNvPr id="21550" name="Rectangle 14">
                <a:extLst>
                  <a:ext uri="{FF2B5EF4-FFF2-40B4-BE49-F238E27FC236}">
                    <a16:creationId xmlns:a16="http://schemas.microsoft.com/office/drawing/2014/main" id="{48046ECF-41E7-F04F-33A9-93352251B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7" y="3773"/>
                <a:ext cx="769" cy="28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16" name="AutoShape 15">
              <a:extLst>
                <a:ext uri="{FF2B5EF4-FFF2-40B4-BE49-F238E27FC236}">
                  <a16:creationId xmlns:a16="http://schemas.microsoft.com/office/drawing/2014/main" id="{0B087E1C-EE0D-269B-7728-29495D4F0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422"/>
              <a:ext cx="108" cy="2658"/>
            </a:xfrm>
            <a:prstGeom prst="upArrow">
              <a:avLst>
                <a:gd name="adj1" fmla="val 57741"/>
                <a:gd name="adj2" fmla="val 167037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17" name="AutoShape 16">
              <a:extLst>
                <a:ext uri="{FF2B5EF4-FFF2-40B4-BE49-F238E27FC236}">
                  <a16:creationId xmlns:a16="http://schemas.microsoft.com/office/drawing/2014/main" id="{9B7E7D3B-C2A3-3C26-453C-B20196E6F7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704" y="1392"/>
              <a:ext cx="99" cy="2658"/>
            </a:xfrm>
            <a:prstGeom prst="upArrow">
              <a:avLst>
                <a:gd name="adj1" fmla="val 57741"/>
                <a:gd name="adj2" fmla="val 182222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18" name="AutoShape 17">
              <a:extLst>
                <a:ext uri="{FF2B5EF4-FFF2-40B4-BE49-F238E27FC236}">
                  <a16:creationId xmlns:a16="http://schemas.microsoft.com/office/drawing/2014/main" id="{5B16048C-9A77-C740-6E72-6E5607ACF3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040" y="1392"/>
              <a:ext cx="85" cy="2658"/>
            </a:xfrm>
            <a:prstGeom prst="upArrow">
              <a:avLst>
                <a:gd name="adj1" fmla="val 57741"/>
                <a:gd name="adj2" fmla="val 212235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19" name="AutoShape 18">
              <a:extLst>
                <a:ext uri="{FF2B5EF4-FFF2-40B4-BE49-F238E27FC236}">
                  <a16:creationId xmlns:a16="http://schemas.microsoft.com/office/drawing/2014/main" id="{E2A53752-3F3E-E512-11BA-F530B9FB0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3298"/>
              <a:ext cx="707" cy="110"/>
            </a:xfrm>
            <a:prstGeom prst="leftArrow">
              <a:avLst>
                <a:gd name="adj1" fmla="val 50000"/>
                <a:gd name="adj2" fmla="val 123189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0" name="AutoShape 19">
              <a:extLst>
                <a:ext uri="{FF2B5EF4-FFF2-40B4-BE49-F238E27FC236}">
                  <a16:creationId xmlns:a16="http://schemas.microsoft.com/office/drawing/2014/main" id="{3322ACD1-4713-EE18-3F8F-70E586D0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3451"/>
              <a:ext cx="1020" cy="101"/>
            </a:xfrm>
            <a:prstGeom prst="leftArrow">
              <a:avLst>
                <a:gd name="adj1" fmla="val 50000"/>
                <a:gd name="adj2" fmla="val 193564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1" name="Line 20">
              <a:extLst>
                <a:ext uri="{FF2B5EF4-FFF2-40B4-BE49-F238E27FC236}">
                  <a16:creationId xmlns:a16="http://schemas.microsoft.com/office/drawing/2014/main" id="{E9903556-DE0C-AFD7-EEC0-A809D096C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2" y="3612"/>
              <a:ext cx="0" cy="16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22" name="Text Box 21">
              <a:extLst>
                <a:ext uri="{FF2B5EF4-FFF2-40B4-BE49-F238E27FC236}">
                  <a16:creationId xmlns:a16="http://schemas.microsoft.com/office/drawing/2014/main" id="{16BBE409-0696-6587-0442-139703D45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" y="2153"/>
              <a:ext cx="7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 </a:t>
              </a:r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21523" name="Rectangle 22">
              <a:extLst>
                <a:ext uri="{FF2B5EF4-FFF2-40B4-BE49-F238E27FC236}">
                  <a16:creationId xmlns:a16="http://schemas.microsoft.com/office/drawing/2014/main" id="{D25D3A5A-19DD-7BD5-4B0C-C135FBCCC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" y="2082"/>
              <a:ext cx="769" cy="363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1524" name="Group 23">
              <a:extLst>
                <a:ext uri="{FF2B5EF4-FFF2-40B4-BE49-F238E27FC236}">
                  <a16:creationId xmlns:a16="http://schemas.microsoft.com/office/drawing/2014/main" id="{41374002-17E9-886B-8BE0-0596F54DB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2606"/>
              <a:ext cx="769" cy="281"/>
              <a:chOff x="3287" y="2606"/>
              <a:chExt cx="769" cy="281"/>
            </a:xfrm>
          </p:grpSpPr>
          <p:sp>
            <p:nvSpPr>
              <p:cNvPr id="21547" name="Text Box 24">
                <a:extLst>
                  <a:ext uri="{FF2B5EF4-FFF2-40B4-BE49-F238E27FC236}">
                    <a16:creationId xmlns:a16="http://schemas.microsoft.com/office/drawing/2014/main" id="{35317F63-0A5E-4FE6-A5D1-2048129B5C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0" y="2616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</a:t>
                </a:r>
              </a:p>
            </p:txBody>
          </p:sp>
          <p:sp>
            <p:nvSpPr>
              <p:cNvPr id="21548" name="Rectangle 25">
                <a:extLst>
                  <a:ext uri="{FF2B5EF4-FFF2-40B4-BE49-F238E27FC236}">
                    <a16:creationId xmlns:a16="http://schemas.microsoft.com/office/drawing/2014/main" id="{4D342A46-13BF-A8AC-3FF4-4D74CCFB9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7" y="2606"/>
                <a:ext cx="769" cy="281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25" name="Line 26">
              <a:extLst>
                <a:ext uri="{FF2B5EF4-FFF2-40B4-BE49-F238E27FC236}">
                  <a16:creationId xmlns:a16="http://schemas.microsoft.com/office/drawing/2014/main" id="{A29B5B32-F84F-7E05-3457-190B156C07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2" y="2445"/>
              <a:ext cx="0" cy="16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26" name="AutoShape 27">
              <a:extLst>
                <a:ext uri="{FF2B5EF4-FFF2-40B4-BE49-F238E27FC236}">
                  <a16:creationId xmlns:a16="http://schemas.microsoft.com/office/drawing/2014/main" id="{2F304212-E550-EC55-7CEF-5BB212A3F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160"/>
              <a:ext cx="744" cy="96"/>
            </a:xfrm>
            <a:prstGeom prst="leftArrow">
              <a:avLst>
                <a:gd name="adj1" fmla="val 50000"/>
                <a:gd name="adj2" fmla="val 148542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7" name="AutoShape 28">
              <a:extLst>
                <a:ext uri="{FF2B5EF4-FFF2-40B4-BE49-F238E27FC236}">
                  <a16:creationId xmlns:a16="http://schemas.microsoft.com/office/drawing/2014/main" id="{98FA2AFA-23F3-38CD-0CE5-19652E2D1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284"/>
              <a:ext cx="1009" cy="116"/>
            </a:xfrm>
            <a:prstGeom prst="leftArrow">
              <a:avLst>
                <a:gd name="adj1" fmla="val 50000"/>
                <a:gd name="adj2" fmla="val 166717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8" name="AutoShape 29">
              <a:extLst>
                <a:ext uri="{FF2B5EF4-FFF2-40B4-BE49-F238E27FC236}">
                  <a16:creationId xmlns:a16="http://schemas.microsoft.com/office/drawing/2014/main" id="{C7A145B0-4799-D4A9-CE00-799EE0EB64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606" y="2976"/>
              <a:ext cx="791" cy="96"/>
            </a:xfrm>
            <a:prstGeom prst="leftArrow">
              <a:avLst>
                <a:gd name="adj1" fmla="val 50000"/>
                <a:gd name="adj2" fmla="val 157925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9" name="Rectangle 30">
              <a:extLst>
                <a:ext uri="{FF2B5EF4-FFF2-40B4-BE49-F238E27FC236}">
                  <a16:creationId xmlns:a16="http://schemas.microsoft.com/office/drawing/2014/main" id="{14D8961B-E724-A39F-39EF-B9FE0CA12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012"/>
              <a:ext cx="47" cy="22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0" name="AutoShape 31">
              <a:extLst>
                <a:ext uri="{FF2B5EF4-FFF2-40B4-BE49-F238E27FC236}">
                  <a16:creationId xmlns:a16="http://schemas.microsoft.com/office/drawing/2014/main" id="{38AA4D47-3AC9-9FCC-76D5-8478654095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629" y="1813"/>
              <a:ext cx="769" cy="120"/>
            </a:xfrm>
            <a:prstGeom prst="leftArrow">
              <a:avLst>
                <a:gd name="adj1" fmla="val 50000"/>
                <a:gd name="adj2" fmla="val 122826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1" name="Rectangle 32">
              <a:extLst>
                <a:ext uri="{FF2B5EF4-FFF2-40B4-BE49-F238E27FC236}">
                  <a16:creationId xmlns:a16="http://schemas.microsoft.com/office/drawing/2014/main" id="{BDB58035-D7D4-18C1-D8FD-884B6D1CD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841"/>
              <a:ext cx="52" cy="223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2" name="AutoShape 33">
              <a:extLst>
                <a:ext uri="{FF2B5EF4-FFF2-40B4-BE49-F238E27FC236}">
                  <a16:creationId xmlns:a16="http://schemas.microsoft.com/office/drawing/2014/main" id="{4EC9C0CB-DAAA-FF2D-54CF-CD5FE9F42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2163"/>
              <a:ext cx="556" cy="93"/>
            </a:xfrm>
            <a:prstGeom prst="leftRightArrow">
              <a:avLst>
                <a:gd name="adj1" fmla="val 50000"/>
                <a:gd name="adj2" fmla="val 119570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3" name="AutoShape 34">
              <a:extLst>
                <a:ext uri="{FF2B5EF4-FFF2-40B4-BE49-F238E27FC236}">
                  <a16:creationId xmlns:a16="http://schemas.microsoft.com/office/drawing/2014/main" id="{FE330C2E-E9DB-68FB-3ACA-C128EF623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3360"/>
              <a:ext cx="556" cy="96"/>
            </a:xfrm>
            <a:prstGeom prst="leftRightArrow">
              <a:avLst>
                <a:gd name="adj1" fmla="val 50000"/>
                <a:gd name="adj2" fmla="val 11583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4" name="Text Box 35">
              <a:extLst>
                <a:ext uri="{FF2B5EF4-FFF2-40B4-BE49-F238E27FC236}">
                  <a16:creationId xmlns:a16="http://schemas.microsoft.com/office/drawing/2014/main" id="{3501B0C1-FC32-75A0-9C35-8E254DF9E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1548"/>
              <a:ext cx="310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  <p:sp>
          <p:nvSpPr>
            <p:cNvPr id="21535" name="Text Box 36">
              <a:extLst>
                <a:ext uri="{FF2B5EF4-FFF2-40B4-BE49-F238E27FC236}">
                  <a16:creationId xmlns:a16="http://schemas.microsoft.com/office/drawing/2014/main" id="{62472182-8EB3-51E1-ACAC-71A75B2BA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5" y="1440"/>
              <a:ext cx="310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命令线</a:t>
              </a:r>
            </a:p>
          </p:txBody>
        </p:sp>
        <p:sp>
          <p:nvSpPr>
            <p:cNvPr id="21536" name="Text Box 37">
              <a:extLst>
                <a:ext uri="{FF2B5EF4-FFF2-40B4-BE49-F238E27FC236}">
                  <a16:creationId xmlns:a16="http://schemas.microsoft.com/office/drawing/2014/main" id="{70A37B9B-873E-96E7-8815-DE570DDA2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" y="1440"/>
              <a:ext cx="310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状态线</a:t>
              </a:r>
            </a:p>
          </p:txBody>
        </p:sp>
        <p:sp>
          <p:nvSpPr>
            <p:cNvPr id="21537" name="Text Box 38">
              <a:extLst>
                <a:ext uri="{FF2B5EF4-FFF2-40B4-BE49-F238E27FC236}">
                  <a16:creationId xmlns:a16="http://schemas.microsoft.com/office/drawing/2014/main" id="{D6487A27-4DF3-C819-D1E1-A3C13AFD0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135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总线</a:t>
              </a:r>
            </a:p>
          </p:txBody>
        </p:sp>
        <p:sp>
          <p:nvSpPr>
            <p:cNvPr id="21538" name="Text Box 39">
              <a:extLst>
                <a:ext uri="{FF2B5EF4-FFF2-40B4-BE49-F238E27FC236}">
                  <a16:creationId xmlns:a16="http://schemas.microsoft.com/office/drawing/2014/main" id="{00DE7CD0-9926-3BA6-A20C-130C68D8D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7" y="1440"/>
              <a:ext cx="310" cy="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设备选择线</a:t>
              </a:r>
            </a:p>
          </p:txBody>
        </p:sp>
        <p:sp>
          <p:nvSpPr>
            <p:cNvPr id="21539" name="Rectangle 40">
              <a:extLst>
                <a:ext uri="{FF2B5EF4-FFF2-40B4-BE49-F238E27FC236}">
                  <a16:creationId xmlns:a16="http://schemas.microsoft.com/office/drawing/2014/main" id="{DCB5BC49-7075-EF36-1746-A8A9584153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52" y="2160"/>
              <a:ext cx="25" cy="9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0" name="Rectangle 41">
              <a:extLst>
                <a:ext uri="{FF2B5EF4-FFF2-40B4-BE49-F238E27FC236}">
                  <a16:creationId xmlns:a16="http://schemas.microsoft.com/office/drawing/2014/main" id="{EC04E98B-99AF-3E7E-E60C-72906FC7E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327"/>
              <a:ext cx="48" cy="2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1" name="Rectangle 42">
              <a:extLst>
                <a:ext uri="{FF2B5EF4-FFF2-40B4-BE49-F238E27FC236}">
                  <a16:creationId xmlns:a16="http://schemas.microsoft.com/office/drawing/2014/main" id="{D387BA49-7505-24C7-02D4-A53C565F8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385"/>
              <a:ext cx="96" cy="2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2" name="Rectangle 43">
              <a:extLst>
                <a:ext uri="{FF2B5EF4-FFF2-40B4-BE49-F238E27FC236}">
                  <a16:creationId xmlns:a16="http://schemas.microsoft.com/office/drawing/2014/main" id="{689296A2-DDB1-5453-D210-E041B9FE1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385"/>
              <a:ext cx="96" cy="2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3" name="Rectangle 44">
              <a:extLst>
                <a:ext uri="{FF2B5EF4-FFF2-40B4-BE49-F238E27FC236}">
                  <a16:creationId xmlns:a16="http://schemas.microsoft.com/office/drawing/2014/main" id="{FDBE045D-07E4-1FA0-F0FC-4699F3824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264"/>
              <a:ext cx="25" cy="14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4" name="Rectangle 45">
              <a:extLst>
                <a:ext uri="{FF2B5EF4-FFF2-40B4-BE49-F238E27FC236}">
                  <a16:creationId xmlns:a16="http://schemas.microsoft.com/office/drawing/2014/main" id="{554F64B3-CD39-0D66-A714-A6E7EA818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3408"/>
              <a:ext cx="25" cy="14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5" name="Rectangle 46">
              <a:extLst>
                <a:ext uri="{FF2B5EF4-FFF2-40B4-BE49-F238E27FC236}">
                  <a16:creationId xmlns:a16="http://schemas.microsoft.com/office/drawing/2014/main" id="{E97F1E0C-BE5B-D00C-73D2-4892D51145C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48" y="1847"/>
              <a:ext cx="25" cy="2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6" name="AutoShape 47">
              <a:extLst>
                <a:ext uri="{FF2B5EF4-FFF2-40B4-BE49-F238E27FC236}">
                  <a16:creationId xmlns:a16="http://schemas.microsoft.com/office/drawing/2014/main" id="{9163009E-A44C-7E60-467C-F47A47308B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9" y="2702"/>
              <a:ext cx="2657" cy="133"/>
            </a:xfrm>
            <a:prstGeom prst="leftRightArrow">
              <a:avLst>
                <a:gd name="adj1" fmla="val 50000"/>
                <a:gd name="adj2" fmla="val 98222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4656" name="Text Box 48">
            <a:extLst>
              <a:ext uri="{FF2B5EF4-FFF2-40B4-BE49-F238E27FC236}">
                <a16:creationId xmlns:a16="http://schemas.microsoft.com/office/drawing/2014/main" id="{D826E370-8EB4-ACD6-6441-9961401FF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295400"/>
            <a:ext cx="6096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kumimoji="1"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总线连接方式的 </a:t>
            </a:r>
            <a:r>
              <a: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I/O </a:t>
            </a:r>
            <a:r>
              <a:rPr kumimoji="1"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接口电路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5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F6880F5F-E0FB-F0E2-FC1E-B06DD25F7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349250"/>
            <a:ext cx="4311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接口的功能和组成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25635" name="Text Box 3">
            <a:extLst>
              <a:ext uri="{FF2B5EF4-FFF2-40B4-BE49-F238E27FC236}">
                <a16:creationId xmlns:a16="http://schemas.microsoft.com/office/drawing/2014/main" id="{B55CC559-3C73-DF46-A8CF-92195A3D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26" y="982664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功能</a:t>
            </a:r>
          </a:p>
        </p:txBody>
      </p:sp>
      <p:sp>
        <p:nvSpPr>
          <p:cNvPr id="325636" name="Text Box 4">
            <a:extLst>
              <a:ext uri="{FF2B5EF4-FFF2-40B4-BE49-F238E27FC236}">
                <a16:creationId xmlns:a16="http://schemas.microsoft.com/office/drawing/2014/main" id="{430875D5-AE1A-20BC-F6A2-3BF544B74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4" y="982664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组成</a:t>
            </a:r>
          </a:p>
        </p:txBody>
      </p:sp>
      <p:sp>
        <p:nvSpPr>
          <p:cNvPr id="325637" name="Text Box 5">
            <a:extLst>
              <a:ext uri="{FF2B5EF4-FFF2-40B4-BE49-F238E27FC236}">
                <a16:creationId xmlns:a16="http://schemas.microsoft.com/office/drawing/2014/main" id="{E523C53D-8F47-F72B-20F0-693C00C2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1682751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选址功能</a:t>
            </a:r>
          </a:p>
        </p:txBody>
      </p:sp>
      <p:sp>
        <p:nvSpPr>
          <p:cNvPr id="325638" name="Text Box 6">
            <a:extLst>
              <a:ext uri="{FF2B5EF4-FFF2-40B4-BE49-F238E27FC236}">
                <a16:creationId xmlns:a16="http://schemas.microsoft.com/office/drawing/2014/main" id="{F5D02262-38EE-5CF4-DE41-40E943D0F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2324101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传送命令的功能</a:t>
            </a:r>
          </a:p>
        </p:txBody>
      </p:sp>
      <p:sp>
        <p:nvSpPr>
          <p:cNvPr id="325639" name="Text Box 7">
            <a:extLst>
              <a:ext uri="{FF2B5EF4-FFF2-40B4-BE49-F238E27FC236}">
                <a16:creationId xmlns:a16="http://schemas.microsoft.com/office/drawing/2014/main" id="{4FD1FEB9-BE66-730C-0DFD-411D83CFA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2965451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传送数据的功能</a:t>
            </a:r>
          </a:p>
        </p:txBody>
      </p:sp>
      <p:sp>
        <p:nvSpPr>
          <p:cNvPr id="325640" name="Text Box 8">
            <a:extLst>
              <a:ext uri="{FF2B5EF4-FFF2-40B4-BE49-F238E27FC236}">
                <a16:creationId xmlns:a16="http://schemas.microsoft.com/office/drawing/2014/main" id="{29E2DF40-8D55-72D3-5547-B8545B7C9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3606801"/>
            <a:ext cx="339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反映设备状态的功能</a:t>
            </a:r>
          </a:p>
        </p:txBody>
      </p:sp>
      <p:sp>
        <p:nvSpPr>
          <p:cNvPr id="325641" name="Text Box 9">
            <a:extLst>
              <a:ext uri="{FF2B5EF4-FFF2-40B4-BE49-F238E27FC236}">
                <a16:creationId xmlns:a16="http://schemas.microsoft.com/office/drawing/2014/main" id="{3BDD3B89-A4A4-CD7B-A11C-247E2AB51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1" y="1682751"/>
            <a:ext cx="2614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设备选择电路</a:t>
            </a:r>
          </a:p>
        </p:txBody>
      </p:sp>
      <p:sp>
        <p:nvSpPr>
          <p:cNvPr id="325642" name="Text Box 10">
            <a:extLst>
              <a:ext uri="{FF2B5EF4-FFF2-40B4-BE49-F238E27FC236}">
                <a16:creationId xmlns:a16="http://schemas.microsoft.com/office/drawing/2014/main" id="{3045E9F5-1391-C4BE-0FDB-1B97C2A5A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1" y="2301876"/>
            <a:ext cx="4621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命令寄存器、命令译码器</a:t>
            </a:r>
          </a:p>
        </p:txBody>
      </p:sp>
      <p:sp>
        <p:nvSpPr>
          <p:cNvPr id="325643" name="Text Box 11">
            <a:extLst>
              <a:ext uri="{FF2B5EF4-FFF2-40B4-BE49-F238E27FC236}">
                <a16:creationId xmlns:a16="http://schemas.microsoft.com/office/drawing/2014/main" id="{2B1A7924-4E83-3259-51AA-B1E1E9BE9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965451"/>
            <a:ext cx="3016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数据缓冲寄存器</a:t>
            </a:r>
          </a:p>
        </p:txBody>
      </p:sp>
      <p:sp>
        <p:nvSpPr>
          <p:cNvPr id="325644" name="Text Box 12">
            <a:extLst>
              <a:ext uri="{FF2B5EF4-FFF2-40B4-BE49-F238E27FC236}">
                <a16:creationId xmlns:a16="http://schemas.microsoft.com/office/drawing/2014/main" id="{9F8D634F-BA18-3162-8000-19742FDD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1" y="3606801"/>
            <a:ext cx="2614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设备状态标记</a:t>
            </a:r>
          </a:p>
        </p:txBody>
      </p:sp>
      <p:sp>
        <p:nvSpPr>
          <p:cNvPr id="325645" name="Text Box 13">
            <a:extLst>
              <a:ext uri="{FF2B5EF4-FFF2-40B4-BE49-F238E27FC236}">
                <a16:creationId xmlns:a16="http://schemas.microsoft.com/office/drawing/2014/main" id="{39B92599-C9E6-4BAB-7071-EB25E3CB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6" y="4248151"/>
            <a:ext cx="2316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完成触发器 </a:t>
            </a:r>
            <a:r>
              <a:rPr lang="en-US" altLang="zh-CN" sz="28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25646" name="Text Box 14">
            <a:extLst>
              <a:ext uri="{FF2B5EF4-FFF2-40B4-BE49-F238E27FC236}">
                <a16:creationId xmlns:a16="http://schemas.microsoft.com/office/drawing/2014/main" id="{AE1D4CF4-357F-CEEA-288B-D18604A44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6" y="4889501"/>
            <a:ext cx="2295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工作触发器 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5647" name="Text Box 15">
            <a:extLst>
              <a:ext uri="{FF2B5EF4-FFF2-40B4-BE49-F238E27FC236}">
                <a16:creationId xmlns:a16="http://schemas.microsoft.com/office/drawing/2014/main" id="{3F11F577-1A38-FE6C-35FD-8C963943E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6" y="5530851"/>
            <a:ext cx="366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中断请求触发器 </a:t>
            </a:r>
            <a:r>
              <a:rPr lang="en-US" altLang="zh-CN" sz="2800">
                <a:latin typeface="Times New Roman" panose="02020603050405020304" pitchFamily="18" charset="0"/>
              </a:rPr>
              <a:t>INTR</a:t>
            </a:r>
          </a:p>
        </p:txBody>
      </p:sp>
      <p:sp>
        <p:nvSpPr>
          <p:cNvPr id="325648" name="Text Box 16">
            <a:extLst>
              <a:ext uri="{FF2B5EF4-FFF2-40B4-BE49-F238E27FC236}">
                <a16:creationId xmlns:a16="http://schemas.microsoft.com/office/drawing/2014/main" id="{04A27570-ECAE-B841-2897-B0EE1EC9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6194426"/>
            <a:ext cx="3125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屏蔽触发器 </a:t>
            </a:r>
            <a:r>
              <a:rPr lang="en-US" altLang="zh-CN" sz="2800">
                <a:latin typeface="Times New Roman" panose="02020603050405020304" pitchFamily="18" charset="0"/>
              </a:rPr>
              <a:t>MASK</a:t>
            </a:r>
          </a:p>
        </p:txBody>
      </p:sp>
      <p:sp>
        <p:nvSpPr>
          <p:cNvPr id="325649" name="AutoShape 17">
            <a:extLst>
              <a:ext uri="{FF2B5EF4-FFF2-40B4-BE49-F238E27FC236}">
                <a16:creationId xmlns:a16="http://schemas.microsoft.com/office/drawing/2014/main" id="{236B5DE7-1590-34A3-799E-F321AA56F786}"/>
              </a:ext>
            </a:extLst>
          </p:cNvPr>
          <p:cNvSpPr>
            <a:spLocks/>
          </p:cNvSpPr>
          <p:nvPr/>
        </p:nvSpPr>
        <p:spPr bwMode="auto">
          <a:xfrm>
            <a:off x="3200400" y="4495800"/>
            <a:ext cx="304800" cy="1981200"/>
          </a:xfrm>
          <a:prstGeom prst="leftBrace">
            <a:avLst>
              <a:gd name="adj1" fmla="val 54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3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autoUpdateAnimBg="0"/>
      <p:bldP spid="325636" grpId="0" autoUpdateAnimBg="0"/>
      <p:bldP spid="325637" grpId="0" autoUpdateAnimBg="0"/>
      <p:bldP spid="325638" grpId="0" autoUpdateAnimBg="0"/>
      <p:bldP spid="325639" grpId="0" autoUpdateAnimBg="0"/>
      <p:bldP spid="325640" grpId="0" autoUpdateAnimBg="0"/>
      <p:bldP spid="325641" grpId="0" autoUpdateAnimBg="0"/>
      <p:bldP spid="325642" grpId="0" autoUpdateAnimBg="0"/>
      <p:bldP spid="325643" grpId="0" autoUpdateAnimBg="0"/>
      <p:bldP spid="325644" grpId="0" autoUpdateAnimBg="0"/>
      <p:bldP spid="325645" grpId="0" autoUpdateAnimBg="0"/>
      <p:bldP spid="325646" grpId="0" autoUpdateAnimBg="0"/>
      <p:bldP spid="325647" grpId="0" autoUpdateAnimBg="0"/>
      <p:bldP spid="32564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97369736-3A6F-E073-5EF3-C7C0CDDF2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6" y="381000"/>
            <a:ext cx="4627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>
                <a:latin typeface="Times New Roman" panose="02020603050405020304" pitchFamily="18" charset="0"/>
              </a:rPr>
              <a:t>3. I/O </a:t>
            </a:r>
            <a:r>
              <a:rPr lang="zh-CN" altLang="en-US" sz="3600">
                <a:latin typeface="Times New Roman" panose="02020603050405020304" pitchFamily="18" charset="0"/>
              </a:rPr>
              <a:t>接口的基本组成</a:t>
            </a:r>
          </a:p>
        </p:txBody>
      </p:sp>
      <p:grpSp>
        <p:nvGrpSpPr>
          <p:cNvPr id="326659" name="Group 3">
            <a:extLst>
              <a:ext uri="{FF2B5EF4-FFF2-40B4-BE49-F238E27FC236}">
                <a16:creationId xmlns:a16="http://schemas.microsoft.com/office/drawing/2014/main" id="{8049C57A-0000-673C-F2EF-C631C51C91B2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4343400"/>
            <a:ext cx="1905000" cy="838200"/>
            <a:chOff x="3120" y="2976"/>
            <a:chExt cx="1200" cy="528"/>
          </a:xfrm>
        </p:grpSpPr>
        <p:sp>
          <p:nvSpPr>
            <p:cNvPr id="23596" name="Text Box 4">
              <a:extLst>
                <a:ext uri="{FF2B5EF4-FFF2-40B4-BE49-F238E27FC236}">
                  <a16:creationId xmlns:a16="http://schemas.microsoft.com/office/drawing/2014/main" id="{4950DDB2-E14C-C686-594D-EBD9395C4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3033"/>
              <a:ext cx="10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命令寄存器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和命令译码器</a:t>
              </a:r>
            </a:p>
          </p:txBody>
        </p:sp>
        <p:sp>
          <p:nvSpPr>
            <p:cNvPr id="23597" name="Rectangle 5">
              <a:extLst>
                <a:ext uri="{FF2B5EF4-FFF2-40B4-BE49-F238E27FC236}">
                  <a16:creationId xmlns:a16="http://schemas.microsoft.com/office/drawing/2014/main" id="{90582BE3-D21C-70BD-4632-39D878DA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120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6662" name="Group 6">
            <a:extLst>
              <a:ext uri="{FF2B5EF4-FFF2-40B4-BE49-F238E27FC236}">
                <a16:creationId xmlns:a16="http://schemas.microsoft.com/office/drawing/2014/main" id="{B5E5C7D7-4900-B38E-63BD-CC62CE6B339D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2743200"/>
            <a:ext cx="1905000" cy="838200"/>
            <a:chOff x="3120" y="2976"/>
            <a:chExt cx="1200" cy="528"/>
          </a:xfrm>
        </p:grpSpPr>
        <p:sp>
          <p:nvSpPr>
            <p:cNvPr id="23594" name="Text Box 7">
              <a:extLst>
                <a:ext uri="{FF2B5EF4-FFF2-40B4-BE49-F238E27FC236}">
                  <a16:creationId xmlns:a16="http://schemas.microsoft.com/office/drawing/2014/main" id="{3CB5B784-1AD5-71FE-233E-3372C4240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3033"/>
              <a:ext cx="8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设备选择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   电路</a:t>
              </a:r>
            </a:p>
          </p:txBody>
        </p:sp>
        <p:sp>
          <p:nvSpPr>
            <p:cNvPr id="23595" name="Rectangle 8">
              <a:extLst>
                <a:ext uri="{FF2B5EF4-FFF2-40B4-BE49-F238E27FC236}">
                  <a16:creationId xmlns:a16="http://schemas.microsoft.com/office/drawing/2014/main" id="{BC11251D-E475-A1A0-18F5-9E00F5D59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120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6665" name="Group 9">
            <a:extLst>
              <a:ext uri="{FF2B5EF4-FFF2-40B4-BE49-F238E27FC236}">
                <a16:creationId xmlns:a16="http://schemas.microsoft.com/office/drawing/2014/main" id="{F924F21F-B35D-F323-960C-75627F5F59E9}"/>
              </a:ext>
            </a:extLst>
          </p:cNvPr>
          <p:cNvGrpSpPr>
            <a:grpSpLocks/>
          </p:cNvGrpSpPr>
          <p:nvPr/>
        </p:nvGrpSpPr>
        <p:grpSpPr bwMode="auto">
          <a:xfrm>
            <a:off x="3775075" y="4343400"/>
            <a:ext cx="1905000" cy="838200"/>
            <a:chOff x="3120" y="2976"/>
            <a:chExt cx="1200" cy="528"/>
          </a:xfrm>
        </p:grpSpPr>
        <p:sp>
          <p:nvSpPr>
            <p:cNvPr id="23592" name="Text Box 10">
              <a:extLst>
                <a:ext uri="{FF2B5EF4-FFF2-40B4-BE49-F238E27FC236}">
                  <a16:creationId xmlns:a16="http://schemas.microsoft.com/office/drawing/2014/main" id="{310D6D3F-318A-EBE9-32CD-B182FE38B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3033"/>
              <a:ext cx="8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设备状态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   标记</a:t>
              </a:r>
            </a:p>
          </p:txBody>
        </p:sp>
        <p:sp>
          <p:nvSpPr>
            <p:cNvPr id="23593" name="Rectangle 11">
              <a:extLst>
                <a:ext uri="{FF2B5EF4-FFF2-40B4-BE49-F238E27FC236}">
                  <a16:creationId xmlns:a16="http://schemas.microsoft.com/office/drawing/2014/main" id="{59611394-D153-0EC3-0CCC-9CF97FFCD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120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6668" name="Group 12">
            <a:extLst>
              <a:ext uri="{FF2B5EF4-FFF2-40B4-BE49-F238E27FC236}">
                <a16:creationId xmlns:a16="http://schemas.microsoft.com/office/drawing/2014/main" id="{C1492F96-5530-2C1F-CD40-1748A173AD23}"/>
              </a:ext>
            </a:extLst>
          </p:cNvPr>
          <p:cNvGrpSpPr>
            <a:grpSpLocks/>
          </p:cNvGrpSpPr>
          <p:nvPr/>
        </p:nvGrpSpPr>
        <p:grpSpPr bwMode="auto">
          <a:xfrm>
            <a:off x="3775075" y="2743200"/>
            <a:ext cx="1905000" cy="838200"/>
            <a:chOff x="3120" y="2976"/>
            <a:chExt cx="1200" cy="528"/>
          </a:xfrm>
        </p:grpSpPr>
        <p:sp>
          <p:nvSpPr>
            <p:cNvPr id="23590" name="Text Box 13">
              <a:extLst>
                <a:ext uri="{FF2B5EF4-FFF2-40B4-BE49-F238E27FC236}">
                  <a16:creationId xmlns:a16="http://schemas.microsoft.com/office/drawing/2014/main" id="{78EEF5AE-8C91-80AD-B4EF-12BB90444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3033"/>
              <a:ext cx="97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数据缓冲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寄存器</a:t>
              </a:r>
              <a:r>
                <a:rPr lang="en-US" altLang="zh-CN" sz="2000">
                  <a:latin typeface="Times New Roman" panose="02020603050405020304" pitchFamily="18" charset="0"/>
                </a:rPr>
                <a:t>DBR</a:t>
              </a:r>
            </a:p>
          </p:txBody>
        </p:sp>
        <p:sp>
          <p:nvSpPr>
            <p:cNvPr id="23591" name="Rectangle 14">
              <a:extLst>
                <a:ext uri="{FF2B5EF4-FFF2-40B4-BE49-F238E27FC236}">
                  <a16:creationId xmlns:a16="http://schemas.microsoft.com/office/drawing/2014/main" id="{EF7DF737-1110-1847-D7E9-0FE06FEC3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120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6671" name="Group 15">
            <a:extLst>
              <a:ext uri="{FF2B5EF4-FFF2-40B4-BE49-F238E27FC236}">
                <a16:creationId xmlns:a16="http://schemas.microsoft.com/office/drawing/2014/main" id="{3578B7BF-DB29-92C0-9A95-0DBF636D9BFC}"/>
              </a:ext>
            </a:extLst>
          </p:cNvPr>
          <p:cNvGrpSpPr>
            <a:grpSpLocks/>
          </p:cNvGrpSpPr>
          <p:nvPr/>
        </p:nvGrpSpPr>
        <p:grpSpPr bwMode="auto">
          <a:xfrm>
            <a:off x="5948363" y="2743200"/>
            <a:ext cx="493712" cy="2438400"/>
            <a:chOff x="3001" y="1968"/>
            <a:chExt cx="311" cy="1536"/>
          </a:xfrm>
        </p:grpSpPr>
        <p:sp>
          <p:nvSpPr>
            <p:cNvPr id="23588" name="Text Box 16">
              <a:extLst>
                <a:ext uri="{FF2B5EF4-FFF2-40B4-BE49-F238E27FC236}">
                  <a16:creationId xmlns:a16="http://schemas.microsoft.com/office/drawing/2014/main" id="{24ED67F8-AE8C-E288-CC53-A899B77F8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2057"/>
              <a:ext cx="310" cy="1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 控制逻辑电路</a:t>
              </a:r>
            </a:p>
          </p:txBody>
        </p:sp>
        <p:sp>
          <p:nvSpPr>
            <p:cNvPr id="23589" name="Rectangle 17">
              <a:extLst>
                <a:ext uri="{FF2B5EF4-FFF2-40B4-BE49-F238E27FC236}">
                  <a16:creationId xmlns:a16="http://schemas.microsoft.com/office/drawing/2014/main" id="{4273B6C2-0B09-D697-FD4E-B551B5DD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" y="1968"/>
              <a:ext cx="288" cy="153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6703" name="Group 47">
            <a:extLst>
              <a:ext uri="{FF2B5EF4-FFF2-40B4-BE49-F238E27FC236}">
                <a16:creationId xmlns:a16="http://schemas.microsoft.com/office/drawing/2014/main" id="{D14FC620-FCAA-9220-388B-23C915AB3905}"/>
              </a:ext>
            </a:extLst>
          </p:cNvPr>
          <p:cNvGrpSpPr>
            <a:grpSpLocks/>
          </p:cNvGrpSpPr>
          <p:nvPr/>
        </p:nvGrpSpPr>
        <p:grpSpPr bwMode="auto">
          <a:xfrm>
            <a:off x="3546475" y="1981200"/>
            <a:ext cx="5257800" cy="3429000"/>
            <a:chOff x="1274" y="1248"/>
            <a:chExt cx="3312" cy="2160"/>
          </a:xfrm>
        </p:grpSpPr>
        <p:sp>
          <p:nvSpPr>
            <p:cNvPr id="23586" name="Rectangle 19">
              <a:extLst>
                <a:ext uri="{FF2B5EF4-FFF2-40B4-BE49-F238E27FC236}">
                  <a16:creationId xmlns:a16="http://schemas.microsoft.com/office/drawing/2014/main" id="{F1A618C0-28F9-97B5-16F7-1A69A9999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248"/>
              <a:ext cx="3312" cy="216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7" name="Text Box 20">
              <a:extLst>
                <a:ext uri="{FF2B5EF4-FFF2-40B4-BE49-F238E27FC236}">
                  <a16:creationId xmlns:a16="http://schemas.microsoft.com/office/drawing/2014/main" id="{CF604C00-D4E2-9209-CBFC-D0B260F63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401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</a:p>
          </p:txBody>
        </p:sp>
      </p:grpSp>
      <p:grpSp>
        <p:nvGrpSpPr>
          <p:cNvPr id="326677" name="Group 21">
            <a:extLst>
              <a:ext uri="{FF2B5EF4-FFF2-40B4-BE49-F238E27FC236}">
                <a16:creationId xmlns:a16="http://schemas.microsoft.com/office/drawing/2014/main" id="{D01157B5-4F3A-2A66-F9C0-BDA7D26CA9B8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1981200"/>
            <a:ext cx="8499475" cy="3429000"/>
            <a:chOff x="240" y="1248"/>
            <a:chExt cx="5354" cy="2160"/>
          </a:xfrm>
        </p:grpSpPr>
        <p:grpSp>
          <p:nvGrpSpPr>
            <p:cNvPr id="23564" name="Group 22">
              <a:extLst>
                <a:ext uri="{FF2B5EF4-FFF2-40B4-BE49-F238E27FC236}">
                  <a16:creationId xmlns:a16="http://schemas.microsoft.com/office/drawing/2014/main" id="{DB9DC66D-F2E7-EFCB-FCE9-6346B2C740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6" y="1248"/>
              <a:ext cx="1008" cy="2160"/>
              <a:chOff x="4586" y="1248"/>
              <a:chExt cx="1008" cy="2160"/>
            </a:xfrm>
          </p:grpSpPr>
          <p:grpSp>
            <p:nvGrpSpPr>
              <p:cNvPr id="23577" name="Group 23">
                <a:extLst>
                  <a:ext uri="{FF2B5EF4-FFF2-40B4-BE49-F238E27FC236}">
                    <a16:creationId xmlns:a16="http://schemas.microsoft.com/office/drawing/2014/main" id="{9C99ECB7-3703-8AD3-0036-B1D6936097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10" y="1248"/>
                <a:ext cx="384" cy="2160"/>
                <a:chOff x="5280" y="1440"/>
                <a:chExt cx="384" cy="2160"/>
              </a:xfrm>
            </p:grpSpPr>
            <p:sp>
              <p:nvSpPr>
                <p:cNvPr id="23584" name="Rectangle 24">
                  <a:extLst>
                    <a:ext uri="{FF2B5EF4-FFF2-40B4-BE49-F238E27FC236}">
                      <a16:creationId xmlns:a16="http://schemas.microsoft.com/office/drawing/2014/main" id="{2F6C78BB-3593-60BC-8048-858CEA1DB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0" y="1440"/>
                  <a:ext cx="384" cy="216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5" name="Text Box 25">
                  <a:extLst>
                    <a:ext uri="{FF2B5EF4-FFF2-40B4-BE49-F238E27FC236}">
                      <a16:creationId xmlns:a16="http://schemas.microsoft.com/office/drawing/2014/main" id="{2A893F11-2F7D-469F-EF6A-DAF6B20CB1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26" y="2082"/>
                  <a:ext cx="310" cy="9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外  部  设  备</a:t>
                  </a:r>
                </a:p>
              </p:txBody>
            </p:sp>
          </p:grpSp>
          <p:sp>
            <p:nvSpPr>
              <p:cNvPr id="23578" name="AutoShape 26">
                <a:extLst>
                  <a:ext uri="{FF2B5EF4-FFF2-40B4-BE49-F238E27FC236}">
                    <a16:creationId xmlns:a16="http://schemas.microsoft.com/office/drawing/2014/main" id="{BE1C6150-A6DF-1062-AA17-3309897EC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1872"/>
                <a:ext cx="601" cy="192"/>
              </a:xfrm>
              <a:prstGeom prst="leftRightArrow">
                <a:avLst>
                  <a:gd name="adj1" fmla="val 50000"/>
                  <a:gd name="adj2" fmla="val 62604"/>
                </a:avLst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9" name="Line 27">
                <a:extLst>
                  <a:ext uri="{FF2B5EF4-FFF2-40B4-BE49-F238E27FC236}">
                    <a16:creationId xmlns:a16="http://schemas.microsoft.com/office/drawing/2014/main" id="{F3AD6FCC-AE70-F66F-C63A-8DBB525A7B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6" y="244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80" name="Line 28">
                <a:extLst>
                  <a:ext uri="{FF2B5EF4-FFF2-40B4-BE49-F238E27FC236}">
                    <a16:creationId xmlns:a16="http://schemas.microsoft.com/office/drawing/2014/main" id="{2E1A4C39-75CE-DDFF-FF32-B1061E6E3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586" y="3024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81" name="Text Box 29">
                <a:extLst>
                  <a:ext uri="{FF2B5EF4-FFF2-40B4-BE49-F238E27FC236}">
                    <a16:creationId xmlns:a16="http://schemas.microsoft.com/office/drawing/2014/main" id="{44530685-D73B-7B55-0427-7262BC44C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6" y="1622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数据线</a:t>
                </a:r>
              </a:p>
            </p:txBody>
          </p:sp>
          <p:sp>
            <p:nvSpPr>
              <p:cNvPr id="23582" name="Text Box 30">
                <a:extLst>
                  <a:ext uri="{FF2B5EF4-FFF2-40B4-BE49-F238E27FC236}">
                    <a16:creationId xmlns:a16="http://schemas.microsoft.com/office/drawing/2014/main" id="{08AB4BC3-EF09-EE74-DD56-74DDF3632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2" y="2158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命令</a:t>
                </a:r>
              </a:p>
            </p:txBody>
          </p:sp>
          <p:sp>
            <p:nvSpPr>
              <p:cNvPr id="23583" name="Text Box 31">
                <a:extLst>
                  <a:ext uri="{FF2B5EF4-FFF2-40B4-BE49-F238E27FC236}">
                    <a16:creationId xmlns:a16="http://schemas.microsoft.com/office/drawing/2014/main" id="{04915A89-DD89-1AD0-7D9E-A1B3618B4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2" y="2736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状态</a:t>
                </a:r>
              </a:p>
            </p:txBody>
          </p:sp>
        </p:grpSp>
        <p:grpSp>
          <p:nvGrpSpPr>
            <p:cNvPr id="23565" name="Group 32">
              <a:extLst>
                <a:ext uri="{FF2B5EF4-FFF2-40B4-BE49-F238E27FC236}">
                  <a16:creationId xmlns:a16="http://schemas.microsoft.com/office/drawing/2014/main" id="{03C3599F-E2B6-A0A3-2A8B-629D3A9E7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248"/>
              <a:ext cx="1028" cy="2160"/>
              <a:chOff x="240" y="1248"/>
              <a:chExt cx="1028" cy="2160"/>
            </a:xfrm>
          </p:grpSpPr>
          <p:sp>
            <p:nvSpPr>
              <p:cNvPr id="23566" name="AutoShape 33">
                <a:extLst>
                  <a:ext uri="{FF2B5EF4-FFF2-40B4-BE49-F238E27FC236}">
                    <a16:creationId xmlns:a16="http://schemas.microsoft.com/office/drawing/2014/main" id="{0EC32D2F-0420-EF32-0AAC-0961E704E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" y="1776"/>
                <a:ext cx="589" cy="192"/>
              </a:xfrm>
              <a:prstGeom prst="leftRightArrow">
                <a:avLst>
                  <a:gd name="adj1" fmla="val 50000"/>
                  <a:gd name="adj2" fmla="val 61354"/>
                </a:avLst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67" name="Text Box 34">
                <a:extLst>
                  <a:ext uri="{FF2B5EF4-FFF2-40B4-BE49-F238E27FC236}">
                    <a16:creationId xmlns:a16="http://schemas.microsoft.com/office/drawing/2014/main" id="{05E69AB8-EE97-ED36-1D26-C0852A6889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" y="1526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数据线</a:t>
                </a:r>
              </a:p>
            </p:txBody>
          </p:sp>
          <p:sp>
            <p:nvSpPr>
              <p:cNvPr id="23568" name="Text Box 35">
                <a:extLst>
                  <a:ext uri="{FF2B5EF4-FFF2-40B4-BE49-F238E27FC236}">
                    <a16:creationId xmlns:a16="http://schemas.microsoft.com/office/drawing/2014/main" id="{09238843-0AE4-A696-E746-E66D42CA6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" y="2400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命令线</a:t>
                </a:r>
              </a:p>
            </p:txBody>
          </p:sp>
          <p:sp>
            <p:nvSpPr>
              <p:cNvPr id="23569" name="Text Box 36">
                <a:extLst>
                  <a:ext uri="{FF2B5EF4-FFF2-40B4-BE49-F238E27FC236}">
                    <a16:creationId xmlns:a16="http://schemas.microsoft.com/office/drawing/2014/main" id="{C6B677F8-0A48-C35A-D1C9-533602EE0F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" y="2784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状态线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3570" name="Group 37">
                <a:extLst>
                  <a:ext uri="{FF2B5EF4-FFF2-40B4-BE49-F238E27FC236}">
                    <a16:creationId xmlns:a16="http://schemas.microsoft.com/office/drawing/2014/main" id="{92D141AB-F450-CCD4-EFEB-40CE3C36B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248"/>
                <a:ext cx="446" cy="2160"/>
                <a:chOff x="310" y="1488"/>
                <a:chExt cx="446" cy="2160"/>
              </a:xfrm>
            </p:grpSpPr>
            <p:sp>
              <p:nvSpPr>
                <p:cNvPr id="23575" name="Rectangle 38">
                  <a:extLst>
                    <a:ext uri="{FF2B5EF4-FFF2-40B4-BE49-F238E27FC236}">
                      <a16:creationId xmlns:a16="http://schemas.microsoft.com/office/drawing/2014/main" id="{42CAFA23-A283-4B2E-4935-F0304A261E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" y="1488"/>
                  <a:ext cx="384" cy="216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76" name="Text Box 39">
                  <a:extLst>
                    <a:ext uri="{FF2B5EF4-FFF2-40B4-BE49-F238E27FC236}">
                      <a16:creationId xmlns:a16="http://schemas.microsoft.com/office/drawing/2014/main" id="{FD36C02E-7FF7-51C3-E412-130846CE3D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" y="2438"/>
                  <a:ext cx="44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</p:grpSp>
          <p:sp>
            <p:nvSpPr>
              <p:cNvPr id="23571" name="AutoShape 40">
                <a:extLst>
                  <a:ext uri="{FF2B5EF4-FFF2-40B4-BE49-F238E27FC236}">
                    <a16:creationId xmlns:a16="http://schemas.microsoft.com/office/drawing/2014/main" id="{80E70A37-40A5-33CA-13EB-C17649821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" y="2208"/>
                <a:ext cx="601" cy="192"/>
              </a:xfrm>
              <a:prstGeom prst="rightArrow">
                <a:avLst>
                  <a:gd name="adj1" fmla="val 50000"/>
                  <a:gd name="adj2" fmla="val 78255"/>
                </a:avLst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2" name="AutoShape 41">
                <a:extLst>
                  <a:ext uri="{FF2B5EF4-FFF2-40B4-BE49-F238E27FC236}">
                    <a16:creationId xmlns:a16="http://schemas.microsoft.com/office/drawing/2014/main" id="{91DFAA18-A1AF-F616-5D70-D71FB8DEF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" y="2624"/>
                <a:ext cx="601" cy="192"/>
              </a:xfrm>
              <a:prstGeom prst="rightArrow">
                <a:avLst>
                  <a:gd name="adj1" fmla="val 50000"/>
                  <a:gd name="adj2" fmla="val 78255"/>
                </a:avLst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3" name="AutoShape 42">
                <a:extLst>
                  <a:ext uri="{FF2B5EF4-FFF2-40B4-BE49-F238E27FC236}">
                    <a16:creationId xmlns:a16="http://schemas.microsoft.com/office/drawing/2014/main" id="{6051A77B-EA34-C753-9D64-40B16AA54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67" y="3023"/>
                <a:ext cx="601" cy="192"/>
              </a:xfrm>
              <a:prstGeom prst="rightArrow">
                <a:avLst>
                  <a:gd name="adj1" fmla="val 50000"/>
                  <a:gd name="adj2" fmla="val 78255"/>
                </a:avLst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4" name="Text Box 43">
                <a:extLst>
                  <a:ext uri="{FF2B5EF4-FFF2-40B4-BE49-F238E27FC236}">
                    <a16:creationId xmlns:a16="http://schemas.microsoft.com/office/drawing/2014/main" id="{D1FACEA0-46A4-3C9C-1373-22016C09E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" y="1968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地址线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2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ABFEB37F-0468-66E9-945E-4BAF976DD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6" y="228600"/>
            <a:ext cx="3902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三、接口类型</a:t>
            </a:r>
          </a:p>
        </p:txBody>
      </p:sp>
      <p:grpSp>
        <p:nvGrpSpPr>
          <p:cNvPr id="327683" name="Group 3">
            <a:extLst>
              <a:ext uri="{FF2B5EF4-FFF2-40B4-BE49-F238E27FC236}">
                <a16:creationId xmlns:a16="http://schemas.microsoft.com/office/drawing/2014/main" id="{5DB23D74-AEBE-E328-A7BB-9314F84A57FA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511301"/>
            <a:ext cx="2057400" cy="917575"/>
            <a:chOff x="1296" y="952"/>
            <a:chExt cx="1296" cy="578"/>
          </a:xfrm>
        </p:grpSpPr>
        <p:sp>
          <p:nvSpPr>
            <p:cNvPr id="24607" name="Text Box 4">
              <a:extLst>
                <a:ext uri="{FF2B5EF4-FFF2-40B4-BE49-F238E27FC236}">
                  <a16:creationId xmlns:a16="http://schemas.microsoft.com/office/drawing/2014/main" id="{F3D7F292-1430-14D5-CD5A-D09357123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952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并行接口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4608" name="Text Box 5">
              <a:extLst>
                <a:ext uri="{FF2B5EF4-FFF2-40B4-BE49-F238E27FC236}">
                  <a16:creationId xmlns:a16="http://schemas.microsoft.com/office/drawing/2014/main" id="{DCB67435-2354-1ED4-CA99-BF4F2130F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242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串行接口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686" name="Group 6">
            <a:extLst>
              <a:ext uri="{FF2B5EF4-FFF2-40B4-BE49-F238E27FC236}">
                <a16:creationId xmlns:a16="http://schemas.microsoft.com/office/drawing/2014/main" id="{8E3348C4-3C43-412C-EDE5-68133502EA08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954339"/>
            <a:ext cx="2362200" cy="917575"/>
            <a:chOff x="1296" y="1861"/>
            <a:chExt cx="1488" cy="578"/>
          </a:xfrm>
        </p:grpSpPr>
        <p:sp>
          <p:nvSpPr>
            <p:cNvPr id="24605" name="Text Box 7">
              <a:extLst>
                <a:ext uri="{FF2B5EF4-FFF2-40B4-BE49-F238E27FC236}">
                  <a16:creationId xmlns:a16="http://schemas.microsoft.com/office/drawing/2014/main" id="{FB6F1C32-05AB-84D9-1D83-332DAB34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861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可编程接口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4606" name="Text Box 8">
              <a:extLst>
                <a:ext uri="{FF2B5EF4-FFF2-40B4-BE49-F238E27FC236}">
                  <a16:creationId xmlns:a16="http://schemas.microsoft.com/office/drawing/2014/main" id="{10C8D3D9-EC23-58F2-76FA-3191A61F6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151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不可编程接口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689" name="Group 9">
            <a:extLst>
              <a:ext uri="{FF2B5EF4-FFF2-40B4-BE49-F238E27FC236}">
                <a16:creationId xmlns:a16="http://schemas.microsoft.com/office/drawing/2014/main" id="{0E6FFEF2-09AA-BD73-6080-E9EB400F9A1D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397376"/>
            <a:ext cx="2514600" cy="917575"/>
            <a:chOff x="1296" y="2770"/>
            <a:chExt cx="1584" cy="578"/>
          </a:xfrm>
        </p:grpSpPr>
        <p:sp>
          <p:nvSpPr>
            <p:cNvPr id="24603" name="Text Box 10">
              <a:extLst>
                <a:ext uri="{FF2B5EF4-FFF2-40B4-BE49-F238E27FC236}">
                  <a16:creationId xmlns:a16="http://schemas.microsoft.com/office/drawing/2014/main" id="{D29D78A9-D09E-818B-B80E-BBDC4D5A6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770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通用接口</a:t>
              </a:r>
            </a:p>
          </p:txBody>
        </p:sp>
        <p:sp>
          <p:nvSpPr>
            <p:cNvPr id="24604" name="Text Box 11">
              <a:extLst>
                <a:ext uri="{FF2B5EF4-FFF2-40B4-BE49-F238E27FC236}">
                  <a16:creationId xmlns:a16="http://schemas.microsoft.com/office/drawing/2014/main" id="{34F38349-E8B9-C915-87F0-364EA2A8C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060"/>
              <a:ext cx="1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专用接口</a:t>
              </a:r>
            </a:p>
          </p:txBody>
        </p:sp>
      </p:grpSp>
      <p:sp>
        <p:nvSpPr>
          <p:cNvPr id="327692" name="Text Box 12">
            <a:extLst>
              <a:ext uri="{FF2B5EF4-FFF2-40B4-BE49-F238E27FC236}">
                <a16:creationId xmlns:a16="http://schemas.microsoft.com/office/drawing/2014/main" id="{0067AD97-3142-C2BB-0F07-E74063ED7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990601"/>
            <a:ext cx="4892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按数据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传送方式 </a:t>
            </a:r>
            <a:r>
              <a:rPr lang="zh-CN" altLang="en-US" sz="2800"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327693" name="Text Box 13">
            <a:extLst>
              <a:ext uri="{FF2B5EF4-FFF2-40B4-BE49-F238E27FC236}">
                <a16:creationId xmlns:a16="http://schemas.microsoft.com/office/drawing/2014/main" id="{131A3617-B744-BC8D-4624-AB8C57A3D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2432051"/>
            <a:ext cx="542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按功能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选择的灵活性 </a:t>
            </a:r>
            <a:r>
              <a:rPr lang="zh-CN" altLang="en-US" sz="2800"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327694" name="Text Box 14">
            <a:extLst>
              <a:ext uri="{FF2B5EF4-FFF2-40B4-BE49-F238E27FC236}">
                <a16:creationId xmlns:a16="http://schemas.microsoft.com/office/drawing/2014/main" id="{ACADE7A9-F3A3-B0AE-F588-0B1BBD8E8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3875088"/>
            <a:ext cx="3902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3. 按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通用性 </a:t>
            </a:r>
            <a:r>
              <a:rPr lang="zh-CN" altLang="en-US" sz="2800"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327695" name="Text Box 15">
            <a:extLst>
              <a:ext uri="{FF2B5EF4-FFF2-40B4-BE49-F238E27FC236}">
                <a16:creationId xmlns:a16="http://schemas.microsoft.com/office/drawing/2014/main" id="{72E010B3-0777-C229-F0A7-7902F3FB3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6" y="5318126"/>
            <a:ext cx="550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4. 按数据传送的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控制方式 </a:t>
            </a:r>
            <a:r>
              <a:rPr lang="zh-CN" altLang="en-US" sz="2800">
                <a:latin typeface="Times New Roman" panose="02020603050405020304" pitchFamily="18" charset="0"/>
              </a:rPr>
              <a:t>分类</a:t>
            </a:r>
          </a:p>
        </p:txBody>
      </p:sp>
      <p:grpSp>
        <p:nvGrpSpPr>
          <p:cNvPr id="327696" name="Group 16">
            <a:extLst>
              <a:ext uri="{FF2B5EF4-FFF2-40B4-BE49-F238E27FC236}">
                <a16:creationId xmlns:a16="http://schemas.microsoft.com/office/drawing/2014/main" id="{C39AD15E-4352-F56D-EB43-E9A28FB153BC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840414"/>
            <a:ext cx="2209800" cy="917575"/>
            <a:chOff x="1296" y="3679"/>
            <a:chExt cx="1392" cy="578"/>
          </a:xfrm>
        </p:grpSpPr>
        <p:sp>
          <p:nvSpPr>
            <p:cNvPr id="24601" name="Text Box 17">
              <a:extLst>
                <a:ext uri="{FF2B5EF4-FFF2-40B4-BE49-F238E27FC236}">
                  <a16:creationId xmlns:a16="http://schemas.microsoft.com/office/drawing/2014/main" id="{059BC0CE-08DF-D0E7-56E5-47A8BB78D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679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中断接口</a:t>
              </a:r>
            </a:p>
          </p:txBody>
        </p:sp>
        <p:sp>
          <p:nvSpPr>
            <p:cNvPr id="24602" name="Text Box 18">
              <a:extLst>
                <a:ext uri="{FF2B5EF4-FFF2-40B4-BE49-F238E27FC236}">
                  <a16:creationId xmlns:a16="http://schemas.microsoft.com/office/drawing/2014/main" id="{4664CCDF-6046-D20E-3000-4DFBD9290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969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DMA 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700" name="Group 20">
            <a:extLst>
              <a:ext uri="{FF2B5EF4-FFF2-40B4-BE49-F238E27FC236}">
                <a16:creationId xmlns:a16="http://schemas.microsoft.com/office/drawing/2014/main" id="{9ADE42ED-97B0-7684-F10B-6992385AE75A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447800"/>
            <a:ext cx="2057400" cy="990600"/>
            <a:chOff x="2592" y="912"/>
            <a:chExt cx="1296" cy="624"/>
          </a:xfrm>
        </p:grpSpPr>
        <p:sp>
          <p:nvSpPr>
            <p:cNvPr id="24599" name="Text Box 21">
              <a:extLst>
                <a:ext uri="{FF2B5EF4-FFF2-40B4-BE49-F238E27FC236}">
                  <a16:creationId xmlns:a16="http://schemas.microsoft.com/office/drawing/2014/main" id="{6DCB6789-B2EF-27BC-3B65-B6AA19545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912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Intel 8255</a:t>
              </a:r>
            </a:p>
          </p:txBody>
        </p:sp>
        <p:sp>
          <p:nvSpPr>
            <p:cNvPr id="24600" name="Text Box 22">
              <a:extLst>
                <a:ext uri="{FF2B5EF4-FFF2-40B4-BE49-F238E27FC236}">
                  <a16:creationId xmlns:a16="http://schemas.microsoft.com/office/drawing/2014/main" id="{D213BBA7-D24C-34D3-6610-F3B5B1D8D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248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Intel 8251</a:t>
              </a:r>
            </a:p>
          </p:txBody>
        </p:sp>
      </p:grpSp>
      <p:grpSp>
        <p:nvGrpSpPr>
          <p:cNvPr id="327703" name="Group 23">
            <a:extLst>
              <a:ext uri="{FF2B5EF4-FFF2-40B4-BE49-F238E27FC236}">
                <a16:creationId xmlns:a16="http://schemas.microsoft.com/office/drawing/2014/main" id="{2B0289B9-57F7-4B83-E27D-7FA37386B07D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954339"/>
            <a:ext cx="3733800" cy="917575"/>
            <a:chOff x="2592" y="1861"/>
            <a:chExt cx="2352" cy="578"/>
          </a:xfrm>
        </p:grpSpPr>
        <p:sp>
          <p:nvSpPr>
            <p:cNvPr id="24597" name="Text Box 24">
              <a:extLst>
                <a:ext uri="{FF2B5EF4-FFF2-40B4-BE49-F238E27FC236}">
                  <a16:creationId xmlns:a16="http://schemas.microsoft.com/office/drawing/2014/main" id="{2DD2067C-3077-49AF-8066-255066A3A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61"/>
              <a:ext cx="23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Intel 8255、 Intel 8251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4598" name="Text Box 25">
              <a:extLst>
                <a:ext uri="{FF2B5EF4-FFF2-40B4-BE49-F238E27FC236}">
                  <a16:creationId xmlns:a16="http://schemas.microsoft.com/office/drawing/2014/main" id="{700A7B12-6F40-73A9-203D-D269007DF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151"/>
              <a:ext cx="1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Intel 8212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706" name="Group 26">
            <a:extLst>
              <a:ext uri="{FF2B5EF4-FFF2-40B4-BE49-F238E27FC236}">
                <a16:creationId xmlns:a16="http://schemas.microsoft.com/office/drawing/2014/main" id="{A742DAFB-66CF-3B4A-C99C-E871CE4352B5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419600"/>
            <a:ext cx="3657600" cy="895350"/>
            <a:chOff x="2592" y="2784"/>
            <a:chExt cx="2304" cy="564"/>
          </a:xfrm>
        </p:grpSpPr>
        <p:sp>
          <p:nvSpPr>
            <p:cNvPr id="24595" name="Text Box 27">
              <a:extLst>
                <a:ext uri="{FF2B5EF4-FFF2-40B4-BE49-F238E27FC236}">
                  <a16:creationId xmlns:a16="http://schemas.microsoft.com/office/drawing/2014/main" id="{014F4033-AA4C-F665-D4D6-29E1E156B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84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Intel</a:t>
              </a:r>
              <a:r>
                <a:rPr lang="zh-CN" altLang="en-US" sz="2400">
                  <a:latin typeface="Times New Roman" panose="02020603050405020304" pitchFamily="18" charset="0"/>
                </a:rPr>
                <a:t> 8255、 </a:t>
              </a:r>
              <a:r>
                <a:rPr lang="en-US" altLang="zh-CN" sz="2400">
                  <a:latin typeface="Times New Roman" panose="02020603050405020304" pitchFamily="18" charset="0"/>
                </a:rPr>
                <a:t>Intel</a:t>
              </a:r>
              <a:r>
                <a:rPr lang="zh-CN" altLang="en-US" sz="2400">
                  <a:latin typeface="Times New Roman" panose="02020603050405020304" pitchFamily="18" charset="0"/>
                </a:rPr>
                <a:t> 8251</a:t>
              </a:r>
            </a:p>
          </p:txBody>
        </p:sp>
        <p:sp>
          <p:nvSpPr>
            <p:cNvPr id="24596" name="Text Box 28">
              <a:extLst>
                <a:ext uri="{FF2B5EF4-FFF2-40B4-BE49-F238E27FC236}">
                  <a16:creationId xmlns:a16="http://schemas.microsoft.com/office/drawing/2014/main" id="{F07F0BED-0237-756B-95E9-7408945C8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060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Intel 8279、 Intel 8275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709" name="Group 29">
            <a:extLst>
              <a:ext uri="{FF2B5EF4-FFF2-40B4-BE49-F238E27FC236}">
                <a16:creationId xmlns:a16="http://schemas.microsoft.com/office/drawing/2014/main" id="{C70FE81F-50FF-7852-9E2C-EA1E2D372BCB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5840414"/>
            <a:ext cx="2971800" cy="917575"/>
            <a:chOff x="2592" y="3679"/>
            <a:chExt cx="1872" cy="578"/>
          </a:xfrm>
        </p:grpSpPr>
        <p:sp>
          <p:nvSpPr>
            <p:cNvPr id="24593" name="Text Box 30">
              <a:extLst>
                <a:ext uri="{FF2B5EF4-FFF2-40B4-BE49-F238E27FC236}">
                  <a16:creationId xmlns:a16="http://schemas.microsoft.com/office/drawing/2014/main" id="{D2558B3C-C088-9D77-F0C6-B6EE1BCF0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679"/>
              <a:ext cx="18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Intel 8259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4594" name="Text Box 31">
              <a:extLst>
                <a:ext uri="{FF2B5EF4-FFF2-40B4-BE49-F238E27FC236}">
                  <a16:creationId xmlns:a16="http://schemas.microsoft.com/office/drawing/2014/main" id="{F65F8103-4A40-C3A2-222D-1716DECE7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969"/>
              <a:ext cx="1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Intel 8257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2" grpId="0" autoUpdateAnimBg="0"/>
      <p:bldP spid="327693" grpId="0" autoUpdateAnimBg="0"/>
      <p:bldP spid="327694" grpId="0" autoUpdateAnimBg="0"/>
      <p:bldP spid="32769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A01B497-813D-B3E1-53EA-6C76312BA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-63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IV  </a:t>
            </a:r>
            <a:r>
              <a:rPr lang="zh-CN" altLang="en-US" b="1" dirty="0"/>
              <a:t>程序查询方式</a:t>
            </a:r>
          </a:p>
        </p:txBody>
      </p:sp>
      <p:sp>
        <p:nvSpPr>
          <p:cNvPr id="328707" name="Text Box 3">
            <a:extLst>
              <a:ext uri="{FF2B5EF4-FFF2-40B4-BE49-F238E27FC236}">
                <a16:creationId xmlns:a16="http://schemas.microsoft.com/office/drawing/2014/main" id="{10E9516A-74F2-9672-C651-050D58087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25539"/>
            <a:ext cx="3435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一、程序查询流程</a:t>
            </a:r>
          </a:p>
        </p:txBody>
      </p:sp>
      <p:grpSp>
        <p:nvGrpSpPr>
          <p:cNvPr id="328708" name="Group 4">
            <a:extLst>
              <a:ext uri="{FF2B5EF4-FFF2-40B4-BE49-F238E27FC236}">
                <a16:creationId xmlns:a16="http://schemas.microsoft.com/office/drawing/2014/main" id="{888B3571-39BA-CDBA-9656-5A38037BFA35}"/>
              </a:ext>
            </a:extLst>
          </p:cNvPr>
          <p:cNvGrpSpPr>
            <a:grpSpLocks/>
          </p:cNvGrpSpPr>
          <p:nvPr/>
        </p:nvGrpSpPr>
        <p:grpSpPr bwMode="auto">
          <a:xfrm>
            <a:off x="5557838" y="1201738"/>
            <a:ext cx="4610100" cy="5486400"/>
            <a:chOff x="2541" y="816"/>
            <a:chExt cx="2904" cy="3456"/>
          </a:xfrm>
        </p:grpSpPr>
        <p:grpSp>
          <p:nvGrpSpPr>
            <p:cNvPr id="25629" name="Group 5">
              <a:extLst>
                <a:ext uri="{FF2B5EF4-FFF2-40B4-BE49-F238E27FC236}">
                  <a16:creationId xmlns:a16="http://schemas.microsoft.com/office/drawing/2014/main" id="{85BAB495-BD3F-E731-6008-80BF432DF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5" y="1063"/>
              <a:ext cx="1196" cy="250"/>
              <a:chOff x="2945" y="1063"/>
              <a:chExt cx="1196" cy="250"/>
            </a:xfrm>
          </p:grpSpPr>
          <p:sp>
            <p:nvSpPr>
              <p:cNvPr id="25657" name="Text Box 6">
                <a:extLst>
                  <a:ext uri="{FF2B5EF4-FFF2-40B4-BE49-F238E27FC236}">
                    <a16:creationId xmlns:a16="http://schemas.microsoft.com/office/drawing/2014/main" id="{5F390ABE-A047-E431-4880-8F78B2092F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5" y="1063"/>
                <a:ext cx="1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检查状态标记1 </a:t>
                </a:r>
              </a:p>
            </p:txBody>
          </p:sp>
          <p:sp>
            <p:nvSpPr>
              <p:cNvPr id="25658" name="Rectangle 7">
                <a:extLst>
                  <a:ext uri="{FF2B5EF4-FFF2-40B4-BE49-F238E27FC236}">
                    <a16:creationId xmlns:a16="http://schemas.microsoft.com/office/drawing/2014/main" id="{8F268BEE-87B7-C5B0-4CDC-28EC4B803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5" y="1063"/>
                <a:ext cx="1131" cy="247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5630" name="Text Box 8">
              <a:extLst>
                <a:ext uri="{FF2B5EF4-FFF2-40B4-BE49-F238E27FC236}">
                  <a16:creationId xmlns:a16="http://schemas.microsoft.com/office/drawing/2014/main" id="{19AFBEAE-A497-98C0-058F-946F011DE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589"/>
              <a:ext cx="95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sz="2000">
                  <a:latin typeface="Times New Roman" panose="02020603050405020304" pitchFamily="18" charset="0"/>
                </a:rPr>
                <a:t>     设备1</a:t>
              </a:r>
            </a:p>
            <a:p>
              <a:pPr eaLnBrk="1" hangingPunct="1">
                <a:lnSpc>
                  <a:spcPct val="90000"/>
                </a:lnSpc>
              </a:pPr>
              <a:r>
                <a:rPr lang="zh-CN" altLang="en-US" sz="2000">
                  <a:latin typeface="Times New Roman" panose="02020603050405020304" pitchFamily="18" charset="0"/>
                </a:rPr>
                <a:t> 准备就绪？</a:t>
              </a:r>
            </a:p>
          </p:txBody>
        </p:sp>
        <p:sp>
          <p:nvSpPr>
            <p:cNvPr id="25631" name="AutoShape 9">
              <a:extLst>
                <a:ext uri="{FF2B5EF4-FFF2-40B4-BE49-F238E27FC236}">
                  <a16:creationId xmlns:a16="http://schemas.microsoft.com/office/drawing/2014/main" id="{D45AB6FD-6E6C-8BEB-90EC-2E4E9A9D4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1515"/>
              <a:ext cx="1176" cy="618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32" name="Line 10">
              <a:extLst>
                <a:ext uri="{FF2B5EF4-FFF2-40B4-BE49-F238E27FC236}">
                  <a16:creationId xmlns:a16="http://schemas.microsoft.com/office/drawing/2014/main" id="{94AA1B9C-1276-9CB2-F0E7-A578B66ED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816"/>
              <a:ext cx="0" cy="247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3" name="Text Box 11">
              <a:extLst>
                <a:ext uri="{FF2B5EF4-FFF2-40B4-BE49-F238E27FC236}">
                  <a16:creationId xmlns:a16="http://schemas.microsoft.com/office/drawing/2014/main" id="{4E27FD60-33FD-5181-57AE-98C1B3787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6" y="2544"/>
              <a:ext cx="1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检查状态标记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634" name="Rectangle 12">
              <a:extLst>
                <a:ext uri="{FF2B5EF4-FFF2-40B4-BE49-F238E27FC236}">
                  <a16:creationId xmlns:a16="http://schemas.microsoft.com/office/drawing/2014/main" id="{19363B66-1E9F-50D2-C7D9-7F5B048E1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5" y="2544"/>
              <a:ext cx="1183" cy="2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35" name="Text Box 13">
              <a:extLst>
                <a:ext uri="{FF2B5EF4-FFF2-40B4-BE49-F238E27FC236}">
                  <a16:creationId xmlns:a16="http://schemas.microsoft.com/office/drawing/2014/main" id="{6BE642E2-CBC6-5330-74CA-C36B62649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3069"/>
              <a:ext cx="91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sz="2000">
                  <a:latin typeface="Times New Roman" panose="02020603050405020304" pitchFamily="18" charset="0"/>
                </a:rPr>
                <a:t>    设备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</a:p>
            <a:p>
              <a:pPr eaLnBrk="1" hangingPunct="1">
                <a:lnSpc>
                  <a:spcPct val="90000"/>
                </a:lnSpc>
              </a:pPr>
              <a:r>
                <a:rPr lang="zh-CN" altLang="en-US" sz="2000">
                  <a:latin typeface="Times New Roman" panose="02020603050405020304" pitchFamily="18" charset="0"/>
                </a:rPr>
                <a:t>准备就绪？</a:t>
              </a:r>
            </a:p>
          </p:txBody>
        </p:sp>
        <p:sp>
          <p:nvSpPr>
            <p:cNvPr id="25636" name="AutoShape 14">
              <a:extLst>
                <a:ext uri="{FF2B5EF4-FFF2-40B4-BE49-F238E27FC236}">
                  <a16:creationId xmlns:a16="http://schemas.microsoft.com/office/drawing/2014/main" id="{CEC2A4E1-818C-D344-E5F0-09C71611C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2997"/>
              <a:ext cx="1176" cy="617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37" name="Line 15">
              <a:extLst>
                <a:ext uri="{FF2B5EF4-FFF2-40B4-BE49-F238E27FC236}">
                  <a16:creationId xmlns:a16="http://schemas.microsoft.com/office/drawing/2014/main" id="{3115974C-DE8F-3959-CB03-82530C1D0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133"/>
              <a:ext cx="0" cy="12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8" name="Text Box 16">
              <a:extLst>
                <a:ext uri="{FF2B5EF4-FFF2-40B4-BE49-F238E27FC236}">
                  <a16:creationId xmlns:a16="http://schemas.microsoft.com/office/drawing/2014/main" id="{96B9B2BC-7B8B-5274-81E2-65D2FB828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" y="2234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639" name="Line 17">
              <a:extLst>
                <a:ext uri="{FF2B5EF4-FFF2-40B4-BE49-F238E27FC236}">
                  <a16:creationId xmlns:a16="http://schemas.microsoft.com/office/drawing/2014/main" id="{D1A6B21F-8E93-9A5A-C093-0982685FF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421"/>
              <a:ext cx="0" cy="12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5640" name="Group 18">
              <a:extLst>
                <a:ext uri="{FF2B5EF4-FFF2-40B4-BE49-F238E27FC236}">
                  <a16:creationId xmlns:a16="http://schemas.microsoft.com/office/drawing/2014/main" id="{ECD80665-D1AD-E9BB-5FF5-575843393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2" y="1721"/>
              <a:ext cx="836" cy="257"/>
              <a:chOff x="4392" y="1721"/>
              <a:chExt cx="836" cy="257"/>
            </a:xfrm>
          </p:grpSpPr>
          <p:sp>
            <p:nvSpPr>
              <p:cNvPr id="25655" name="Text Box 19">
                <a:extLst>
                  <a:ext uri="{FF2B5EF4-FFF2-40B4-BE49-F238E27FC236}">
                    <a16:creationId xmlns:a16="http://schemas.microsoft.com/office/drawing/2014/main" id="{8443DB99-E47B-1509-A3B8-F3425B5C1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2" y="1728"/>
                <a:ext cx="8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处理设备1</a:t>
                </a:r>
              </a:p>
            </p:txBody>
          </p:sp>
          <p:sp>
            <p:nvSpPr>
              <p:cNvPr id="25656" name="Rectangle 20">
                <a:extLst>
                  <a:ext uri="{FF2B5EF4-FFF2-40B4-BE49-F238E27FC236}">
                    <a16:creationId xmlns:a16="http://schemas.microsoft.com/office/drawing/2014/main" id="{C157A44E-DE11-F3F7-F7A0-CBA3696B5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" y="1721"/>
                <a:ext cx="824" cy="247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5641" name="Freeform 21">
              <a:extLst>
                <a:ext uri="{FF2B5EF4-FFF2-40B4-BE49-F238E27FC236}">
                  <a16:creationId xmlns:a16="http://schemas.microsoft.com/office/drawing/2014/main" id="{AA772A4F-AA4C-2A26-3270-E84EB7E96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829"/>
              <a:ext cx="320" cy="3"/>
            </a:xfrm>
            <a:custGeom>
              <a:avLst/>
              <a:gdLst>
                <a:gd name="T0" fmla="*/ 0 w 339"/>
                <a:gd name="T1" fmla="*/ 0 h 3"/>
                <a:gd name="T2" fmla="*/ 269 w 339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9" h="3">
                  <a:moveTo>
                    <a:pt x="0" y="0"/>
                  </a:moveTo>
                  <a:lnTo>
                    <a:pt x="339" y="3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2" name="Text Box 22">
              <a:extLst>
                <a:ext uri="{FF2B5EF4-FFF2-40B4-BE49-F238E27FC236}">
                  <a16:creationId xmlns:a16="http://schemas.microsoft.com/office/drawing/2014/main" id="{F5866742-44E5-14FA-8741-3642F9863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" y="1598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25643" name="Text Box 23">
              <a:extLst>
                <a:ext uri="{FF2B5EF4-FFF2-40B4-BE49-F238E27FC236}">
                  <a16:creationId xmlns:a16="http://schemas.microsoft.com/office/drawing/2014/main" id="{35175080-31E0-8530-0D55-8E9352AE2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06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25644" name="Freeform 24">
              <a:extLst>
                <a:ext uri="{FF2B5EF4-FFF2-40B4-BE49-F238E27FC236}">
                  <a16:creationId xmlns:a16="http://schemas.microsoft.com/office/drawing/2014/main" id="{CE7A92B2-1EF6-1E5A-F349-39396E5DF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898"/>
              <a:ext cx="947" cy="2411"/>
            </a:xfrm>
            <a:custGeom>
              <a:avLst/>
              <a:gdLst>
                <a:gd name="T0" fmla="*/ 387 w 947"/>
                <a:gd name="T1" fmla="*/ 2411 h 2411"/>
                <a:gd name="T2" fmla="*/ 0 w 947"/>
                <a:gd name="T3" fmla="*/ 2411 h 2411"/>
                <a:gd name="T4" fmla="*/ 3 w 947"/>
                <a:gd name="T5" fmla="*/ 0 h 2411"/>
                <a:gd name="T6" fmla="*/ 947 w 947"/>
                <a:gd name="T7" fmla="*/ 0 h 24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7" h="2411">
                  <a:moveTo>
                    <a:pt x="387" y="2411"/>
                  </a:moveTo>
                  <a:lnTo>
                    <a:pt x="0" y="2411"/>
                  </a:lnTo>
                  <a:lnTo>
                    <a:pt x="3" y="0"/>
                  </a:lnTo>
                  <a:lnTo>
                    <a:pt x="947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5" name="Text Box 25">
              <a:extLst>
                <a:ext uri="{FF2B5EF4-FFF2-40B4-BE49-F238E27FC236}">
                  <a16:creationId xmlns:a16="http://schemas.microsoft.com/office/drawing/2014/main" id="{F2BFDD14-88E7-346C-4E25-4DE31121F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7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25646" name="Text Box 26">
              <a:extLst>
                <a:ext uri="{FF2B5EF4-FFF2-40B4-BE49-F238E27FC236}">
                  <a16:creationId xmlns:a16="http://schemas.microsoft.com/office/drawing/2014/main" id="{BEEF3D0B-C95D-6E6D-FE22-F5CBA0A6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3819"/>
              <a:ext cx="8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处理设备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647" name="Rectangle 27">
              <a:extLst>
                <a:ext uri="{FF2B5EF4-FFF2-40B4-BE49-F238E27FC236}">
                  <a16:creationId xmlns:a16="http://schemas.microsoft.com/office/drawing/2014/main" id="{479DC838-599A-03B5-F0A8-15592E83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819"/>
              <a:ext cx="823" cy="2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48" name="Line 28">
              <a:extLst>
                <a:ext uri="{FF2B5EF4-FFF2-40B4-BE49-F238E27FC236}">
                  <a16:creationId xmlns:a16="http://schemas.microsoft.com/office/drawing/2014/main" id="{AF386C33-4D37-3061-701E-66FA39148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1310"/>
              <a:ext cx="0" cy="20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9" name="Line 29">
              <a:extLst>
                <a:ext uri="{FF2B5EF4-FFF2-40B4-BE49-F238E27FC236}">
                  <a16:creationId xmlns:a16="http://schemas.microsoft.com/office/drawing/2014/main" id="{446D3AF9-C198-AD00-B853-0301CD73B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791"/>
              <a:ext cx="0" cy="20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0" name="Line 30">
              <a:extLst>
                <a:ext uri="{FF2B5EF4-FFF2-40B4-BE49-F238E27FC236}">
                  <a16:creationId xmlns:a16="http://schemas.microsoft.com/office/drawing/2014/main" id="{E864E4FF-8C08-B9DA-7C24-185F5E5BC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3614"/>
              <a:ext cx="0" cy="20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1" name="Line 31">
              <a:extLst>
                <a:ext uri="{FF2B5EF4-FFF2-40B4-BE49-F238E27FC236}">
                  <a16:creationId xmlns:a16="http://schemas.microsoft.com/office/drawing/2014/main" id="{363FCC6D-DB73-BFD6-0A57-E0F9F2D24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4066"/>
              <a:ext cx="0" cy="20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2" name="Text Box 32">
              <a:extLst>
                <a:ext uri="{FF2B5EF4-FFF2-40B4-BE49-F238E27FC236}">
                  <a16:creationId xmlns:a16="http://schemas.microsoft.com/office/drawing/2014/main" id="{7C4BC21D-F015-02EA-D175-93551CE05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54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25653" name="Freeform 33">
              <a:extLst>
                <a:ext uri="{FF2B5EF4-FFF2-40B4-BE49-F238E27FC236}">
                  <a16:creationId xmlns:a16="http://schemas.microsoft.com/office/drawing/2014/main" id="{7F3FF268-C8A1-2ED7-F249-86B6BB54F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" y="1842"/>
              <a:ext cx="239" cy="3"/>
            </a:xfrm>
            <a:custGeom>
              <a:avLst/>
              <a:gdLst>
                <a:gd name="T0" fmla="*/ 0 w 239"/>
                <a:gd name="T1" fmla="*/ 3 h 3"/>
                <a:gd name="T2" fmla="*/ 239 w 23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9" h="3">
                  <a:moveTo>
                    <a:pt x="0" y="3"/>
                  </a:moveTo>
                  <a:lnTo>
                    <a:pt x="239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4" name="Freeform 34">
              <a:extLst>
                <a:ext uri="{FF2B5EF4-FFF2-40B4-BE49-F238E27FC236}">
                  <a16:creationId xmlns:a16="http://schemas.microsoft.com/office/drawing/2014/main" id="{E51DA062-38FE-29BB-CF4A-47A13F37C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842"/>
              <a:ext cx="1935" cy="2286"/>
            </a:xfrm>
            <a:custGeom>
              <a:avLst/>
              <a:gdLst>
                <a:gd name="T0" fmla="*/ 1935 w 1935"/>
                <a:gd name="T1" fmla="*/ 0 h 2286"/>
                <a:gd name="T2" fmla="*/ 1934 w 1935"/>
                <a:gd name="T3" fmla="*/ 2286 h 2286"/>
                <a:gd name="T4" fmla="*/ 0 w 1935"/>
                <a:gd name="T5" fmla="*/ 2286 h 22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35" h="2286">
                  <a:moveTo>
                    <a:pt x="1935" y="0"/>
                  </a:moveTo>
                  <a:lnTo>
                    <a:pt x="1934" y="2286"/>
                  </a:lnTo>
                  <a:lnTo>
                    <a:pt x="0" y="228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28739" name="Text Box 35">
            <a:extLst>
              <a:ext uri="{FF2B5EF4-FFF2-40B4-BE49-F238E27FC236}">
                <a16:creationId xmlns:a16="http://schemas.microsoft.com/office/drawing/2014/main" id="{9700DF10-9470-FB95-B00E-41E519EAB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982789"/>
            <a:ext cx="2216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查询流程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328740" name="Group 36">
            <a:extLst>
              <a:ext uri="{FF2B5EF4-FFF2-40B4-BE49-F238E27FC236}">
                <a16:creationId xmlns:a16="http://schemas.microsoft.com/office/drawing/2014/main" id="{90C53214-5507-66FE-85B9-38E1A6C40B1D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106738"/>
            <a:ext cx="2286000" cy="3352800"/>
            <a:chOff x="816" y="2016"/>
            <a:chExt cx="1440" cy="2112"/>
          </a:xfrm>
        </p:grpSpPr>
        <p:grpSp>
          <p:nvGrpSpPr>
            <p:cNvPr id="25613" name="Group 37">
              <a:extLst>
                <a:ext uri="{FF2B5EF4-FFF2-40B4-BE49-F238E27FC236}">
                  <a16:creationId xmlns:a16="http://schemas.microsoft.com/office/drawing/2014/main" id="{8584B535-25C2-C32F-A33B-358341153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300"/>
              <a:ext cx="1152" cy="285"/>
              <a:chOff x="816" y="2300"/>
              <a:chExt cx="1152" cy="285"/>
            </a:xfrm>
          </p:grpSpPr>
          <p:sp>
            <p:nvSpPr>
              <p:cNvPr id="25627" name="Text Box 38">
                <a:extLst>
                  <a:ext uri="{FF2B5EF4-FFF2-40B4-BE49-F238E27FC236}">
                    <a16:creationId xmlns:a16="http://schemas.microsoft.com/office/drawing/2014/main" id="{3A70CBB3-594C-BA47-1472-D9B44A940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4" y="2304"/>
                <a:ext cx="10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检查状态标记</a:t>
                </a:r>
              </a:p>
            </p:txBody>
          </p:sp>
          <p:sp>
            <p:nvSpPr>
              <p:cNvPr id="25628" name="Rectangle 39">
                <a:extLst>
                  <a:ext uri="{FF2B5EF4-FFF2-40B4-BE49-F238E27FC236}">
                    <a16:creationId xmlns:a16="http://schemas.microsoft.com/office/drawing/2014/main" id="{169D0676-71DA-8D41-7684-EBE97F692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300"/>
                <a:ext cx="1152" cy="28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14" name="Group 40">
              <a:extLst>
                <a:ext uri="{FF2B5EF4-FFF2-40B4-BE49-F238E27FC236}">
                  <a16:creationId xmlns:a16="http://schemas.microsoft.com/office/drawing/2014/main" id="{5FFC27B9-524B-738C-2589-095142CDA2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559"/>
              <a:ext cx="1296" cy="285"/>
              <a:chOff x="816" y="3559"/>
              <a:chExt cx="1296" cy="285"/>
            </a:xfrm>
          </p:grpSpPr>
          <p:sp>
            <p:nvSpPr>
              <p:cNvPr id="25625" name="Text Box 41">
                <a:extLst>
                  <a:ext uri="{FF2B5EF4-FFF2-40B4-BE49-F238E27FC236}">
                    <a16:creationId xmlns:a16="http://schemas.microsoft.com/office/drawing/2014/main" id="{7E9B721E-E3D0-E224-192E-311CEA4506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559"/>
                <a:ext cx="11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交换数据</a:t>
                </a:r>
              </a:p>
            </p:txBody>
          </p:sp>
          <p:sp>
            <p:nvSpPr>
              <p:cNvPr id="25626" name="Rectangle 42">
                <a:extLst>
                  <a:ext uri="{FF2B5EF4-FFF2-40B4-BE49-F238E27FC236}">
                    <a16:creationId xmlns:a16="http://schemas.microsoft.com/office/drawing/2014/main" id="{E1E02BE1-BE59-33E2-62B4-2E2058962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559"/>
                <a:ext cx="1152" cy="28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15" name="Group 43">
              <a:extLst>
                <a:ext uri="{FF2B5EF4-FFF2-40B4-BE49-F238E27FC236}">
                  <a16:creationId xmlns:a16="http://schemas.microsoft.com/office/drawing/2014/main" id="{158B8C43-E288-D03A-936D-BC11631C4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859"/>
              <a:ext cx="1152" cy="426"/>
              <a:chOff x="1968" y="2400"/>
              <a:chExt cx="1152" cy="504"/>
            </a:xfrm>
          </p:grpSpPr>
          <p:sp>
            <p:nvSpPr>
              <p:cNvPr id="25623" name="Text Box 44">
                <a:extLst>
                  <a:ext uri="{FF2B5EF4-FFF2-40B4-BE49-F238E27FC236}">
                    <a16:creationId xmlns:a16="http://schemas.microsoft.com/office/drawing/2014/main" id="{781E45FB-5BDA-8CCB-3C47-33A4300E9A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2529"/>
                <a:ext cx="836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准备就绪?</a:t>
                </a:r>
              </a:p>
            </p:txBody>
          </p:sp>
          <p:sp>
            <p:nvSpPr>
              <p:cNvPr id="25624" name="AutoShape 45">
                <a:extLst>
                  <a:ext uri="{FF2B5EF4-FFF2-40B4-BE49-F238E27FC236}">
                    <a16:creationId xmlns:a16="http://schemas.microsoft.com/office/drawing/2014/main" id="{5749B3BC-50C4-45EC-0F4F-58BB8BA32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1152" cy="504"/>
              </a:xfrm>
              <a:prstGeom prst="diamond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5616" name="Line 46">
              <a:extLst>
                <a:ext uri="{FF2B5EF4-FFF2-40B4-BE49-F238E27FC236}">
                  <a16:creationId xmlns:a16="http://schemas.microsoft.com/office/drawing/2014/main" id="{A5C81294-638F-65C5-9073-993C29F16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275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7" name="Line 47">
              <a:extLst>
                <a:ext uri="{FF2B5EF4-FFF2-40B4-BE49-F238E27FC236}">
                  <a16:creationId xmlns:a16="http://schemas.microsoft.com/office/drawing/2014/main" id="{D2E4AB97-210C-38D4-D614-7945CEF89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585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8" name="Line 48">
              <a:extLst>
                <a:ext uri="{FF2B5EF4-FFF2-40B4-BE49-F238E27FC236}">
                  <a16:creationId xmlns:a16="http://schemas.microsoft.com/office/drawing/2014/main" id="{1560534A-ECA3-4104-F7F5-1F3195B95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9" name="Line 49">
              <a:extLst>
                <a:ext uri="{FF2B5EF4-FFF2-40B4-BE49-F238E27FC236}">
                  <a16:creationId xmlns:a16="http://schemas.microsoft.com/office/drawing/2014/main" id="{E7B68269-870B-FF50-ADDD-0CA6C740B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844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0" name="Freeform 50">
              <a:extLst>
                <a:ext uri="{FF2B5EF4-FFF2-40B4-BE49-F238E27FC236}">
                  <a16:creationId xmlns:a16="http://schemas.microsoft.com/office/drawing/2014/main" id="{CB992C8B-C4C0-29F9-E988-36A49FB71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097"/>
              <a:ext cx="864" cy="978"/>
            </a:xfrm>
            <a:custGeom>
              <a:avLst/>
              <a:gdLst>
                <a:gd name="T0" fmla="*/ 552 w 864"/>
                <a:gd name="T1" fmla="*/ 978 h 978"/>
                <a:gd name="T2" fmla="*/ 861 w 864"/>
                <a:gd name="T3" fmla="*/ 978 h 978"/>
                <a:gd name="T4" fmla="*/ 864 w 864"/>
                <a:gd name="T5" fmla="*/ 0 h 978"/>
                <a:gd name="T6" fmla="*/ 0 w 864"/>
                <a:gd name="T7" fmla="*/ 0 h 9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978">
                  <a:moveTo>
                    <a:pt x="552" y="978"/>
                  </a:moveTo>
                  <a:lnTo>
                    <a:pt x="861" y="978"/>
                  </a:lnTo>
                  <a:lnTo>
                    <a:pt x="864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1" name="Text Box 51">
              <a:extLst>
                <a:ext uri="{FF2B5EF4-FFF2-40B4-BE49-F238E27FC236}">
                  <a16:creationId xmlns:a16="http://schemas.microsoft.com/office/drawing/2014/main" id="{F79AA09E-157E-02B1-1FCF-FE16D28DB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1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25622" name="Text Box 52">
              <a:extLst>
                <a:ext uri="{FF2B5EF4-FFF2-40B4-BE49-F238E27FC236}">
                  <a16:creationId xmlns:a16="http://schemas.microsoft.com/office/drawing/2014/main" id="{F0970449-07E1-2193-4515-F7CB11768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27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</p:grpSp>
      <p:sp>
        <p:nvSpPr>
          <p:cNvPr id="328757" name="Text Box 53">
            <a:extLst>
              <a:ext uri="{FF2B5EF4-FFF2-40B4-BE49-F238E27FC236}">
                <a16:creationId xmlns:a16="http://schemas.microsoft.com/office/drawing/2014/main" id="{64755377-8B5F-C43F-DF62-7E59088A1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2649538"/>
            <a:ext cx="179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单个设备</a:t>
            </a:r>
          </a:p>
        </p:txBody>
      </p:sp>
      <p:sp>
        <p:nvSpPr>
          <p:cNvPr id="328758" name="Text Box 54">
            <a:extLst>
              <a:ext uri="{FF2B5EF4-FFF2-40B4-BE49-F238E27FC236}">
                <a16:creationId xmlns:a16="http://schemas.microsoft.com/office/drawing/2014/main" id="{07587F84-6A23-8AC7-E96A-D562BAD6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4900" y="160337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多个设备</a:t>
            </a:r>
          </a:p>
        </p:txBody>
      </p:sp>
      <p:sp>
        <p:nvSpPr>
          <p:cNvPr id="328759" name="AutoShape 55">
            <a:extLst>
              <a:ext uri="{FF2B5EF4-FFF2-40B4-BE49-F238E27FC236}">
                <a16:creationId xmlns:a16="http://schemas.microsoft.com/office/drawing/2014/main" id="{50E6F112-CC31-2EEF-3FFA-4F19C9555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9" y="3543301"/>
            <a:ext cx="488077" cy="1361837"/>
          </a:xfrm>
          <a:prstGeom prst="wedgeRoundRectCallout">
            <a:avLst>
              <a:gd name="adj1" fmla="val 120551"/>
              <a:gd name="adj2" fmla="val -47792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测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试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指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令</a:t>
            </a:r>
          </a:p>
        </p:txBody>
      </p:sp>
      <p:sp>
        <p:nvSpPr>
          <p:cNvPr id="328760" name="AutoShape 56">
            <a:extLst>
              <a:ext uri="{FF2B5EF4-FFF2-40B4-BE49-F238E27FC236}">
                <a16:creationId xmlns:a16="http://schemas.microsoft.com/office/drawing/2014/main" id="{1A22F30B-5C60-0087-2E78-B02BB308B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864" y="4259264"/>
            <a:ext cx="488077" cy="1361837"/>
          </a:xfrm>
          <a:prstGeom prst="wedgeRoundRectCallout">
            <a:avLst>
              <a:gd name="adj1" fmla="val 136407"/>
              <a:gd name="adj2" fmla="val -12472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转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移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指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令</a:t>
            </a:r>
          </a:p>
        </p:txBody>
      </p:sp>
      <p:sp>
        <p:nvSpPr>
          <p:cNvPr id="328761" name="AutoShape 57">
            <a:extLst>
              <a:ext uri="{FF2B5EF4-FFF2-40B4-BE49-F238E27FC236}">
                <a16:creationId xmlns:a16="http://schemas.microsoft.com/office/drawing/2014/main" id="{A08597A0-5334-1946-8AB1-255D42026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864" y="4706939"/>
            <a:ext cx="488077" cy="1361837"/>
          </a:xfrm>
          <a:prstGeom prst="wedgeRoundRectCallout">
            <a:avLst>
              <a:gd name="adj1" fmla="val 124759"/>
              <a:gd name="adj2" fmla="val 7838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传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送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指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2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28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287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28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autoUpdateAnimBg="0"/>
      <p:bldP spid="328739" grpId="0" autoUpdateAnimBg="0"/>
      <p:bldP spid="328757" grpId="0" autoUpdateAnimBg="0"/>
      <p:bldP spid="328758" grpId="0" autoUpdateAnimBg="0"/>
      <p:bldP spid="328759" grpId="0" animBg="1" autoUpdateAnimBg="0"/>
      <p:bldP spid="328760" grpId="0" animBg="1" autoUpdateAnimBg="0"/>
      <p:bldP spid="32876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528BDC14-2C75-4E00-6E38-626CB1C54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196850"/>
            <a:ext cx="247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程序流程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1DC6915B-2BD6-5EF7-DE41-402649543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260475"/>
            <a:ext cx="2438400" cy="4460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设置主存缓冲区首址</a:t>
            </a:r>
          </a:p>
        </p:txBody>
      </p:sp>
      <p:sp>
        <p:nvSpPr>
          <p:cNvPr id="329732" name="Rectangle 4">
            <a:extLst>
              <a:ext uri="{FF2B5EF4-FFF2-40B4-BE49-F238E27FC236}">
                <a16:creationId xmlns:a16="http://schemas.microsoft.com/office/drawing/2014/main" id="{8B449554-4A38-3276-DAF3-D9A617EA1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609600"/>
            <a:ext cx="2438400" cy="4460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设置计数值</a:t>
            </a:r>
          </a:p>
        </p:txBody>
      </p:sp>
      <p:sp>
        <p:nvSpPr>
          <p:cNvPr id="329733" name="Rectangle 5">
            <a:extLst>
              <a:ext uri="{FF2B5EF4-FFF2-40B4-BE49-F238E27FC236}">
                <a16:creationId xmlns:a16="http://schemas.microsoft.com/office/drawing/2014/main" id="{8498334F-CA3D-5C02-797C-48E37E60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911350"/>
            <a:ext cx="2438400" cy="4445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启动外设</a:t>
            </a:r>
          </a:p>
        </p:txBody>
      </p:sp>
      <p:sp>
        <p:nvSpPr>
          <p:cNvPr id="329734" name="Rectangle 6">
            <a:extLst>
              <a:ext uri="{FF2B5EF4-FFF2-40B4-BE49-F238E27FC236}">
                <a16:creationId xmlns:a16="http://schemas.microsoft.com/office/drawing/2014/main" id="{5D67973C-1112-3FCF-54D6-D7A8AC02B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3435350"/>
            <a:ext cx="2438400" cy="4445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传送一个数据</a:t>
            </a:r>
          </a:p>
        </p:txBody>
      </p:sp>
      <p:sp>
        <p:nvSpPr>
          <p:cNvPr id="329735" name="Rectangle 7">
            <a:extLst>
              <a:ext uri="{FF2B5EF4-FFF2-40B4-BE49-F238E27FC236}">
                <a16:creationId xmlns:a16="http://schemas.microsoft.com/office/drawing/2014/main" id="{001671E9-6B74-505B-BBD8-379910470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4084639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修改主存地址</a:t>
            </a:r>
          </a:p>
        </p:txBody>
      </p:sp>
      <p:sp>
        <p:nvSpPr>
          <p:cNvPr id="329736" name="Rectangle 8">
            <a:extLst>
              <a:ext uri="{FF2B5EF4-FFF2-40B4-BE49-F238E27FC236}">
                <a16:creationId xmlns:a16="http://schemas.microsoft.com/office/drawing/2014/main" id="{EEEFE31B-D944-D184-AE58-356B34EA4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4735514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修改计数值</a:t>
            </a:r>
          </a:p>
        </p:txBody>
      </p:sp>
      <p:sp>
        <p:nvSpPr>
          <p:cNvPr id="329737" name="Rectangle 9">
            <a:extLst>
              <a:ext uri="{FF2B5EF4-FFF2-40B4-BE49-F238E27FC236}">
                <a16:creationId xmlns:a16="http://schemas.microsoft.com/office/drawing/2014/main" id="{3EAC0409-980C-9EF2-0398-0E876719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6259514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6000" anchor="ctr" anchorCtr="1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结束</a:t>
            </a:r>
            <a:r>
              <a:rPr lang="en-US" altLang="zh-CN" sz="2000">
                <a:latin typeface="Times New Roman" panose="02020603050405020304" pitchFamily="18" charset="0"/>
              </a:rPr>
              <a:t>I/O</a:t>
            </a:r>
            <a:r>
              <a:rPr lang="zh-CN" altLang="en-US" sz="2000">
                <a:latin typeface="Times New Roman" panose="02020603050405020304" pitchFamily="18" charset="0"/>
              </a:rPr>
              <a:t>传送</a:t>
            </a:r>
          </a:p>
        </p:txBody>
      </p:sp>
      <p:grpSp>
        <p:nvGrpSpPr>
          <p:cNvPr id="329738" name="Group 10">
            <a:extLst>
              <a:ext uri="{FF2B5EF4-FFF2-40B4-BE49-F238E27FC236}">
                <a16:creationId xmlns:a16="http://schemas.microsoft.com/office/drawing/2014/main" id="{5A373EF7-6C56-BC36-53BC-CFDDF7A372A8}"/>
              </a:ext>
            </a:extLst>
          </p:cNvPr>
          <p:cNvGrpSpPr>
            <a:grpSpLocks/>
          </p:cNvGrpSpPr>
          <p:nvPr/>
        </p:nvGrpSpPr>
        <p:grpSpPr bwMode="auto">
          <a:xfrm>
            <a:off x="5935663" y="2560639"/>
            <a:ext cx="1447800" cy="669925"/>
            <a:chOff x="2400" y="1613"/>
            <a:chExt cx="912" cy="422"/>
          </a:xfrm>
        </p:grpSpPr>
        <p:sp>
          <p:nvSpPr>
            <p:cNvPr id="26662" name="Text Box 11">
              <a:extLst>
                <a:ext uri="{FF2B5EF4-FFF2-40B4-BE49-F238E27FC236}">
                  <a16:creationId xmlns:a16="http://schemas.microsoft.com/office/drawing/2014/main" id="{3913D119-3D77-9B4E-5458-9B02B5262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1705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准备好？</a:t>
              </a:r>
            </a:p>
          </p:txBody>
        </p:sp>
        <p:sp>
          <p:nvSpPr>
            <p:cNvPr id="26663" name="AutoShape 12">
              <a:extLst>
                <a:ext uri="{FF2B5EF4-FFF2-40B4-BE49-F238E27FC236}">
                  <a16:creationId xmlns:a16="http://schemas.microsoft.com/office/drawing/2014/main" id="{B21E6146-DF32-3C2F-A70B-5BBE25CEC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13"/>
              <a:ext cx="912" cy="422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9741" name="Group 13">
            <a:extLst>
              <a:ext uri="{FF2B5EF4-FFF2-40B4-BE49-F238E27FC236}">
                <a16:creationId xmlns:a16="http://schemas.microsoft.com/office/drawing/2014/main" id="{69B1B052-19BA-EF8C-81A1-4D3D23BD276D}"/>
              </a:ext>
            </a:extLst>
          </p:cNvPr>
          <p:cNvGrpSpPr>
            <a:grpSpLocks/>
          </p:cNvGrpSpPr>
          <p:nvPr/>
        </p:nvGrpSpPr>
        <p:grpSpPr bwMode="auto">
          <a:xfrm>
            <a:off x="5935663" y="5386389"/>
            <a:ext cx="1447800" cy="668337"/>
            <a:chOff x="2400" y="3393"/>
            <a:chExt cx="912" cy="421"/>
          </a:xfrm>
        </p:grpSpPr>
        <p:sp>
          <p:nvSpPr>
            <p:cNvPr id="26660" name="Text Box 14">
              <a:extLst>
                <a:ext uri="{FF2B5EF4-FFF2-40B4-BE49-F238E27FC236}">
                  <a16:creationId xmlns:a16="http://schemas.microsoft.com/office/drawing/2014/main" id="{B57A33D0-4658-322A-B394-030CB0E2F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486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传送完？</a:t>
              </a:r>
            </a:p>
          </p:txBody>
        </p:sp>
        <p:sp>
          <p:nvSpPr>
            <p:cNvPr id="26661" name="AutoShape 15">
              <a:extLst>
                <a:ext uri="{FF2B5EF4-FFF2-40B4-BE49-F238E27FC236}">
                  <a16:creationId xmlns:a16="http://schemas.microsoft.com/office/drawing/2014/main" id="{C6F54C37-3932-5EFD-9F65-BE593A8DE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393"/>
              <a:ext cx="912" cy="421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9744" name="Line 16">
            <a:extLst>
              <a:ext uri="{FF2B5EF4-FFF2-40B4-BE49-F238E27FC236}">
                <a16:creationId xmlns:a16="http://schemas.microsoft.com/office/drawing/2014/main" id="{A103061D-C0C8-864F-B179-8E1F1960E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176839"/>
            <a:ext cx="0" cy="223837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45" name="Line 17">
            <a:extLst>
              <a:ext uri="{FF2B5EF4-FFF2-40B4-BE49-F238E27FC236}">
                <a16:creationId xmlns:a16="http://schemas.microsoft.com/office/drawing/2014/main" id="{5810AEBA-4B4F-D141-BB4D-9476BCD20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2357438"/>
            <a:ext cx="0" cy="188912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46" name="Line 18">
            <a:extLst>
              <a:ext uri="{FF2B5EF4-FFF2-40B4-BE49-F238E27FC236}">
                <a16:creationId xmlns:a16="http://schemas.microsoft.com/office/drawing/2014/main" id="{7E6325F9-ED0A-7EA2-25AC-D02EDD160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1724026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47" name="Line 19">
            <a:extLst>
              <a:ext uri="{FF2B5EF4-FFF2-40B4-BE49-F238E27FC236}">
                <a16:creationId xmlns:a16="http://schemas.microsoft.com/office/drawing/2014/main" id="{9AD264AC-8524-F15A-E618-1CB68C238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1073151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48" name="Line 20">
            <a:extLst>
              <a:ext uri="{FF2B5EF4-FFF2-40B4-BE49-F238E27FC236}">
                <a16:creationId xmlns:a16="http://schemas.microsoft.com/office/drawing/2014/main" id="{785E4E21-DA69-78E8-5B53-D596E3DF8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3879850"/>
            <a:ext cx="0" cy="1905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49" name="Line 21">
            <a:extLst>
              <a:ext uri="{FF2B5EF4-FFF2-40B4-BE49-F238E27FC236}">
                <a16:creationId xmlns:a16="http://schemas.microsoft.com/office/drawing/2014/main" id="{1A535E04-A03D-F4ED-AF28-F454C7133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4549776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29750" name="Group 22">
            <a:extLst>
              <a:ext uri="{FF2B5EF4-FFF2-40B4-BE49-F238E27FC236}">
                <a16:creationId xmlns:a16="http://schemas.microsoft.com/office/drawing/2014/main" id="{A21A2E01-6683-31FE-9267-7D688E9E4389}"/>
              </a:ext>
            </a:extLst>
          </p:cNvPr>
          <p:cNvGrpSpPr>
            <a:grpSpLocks/>
          </p:cNvGrpSpPr>
          <p:nvPr/>
        </p:nvGrpSpPr>
        <p:grpSpPr bwMode="auto">
          <a:xfrm>
            <a:off x="5016501" y="1798638"/>
            <a:ext cx="1624013" cy="3930650"/>
            <a:chOff x="1821" y="1133"/>
            <a:chExt cx="1023" cy="2476"/>
          </a:xfrm>
        </p:grpSpPr>
        <p:sp>
          <p:nvSpPr>
            <p:cNvPr id="26658" name="Freeform 23">
              <a:extLst>
                <a:ext uri="{FF2B5EF4-FFF2-40B4-BE49-F238E27FC236}">
                  <a16:creationId xmlns:a16="http://schemas.microsoft.com/office/drawing/2014/main" id="{0363F9D5-B866-455C-4D3D-856081E51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133"/>
              <a:ext cx="1023" cy="2476"/>
            </a:xfrm>
            <a:custGeom>
              <a:avLst/>
              <a:gdLst>
                <a:gd name="T0" fmla="*/ 588 w 1023"/>
                <a:gd name="T1" fmla="*/ 2473 h 2476"/>
                <a:gd name="T2" fmla="*/ 0 w 1023"/>
                <a:gd name="T3" fmla="*/ 2476 h 2476"/>
                <a:gd name="T4" fmla="*/ 3 w 1023"/>
                <a:gd name="T5" fmla="*/ 0 h 2476"/>
                <a:gd name="T6" fmla="*/ 1023 w 1023"/>
                <a:gd name="T7" fmla="*/ 0 h 24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3" h="2476">
                  <a:moveTo>
                    <a:pt x="588" y="2473"/>
                  </a:moveTo>
                  <a:lnTo>
                    <a:pt x="0" y="2476"/>
                  </a:lnTo>
                  <a:lnTo>
                    <a:pt x="3" y="0"/>
                  </a:lnTo>
                  <a:lnTo>
                    <a:pt x="1023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59" name="Text Box 24">
              <a:extLst>
                <a:ext uri="{FF2B5EF4-FFF2-40B4-BE49-F238E27FC236}">
                  <a16:creationId xmlns:a16="http://schemas.microsoft.com/office/drawing/2014/main" id="{0F459C5B-106D-238D-DDE9-115E68621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" y="333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未完</a:t>
              </a:r>
            </a:p>
          </p:txBody>
        </p:sp>
      </p:grpSp>
      <p:grpSp>
        <p:nvGrpSpPr>
          <p:cNvPr id="329753" name="Group 25">
            <a:extLst>
              <a:ext uri="{FF2B5EF4-FFF2-40B4-BE49-F238E27FC236}">
                <a16:creationId xmlns:a16="http://schemas.microsoft.com/office/drawing/2014/main" id="{2A879335-D1AF-4976-5799-8D6A4AB0E266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3059114"/>
            <a:ext cx="628650" cy="396875"/>
            <a:chOff x="2856" y="1927"/>
            <a:chExt cx="396" cy="250"/>
          </a:xfrm>
        </p:grpSpPr>
        <p:sp>
          <p:nvSpPr>
            <p:cNvPr id="26656" name="Line 26">
              <a:extLst>
                <a:ext uri="{FF2B5EF4-FFF2-40B4-BE49-F238E27FC236}">
                  <a16:creationId xmlns:a16="http://schemas.microsoft.com/office/drawing/2014/main" id="{38CE5637-7727-23F3-157E-8849A0877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2023"/>
              <a:ext cx="0" cy="14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57" name="Text Box 27">
              <a:extLst>
                <a:ext uri="{FF2B5EF4-FFF2-40B4-BE49-F238E27FC236}">
                  <a16:creationId xmlns:a16="http://schemas.microsoft.com/office/drawing/2014/main" id="{71CD4734-0AAC-E507-D349-EFB14A807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92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</a:p>
          </p:txBody>
        </p:sp>
      </p:grpSp>
      <p:grpSp>
        <p:nvGrpSpPr>
          <p:cNvPr id="329756" name="Group 28">
            <a:extLst>
              <a:ext uri="{FF2B5EF4-FFF2-40B4-BE49-F238E27FC236}">
                <a16:creationId xmlns:a16="http://schemas.microsoft.com/office/drawing/2014/main" id="{2A71F658-466C-E88C-D18A-D91E7629282C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5884864"/>
            <a:ext cx="628650" cy="396875"/>
            <a:chOff x="2856" y="3707"/>
            <a:chExt cx="396" cy="250"/>
          </a:xfrm>
        </p:grpSpPr>
        <p:sp>
          <p:nvSpPr>
            <p:cNvPr id="26654" name="Line 29">
              <a:extLst>
                <a:ext uri="{FF2B5EF4-FFF2-40B4-BE49-F238E27FC236}">
                  <a16:creationId xmlns:a16="http://schemas.microsoft.com/office/drawing/2014/main" id="{CC468493-C36D-8C8B-C114-938283424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803"/>
              <a:ext cx="0" cy="1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55" name="Text Box 30">
              <a:extLst>
                <a:ext uri="{FF2B5EF4-FFF2-40B4-BE49-F238E27FC236}">
                  <a16:creationId xmlns:a16="http://schemas.microsoft.com/office/drawing/2014/main" id="{EE504BE4-0E23-38DA-B5B3-30FD18B3C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0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完</a:t>
              </a:r>
            </a:p>
          </p:txBody>
        </p:sp>
      </p:grpSp>
      <p:grpSp>
        <p:nvGrpSpPr>
          <p:cNvPr id="329759" name="Group 31">
            <a:extLst>
              <a:ext uri="{FF2B5EF4-FFF2-40B4-BE49-F238E27FC236}">
                <a16:creationId xmlns:a16="http://schemas.microsoft.com/office/drawing/2014/main" id="{5ADF8CD0-17E5-F15F-E238-4E256A8B9E12}"/>
              </a:ext>
            </a:extLst>
          </p:cNvPr>
          <p:cNvGrpSpPr>
            <a:grpSpLocks/>
          </p:cNvGrpSpPr>
          <p:nvPr/>
        </p:nvGrpSpPr>
        <p:grpSpPr bwMode="auto">
          <a:xfrm>
            <a:off x="7250114" y="2543176"/>
            <a:ext cx="1309687" cy="396875"/>
            <a:chOff x="3216" y="1602"/>
            <a:chExt cx="825" cy="250"/>
          </a:xfrm>
        </p:grpSpPr>
        <p:sp>
          <p:nvSpPr>
            <p:cNvPr id="26652" name="Text Box 32">
              <a:extLst>
                <a:ext uri="{FF2B5EF4-FFF2-40B4-BE49-F238E27FC236}">
                  <a16:creationId xmlns:a16="http://schemas.microsoft.com/office/drawing/2014/main" id="{E56CF927-3216-00A4-830A-4ACD4803F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02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26653" name="Freeform 33">
              <a:extLst>
                <a:ext uri="{FF2B5EF4-FFF2-40B4-BE49-F238E27FC236}">
                  <a16:creationId xmlns:a16="http://schemas.microsoft.com/office/drawing/2014/main" id="{BB2584BC-456C-B814-A927-7A89CA54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824"/>
              <a:ext cx="729" cy="1"/>
            </a:xfrm>
            <a:custGeom>
              <a:avLst/>
              <a:gdLst>
                <a:gd name="T0" fmla="*/ 0 w 729"/>
                <a:gd name="T1" fmla="*/ 0 h 1"/>
                <a:gd name="T2" fmla="*/ 729 w 72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9" h="1">
                  <a:moveTo>
                    <a:pt x="0" y="0"/>
                  </a:moveTo>
                  <a:lnTo>
                    <a:pt x="729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29762" name="Freeform 34">
            <a:extLst>
              <a:ext uri="{FF2B5EF4-FFF2-40B4-BE49-F238E27FC236}">
                <a16:creationId xmlns:a16="http://schemas.microsoft.com/office/drawing/2014/main" id="{8791CE46-8359-CD1D-833F-86F927B3F19D}"/>
              </a:ext>
            </a:extLst>
          </p:cNvPr>
          <p:cNvSpPr>
            <a:spLocks/>
          </p:cNvSpPr>
          <p:nvPr/>
        </p:nvSpPr>
        <p:spPr bwMode="auto">
          <a:xfrm>
            <a:off x="8540751" y="2438400"/>
            <a:ext cx="4763" cy="457200"/>
          </a:xfrm>
          <a:custGeom>
            <a:avLst/>
            <a:gdLst>
              <a:gd name="T0" fmla="*/ 2147483646 w 3"/>
              <a:gd name="T1" fmla="*/ 2147483646 h 288"/>
              <a:gd name="T2" fmla="*/ 0 w 3"/>
              <a:gd name="T3" fmla="*/ 0 h 2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288">
                <a:moveTo>
                  <a:pt x="3" y="288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63" name="Freeform 35">
            <a:extLst>
              <a:ext uri="{FF2B5EF4-FFF2-40B4-BE49-F238E27FC236}">
                <a16:creationId xmlns:a16="http://schemas.microsoft.com/office/drawing/2014/main" id="{78A36DDB-9652-7B3D-D1FD-D59C32D03549}"/>
              </a:ext>
            </a:extLst>
          </p:cNvPr>
          <p:cNvSpPr>
            <a:spLocks/>
          </p:cNvSpPr>
          <p:nvPr/>
        </p:nvSpPr>
        <p:spPr bwMode="auto">
          <a:xfrm>
            <a:off x="6640513" y="2433638"/>
            <a:ext cx="1924050" cy="6350"/>
          </a:xfrm>
          <a:custGeom>
            <a:avLst/>
            <a:gdLst>
              <a:gd name="T0" fmla="*/ 2147483646 w 1212"/>
              <a:gd name="T1" fmla="*/ 0 h 4"/>
              <a:gd name="T2" fmla="*/ 0 w 1212"/>
              <a:gd name="T3" fmla="*/ 2147483646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12" h="4">
                <a:moveTo>
                  <a:pt x="1212" y="0"/>
                </a:moveTo>
                <a:lnTo>
                  <a:pt x="0" y="4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 type="none" w="med" len="med"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65" name="Line 37">
            <a:extLst>
              <a:ext uri="{FF2B5EF4-FFF2-40B4-BE49-F238E27FC236}">
                <a16:creationId xmlns:a16="http://schemas.microsoft.com/office/drawing/2014/main" id="{A14C3C6C-7126-8B1D-40C8-710787D63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392113"/>
            <a:ext cx="0" cy="188912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9766" name="Text Box 38">
            <a:extLst>
              <a:ext uri="{FF2B5EF4-FFF2-40B4-BE49-F238E27FC236}">
                <a16:creationId xmlns:a16="http://schemas.microsoft.com/office/drawing/2014/main" id="{87C4ED71-1EA9-B7B7-1EE7-E3DC1706D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1470026"/>
            <a:ext cx="1995488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       </a:t>
            </a:r>
            <a:r>
              <a:rPr lang="zh-CN" altLang="en-US" sz="2000">
                <a:latin typeface="Times New Roman" panose="02020603050405020304" pitchFamily="18" charset="0"/>
              </a:rPr>
              <a:t>保存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   寄存器内容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2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2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3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3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3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3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32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3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3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32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3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32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3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3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animBg="1" autoUpdateAnimBg="0"/>
      <p:bldP spid="329732" grpId="0" animBg="1" autoUpdateAnimBg="0"/>
      <p:bldP spid="329733" grpId="0" animBg="1" autoUpdateAnimBg="0"/>
      <p:bldP spid="329734" grpId="0" animBg="1" autoUpdateAnimBg="0"/>
      <p:bldP spid="329735" grpId="0" animBg="1" autoUpdateAnimBg="0"/>
      <p:bldP spid="329736" grpId="0" animBg="1" autoUpdateAnimBg="0"/>
      <p:bldP spid="329737" grpId="0" animBg="1" autoUpdateAnimBg="0"/>
      <p:bldP spid="3297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842" name="Group 2">
            <a:extLst>
              <a:ext uri="{FF2B5EF4-FFF2-40B4-BE49-F238E27FC236}">
                <a16:creationId xmlns:a16="http://schemas.microsoft.com/office/drawing/2014/main" id="{A0F4DD39-C0E9-EF02-9C67-45EF060FA05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05000"/>
            <a:ext cx="9126538" cy="4813300"/>
            <a:chOff x="0" y="1200"/>
            <a:chExt cx="5749" cy="3032"/>
          </a:xfrm>
        </p:grpSpPr>
        <p:grpSp>
          <p:nvGrpSpPr>
            <p:cNvPr id="27705" name="Group 3">
              <a:extLst>
                <a:ext uri="{FF2B5EF4-FFF2-40B4-BE49-F238E27FC236}">
                  <a16:creationId xmlns:a16="http://schemas.microsoft.com/office/drawing/2014/main" id="{C851AC68-39B2-1F90-EB08-75F478ACC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200"/>
              <a:ext cx="5749" cy="3032"/>
              <a:chOff x="0" y="1200"/>
              <a:chExt cx="5749" cy="3032"/>
            </a:xfrm>
          </p:grpSpPr>
          <p:sp>
            <p:nvSpPr>
              <p:cNvPr id="27708" name="Text Box 4">
                <a:extLst>
                  <a:ext uri="{FF2B5EF4-FFF2-40B4-BE49-F238E27FC236}">
                    <a16:creationId xmlns:a16="http://schemas.microsoft.com/office/drawing/2014/main" id="{E3CC3FB7-312E-43A5-57F7-025621E172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1776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②</a:t>
                </a:r>
              </a:p>
            </p:txBody>
          </p:sp>
          <p:sp>
            <p:nvSpPr>
              <p:cNvPr id="27709" name="Rectangle 5">
                <a:extLst>
                  <a:ext uri="{FF2B5EF4-FFF2-40B4-BE49-F238E27FC236}">
                    <a16:creationId xmlns:a16="http://schemas.microsoft.com/office/drawing/2014/main" id="{3A9F8597-2AE3-00B0-FCDD-7BD5854C5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3264"/>
                <a:ext cx="2016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设备选择电路</a:t>
                </a:r>
              </a:p>
            </p:txBody>
          </p:sp>
          <p:sp>
            <p:nvSpPr>
              <p:cNvPr id="27710" name="Rectangle 6">
                <a:extLst>
                  <a:ext uri="{FF2B5EF4-FFF2-40B4-BE49-F238E27FC236}">
                    <a16:creationId xmlns:a16="http://schemas.microsoft.com/office/drawing/2014/main" id="{0FDF3559-6FA8-4D35-86BA-28510F542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584"/>
                <a:ext cx="2016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DBR</a:t>
                </a:r>
              </a:p>
            </p:txBody>
          </p:sp>
          <p:sp>
            <p:nvSpPr>
              <p:cNvPr id="27711" name="Rectangle 7">
                <a:extLst>
                  <a:ext uri="{FF2B5EF4-FFF2-40B4-BE49-F238E27FC236}">
                    <a16:creationId xmlns:a16="http://schemas.microsoft.com/office/drawing/2014/main" id="{ECA48972-1298-1617-3179-947B61371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304"/>
                <a:ext cx="576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2" name="Text Box 8">
                <a:extLst>
                  <a:ext uri="{FF2B5EF4-FFF2-40B4-BE49-F238E27FC236}">
                    <a16:creationId xmlns:a16="http://schemas.microsoft.com/office/drawing/2014/main" id="{1773CC27-694B-CFE2-B9AA-CC84FA56A6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2" y="2347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13" name="Text Box 9">
                <a:extLst>
                  <a:ext uri="{FF2B5EF4-FFF2-40B4-BE49-F238E27FC236}">
                    <a16:creationId xmlns:a16="http://schemas.microsoft.com/office/drawing/2014/main" id="{F9A9EDFF-0AAD-BDCC-9B58-06D397C51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256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27714" name="Oval 10">
                <a:extLst>
                  <a:ext uri="{FF2B5EF4-FFF2-40B4-BE49-F238E27FC236}">
                    <a16:creationId xmlns:a16="http://schemas.microsoft.com/office/drawing/2014/main" id="{3AA1721F-689D-E1CE-58D5-B0E27ACAE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15" name="Rectangle 11">
                <a:extLst>
                  <a:ext uri="{FF2B5EF4-FFF2-40B4-BE49-F238E27FC236}">
                    <a16:creationId xmlns:a16="http://schemas.microsoft.com/office/drawing/2014/main" id="{8B9D57D0-F5C7-A94A-990F-02836A7B0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304"/>
                <a:ext cx="576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6" name="Text Box 12">
                <a:extLst>
                  <a:ext uri="{FF2B5EF4-FFF2-40B4-BE49-F238E27FC236}">
                    <a16:creationId xmlns:a16="http://schemas.microsoft.com/office/drawing/2014/main" id="{DF069268-6761-43F1-8670-901288C2DD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2" y="2347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17" name="Text Box 13">
                <a:extLst>
                  <a:ext uri="{FF2B5EF4-FFF2-40B4-BE49-F238E27FC236}">
                    <a16:creationId xmlns:a16="http://schemas.microsoft.com/office/drawing/2014/main" id="{96D8EE16-EFEA-7CE3-1F54-BFA717A86B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2256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27718" name="Oval 14">
                <a:extLst>
                  <a:ext uri="{FF2B5EF4-FFF2-40B4-BE49-F238E27FC236}">
                    <a16:creationId xmlns:a16="http://schemas.microsoft.com/office/drawing/2014/main" id="{6AD21015-75A2-34AB-3B75-92F6B7484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9" name="Freeform 15">
                <a:extLst>
                  <a:ext uri="{FF2B5EF4-FFF2-40B4-BE49-F238E27FC236}">
                    <a16:creationId xmlns:a16="http://schemas.microsoft.com/office/drawing/2014/main" id="{E556A6B6-AD65-E3BB-DCDF-38C2CD72D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475"/>
                <a:ext cx="759" cy="1"/>
              </a:xfrm>
              <a:custGeom>
                <a:avLst/>
                <a:gdLst>
                  <a:gd name="T0" fmla="*/ 0 w 759"/>
                  <a:gd name="T1" fmla="*/ 0 h 1"/>
                  <a:gd name="T2" fmla="*/ 759 w 75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9" h="1">
                    <a:moveTo>
                      <a:pt x="0" y="0"/>
                    </a:moveTo>
                    <a:lnTo>
                      <a:pt x="759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20" name="Freeform 16">
                <a:extLst>
                  <a:ext uri="{FF2B5EF4-FFF2-40B4-BE49-F238E27FC236}">
                    <a16:creationId xmlns:a16="http://schemas.microsoft.com/office/drawing/2014/main" id="{FBA7A6BB-74A0-C3AD-D6B2-C33B98297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475"/>
                <a:ext cx="1488" cy="357"/>
              </a:xfrm>
              <a:custGeom>
                <a:avLst/>
                <a:gdLst>
                  <a:gd name="T0" fmla="*/ 1488 w 1488"/>
                  <a:gd name="T1" fmla="*/ 0 h 357"/>
                  <a:gd name="T2" fmla="*/ 1488 w 1488"/>
                  <a:gd name="T3" fmla="*/ 357 h 357"/>
                  <a:gd name="T4" fmla="*/ 0 w 1488"/>
                  <a:gd name="T5" fmla="*/ 357 h 3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88" h="357">
                    <a:moveTo>
                      <a:pt x="1488" y="0"/>
                    </a:moveTo>
                    <a:lnTo>
                      <a:pt x="1488" y="357"/>
                    </a:lnTo>
                    <a:lnTo>
                      <a:pt x="0" y="35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21" name="Rectangle 17">
                <a:extLst>
                  <a:ext uri="{FF2B5EF4-FFF2-40B4-BE49-F238E27FC236}">
                    <a16:creationId xmlns:a16="http://schemas.microsoft.com/office/drawing/2014/main" id="{7118BA6C-7BC4-97D0-649E-0EC5B7754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1" y="2640"/>
                <a:ext cx="240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22" name="Text Box 18">
                <a:extLst>
                  <a:ext uri="{FF2B5EF4-FFF2-40B4-BE49-F238E27FC236}">
                    <a16:creationId xmlns:a16="http://schemas.microsoft.com/office/drawing/2014/main" id="{4D15FB61-3239-074F-F9D1-904839099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1" y="2704"/>
                <a:ext cx="24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27723" name="Oval 19">
                <a:extLst>
                  <a:ext uri="{FF2B5EF4-FFF2-40B4-BE49-F238E27FC236}">
                    <a16:creationId xmlns:a16="http://schemas.microsoft.com/office/drawing/2014/main" id="{7890D709-B2C5-ADE0-3610-0E85A04EE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7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24" name="Freeform 20">
                <a:extLst>
                  <a:ext uri="{FF2B5EF4-FFF2-40B4-BE49-F238E27FC236}">
                    <a16:creationId xmlns:a16="http://schemas.microsoft.com/office/drawing/2014/main" id="{B69D9DFF-5968-1D0A-534E-B75E6ECED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475"/>
                <a:ext cx="3117" cy="453"/>
              </a:xfrm>
              <a:custGeom>
                <a:avLst/>
                <a:gdLst>
                  <a:gd name="T0" fmla="*/ 189 w 3117"/>
                  <a:gd name="T1" fmla="*/ 0 h 453"/>
                  <a:gd name="T2" fmla="*/ 0 w 3117"/>
                  <a:gd name="T3" fmla="*/ 3 h 453"/>
                  <a:gd name="T4" fmla="*/ 0 w 3117"/>
                  <a:gd name="T5" fmla="*/ 450 h 453"/>
                  <a:gd name="T6" fmla="*/ 3117 w 3117"/>
                  <a:gd name="T7" fmla="*/ 453 h 4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17" h="453">
                    <a:moveTo>
                      <a:pt x="189" y="0"/>
                    </a:moveTo>
                    <a:lnTo>
                      <a:pt x="0" y="3"/>
                    </a:lnTo>
                    <a:lnTo>
                      <a:pt x="0" y="450"/>
                    </a:lnTo>
                    <a:lnTo>
                      <a:pt x="3117" y="45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25" name="Oval 21">
                <a:extLst>
                  <a:ext uri="{FF2B5EF4-FFF2-40B4-BE49-F238E27FC236}">
                    <a16:creationId xmlns:a16="http://schemas.microsoft.com/office/drawing/2014/main" id="{96904904-B9AE-E302-3FF0-8761BFAC9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26" name="Freeform 22">
                <a:extLst>
                  <a:ext uri="{FF2B5EF4-FFF2-40B4-BE49-F238E27FC236}">
                    <a16:creationId xmlns:a16="http://schemas.microsoft.com/office/drawing/2014/main" id="{55ED7D46-E6BF-7FC2-0957-48BBE75B3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2475"/>
                <a:ext cx="282" cy="453"/>
              </a:xfrm>
              <a:custGeom>
                <a:avLst/>
                <a:gdLst>
                  <a:gd name="T0" fmla="*/ 282 w 282"/>
                  <a:gd name="T1" fmla="*/ 453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27" name="Oval 23">
                <a:extLst>
                  <a:ext uri="{FF2B5EF4-FFF2-40B4-BE49-F238E27FC236}">
                    <a16:creationId xmlns:a16="http://schemas.microsoft.com/office/drawing/2014/main" id="{CF4FF9FD-C661-0EA1-DCF2-AAB4BD209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806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28" name="Freeform 24">
                <a:extLst>
                  <a:ext uri="{FF2B5EF4-FFF2-40B4-BE49-F238E27FC236}">
                    <a16:creationId xmlns:a16="http://schemas.microsoft.com/office/drawing/2014/main" id="{69B415CA-A6DC-2FEF-7B14-AADABCFD2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928"/>
                <a:ext cx="1392" cy="336"/>
              </a:xfrm>
              <a:custGeom>
                <a:avLst/>
                <a:gdLst>
                  <a:gd name="T0" fmla="*/ 240 w 1392"/>
                  <a:gd name="T1" fmla="*/ 0 h 336"/>
                  <a:gd name="T2" fmla="*/ 0 w 1392"/>
                  <a:gd name="T3" fmla="*/ 0 h 336"/>
                  <a:gd name="T4" fmla="*/ 0 w 1392"/>
                  <a:gd name="T5" fmla="*/ 240 h 336"/>
                  <a:gd name="T6" fmla="*/ 1392 w 1392"/>
                  <a:gd name="T7" fmla="*/ 240 h 336"/>
                  <a:gd name="T8" fmla="*/ 1392 w 1392"/>
                  <a:gd name="T9" fmla="*/ 336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2" h="336">
                    <a:moveTo>
                      <a:pt x="240" y="0"/>
                    </a:moveTo>
                    <a:lnTo>
                      <a:pt x="0" y="0"/>
                    </a:lnTo>
                    <a:lnTo>
                      <a:pt x="0" y="240"/>
                    </a:lnTo>
                    <a:lnTo>
                      <a:pt x="1392" y="240"/>
                    </a:lnTo>
                    <a:lnTo>
                      <a:pt x="1392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29" name="Line 25">
                <a:extLst>
                  <a:ext uri="{FF2B5EF4-FFF2-40B4-BE49-F238E27FC236}">
                    <a16:creationId xmlns:a16="http://schemas.microsoft.com/office/drawing/2014/main" id="{0AE28096-37CD-D79C-C59D-97A674577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73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30" name="Freeform 26">
                <a:extLst>
                  <a:ext uri="{FF2B5EF4-FFF2-40B4-BE49-F238E27FC236}">
                    <a16:creationId xmlns:a16="http://schemas.microsoft.com/office/drawing/2014/main" id="{41A3995E-7DF5-388B-42D5-F40473036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2160"/>
                <a:ext cx="1728" cy="144"/>
              </a:xfrm>
              <a:custGeom>
                <a:avLst/>
                <a:gdLst>
                  <a:gd name="T0" fmla="*/ 1728 w 1728"/>
                  <a:gd name="T1" fmla="*/ 144 h 144"/>
                  <a:gd name="T2" fmla="*/ 1728 w 1728"/>
                  <a:gd name="T3" fmla="*/ 0 h 144"/>
                  <a:gd name="T4" fmla="*/ 0 w 172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28" h="144">
                    <a:moveTo>
                      <a:pt x="1728" y="144"/>
                    </a:moveTo>
                    <a:lnTo>
                      <a:pt x="1728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31" name="Freeform 27">
                <a:extLst>
                  <a:ext uri="{FF2B5EF4-FFF2-40B4-BE49-F238E27FC236}">
                    <a16:creationId xmlns:a16="http://schemas.microsoft.com/office/drawing/2014/main" id="{2B752680-3553-9F25-E385-434608F02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64"/>
                <a:ext cx="1489" cy="234"/>
              </a:xfrm>
              <a:custGeom>
                <a:avLst/>
                <a:gdLst>
                  <a:gd name="T0" fmla="*/ 1 w 1489"/>
                  <a:gd name="T1" fmla="*/ 234 h 234"/>
                  <a:gd name="T2" fmla="*/ 0 w 1489"/>
                  <a:gd name="T3" fmla="*/ 0 h 234"/>
                  <a:gd name="T4" fmla="*/ 1489 w 1489"/>
                  <a:gd name="T5" fmla="*/ 0 h 2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89" h="234">
                    <a:moveTo>
                      <a:pt x="1" y="234"/>
                    </a:moveTo>
                    <a:lnTo>
                      <a:pt x="0" y="0"/>
                    </a:lnTo>
                    <a:lnTo>
                      <a:pt x="1489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32" name="Rectangle 28">
                <a:extLst>
                  <a:ext uri="{FF2B5EF4-FFF2-40B4-BE49-F238E27FC236}">
                    <a16:creationId xmlns:a16="http://schemas.microsoft.com/office/drawing/2014/main" id="{3EA2AC32-8E18-67B8-17EE-CDB963900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00"/>
                <a:ext cx="3744" cy="26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33" name="Line 29">
                <a:extLst>
                  <a:ext uri="{FF2B5EF4-FFF2-40B4-BE49-F238E27FC236}">
                    <a16:creationId xmlns:a16="http://schemas.microsoft.com/office/drawing/2014/main" id="{09E79551-AF62-E6E7-F0AF-D04A636A1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34" name="AutoShape 30">
                <a:extLst>
                  <a:ext uri="{FF2B5EF4-FFF2-40B4-BE49-F238E27FC236}">
                    <a16:creationId xmlns:a16="http://schemas.microsoft.com/office/drawing/2014/main" id="{D93E0179-4435-8C9E-6463-78BFD2A97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" y="3360"/>
                <a:ext cx="1632" cy="144"/>
              </a:xfrm>
              <a:prstGeom prst="rightArrow">
                <a:avLst>
                  <a:gd name="adj1" fmla="val 50000"/>
                  <a:gd name="adj2" fmla="val 132642"/>
                </a:avLst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35" name="AutoShape 31">
                <a:extLst>
                  <a:ext uri="{FF2B5EF4-FFF2-40B4-BE49-F238E27FC236}">
                    <a16:creationId xmlns:a16="http://schemas.microsoft.com/office/drawing/2014/main" id="{A02578BC-7727-4101-400C-8BDB8FAB3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" y="1632"/>
                <a:ext cx="1632" cy="144"/>
              </a:xfrm>
              <a:prstGeom prst="leftRightArrow">
                <a:avLst>
                  <a:gd name="adj1" fmla="val 50000"/>
                  <a:gd name="adj2" fmla="val 121519"/>
                </a:avLst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36" name="AutoShape 32">
                <a:extLst>
                  <a:ext uri="{FF2B5EF4-FFF2-40B4-BE49-F238E27FC236}">
                    <a16:creationId xmlns:a16="http://schemas.microsoft.com/office/drawing/2014/main" id="{56779CC3-C2A3-631E-59CC-B9C43D486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8" y="1632"/>
                <a:ext cx="1008" cy="144"/>
              </a:xfrm>
              <a:prstGeom prst="leftArrow">
                <a:avLst>
                  <a:gd name="adj1" fmla="val 50000"/>
                  <a:gd name="adj2" fmla="val 127782"/>
                </a:avLst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37" name="Text Box 33">
                <a:extLst>
                  <a:ext uri="{FF2B5EF4-FFF2-40B4-BE49-F238E27FC236}">
                    <a16:creationId xmlns:a16="http://schemas.microsoft.com/office/drawing/2014/main" id="{C834C387-60C1-D26B-4AC6-2CBDC09D5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440"/>
                <a:ext cx="5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数据线</a:t>
                </a:r>
              </a:p>
            </p:txBody>
          </p:sp>
          <p:sp>
            <p:nvSpPr>
              <p:cNvPr id="27738" name="Text Box 34">
                <a:extLst>
                  <a:ext uri="{FF2B5EF4-FFF2-40B4-BE49-F238E27FC236}">
                    <a16:creationId xmlns:a16="http://schemas.microsoft.com/office/drawing/2014/main" id="{143ADFDC-1317-7A9E-D8DA-EDB318DBF6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918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准备就绪</a:t>
                </a:r>
              </a:p>
            </p:txBody>
          </p:sp>
          <p:sp>
            <p:nvSpPr>
              <p:cNvPr id="27739" name="Text Box 35">
                <a:extLst>
                  <a:ext uri="{FF2B5EF4-FFF2-40B4-BE49-F238E27FC236}">
                    <a16:creationId xmlns:a16="http://schemas.microsoft.com/office/drawing/2014/main" id="{46B1B18E-D4D1-A032-AA11-EE3D7F542C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494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启动命令</a:t>
                </a:r>
              </a:p>
            </p:txBody>
          </p:sp>
          <p:sp>
            <p:nvSpPr>
              <p:cNvPr id="27740" name="Text Box 36">
                <a:extLst>
                  <a:ext uri="{FF2B5EF4-FFF2-40B4-BE49-F238E27FC236}">
                    <a16:creationId xmlns:a16="http://schemas.microsoft.com/office/drawing/2014/main" id="{81F1DEFC-4A8A-D295-779A-F98995E8E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118"/>
                <a:ext cx="5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地址线</a:t>
                </a:r>
              </a:p>
            </p:txBody>
          </p:sp>
          <p:sp>
            <p:nvSpPr>
              <p:cNvPr id="27741" name="Text Box 37">
                <a:extLst>
                  <a:ext uri="{FF2B5EF4-FFF2-40B4-BE49-F238E27FC236}">
                    <a16:creationId xmlns:a16="http://schemas.microsoft.com/office/drawing/2014/main" id="{008F6DAE-6304-622E-FD5D-B3E5BE5E7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6" y="3033"/>
                <a:ext cx="4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SEL</a:t>
                </a:r>
              </a:p>
            </p:txBody>
          </p:sp>
          <p:sp>
            <p:nvSpPr>
              <p:cNvPr id="27742" name="Line 38">
                <a:extLst>
                  <a:ext uri="{FF2B5EF4-FFF2-40B4-BE49-F238E27FC236}">
                    <a16:creationId xmlns:a16="http://schemas.microsoft.com/office/drawing/2014/main" id="{19CE12BD-AE75-1E17-E476-F950AE586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0" y="292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43" name="Text Box 39">
                <a:extLst>
                  <a:ext uri="{FF2B5EF4-FFF2-40B4-BE49-F238E27FC236}">
                    <a16:creationId xmlns:a16="http://schemas.microsoft.com/office/drawing/2014/main" id="{BC8B04C7-09C0-C0F1-FAFB-67D470B2D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382"/>
                <a:ext cx="7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输入数据</a:t>
                </a:r>
              </a:p>
            </p:txBody>
          </p:sp>
          <p:sp>
            <p:nvSpPr>
              <p:cNvPr id="27744" name="Text Box 40">
                <a:extLst>
                  <a:ext uri="{FF2B5EF4-FFF2-40B4-BE49-F238E27FC236}">
                    <a16:creationId xmlns:a16="http://schemas.microsoft.com/office/drawing/2014/main" id="{A9CCA77D-7FB7-1EA7-B79B-580518D95A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112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启动设备</a:t>
                </a:r>
              </a:p>
            </p:txBody>
          </p:sp>
          <p:sp>
            <p:nvSpPr>
              <p:cNvPr id="27745" name="Text Box 41">
                <a:extLst>
                  <a:ext uri="{FF2B5EF4-FFF2-40B4-BE49-F238E27FC236}">
                    <a16:creationId xmlns:a16="http://schemas.microsoft.com/office/drawing/2014/main" id="{E2AC99A6-C2BC-E6BF-7083-9DF9DB75A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976"/>
                <a:ext cx="75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设备工作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 结束</a:t>
                </a:r>
              </a:p>
            </p:txBody>
          </p:sp>
          <p:sp>
            <p:nvSpPr>
              <p:cNvPr id="27746" name="Text Box 42">
                <a:extLst>
                  <a:ext uri="{FF2B5EF4-FFF2-40B4-BE49-F238E27FC236}">
                    <a16:creationId xmlns:a16="http://schemas.microsoft.com/office/drawing/2014/main" id="{E8B629C1-65A8-1EC0-8DF5-E9CA564B6F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398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47" name="Text Box 43">
                <a:extLst>
                  <a:ext uri="{FF2B5EF4-FFF2-40B4-BE49-F238E27FC236}">
                    <a16:creationId xmlns:a16="http://schemas.microsoft.com/office/drawing/2014/main" id="{875B5E2B-394D-E8D3-D12E-B18BEC36E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" y="2448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①</a:t>
                </a:r>
              </a:p>
            </p:txBody>
          </p:sp>
          <p:sp>
            <p:nvSpPr>
              <p:cNvPr id="27748" name="Text Box 44">
                <a:extLst>
                  <a:ext uri="{FF2B5EF4-FFF2-40B4-BE49-F238E27FC236}">
                    <a16:creationId xmlns:a16="http://schemas.microsoft.com/office/drawing/2014/main" id="{16A3B798-FE46-7DFA-CDDB-4CB84587C7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1392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③</a:t>
                </a:r>
              </a:p>
            </p:txBody>
          </p:sp>
          <p:sp>
            <p:nvSpPr>
              <p:cNvPr id="27749" name="Text Box 45">
                <a:extLst>
                  <a:ext uri="{FF2B5EF4-FFF2-40B4-BE49-F238E27FC236}">
                    <a16:creationId xmlns:a16="http://schemas.microsoft.com/office/drawing/2014/main" id="{B3FFED36-0FFE-51C5-4773-EC3F9EB15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640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④</a:t>
                </a:r>
              </a:p>
            </p:txBody>
          </p:sp>
          <p:sp>
            <p:nvSpPr>
              <p:cNvPr id="27750" name="Text Box 46">
                <a:extLst>
                  <a:ext uri="{FF2B5EF4-FFF2-40B4-BE49-F238E27FC236}">
                    <a16:creationId xmlns:a16="http://schemas.microsoft.com/office/drawing/2014/main" id="{243CCFA8-EA3A-C02E-F926-678418D387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" y="1872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⑤</a:t>
                </a:r>
              </a:p>
            </p:txBody>
          </p:sp>
          <p:sp>
            <p:nvSpPr>
              <p:cNvPr id="27751" name="Text Box 47">
                <a:extLst>
                  <a:ext uri="{FF2B5EF4-FFF2-40B4-BE49-F238E27FC236}">
                    <a16:creationId xmlns:a16="http://schemas.microsoft.com/office/drawing/2014/main" id="{413B64E3-ADF7-67AB-71D1-AFD1B18AF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" y="1392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⑥</a:t>
                </a:r>
              </a:p>
            </p:txBody>
          </p:sp>
        </p:grpSp>
        <p:sp>
          <p:nvSpPr>
            <p:cNvPr id="27706" name="Text Box 48">
              <a:extLst>
                <a:ext uri="{FF2B5EF4-FFF2-40B4-BE49-F238E27FC236}">
                  <a16:creationId xmlns:a16="http://schemas.microsoft.com/office/drawing/2014/main" id="{DECD1E71-548F-2CC4-ECAA-F7F15D7F5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204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7707" name="Text Box 49">
              <a:extLst>
                <a:ext uri="{FF2B5EF4-FFF2-40B4-BE49-F238E27FC236}">
                  <a16:creationId xmlns:a16="http://schemas.microsoft.com/office/drawing/2014/main" id="{B37C06EB-27CD-D539-A402-92CC79FBC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2042"/>
              <a:ext cx="244" cy="5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B</a:t>
              </a:r>
            </a:p>
            <a:p>
              <a:pPr eaLnBrk="1" hangingPunct="1"/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27651" name="Text Box 50">
            <a:extLst>
              <a:ext uri="{FF2B5EF4-FFF2-40B4-BE49-F238E27FC236}">
                <a16:creationId xmlns:a16="http://schemas.microsoft.com/office/drawing/2014/main" id="{AECB3C6B-67F6-4F4D-E1DB-65246BBC5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39700"/>
            <a:ext cx="7026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二、程序查询方式的接口电路</a:t>
            </a:r>
          </a:p>
        </p:txBody>
      </p:sp>
      <p:grpSp>
        <p:nvGrpSpPr>
          <p:cNvPr id="803891" name="Group 51">
            <a:extLst>
              <a:ext uri="{FF2B5EF4-FFF2-40B4-BE49-F238E27FC236}">
                <a16:creationId xmlns:a16="http://schemas.microsoft.com/office/drawing/2014/main" id="{8FF15655-CBBD-2F07-2B1E-01FE1443F682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86200"/>
            <a:ext cx="1371600" cy="457200"/>
            <a:chOff x="576" y="2448"/>
            <a:chExt cx="864" cy="288"/>
          </a:xfrm>
        </p:grpSpPr>
        <p:sp>
          <p:nvSpPr>
            <p:cNvPr id="27702" name="Line 52">
              <a:extLst>
                <a:ext uri="{FF2B5EF4-FFF2-40B4-BE49-F238E27FC236}">
                  <a16:creationId xmlns:a16="http://schemas.microsoft.com/office/drawing/2014/main" id="{23D11BCD-256D-F571-129B-B27BDB824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672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3" name="Line 53">
              <a:extLst>
                <a:ext uri="{FF2B5EF4-FFF2-40B4-BE49-F238E27FC236}">
                  <a16:creationId xmlns:a16="http://schemas.microsoft.com/office/drawing/2014/main" id="{EFADB34E-1706-8CC2-4524-19B0CC0B3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736"/>
              <a:ext cx="24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4" name="Text Box 54">
              <a:extLst>
                <a:ext uri="{FF2B5EF4-FFF2-40B4-BE49-F238E27FC236}">
                  <a16:creationId xmlns:a16="http://schemas.microsoft.com/office/drawing/2014/main" id="{BBD45370-5ED5-C9BD-23A4-0A0608DD6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" y="2448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803895" name="Group 55">
            <a:extLst>
              <a:ext uri="{FF2B5EF4-FFF2-40B4-BE49-F238E27FC236}">
                <a16:creationId xmlns:a16="http://schemas.microsoft.com/office/drawing/2014/main" id="{158A4994-CCDF-5832-394D-C8A30000BC9B}"/>
              </a:ext>
            </a:extLst>
          </p:cNvPr>
          <p:cNvGrpSpPr>
            <a:grpSpLocks/>
          </p:cNvGrpSpPr>
          <p:nvPr/>
        </p:nvGrpSpPr>
        <p:grpSpPr bwMode="auto">
          <a:xfrm>
            <a:off x="3795714" y="4191000"/>
            <a:ext cx="471487" cy="609600"/>
            <a:chOff x="1431" y="2640"/>
            <a:chExt cx="297" cy="384"/>
          </a:xfrm>
        </p:grpSpPr>
        <p:sp>
          <p:nvSpPr>
            <p:cNvPr id="27700" name="Rectangle 56">
              <a:extLst>
                <a:ext uri="{FF2B5EF4-FFF2-40B4-BE49-F238E27FC236}">
                  <a16:creationId xmlns:a16="http://schemas.microsoft.com/office/drawing/2014/main" id="{836B6EB4-EE7B-8BBB-DD97-95ADC4B8A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640"/>
              <a:ext cx="240" cy="38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01" name="Oval 57">
              <a:extLst>
                <a:ext uri="{FF2B5EF4-FFF2-40B4-BE49-F238E27FC236}">
                  <a16:creationId xmlns:a16="http://schemas.microsoft.com/office/drawing/2014/main" id="{27AF4C22-04A1-DB90-D81A-2DD598E7D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06"/>
              <a:ext cx="48" cy="48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03898" name="Freeform 58">
            <a:extLst>
              <a:ext uri="{FF2B5EF4-FFF2-40B4-BE49-F238E27FC236}">
                <a16:creationId xmlns:a16="http://schemas.microsoft.com/office/drawing/2014/main" id="{740D6CF2-3964-86F6-794C-0C61D7647FA2}"/>
              </a:ext>
            </a:extLst>
          </p:cNvPr>
          <p:cNvSpPr>
            <a:spLocks/>
          </p:cNvSpPr>
          <p:nvPr/>
        </p:nvSpPr>
        <p:spPr bwMode="auto">
          <a:xfrm>
            <a:off x="4267200" y="3929064"/>
            <a:ext cx="2362200" cy="566737"/>
          </a:xfrm>
          <a:custGeom>
            <a:avLst/>
            <a:gdLst>
              <a:gd name="T0" fmla="*/ 2147483646 w 1488"/>
              <a:gd name="T1" fmla="*/ 0 h 357"/>
              <a:gd name="T2" fmla="*/ 2147483646 w 1488"/>
              <a:gd name="T3" fmla="*/ 2147483646 h 357"/>
              <a:gd name="T4" fmla="*/ 0 w 1488"/>
              <a:gd name="T5" fmla="*/ 2147483646 h 3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357">
                <a:moveTo>
                  <a:pt x="1488" y="0"/>
                </a:moveTo>
                <a:lnTo>
                  <a:pt x="1488" y="357"/>
                </a:lnTo>
                <a:lnTo>
                  <a:pt x="0" y="357"/>
                </a:ln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03899" name="Group 59">
            <a:extLst>
              <a:ext uri="{FF2B5EF4-FFF2-40B4-BE49-F238E27FC236}">
                <a16:creationId xmlns:a16="http://schemas.microsoft.com/office/drawing/2014/main" id="{0173DF1F-9CE7-D47C-3B5A-999457DAD568}"/>
              </a:ext>
            </a:extLst>
          </p:cNvPr>
          <p:cNvGrpSpPr>
            <a:grpSpLocks/>
          </p:cNvGrpSpPr>
          <p:nvPr/>
        </p:nvGrpSpPr>
        <p:grpSpPr bwMode="auto">
          <a:xfrm>
            <a:off x="7462838" y="2817813"/>
            <a:ext cx="2366962" cy="830262"/>
            <a:chOff x="3741" y="1775"/>
            <a:chExt cx="1491" cy="523"/>
          </a:xfrm>
        </p:grpSpPr>
        <p:sp>
          <p:nvSpPr>
            <p:cNvPr id="27698" name="Text Box 60">
              <a:extLst>
                <a:ext uri="{FF2B5EF4-FFF2-40B4-BE49-F238E27FC236}">
                  <a16:creationId xmlns:a16="http://schemas.microsoft.com/office/drawing/2014/main" id="{6888F5FA-05F6-9450-6FEB-4A9110000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775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7699" name="Freeform 61">
              <a:extLst>
                <a:ext uri="{FF2B5EF4-FFF2-40B4-BE49-F238E27FC236}">
                  <a16:creationId xmlns:a16="http://schemas.microsoft.com/office/drawing/2014/main" id="{8D3187C5-7044-92FF-68AE-B3F5ACEDB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064"/>
              <a:ext cx="1491" cy="234"/>
            </a:xfrm>
            <a:custGeom>
              <a:avLst/>
              <a:gdLst>
                <a:gd name="T0" fmla="*/ 0 w 1730"/>
                <a:gd name="T1" fmla="*/ 1116 h 139"/>
                <a:gd name="T2" fmla="*/ 2 w 1730"/>
                <a:gd name="T3" fmla="*/ 0 h 139"/>
                <a:gd name="T4" fmla="*/ 954 w 173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0" h="139">
                  <a:moveTo>
                    <a:pt x="0" y="139"/>
                  </a:moveTo>
                  <a:lnTo>
                    <a:pt x="2" y="0"/>
                  </a:lnTo>
                  <a:lnTo>
                    <a:pt x="1730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03902" name="Group 62">
            <a:extLst>
              <a:ext uri="{FF2B5EF4-FFF2-40B4-BE49-F238E27FC236}">
                <a16:creationId xmlns:a16="http://schemas.microsoft.com/office/drawing/2014/main" id="{041E16D1-47BE-7DCF-94AF-5996F588167C}"/>
              </a:ext>
            </a:extLst>
          </p:cNvPr>
          <p:cNvGrpSpPr>
            <a:grpSpLocks/>
          </p:cNvGrpSpPr>
          <p:nvPr/>
        </p:nvGrpSpPr>
        <p:grpSpPr bwMode="auto">
          <a:xfrm>
            <a:off x="8267700" y="2209800"/>
            <a:ext cx="1600200" cy="609600"/>
            <a:chOff x="4248" y="1392"/>
            <a:chExt cx="1008" cy="384"/>
          </a:xfrm>
        </p:grpSpPr>
        <p:sp>
          <p:nvSpPr>
            <p:cNvPr id="27696" name="AutoShape 63">
              <a:extLst>
                <a:ext uri="{FF2B5EF4-FFF2-40B4-BE49-F238E27FC236}">
                  <a16:creationId xmlns:a16="http://schemas.microsoft.com/office/drawing/2014/main" id="{4C1DA63A-5B10-9F23-3A6E-2D9F68D86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" y="1632"/>
              <a:ext cx="1008" cy="144"/>
            </a:xfrm>
            <a:prstGeom prst="leftArrow">
              <a:avLst>
                <a:gd name="adj1" fmla="val 50000"/>
                <a:gd name="adj2" fmla="val 127782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97" name="Text Box 64">
              <a:extLst>
                <a:ext uri="{FF2B5EF4-FFF2-40B4-BE49-F238E27FC236}">
                  <a16:creationId xmlns:a16="http://schemas.microsoft.com/office/drawing/2014/main" id="{196E6B73-7CB5-7A0F-AE0A-799D4E5C5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39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③</a:t>
              </a:r>
            </a:p>
          </p:txBody>
        </p:sp>
      </p:grpSp>
      <p:sp>
        <p:nvSpPr>
          <p:cNvPr id="803905" name="Rectangle 65">
            <a:extLst>
              <a:ext uri="{FF2B5EF4-FFF2-40B4-BE49-F238E27FC236}">
                <a16:creationId xmlns:a16="http://schemas.microsoft.com/office/drawing/2014/main" id="{96D5785E-F8A9-2254-87D8-2A0524BEF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200400" cy="6096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803906" name="Group 66">
            <a:extLst>
              <a:ext uri="{FF2B5EF4-FFF2-40B4-BE49-F238E27FC236}">
                <a16:creationId xmlns:a16="http://schemas.microsoft.com/office/drawing/2014/main" id="{8F585AD8-BF47-F9A7-9B14-DDA69DD294CC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971800"/>
            <a:ext cx="2743200" cy="685800"/>
            <a:chOff x="576" y="1872"/>
            <a:chExt cx="1728" cy="432"/>
          </a:xfrm>
        </p:grpSpPr>
        <p:sp>
          <p:nvSpPr>
            <p:cNvPr id="27694" name="Freeform 67">
              <a:extLst>
                <a:ext uri="{FF2B5EF4-FFF2-40B4-BE49-F238E27FC236}">
                  <a16:creationId xmlns:a16="http://schemas.microsoft.com/office/drawing/2014/main" id="{C377106F-731B-0CBA-3E3C-DE601FA0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2160"/>
              <a:ext cx="1728" cy="144"/>
            </a:xfrm>
            <a:custGeom>
              <a:avLst/>
              <a:gdLst>
                <a:gd name="T0" fmla="*/ 1728 w 1728"/>
                <a:gd name="T1" fmla="*/ 144 h 144"/>
                <a:gd name="T2" fmla="*/ 1728 w 1728"/>
                <a:gd name="T3" fmla="*/ 0 h 144"/>
                <a:gd name="T4" fmla="*/ 0 w 1728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8" h="144">
                  <a:moveTo>
                    <a:pt x="1728" y="144"/>
                  </a:moveTo>
                  <a:lnTo>
                    <a:pt x="1728" y="0"/>
                  </a:ln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5" name="Text Box 68">
              <a:extLst>
                <a:ext uri="{FF2B5EF4-FFF2-40B4-BE49-F238E27FC236}">
                  <a16:creationId xmlns:a16="http://schemas.microsoft.com/office/drawing/2014/main" id="{66ECB51B-4C65-A9B1-CA47-4B1530DE8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" y="187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⑤</a:t>
              </a:r>
            </a:p>
          </p:txBody>
        </p:sp>
      </p:grpSp>
      <p:sp>
        <p:nvSpPr>
          <p:cNvPr id="803909" name="Freeform 69">
            <a:extLst>
              <a:ext uri="{FF2B5EF4-FFF2-40B4-BE49-F238E27FC236}">
                <a16:creationId xmlns:a16="http://schemas.microsoft.com/office/drawing/2014/main" id="{AAC7CC01-F043-ECB8-ACB7-471124A8FDA4}"/>
              </a:ext>
            </a:extLst>
          </p:cNvPr>
          <p:cNvSpPr>
            <a:spLocks/>
          </p:cNvSpPr>
          <p:nvPr/>
        </p:nvSpPr>
        <p:spPr bwMode="auto">
          <a:xfrm>
            <a:off x="6015038" y="3929064"/>
            <a:ext cx="1204912" cy="1587"/>
          </a:xfrm>
          <a:custGeom>
            <a:avLst/>
            <a:gdLst>
              <a:gd name="T0" fmla="*/ 0 w 759"/>
              <a:gd name="T1" fmla="*/ 0 h 1"/>
              <a:gd name="T2" fmla="*/ 2147483646 w 759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59" h="1">
                <a:moveTo>
                  <a:pt x="0" y="0"/>
                </a:moveTo>
                <a:lnTo>
                  <a:pt x="759" y="0"/>
                </a:ln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03910" name="Group 70">
            <a:extLst>
              <a:ext uri="{FF2B5EF4-FFF2-40B4-BE49-F238E27FC236}">
                <a16:creationId xmlns:a16="http://schemas.microsoft.com/office/drawing/2014/main" id="{3747B993-F52A-353C-DCF9-1D8964EB324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7600"/>
            <a:ext cx="3200400" cy="609600"/>
            <a:chOff x="2208" y="2304"/>
            <a:chExt cx="2016" cy="384"/>
          </a:xfrm>
        </p:grpSpPr>
        <p:grpSp>
          <p:nvGrpSpPr>
            <p:cNvPr id="27687" name="Group 71">
              <a:extLst>
                <a:ext uri="{FF2B5EF4-FFF2-40B4-BE49-F238E27FC236}">
                  <a16:creationId xmlns:a16="http://schemas.microsoft.com/office/drawing/2014/main" id="{0B88F702-8EB9-734E-128F-390848268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04"/>
              <a:ext cx="2016" cy="384"/>
              <a:chOff x="2208" y="2304"/>
              <a:chExt cx="2016" cy="384"/>
            </a:xfrm>
          </p:grpSpPr>
          <p:sp>
            <p:nvSpPr>
              <p:cNvPr id="27690" name="Rectangle 72">
                <a:extLst>
                  <a:ext uri="{FF2B5EF4-FFF2-40B4-BE49-F238E27FC236}">
                    <a16:creationId xmlns:a16="http://schemas.microsoft.com/office/drawing/2014/main" id="{672D5379-A194-BC70-7A84-5A8718075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304"/>
                <a:ext cx="576" cy="38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691" name="Oval 73">
                <a:extLst>
                  <a:ext uri="{FF2B5EF4-FFF2-40B4-BE49-F238E27FC236}">
                    <a16:creationId xmlns:a16="http://schemas.microsoft.com/office/drawing/2014/main" id="{DE98E84C-4358-E367-F27A-834F63FE9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2" name="Rectangle 74">
                <a:extLst>
                  <a:ext uri="{FF2B5EF4-FFF2-40B4-BE49-F238E27FC236}">
                    <a16:creationId xmlns:a16="http://schemas.microsoft.com/office/drawing/2014/main" id="{8A1A480B-65A7-64FC-C83D-0E047FD01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304"/>
                <a:ext cx="576" cy="38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693" name="Oval 75">
                <a:extLst>
                  <a:ext uri="{FF2B5EF4-FFF2-40B4-BE49-F238E27FC236}">
                    <a16:creationId xmlns:a16="http://schemas.microsoft.com/office/drawing/2014/main" id="{6B20D8BA-8F88-BF7B-6A83-E745482FF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244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7688" name="Rectangle 76">
              <a:extLst>
                <a:ext uri="{FF2B5EF4-FFF2-40B4-BE49-F238E27FC236}">
                  <a16:creationId xmlns:a16="http://schemas.microsoft.com/office/drawing/2014/main" id="{3B6E5EA7-2E69-7B47-6D9C-C55C6C506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52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89" name="Rectangle 77">
              <a:extLst>
                <a:ext uri="{FF2B5EF4-FFF2-40B4-BE49-F238E27FC236}">
                  <a16:creationId xmlns:a16="http://schemas.microsoft.com/office/drawing/2014/main" id="{9D2149AF-ED88-65F8-7400-980A4FF2B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352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803918" name="Group 78">
            <a:extLst>
              <a:ext uri="{FF2B5EF4-FFF2-40B4-BE49-F238E27FC236}">
                <a16:creationId xmlns:a16="http://schemas.microsoft.com/office/drawing/2014/main" id="{1D65F194-3C37-BA6C-D1A5-EEC6E3A1818D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733800"/>
            <a:ext cx="2514600" cy="457200"/>
            <a:chOff x="2448" y="2352"/>
            <a:chExt cx="1584" cy="288"/>
          </a:xfrm>
        </p:grpSpPr>
        <p:sp>
          <p:nvSpPr>
            <p:cNvPr id="27685" name="Rectangle 79">
              <a:extLst>
                <a:ext uri="{FF2B5EF4-FFF2-40B4-BE49-F238E27FC236}">
                  <a16:creationId xmlns:a16="http://schemas.microsoft.com/office/drawing/2014/main" id="{3DEE47EF-3ADE-070E-B23A-7B29A999E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352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86" name="Rectangle 80">
              <a:extLst>
                <a:ext uri="{FF2B5EF4-FFF2-40B4-BE49-F238E27FC236}">
                  <a16:creationId xmlns:a16="http://schemas.microsoft.com/office/drawing/2014/main" id="{3B7BE4A3-6A79-B744-01F2-41A6A4F66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52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803921" name="Group 81">
            <a:extLst>
              <a:ext uri="{FF2B5EF4-FFF2-40B4-BE49-F238E27FC236}">
                <a16:creationId xmlns:a16="http://schemas.microsoft.com/office/drawing/2014/main" id="{D07737C2-449A-C15E-F984-006A6932C475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886200"/>
            <a:ext cx="5410200" cy="762000"/>
            <a:chOff x="1968" y="2448"/>
            <a:chExt cx="3408" cy="480"/>
          </a:xfrm>
        </p:grpSpPr>
        <p:grpSp>
          <p:nvGrpSpPr>
            <p:cNvPr id="27676" name="Group 82">
              <a:extLst>
                <a:ext uri="{FF2B5EF4-FFF2-40B4-BE49-F238E27FC236}">
                  <a16:creationId xmlns:a16="http://schemas.microsoft.com/office/drawing/2014/main" id="{9819420B-E825-4457-3F0B-3873D58C86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474"/>
              <a:ext cx="3408" cy="454"/>
              <a:chOff x="1968" y="2474"/>
              <a:chExt cx="3408" cy="454"/>
            </a:xfrm>
          </p:grpSpPr>
          <p:sp>
            <p:nvSpPr>
              <p:cNvPr id="27681" name="Text Box 83">
                <a:extLst>
                  <a:ext uri="{FF2B5EF4-FFF2-40B4-BE49-F238E27FC236}">
                    <a16:creationId xmlns:a16="http://schemas.microsoft.com/office/drawing/2014/main" id="{1287D3CF-EE57-6FFF-6D83-730FC9DA7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640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④</a:t>
                </a:r>
              </a:p>
            </p:txBody>
          </p:sp>
          <p:sp>
            <p:nvSpPr>
              <p:cNvPr id="27682" name="Freeform 84">
                <a:extLst>
                  <a:ext uri="{FF2B5EF4-FFF2-40B4-BE49-F238E27FC236}">
                    <a16:creationId xmlns:a16="http://schemas.microsoft.com/office/drawing/2014/main" id="{FF7A9476-2F40-CB1A-29BE-D39CE0B16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2475"/>
                <a:ext cx="282" cy="453"/>
              </a:xfrm>
              <a:custGeom>
                <a:avLst/>
                <a:gdLst>
                  <a:gd name="T0" fmla="*/ 282 w 282"/>
                  <a:gd name="T1" fmla="*/ 453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57150" cmpd="sng">
                <a:solidFill>
                  <a:schemeClr val="folHlink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3" name="Line 85">
                <a:extLst>
                  <a:ext uri="{FF2B5EF4-FFF2-40B4-BE49-F238E27FC236}">
                    <a16:creationId xmlns:a16="http://schemas.microsoft.com/office/drawing/2014/main" id="{07177B43-6329-DC0A-49AE-4F3E1C6F8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0" y="2928"/>
                <a:ext cx="336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4" name="Freeform 86">
                <a:extLst>
                  <a:ext uri="{FF2B5EF4-FFF2-40B4-BE49-F238E27FC236}">
                    <a16:creationId xmlns:a16="http://schemas.microsoft.com/office/drawing/2014/main" id="{2F2CE3FC-457F-C7E7-1D6F-93D3BFA03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" y="2474"/>
                <a:ext cx="3120" cy="454"/>
              </a:xfrm>
              <a:custGeom>
                <a:avLst/>
                <a:gdLst>
                  <a:gd name="T0" fmla="*/ 192 w 3120"/>
                  <a:gd name="T1" fmla="*/ 1 h 454"/>
                  <a:gd name="T2" fmla="*/ 0 w 3120"/>
                  <a:gd name="T3" fmla="*/ 0 h 454"/>
                  <a:gd name="T4" fmla="*/ 0 w 3120"/>
                  <a:gd name="T5" fmla="*/ 454 h 454"/>
                  <a:gd name="T6" fmla="*/ 3120 w 3120"/>
                  <a:gd name="T7" fmla="*/ 454 h 4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20" h="454">
                    <a:moveTo>
                      <a:pt x="192" y="1"/>
                    </a:moveTo>
                    <a:lnTo>
                      <a:pt x="0" y="0"/>
                    </a:lnTo>
                    <a:lnTo>
                      <a:pt x="0" y="454"/>
                    </a:lnTo>
                    <a:lnTo>
                      <a:pt x="3120" y="454"/>
                    </a:lnTo>
                  </a:path>
                </a:pathLst>
              </a:custGeom>
              <a:noFill/>
              <a:ln w="57150" cmpd="sng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7677" name="Oval 87">
              <a:extLst>
                <a:ext uri="{FF2B5EF4-FFF2-40B4-BE49-F238E27FC236}">
                  <a16:creationId xmlns:a16="http://schemas.microsoft.com/office/drawing/2014/main" id="{5FB989B6-B07D-CC8F-A244-188E6C8E8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" y="244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8" name="Oval 88">
              <a:extLst>
                <a:ext uri="{FF2B5EF4-FFF2-40B4-BE49-F238E27FC236}">
                  <a16:creationId xmlns:a16="http://schemas.microsoft.com/office/drawing/2014/main" id="{4D02788E-D0C7-B849-C076-69BD7CE3A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4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9" name="Oval 89">
              <a:extLst>
                <a:ext uri="{FF2B5EF4-FFF2-40B4-BE49-F238E27FC236}">
                  <a16:creationId xmlns:a16="http://schemas.microsoft.com/office/drawing/2014/main" id="{53865125-5D3D-BF80-F674-AEBDC716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" y="2448"/>
              <a:ext cx="48" cy="48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80" name="Oval 90">
              <a:extLst>
                <a:ext uri="{FF2B5EF4-FFF2-40B4-BE49-F238E27FC236}">
                  <a16:creationId xmlns:a16="http://schemas.microsoft.com/office/drawing/2014/main" id="{895CEB82-E0F7-72D3-94A7-5B86C0F26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48"/>
              <a:ext cx="48" cy="48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03931" name="Rectangle 91">
            <a:extLst>
              <a:ext uri="{FF2B5EF4-FFF2-40B4-BE49-F238E27FC236}">
                <a16:creationId xmlns:a16="http://schemas.microsoft.com/office/drawing/2014/main" id="{EF666745-B1A8-4565-1D98-6F338FDFE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3200400" cy="6096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03932" name="AutoShape 92">
            <a:extLst>
              <a:ext uri="{FF2B5EF4-FFF2-40B4-BE49-F238E27FC236}">
                <a16:creationId xmlns:a16="http://schemas.microsoft.com/office/drawing/2014/main" id="{11532514-1D44-A16E-0DE1-DA9DDC1B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3" y="5334000"/>
            <a:ext cx="2590800" cy="228600"/>
          </a:xfrm>
          <a:prstGeom prst="rightArrow">
            <a:avLst>
              <a:gd name="adj1" fmla="val 50000"/>
              <a:gd name="adj2" fmla="val 132642"/>
            </a:avLst>
          </a:prstGeom>
          <a:solidFill>
            <a:schemeClr val="folHlink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03933" name="Freeform 93">
            <a:extLst>
              <a:ext uri="{FF2B5EF4-FFF2-40B4-BE49-F238E27FC236}">
                <a16:creationId xmlns:a16="http://schemas.microsoft.com/office/drawing/2014/main" id="{B801D479-7715-0B86-E182-8455A8EDC2E9}"/>
              </a:ext>
            </a:extLst>
          </p:cNvPr>
          <p:cNvSpPr>
            <a:spLocks/>
          </p:cNvSpPr>
          <p:nvPr/>
        </p:nvSpPr>
        <p:spPr bwMode="auto">
          <a:xfrm>
            <a:off x="3429000" y="4648200"/>
            <a:ext cx="2209800" cy="533400"/>
          </a:xfrm>
          <a:custGeom>
            <a:avLst/>
            <a:gdLst>
              <a:gd name="T0" fmla="*/ 2147483646 w 1392"/>
              <a:gd name="T1" fmla="*/ 0 h 336"/>
              <a:gd name="T2" fmla="*/ 0 w 1392"/>
              <a:gd name="T3" fmla="*/ 0 h 336"/>
              <a:gd name="T4" fmla="*/ 0 w 1392"/>
              <a:gd name="T5" fmla="*/ 2147483646 h 336"/>
              <a:gd name="T6" fmla="*/ 2147483646 w 1392"/>
              <a:gd name="T7" fmla="*/ 2147483646 h 336"/>
              <a:gd name="T8" fmla="*/ 2147483646 w 1392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92" h="336">
                <a:moveTo>
                  <a:pt x="240" y="0"/>
                </a:moveTo>
                <a:lnTo>
                  <a:pt x="0" y="0"/>
                </a:lnTo>
                <a:lnTo>
                  <a:pt x="0" y="240"/>
                </a:lnTo>
                <a:lnTo>
                  <a:pt x="1392" y="240"/>
                </a:lnTo>
                <a:lnTo>
                  <a:pt x="1392" y="336"/>
                </a:lnTo>
              </a:path>
            </a:pathLst>
          </a:custGeom>
          <a:noFill/>
          <a:ln w="57150" cmpd="sng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3934" name="Rectangle 94">
            <a:extLst>
              <a:ext uri="{FF2B5EF4-FFF2-40B4-BE49-F238E27FC236}">
                <a16:creationId xmlns:a16="http://schemas.microsoft.com/office/drawing/2014/main" id="{C30E0AC7-0E71-18AC-79CA-E63AF4FBE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5.4</a:t>
            </a:r>
          </a:p>
        </p:txBody>
      </p:sp>
      <p:sp>
        <p:nvSpPr>
          <p:cNvPr id="803935" name="Text Box 95">
            <a:extLst>
              <a:ext uri="{FF2B5EF4-FFF2-40B4-BE49-F238E27FC236}">
                <a16:creationId xmlns:a16="http://schemas.microsoft.com/office/drawing/2014/main" id="{490B30B9-3BA0-16C3-9C7A-D75AFD042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066801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以输入为例</a:t>
            </a:r>
          </a:p>
        </p:txBody>
      </p:sp>
      <p:grpSp>
        <p:nvGrpSpPr>
          <p:cNvPr id="803936" name="Group 96">
            <a:extLst>
              <a:ext uri="{FF2B5EF4-FFF2-40B4-BE49-F238E27FC236}">
                <a16:creationId xmlns:a16="http://schemas.microsoft.com/office/drawing/2014/main" id="{D75B7DCB-010C-1972-588C-575A14FAFDB5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2209801"/>
            <a:ext cx="2624138" cy="633413"/>
            <a:chOff x="546" y="1392"/>
            <a:chExt cx="1653" cy="399"/>
          </a:xfrm>
        </p:grpSpPr>
        <p:sp>
          <p:nvSpPr>
            <p:cNvPr id="27671" name="AutoShape 97">
              <a:extLst>
                <a:ext uri="{FF2B5EF4-FFF2-40B4-BE49-F238E27FC236}">
                  <a16:creationId xmlns:a16="http://schemas.microsoft.com/office/drawing/2014/main" id="{7C2CA201-A906-9F0B-9BC7-04C048F72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1632"/>
              <a:ext cx="1632" cy="144"/>
            </a:xfrm>
            <a:prstGeom prst="leftRightArrow">
              <a:avLst>
                <a:gd name="adj1" fmla="val 50000"/>
                <a:gd name="adj2" fmla="val 121519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2" name="Text Box 98">
              <a:extLst>
                <a:ext uri="{FF2B5EF4-FFF2-40B4-BE49-F238E27FC236}">
                  <a16:creationId xmlns:a16="http://schemas.microsoft.com/office/drawing/2014/main" id="{5D7D773F-911F-59E2-2595-C96723A87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" y="139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⑥</a:t>
              </a:r>
            </a:p>
          </p:txBody>
        </p:sp>
        <p:sp>
          <p:nvSpPr>
            <p:cNvPr id="27673" name="Rectangle 99">
              <a:extLst>
                <a:ext uri="{FF2B5EF4-FFF2-40B4-BE49-F238E27FC236}">
                  <a16:creationId xmlns:a16="http://schemas.microsoft.com/office/drawing/2014/main" id="{BEE4661F-C94F-2B3A-0F88-60787120D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1618"/>
              <a:ext cx="272" cy="39"/>
            </a:xfrm>
            <a:prstGeom prst="rect">
              <a:avLst/>
            </a:prstGeom>
            <a:solidFill>
              <a:srgbClr val="1B1ED3"/>
            </a:solidFill>
            <a:ln w="9525">
              <a:solidFill>
                <a:srgbClr val="1B1EC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4" name="Rectangle 100">
              <a:extLst>
                <a:ext uri="{FF2B5EF4-FFF2-40B4-BE49-F238E27FC236}">
                  <a16:creationId xmlns:a16="http://schemas.microsoft.com/office/drawing/2014/main" id="{029531CD-87D4-1304-41FA-9CE0C3DC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1752"/>
              <a:ext cx="272" cy="39"/>
            </a:xfrm>
            <a:prstGeom prst="rect">
              <a:avLst/>
            </a:prstGeom>
            <a:solidFill>
              <a:srgbClr val="1B1ED3"/>
            </a:solidFill>
            <a:ln w="9525">
              <a:solidFill>
                <a:srgbClr val="1B1EC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5" name="Rectangle 101">
              <a:extLst>
                <a:ext uri="{FF2B5EF4-FFF2-40B4-BE49-F238E27FC236}">
                  <a16:creationId xmlns:a16="http://schemas.microsoft.com/office/drawing/2014/main" id="{73BDEAC2-6E04-A0D7-EB89-DA7261A26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1662"/>
              <a:ext cx="102" cy="8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27670" name="图片 2">
            <a:extLst>
              <a:ext uri="{FF2B5EF4-FFF2-40B4-BE49-F238E27FC236}">
                <a16:creationId xmlns:a16="http://schemas.microsoft.com/office/drawing/2014/main" id="{46DBEA9E-A1A7-BE6B-3A55-AD790720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4" y="1"/>
            <a:ext cx="2668587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0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0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0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80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0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80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80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80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80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80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80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80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1" dur="500"/>
                                        <p:tgtEl>
                                          <p:spTgt spid="80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80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1" dur="500"/>
                                        <p:tgtEl>
                                          <p:spTgt spid="80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80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905" grpId="0" animBg="1" autoUpdateAnimBg="0"/>
      <p:bldP spid="803931" grpId="0" animBg="1" autoUpdateAnimBg="0"/>
      <p:bldP spid="80393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778" name="Group 2">
            <a:extLst>
              <a:ext uri="{FF2B5EF4-FFF2-40B4-BE49-F238E27FC236}">
                <a16:creationId xmlns:a16="http://schemas.microsoft.com/office/drawing/2014/main" id="{9729E1EE-1BE0-C3BD-57AF-BE34F83BA6A5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057400"/>
            <a:ext cx="2667000" cy="4419600"/>
            <a:chOff x="1152" y="1296"/>
            <a:chExt cx="1680" cy="2784"/>
          </a:xfrm>
        </p:grpSpPr>
        <p:sp>
          <p:nvSpPr>
            <p:cNvPr id="28705" name="Rectangle 3">
              <a:extLst>
                <a:ext uri="{FF2B5EF4-FFF2-40B4-BE49-F238E27FC236}">
                  <a16:creationId xmlns:a16="http://schemas.microsoft.com/office/drawing/2014/main" id="{322DB760-0E08-902F-FBB7-544FEB016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296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6" name="Rectangle 4">
              <a:extLst>
                <a:ext uri="{FF2B5EF4-FFF2-40B4-BE49-F238E27FC236}">
                  <a16:creationId xmlns:a16="http://schemas.microsoft.com/office/drawing/2014/main" id="{67D45E32-AC74-46A7-2680-A54B09E11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824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7" name="Rectangle 5">
              <a:extLst>
                <a:ext uri="{FF2B5EF4-FFF2-40B4-BE49-F238E27FC236}">
                  <a16:creationId xmlns:a16="http://schemas.microsoft.com/office/drawing/2014/main" id="{C62CDC9C-9FD7-FA49-D21E-2E1CA8BD7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64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8" name="Rectangle 6">
              <a:extLst>
                <a:ext uri="{FF2B5EF4-FFF2-40B4-BE49-F238E27FC236}">
                  <a16:creationId xmlns:a16="http://schemas.microsoft.com/office/drawing/2014/main" id="{30EB5BB7-AB3A-2B7C-F3FB-83616B519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04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9" name="Rectangle 7">
              <a:extLst>
                <a:ext uri="{FF2B5EF4-FFF2-40B4-BE49-F238E27FC236}">
                  <a16:creationId xmlns:a16="http://schemas.microsoft.com/office/drawing/2014/main" id="{232AB3F1-C61F-28EF-229B-A5B5B28B3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10" name="Rectangle 8">
              <a:extLst>
                <a:ext uri="{FF2B5EF4-FFF2-40B4-BE49-F238E27FC236}">
                  <a16:creationId xmlns:a16="http://schemas.microsoft.com/office/drawing/2014/main" id="{EDE50583-FF2F-6671-6A60-1E575827C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7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11" name="Rectangle 9">
              <a:extLst>
                <a:ext uri="{FF2B5EF4-FFF2-40B4-BE49-F238E27FC236}">
                  <a16:creationId xmlns:a16="http://schemas.microsoft.com/office/drawing/2014/main" id="{CE9E6A55-F6FD-8DA4-C282-E568593ED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1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12" name="Rectangle 10">
              <a:extLst>
                <a:ext uri="{FF2B5EF4-FFF2-40B4-BE49-F238E27FC236}">
                  <a16:creationId xmlns:a16="http://schemas.microsoft.com/office/drawing/2014/main" id="{DFC82349-821C-D0F5-ED2D-4243B98AE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52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13" name="Text Box 11">
              <a:extLst>
                <a:ext uri="{FF2B5EF4-FFF2-40B4-BE49-F238E27FC236}">
                  <a16:creationId xmlns:a16="http://schemas.microsoft.com/office/drawing/2014/main" id="{369DDC72-80F1-45CB-0B83-413C5A714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17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714" name="Text Box 12">
              <a:extLst>
                <a:ext uri="{FF2B5EF4-FFF2-40B4-BE49-F238E27FC236}">
                  <a16:creationId xmlns:a16="http://schemas.microsoft.com/office/drawing/2014/main" id="{190750CF-9B60-DCE0-3EEB-42704CE7F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0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715" name="Text Box 13">
              <a:extLst>
                <a:ext uri="{FF2B5EF4-FFF2-40B4-BE49-F238E27FC236}">
                  <a16:creationId xmlns:a16="http://schemas.microsoft.com/office/drawing/2014/main" id="{BD62E18A-E67D-419E-C5CE-29BC605CD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277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14">
              <a:extLst>
                <a:ext uri="{FF2B5EF4-FFF2-40B4-BE49-F238E27FC236}">
                  <a16:creationId xmlns:a16="http://schemas.microsoft.com/office/drawing/2014/main" id="{6984C642-A0B6-13B9-E15A-E1875E7DB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01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8675" name="Rectangle 15">
            <a:extLst>
              <a:ext uri="{FF2B5EF4-FFF2-40B4-BE49-F238E27FC236}">
                <a16:creationId xmlns:a16="http://schemas.microsoft.com/office/drawing/2014/main" id="{176CD24A-1E34-8A75-390F-730939F4F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163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V  </a:t>
            </a:r>
            <a:r>
              <a:rPr lang="zh-CN" altLang="en-US" b="1" dirty="0"/>
              <a:t>程序中断方式 </a:t>
            </a:r>
            <a:endParaRPr lang="en-US" altLang="zh-CN" b="1" dirty="0"/>
          </a:p>
        </p:txBody>
      </p:sp>
      <p:sp>
        <p:nvSpPr>
          <p:cNvPr id="331792" name="Text Box 16">
            <a:extLst>
              <a:ext uri="{FF2B5EF4-FFF2-40B4-BE49-F238E27FC236}">
                <a16:creationId xmlns:a16="http://schemas.microsoft.com/office/drawing/2014/main" id="{21F6A124-2A30-136B-F631-FD61972E4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19200"/>
            <a:ext cx="368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一、中断的概念</a:t>
            </a:r>
          </a:p>
        </p:txBody>
      </p:sp>
      <p:sp>
        <p:nvSpPr>
          <p:cNvPr id="331793" name="Line 17">
            <a:extLst>
              <a:ext uri="{FF2B5EF4-FFF2-40B4-BE49-F238E27FC236}">
                <a16:creationId xmlns:a16="http://schemas.microsoft.com/office/drawing/2014/main" id="{7D09234F-024C-4FF8-B6DE-EB6A3A70D6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3429000"/>
            <a:ext cx="12192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1794" name="Freeform 18">
            <a:extLst>
              <a:ext uri="{FF2B5EF4-FFF2-40B4-BE49-F238E27FC236}">
                <a16:creationId xmlns:a16="http://schemas.microsoft.com/office/drawing/2014/main" id="{4A5DF075-016D-C4D1-09B6-D78E7D91D06F}"/>
              </a:ext>
            </a:extLst>
          </p:cNvPr>
          <p:cNvSpPr>
            <a:spLocks/>
          </p:cNvSpPr>
          <p:nvPr/>
        </p:nvSpPr>
        <p:spPr bwMode="auto">
          <a:xfrm>
            <a:off x="6019801" y="5029200"/>
            <a:ext cx="1223963" cy="1600200"/>
          </a:xfrm>
          <a:custGeom>
            <a:avLst/>
            <a:gdLst>
              <a:gd name="T0" fmla="*/ 2147483646 w 771"/>
              <a:gd name="T1" fmla="*/ 2147483646 h 1008"/>
              <a:gd name="T2" fmla="*/ 0 w 771"/>
              <a:gd name="T3" fmla="*/ 0 h 100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1" h="1008">
                <a:moveTo>
                  <a:pt x="771" y="1008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1795" name="Text Box 19">
            <a:extLst>
              <a:ext uri="{FF2B5EF4-FFF2-40B4-BE49-F238E27FC236}">
                <a16:creationId xmlns:a16="http://schemas.microsoft.com/office/drawing/2014/main" id="{C98E8DDA-D593-38F5-306C-C4CFFA105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4011" y="2239963"/>
            <a:ext cx="615553" cy="45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31796" name="Text Box 20">
            <a:extLst>
              <a:ext uri="{FF2B5EF4-FFF2-40B4-BE49-F238E27FC236}">
                <a16:creationId xmlns:a16="http://schemas.microsoft.com/office/drawing/2014/main" id="{F63F8DA0-37B6-E770-9C73-DAB23A468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819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31797" name="Text Box 21">
            <a:extLst>
              <a:ext uri="{FF2B5EF4-FFF2-40B4-BE49-F238E27FC236}">
                <a16:creationId xmlns:a16="http://schemas.microsoft.com/office/drawing/2014/main" id="{A05BE6BE-4AAE-5D3B-4881-1A7DC576D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3241675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331798" name="Text Box 22">
            <a:extLst>
              <a:ext uri="{FF2B5EF4-FFF2-40B4-BE49-F238E27FC236}">
                <a16:creationId xmlns:a16="http://schemas.microsoft.com/office/drawing/2014/main" id="{2F60EB66-1C07-B9CA-5677-E7481E56A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1" y="44196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endParaRPr lang="zh-CN" altLang="en-US" sz="2400" i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1799" name="Text Box 23">
            <a:extLst>
              <a:ext uri="{FF2B5EF4-FFF2-40B4-BE49-F238E27FC236}">
                <a16:creationId xmlns:a16="http://schemas.microsoft.com/office/drawing/2014/main" id="{1B394959-9905-2E5D-C198-DF12C8E99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876800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1800" name="Text Box 24">
            <a:extLst>
              <a:ext uri="{FF2B5EF4-FFF2-40B4-BE49-F238E27FC236}">
                <a16:creationId xmlns:a16="http://schemas.microsoft.com/office/drawing/2014/main" id="{6CD111C4-2A8A-F38C-DF2B-55AEDF502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236" y="3819525"/>
            <a:ext cx="615553" cy="45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31801" name="Text Box 25">
            <a:extLst>
              <a:ext uri="{FF2B5EF4-FFF2-40B4-BE49-F238E27FC236}">
                <a16:creationId xmlns:a16="http://schemas.microsoft.com/office/drawing/2014/main" id="{0F562290-62B6-75AC-8DDB-B407E7374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236" y="5800725"/>
            <a:ext cx="615553" cy="45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</a:p>
        </p:txBody>
      </p:sp>
      <p:grpSp>
        <p:nvGrpSpPr>
          <p:cNvPr id="331802" name="Group 26">
            <a:extLst>
              <a:ext uri="{FF2B5EF4-FFF2-40B4-BE49-F238E27FC236}">
                <a16:creationId xmlns:a16="http://schemas.microsoft.com/office/drawing/2014/main" id="{7954D096-6C11-C1F4-5E03-22E0A1FF78F9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1676400"/>
            <a:ext cx="1981200" cy="2362200"/>
            <a:chOff x="3600" y="1056"/>
            <a:chExt cx="1248" cy="1488"/>
          </a:xfrm>
        </p:grpSpPr>
        <p:sp>
          <p:nvSpPr>
            <p:cNvPr id="28700" name="Rectangle 27">
              <a:extLst>
                <a:ext uri="{FF2B5EF4-FFF2-40B4-BE49-F238E27FC236}">
                  <a16:creationId xmlns:a16="http://schemas.microsoft.com/office/drawing/2014/main" id="{666214BE-6F25-40B8-073E-0D071CDA8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056"/>
              <a:ext cx="1248" cy="14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8701" name="Group 28">
              <a:extLst>
                <a:ext uri="{FF2B5EF4-FFF2-40B4-BE49-F238E27FC236}">
                  <a16:creationId xmlns:a16="http://schemas.microsoft.com/office/drawing/2014/main" id="{770879A2-2512-532E-CD46-D8D2775E4F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056"/>
              <a:ext cx="1248" cy="1488"/>
              <a:chOff x="3600" y="1056"/>
              <a:chExt cx="1248" cy="1488"/>
            </a:xfrm>
          </p:grpSpPr>
          <p:sp>
            <p:nvSpPr>
              <p:cNvPr id="28703" name="Text Box 29">
                <a:extLst>
                  <a:ext uri="{FF2B5EF4-FFF2-40B4-BE49-F238E27FC236}">
                    <a16:creationId xmlns:a16="http://schemas.microsoft.com/office/drawing/2014/main" id="{6F6FBB5D-FA1E-6D36-B664-5CA4B36069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200"/>
                <a:ext cx="349" cy="1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中断服务程序</a:t>
                </a:r>
              </a:p>
            </p:txBody>
          </p:sp>
          <p:sp>
            <p:nvSpPr>
              <p:cNvPr id="28704" name="Rectangle 30">
                <a:extLst>
                  <a:ext uri="{FF2B5EF4-FFF2-40B4-BE49-F238E27FC236}">
                    <a16:creationId xmlns:a16="http://schemas.microsoft.com/office/drawing/2014/main" id="{90F3918D-83E6-E272-B592-8A510D699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056"/>
                <a:ext cx="1248" cy="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8702" name="Text Box 31">
              <a:extLst>
                <a:ext uri="{FF2B5EF4-FFF2-40B4-BE49-F238E27FC236}">
                  <a16:creationId xmlns:a16="http://schemas.microsoft.com/office/drawing/2014/main" id="{4F9187EF-67AA-5878-5B12-739B4C6BF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1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31808" name="Group 32">
            <a:extLst>
              <a:ext uri="{FF2B5EF4-FFF2-40B4-BE49-F238E27FC236}">
                <a16:creationId xmlns:a16="http://schemas.microsoft.com/office/drawing/2014/main" id="{3195744F-A6DA-5CA2-601F-30C7F4A3683B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267200"/>
            <a:ext cx="1981200" cy="2362200"/>
            <a:chOff x="3600" y="2688"/>
            <a:chExt cx="1248" cy="1488"/>
          </a:xfrm>
        </p:grpSpPr>
        <p:sp>
          <p:nvSpPr>
            <p:cNvPr id="28695" name="Rectangle 33">
              <a:extLst>
                <a:ext uri="{FF2B5EF4-FFF2-40B4-BE49-F238E27FC236}">
                  <a16:creationId xmlns:a16="http://schemas.microsoft.com/office/drawing/2014/main" id="{43CAFF69-EA52-08E4-AB69-CC35E21D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688"/>
              <a:ext cx="1248" cy="14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8696" name="Group 34">
              <a:extLst>
                <a:ext uri="{FF2B5EF4-FFF2-40B4-BE49-F238E27FC236}">
                  <a16:creationId xmlns:a16="http://schemas.microsoft.com/office/drawing/2014/main" id="{DB23EFBF-F540-045A-E1A4-F84E57821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688"/>
              <a:ext cx="1248" cy="1488"/>
              <a:chOff x="3600" y="2688"/>
              <a:chExt cx="1248" cy="1488"/>
            </a:xfrm>
          </p:grpSpPr>
          <p:sp>
            <p:nvSpPr>
              <p:cNvPr id="28698" name="Text Box 35">
                <a:extLst>
                  <a:ext uri="{FF2B5EF4-FFF2-40B4-BE49-F238E27FC236}">
                    <a16:creationId xmlns:a16="http://schemas.microsoft.com/office/drawing/2014/main" id="{2BB31BD7-D014-3748-C0E9-F40FBCC3AA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2832"/>
                <a:ext cx="349" cy="1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中断服务程序</a:t>
                </a:r>
              </a:p>
            </p:txBody>
          </p:sp>
          <p:sp>
            <p:nvSpPr>
              <p:cNvPr id="28699" name="Rectangle 36">
                <a:extLst>
                  <a:ext uri="{FF2B5EF4-FFF2-40B4-BE49-F238E27FC236}">
                    <a16:creationId xmlns:a16="http://schemas.microsoft.com/office/drawing/2014/main" id="{78D265C6-DA78-8F87-07BB-BCC7B514B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1248" cy="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8697" name="Text Box 37">
              <a:extLst>
                <a:ext uri="{FF2B5EF4-FFF2-40B4-BE49-F238E27FC236}">
                  <a16:creationId xmlns:a16="http://schemas.microsoft.com/office/drawing/2014/main" id="{F92A27E5-914A-25B5-5C28-80819C5A7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81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331814" name="Group 38">
            <a:extLst>
              <a:ext uri="{FF2B5EF4-FFF2-40B4-BE49-F238E27FC236}">
                <a16:creationId xmlns:a16="http://schemas.microsoft.com/office/drawing/2014/main" id="{DAA646A3-E513-A158-B816-60428172919B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524000"/>
            <a:ext cx="1219200" cy="1447800"/>
            <a:chOff x="2832" y="960"/>
            <a:chExt cx="768" cy="912"/>
          </a:xfrm>
        </p:grpSpPr>
        <p:sp>
          <p:nvSpPr>
            <p:cNvPr id="28693" name="Line 39">
              <a:extLst>
                <a:ext uri="{FF2B5EF4-FFF2-40B4-BE49-F238E27FC236}">
                  <a16:creationId xmlns:a16="http://schemas.microsoft.com/office/drawing/2014/main" id="{37205F54-AB96-6BA4-6319-2DA162E187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1056"/>
              <a:ext cx="768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4" name="Text Box 40">
              <a:extLst>
                <a:ext uri="{FF2B5EF4-FFF2-40B4-BE49-F238E27FC236}">
                  <a16:creationId xmlns:a16="http://schemas.microsoft.com/office/drawing/2014/main" id="{D8E8D518-8E8B-7EB9-608C-700DF5E2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960"/>
              <a:ext cx="5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入口1</a:t>
              </a:r>
            </a:p>
          </p:txBody>
        </p:sp>
      </p:grpSp>
      <p:grpSp>
        <p:nvGrpSpPr>
          <p:cNvPr id="331817" name="Group 41">
            <a:extLst>
              <a:ext uri="{FF2B5EF4-FFF2-40B4-BE49-F238E27FC236}">
                <a16:creationId xmlns:a16="http://schemas.microsoft.com/office/drawing/2014/main" id="{86FB066B-0B04-814F-36F3-B1ADCF49B2F5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022725"/>
            <a:ext cx="1371600" cy="654050"/>
            <a:chOff x="2832" y="2534"/>
            <a:chExt cx="864" cy="412"/>
          </a:xfrm>
        </p:grpSpPr>
        <p:sp>
          <p:nvSpPr>
            <p:cNvPr id="28691" name="Freeform 42">
              <a:extLst>
                <a:ext uri="{FF2B5EF4-FFF2-40B4-BE49-F238E27FC236}">
                  <a16:creationId xmlns:a16="http://schemas.microsoft.com/office/drawing/2014/main" id="{BD44B87E-4027-1A6C-B1B9-E8C58A437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688"/>
              <a:ext cx="768" cy="258"/>
            </a:xfrm>
            <a:custGeom>
              <a:avLst/>
              <a:gdLst>
                <a:gd name="T0" fmla="*/ 0 w 768"/>
                <a:gd name="T1" fmla="*/ 258 h 258"/>
                <a:gd name="T2" fmla="*/ 768 w 768"/>
                <a:gd name="T3" fmla="*/ 0 h 2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8" h="258">
                  <a:moveTo>
                    <a:pt x="0" y="258"/>
                  </a:moveTo>
                  <a:lnTo>
                    <a:pt x="768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2" name="Text Box 43">
              <a:extLst>
                <a:ext uri="{FF2B5EF4-FFF2-40B4-BE49-F238E27FC236}">
                  <a16:creationId xmlns:a16="http://schemas.microsoft.com/office/drawing/2014/main" id="{451730CD-D006-12A5-48B6-06D06816A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53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入口2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3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3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3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3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3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33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5" dur="5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3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33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92" grpId="0" autoUpdateAnimBg="0"/>
      <p:bldP spid="331795" grpId="0" autoUpdateAnimBg="0"/>
      <p:bldP spid="331796" grpId="0" autoUpdateAnimBg="0"/>
      <p:bldP spid="331797" grpId="0" autoUpdateAnimBg="0"/>
      <p:bldP spid="331798" grpId="0" autoUpdateAnimBg="0"/>
      <p:bldP spid="331799" grpId="0" autoUpdateAnimBg="0"/>
      <p:bldP spid="331800" grpId="0" autoUpdateAnimBg="0"/>
      <p:bldP spid="33180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34AAF3C3-B09C-9EBC-D1FC-A26B4B155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" y="88109"/>
            <a:ext cx="41703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</a:t>
            </a:r>
            <a:r>
              <a:rPr lang="en-US" altLang="zh-CN" sz="3600" dirty="0">
                <a:latin typeface="Times New Roman" panose="02020603050405020304" pitchFamily="18" charset="0"/>
              </a:rPr>
              <a:t>I/O </a:t>
            </a:r>
            <a:r>
              <a:rPr lang="zh-CN" altLang="en-US" sz="3600" dirty="0">
                <a:latin typeface="Times New Roman" panose="02020603050405020304" pitchFamily="18" charset="0"/>
              </a:rPr>
              <a:t>中断的产生</a:t>
            </a:r>
          </a:p>
        </p:txBody>
      </p:sp>
      <p:sp>
        <p:nvSpPr>
          <p:cNvPr id="332803" name="Text Box 3">
            <a:extLst>
              <a:ext uri="{FF2B5EF4-FFF2-40B4-BE49-F238E27FC236}">
                <a16:creationId xmlns:a16="http://schemas.microsoft.com/office/drawing/2014/main" id="{A9ACB45E-E8AE-1A8B-F628-0CD56A112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990601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以打印机为例</a:t>
            </a:r>
          </a:p>
        </p:txBody>
      </p:sp>
      <p:grpSp>
        <p:nvGrpSpPr>
          <p:cNvPr id="332887" name="Group 87">
            <a:extLst>
              <a:ext uri="{FF2B5EF4-FFF2-40B4-BE49-F238E27FC236}">
                <a16:creationId xmlns:a16="http://schemas.microsoft.com/office/drawing/2014/main" id="{3C03A523-C3C4-74F9-51BD-369715D7B77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624388"/>
            <a:ext cx="7848600" cy="2163762"/>
            <a:chOff x="288" y="2913"/>
            <a:chExt cx="4944" cy="1363"/>
          </a:xfrm>
        </p:grpSpPr>
        <p:sp>
          <p:nvSpPr>
            <p:cNvPr id="29763" name="Line 5">
              <a:extLst>
                <a:ext uri="{FF2B5EF4-FFF2-40B4-BE49-F238E27FC236}">
                  <a16:creationId xmlns:a16="http://schemas.microsoft.com/office/drawing/2014/main" id="{16B91CEA-EFBB-CF71-8E65-E659E6066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777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4" name="Line 6">
              <a:extLst>
                <a:ext uri="{FF2B5EF4-FFF2-40B4-BE49-F238E27FC236}">
                  <a16:creationId xmlns:a16="http://schemas.microsoft.com/office/drawing/2014/main" id="{90F64B6D-6DFC-6E9E-C06D-A3B74E9F16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36" y="2913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5" name="Line 7">
              <a:extLst>
                <a:ext uri="{FF2B5EF4-FFF2-40B4-BE49-F238E27FC236}">
                  <a16:creationId xmlns:a16="http://schemas.microsoft.com/office/drawing/2014/main" id="{50B24808-A524-4099-2AB1-A29E0BCB1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13"/>
              <a:ext cx="1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6" name="Line 8">
              <a:extLst>
                <a:ext uri="{FF2B5EF4-FFF2-40B4-BE49-F238E27FC236}">
                  <a16:creationId xmlns:a16="http://schemas.microsoft.com/office/drawing/2014/main" id="{638EE94A-A9F7-DBA1-E367-3A45504E9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2913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7" name="Line 9">
              <a:extLst>
                <a:ext uri="{FF2B5EF4-FFF2-40B4-BE49-F238E27FC236}">
                  <a16:creationId xmlns:a16="http://schemas.microsoft.com/office/drawing/2014/main" id="{5F2EACC4-1C58-BE33-BEC6-780A62C473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8" y="2913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8" name="Freeform 10">
              <a:extLst>
                <a:ext uri="{FF2B5EF4-FFF2-40B4-BE49-F238E27FC236}">
                  <a16:creationId xmlns:a16="http://schemas.microsoft.com/office/drawing/2014/main" id="{D2D43411-58EE-EE89-959D-E3E77E0B2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3768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69" name="Line 11">
              <a:extLst>
                <a:ext uri="{FF2B5EF4-FFF2-40B4-BE49-F238E27FC236}">
                  <a16:creationId xmlns:a16="http://schemas.microsoft.com/office/drawing/2014/main" id="{350205E5-E428-782A-AA5B-5F2846E7A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13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0" name="Line 12">
              <a:extLst>
                <a:ext uri="{FF2B5EF4-FFF2-40B4-BE49-F238E27FC236}">
                  <a16:creationId xmlns:a16="http://schemas.microsoft.com/office/drawing/2014/main" id="{320E2918-EC74-5AF1-4387-5B7E3C785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13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1" name="Line 13">
              <a:extLst>
                <a:ext uri="{FF2B5EF4-FFF2-40B4-BE49-F238E27FC236}">
                  <a16:creationId xmlns:a16="http://schemas.microsoft.com/office/drawing/2014/main" id="{818B5BB3-7D95-5206-7AE6-C5A9D43C99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668" y="2913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2" name="Freeform 14">
              <a:extLst>
                <a:ext uri="{FF2B5EF4-FFF2-40B4-BE49-F238E27FC236}">
                  <a16:creationId xmlns:a16="http://schemas.microsoft.com/office/drawing/2014/main" id="{32F6473F-8F3D-66B6-3B48-AADFED293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3768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3" name="Line 15">
              <a:extLst>
                <a:ext uri="{FF2B5EF4-FFF2-40B4-BE49-F238E27FC236}">
                  <a16:creationId xmlns:a16="http://schemas.microsoft.com/office/drawing/2014/main" id="{200863F7-49C1-59F1-D93E-14D5F17B2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913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74" name="Text Box 16">
              <a:extLst>
                <a:ext uri="{FF2B5EF4-FFF2-40B4-BE49-F238E27FC236}">
                  <a16:creationId xmlns:a16="http://schemas.microsoft.com/office/drawing/2014/main" id="{0CE493BF-CD60-4639-FE91-37E8A1B9D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2" y="2913"/>
              <a:ext cx="310" cy="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发中断请求</a:t>
              </a:r>
            </a:p>
          </p:txBody>
        </p:sp>
        <p:sp>
          <p:nvSpPr>
            <p:cNvPr id="29775" name="Text Box 17">
              <a:extLst>
                <a:ext uri="{FF2B5EF4-FFF2-40B4-BE49-F238E27FC236}">
                  <a16:creationId xmlns:a16="http://schemas.microsoft.com/office/drawing/2014/main" id="{C4138B64-458B-2DBE-13BF-FE05A8AAF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834"/>
              <a:ext cx="4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空闲</a:t>
              </a:r>
            </a:p>
          </p:txBody>
        </p:sp>
        <p:sp>
          <p:nvSpPr>
            <p:cNvPr id="29776" name="Text Box 18">
              <a:extLst>
                <a:ext uri="{FF2B5EF4-FFF2-40B4-BE49-F238E27FC236}">
                  <a16:creationId xmlns:a16="http://schemas.microsoft.com/office/drawing/2014/main" id="{8D39D93B-C6BA-FA2E-B36D-51CCBFDB7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3834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接收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29777" name="Text Box 19">
              <a:extLst>
                <a:ext uri="{FF2B5EF4-FFF2-40B4-BE49-F238E27FC236}">
                  <a16:creationId xmlns:a16="http://schemas.microsoft.com/office/drawing/2014/main" id="{66E8B6BD-D018-5560-F0B7-0E90F1114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834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接收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29778" name="Text Box 20">
              <a:extLst>
                <a:ext uri="{FF2B5EF4-FFF2-40B4-BE49-F238E27FC236}">
                  <a16:creationId xmlns:a16="http://schemas.microsoft.com/office/drawing/2014/main" id="{2463033A-F786-0B79-443F-9CD503D5F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291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准备</a:t>
              </a:r>
            </a:p>
          </p:txBody>
        </p:sp>
        <p:sp>
          <p:nvSpPr>
            <p:cNvPr id="29779" name="Text Box 21">
              <a:extLst>
                <a:ext uri="{FF2B5EF4-FFF2-40B4-BE49-F238E27FC236}">
                  <a16:creationId xmlns:a16="http://schemas.microsoft.com/office/drawing/2014/main" id="{128A8A63-34C3-B1EB-53AA-D37798FD2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2914"/>
              <a:ext cx="310" cy="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发中断请求</a:t>
              </a:r>
            </a:p>
          </p:txBody>
        </p:sp>
        <p:sp>
          <p:nvSpPr>
            <p:cNvPr id="29780" name="Text Box 22">
              <a:extLst>
                <a:ext uri="{FF2B5EF4-FFF2-40B4-BE49-F238E27FC236}">
                  <a16:creationId xmlns:a16="http://schemas.microsoft.com/office/drawing/2014/main" id="{2DF535DB-1884-9836-5CC8-42B711C91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91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打印</a:t>
              </a:r>
            </a:p>
          </p:txBody>
        </p:sp>
        <p:sp>
          <p:nvSpPr>
            <p:cNvPr id="29781" name="Text Box 23">
              <a:extLst>
                <a:ext uri="{FF2B5EF4-FFF2-40B4-BE49-F238E27FC236}">
                  <a16:creationId xmlns:a16="http://schemas.microsoft.com/office/drawing/2014/main" id="{FA42FE53-D535-D8A9-B977-ECD470319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" y="291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打印</a:t>
              </a:r>
            </a:p>
          </p:txBody>
        </p:sp>
        <p:sp>
          <p:nvSpPr>
            <p:cNvPr id="29782" name="Text Box 24">
              <a:extLst>
                <a:ext uri="{FF2B5EF4-FFF2-40B4-BE49-F238E27FC236}">
                  <a16:creationId xmlns:a16="http://schemas.microsoft.com/office/drawing/2014/main" id="{9B96C655-3F27-F8E3-A4E8-E0777ADD4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41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打印机</a:t>
              </a:r>
            </a:p>
          </p:txBody>
        </p:sp>
      </p:grpSp>
      <p:grpSp>
        <p:nvGrpSpPr>
          <p:cNvPr id="332825" name="Group 25">
            <a:extLst>
              <a:ext uri="{FF2B5EF4-FFF2-40B4-BE49-F238E27FC236}">
                <a16:creationId xmlns:a16="http://schemas.microsoft.com/office/drawing/2014/main" id="{4DB6D046-9B84-6881-1ACC-3DC9F52D3CB3}"/>
              </a:ext>
            </a:extLst>
          </p:cNvPr>
          <p:cNvGrpSpPr>
            <a:grpSpLocks/>
          </p:cNvGrpSpPr>
          <p:nvPr/>
        </p:nvGrpSpPr>
        <p:grpSpPr bwMode="auto">
          <a:xfrm>
            <a:off x="2117726" y="1652589"/>
            <a:ext cx="7712075" cy="2695575"/>
            <a:chOff x="374" y="1056"/>
            <a:chExt cx="4858" cy="1698"/>
          </a:xfrm>
        </p:grpSpPr>
        <p:sp>
          <p:nvSpPr>
            <p:cNvPr id="29739" name="Line 26">
              <a:extLst>
                <a:ext uri="{FF2B5EF4-FFF2-40B4-BE49-F238E27FC236}">
                  <a16:creationId xmlns:a16="http://schemas.microsoft.com/office/drawing/2014/main" id="{53D76200-CC79-B86A-417B-660B3032D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54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0" name="Line 27">
              <a:extLst>
                <a:ext uri="{FF2B5EF4-FFF2-40B4-BE49-F238E27FC236}">
                  <a16:creationId xmlns:a16="http://schemas.microsoft.com/office/drawing/2014/main" id="{DBD74AC4-B5B3-66CC-9B37-4280B00C6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1" name="Line 28">
              <a:extLst>
                <a:ext uri="{FF2B5EF4-FFF2-40B4-BE49-F238E27FC236}">
                  <a16:creationId xmlns:a16="http://schemas.microsoft.com/office/drawing/2014/main" id="{847AA398-FA5E-5A99-F553-C7528B3C6A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80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2" name="Line 29">
              <a:extLst>
                <a:ext uri="{FF2B5EF4-FFF2-40B4-BE49-F238E27FC236}">
                  <a16:creationId xmlns:a16="http://schemas.microsoft.com/office/drawing/2014/main" id="{62FC268F-ECED-096C-D061-C39D2FDF5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" y="2205"/>
              <a:ext cx="1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3" name="Line 30">
              <a:extLst>
                <a:ext uri="{FF2B5EF4-FFF2-40B4-BE49-F238E27FC236}">
                  <a16:creationId xmlns:a16="http://schemas.microsoft.com/office/drawing/2014/main" id="{6DDE13F6-C01B-A8C5-5F5B-FF8E12DA9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6" y="1354"/>
              <a:ext cx="11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4" name="Line 31">
              <a:extLst>
                <a:ext uri="{FF2B5EF4-FFF2-40B4-BE49-F238E27FC236}">
                  <a16:creationId xmlns:a16="http://schemas.microsoft.com/office/drawing/2014/main" id="{6AA851BF-8D4E-E855-AA83-654C0EB27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5" name="Line 32">
              <a:extLst>
                <a:ext uri="{FF2B5EF4-FFF2-40B4-BE49-F238E27FC236}">
                  <a16:creationId xmlns:a16="http://schemas.microsoft.com/office/drawing/2014/main" id="{836BDA03-D2C8-BE45-A16F-846E9C848E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8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6" name="Freeform 33">
              <a:extLst>
                <a:ext uri="{FF2B5EF4-FFF2-40B4-BE49-F238E27FC236}">
                  <a16:creationId xmlns:a16="http://schemas.microsoft.com/office/drawing/2014/main" id="{53432E0A-750B-4A79-B0FD-F00DB650D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209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7" name="Line 34">
              <a:extLst>
                <a:ext uri="{FF2B5EF4-FFF2-40B4-BE49-F238E27FC236}">
                  <a16:creationId xmlns:a16="http://schemas.microsoft.com/office/drawing/2014/main" id="{AD00B80F-0638-6DB9-BA9B-B59D59995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54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8" name="Line 35">
              <a:extLst>
                <a:ext uri="{FF2B5EF4-FFF2-40B4-BE49-F238E27FC236}">
                  <a16:creationId xmlns:a16="http://schemas.microsoft.com/office/drawing/2014/main" id="{7B23A20E-241C-9CAD-C73D-EC2BFF62C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9" name="Line 36">
              <a:extLst>
                <a:ext uri="{FF2B5EF4-FFF2-40B4-BE49-F238E27FC236}">
                  <a16:creationId xmlns:a16="http://schemas.microsoft.com/office/drawing/2014/main" id="{443AA840-C869-6436-47C2-4C944886B9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668" y="135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0" name="Freeform 37">
              <a:extLst>
                <a:ext uri="{FF2B5EF4-FFF2-40B4-BE49-F238E27FC236}">
                  <a16:creationId xmlns:a16="http://schemas.microsoft.com/office/drawing/2014/main" id="{07403C72-2C57-0CD5-663E-FF2C9F05D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209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1" name="Line 38">
              <a:extLst>
                <a:ext uri="{FF2B5EF4-FFF2-40B4-BE49-F238E27FC236}">
                  <a16:creationId xmlns:a16="http://schemas.microsoft.com/office/drawing/2014/main" id="{6107AA56-C957-D77D-ED8A-6F4AF4E33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35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2" name="Text Box 39">
              <a:extLst>
                <a:ext uri="{FF2B5EF4-FFF2-40B4-BE49-F238E27FC236}">
                  <a16:creationId xmlns:a16="http://schemas.microsoft.com/office/drawing/2014/main" id="{6E3C5F5D-948A-0954-CCCB-5584DEF91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056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执行主程序</a:t>
              </a:r>
            </a:p>
          </p:txBody>
        </p:sp>
        <p:sp>
          <p:nvSpPr>
            <p:cNvPr id="29753" name="Text Box 40">
              <a:extLst>
                <a:ext uri="{FF2B5EF4-FFF2-40B4-BE49-F238E27FC236}">
                  <a16:creationId xmlns:a16="http://schemas.microsoft.com/office/drawing/2014/main" id="{446910D9-17E9-99E5-49E8-33019CE86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064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继续执行主程序</a:t>
              </a:r>
            </a:p>
          </p:txBody>
        </p:sp>
        <p:sp>
          <p:nvSpPr>
            <p:cNvPr id="29754" name="Text Box 41">
              <a:extLst>
                <a:ext uri="{FF2B5EF4-FFF2-40B4-BE49-F238E27FC236}">
                  <a16:creationId xmlns:a16="http://schemas.microsoft.com/office/drawing/2014/main" id="{577F9E07-9477-0688-05E2-253BE780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" y="1056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继续执行主程序</a:t>
              </a:r>
            </a:p>
          </p:txBody>
        </p:sp>
        <p:sp>
          <p:nvSpPr>
            <p:cNvPr id="29755" name="Text Box 42">
              <a:extLst>
                <a:ext uri="{FF2B5EF4-FFF2-40B4-BE49-F238E27FC236}">
                  <a16:creationId xmlns:a16="http://schemas.microsoft.com/office/drawing/2014/main" id="{4FE51FA1-B513-1061-DFAE-D0870078F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" y="1469"/>
              <a:ext cx="31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响应中断</a:t>
              </a:r>
            </a:p>
          </p:txBody>
        </p:sp>
        <p:sp>
          <p:nvSpPr>
            <p:cNvPr id="29756" name="Text Box 43">
              <a:extLst>
                <a:ext uri="{FF2B5EF4-FFF2-40B4-BE49-F238E27FC236}">
                  <a16:creationId xmlns:a16="http://schemas.microsoft.com/office/drawing/2014/main" id="{F5D82092-9D8F-CF27-B1CE-24CDC83BE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469"/>
              <a:ext cx="31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中断返回</a:t>
              </a:r>
            </a:p>
          </p:txBody>
        </p:sp>
        <p:sp>
          <p:nvSpPr>
            <p:cNvPr id="29757" name="Text Box 44">
              <a:extLst>
                <a:ext uri="{FF2B5EF4-FFF2-40B4-BE49-F238E27FC236}">
                  <a16:creationId xmlns:a16="http://schemas.microsoft.com/office/drawing/2014/main" id="{FCE5D08D-3CB1-3B7E-570E-C7E8C5D8F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" y="1450"/>
              <a:ext cx="31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响应中断</a:t>
              </a:r>
            </a:p>
          </p:txBody>
        </p:sp>
        <p:sp>
          <p:nvSpPr>
            <p:cNvPr id="29758" name="Text Box 45">
              <a:extLst>
                <a:ext uri="{FF2B5EF4-FFF2-40B4-BE49-F238E27FC236}">
                  <a16:creationId xmlns:a16="http://schemas.microsoft.com/office/drawing/2014/main" id="{780E1532-5784-1242-C1F0-B3DA5DC09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0" y="1450"/>
              <a:ext cx="31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中断返回</a:t>
              </a:r>
            </a:p>
          </p:txBody>
        </p:sp>
        <p:sp>
          <p:nvSpPr>
            <p:cNvPr id="29759" name="Text Box 46">
              <a:extLst>
                <a:ext uri="{FF2B5EF4-FFF2-40B4-BE49-F238E27FC236}">
                  <a16:creationId xmlns:a16="http://schemas.microsoft.com/office/drawing/2014/main" id="{E1F8AB00-92F1-6EB7-D73E-92011CF88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" y="2275"/>
              <a:ext cx="59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启动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打印机</a:t>
              </a:r>
            </a:p>
          </p:txBody>
        </p:sp>
        <p:sp>
          <p:nvSpPr>
            <p:cNvPr id="29760" name="Text Box 47">
              <a:extLst>
                <a:ext uri="{FF2B5EF4-FFF2-40B4-BE49-F238E27FC236}">
                  <a16:creationId xmlns:a16="http://schemas.microsoft.com/office/drawing/2014/main" id="{5D635B75-3634-89EF-BE24-4A0AE7015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2312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传送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29761" name="Text Box 48">
              <a:extLst>
                <a:ext uri="{FF2B5EF4-FFF2-40B4-BE49-F238E27FC236}">
                  <a16:creationId xmlns:a16="http://schemas.microsoft.com/office/drawing/2014/main" id="{EE5E1568-9EF6-4293-8A82-9B2677A84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304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传送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29762" name="Text Box 49">
              <a:extLst>
                <a:ext uri="{FF2B5EF4-FFF2-40B4-BE49-F238E27FC236}">
                  <a16:creationId xmlns:a16="http://schemas.microsoft.com/office/drawing/2014/main" id="{AF1C6A21-6AF3-D3D6-5C85-67DE545DC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1593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</p:grpSp>
      <p:sp>
        <p:nvSpPr>
          <p:cNvPr id="332850" name="Text Box 50">
            <a:extLst>
              <a:ext uri="{FF2B5EF4-FFF2-40B4-BE49-F238E27FC236}">
                <a16:creationId xmlns:a16="http://schemas.microsoft.com/office/drawing/2014/main" id="{A8CEB325-2CD3-2E00-9759-0A4E147F7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990601"/>
            <a:ext cx="3862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与打印机并行工作</a:t>
            </a:r>
          </a:p>
        </p:txBody>
      </p:sp>
      <p:grpSp>
        <p:nvGrpSpPr>
          <p:cNvPr id="332851" name="Group 51">
            <a:extLst>
              <a:ext uri="{FF2B5EF4-FFF2-40B4-BE49-F238E27FC236}">
                <a16:creationId xmlns:a16="http://schemas.microsoft.com/office/drawing/2014/main" id="{8EC2ADAE-266D-7934-C444-CBBBA5AB3B65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125664"/>
            <a:ext cx="1524000" cy="3870325"/>
            <a:chOff x="576" y="1339"/>
            <a:chExt cx="960" cy="2438"/>
          </a:xfrm>
        </p:grpSpPr>
        <p:sp>
          <p:nvSpPr>
            <p:cNvPr id="29737" name="Line 52">
              <a:extLst>
                <a:ext uri="{FF2B5EF4-FFF2-40B4-BE49-F238E27FC236}">
                  <a16:creationId xmlns:a16="http://schemas.microsoft.com/office/drawing/2014/main" id="{0547F465-59B0-FA3B-F351-50E0DC496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777"/>
              <a:ext cx="96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8" name="Line 53">
              <a:extLst>
                <a:ext uri="{FF2B5EF4-FFF2-40B4-BE49-F238E27FC236}">
                  <a16:creationId xmlns:a16="http://schemas.microsoft.com/office/drawing/2014/main" id="{21E2957B-F681-8658-3600-69855BCD2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39"/>
              <a:ext cx="96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2854" name="Line 54">
            <a:extLst>
              <a:ext uri="{FF2B5EF4-FFF2-40B4-BE49-F238E27FC236}">
                <a16:creationId xmlns:a16="http://schemas.microsoft.com/office/drawing/2014/main" id="{8028B44C-D7C9-CB68-F95C-86484376227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962400" y="4624388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2855" name="Line 55">
            <a:extLst>
              <a:ext uri="{FF2B5EF4-FFF2-40B4-BE49-F238E27FC236}">
                <a16:creationId xmlns:a16="http://schemas.microsoft.com/office/drawing/2014/main" id="{139A410A-C45D-5982-B8D7-55DD111E0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125663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32856" name="Group 56">
            <a:extLst>
              <a:ext uri="{FF2B5EF4-FFF2-40B4-BE49-F238E27FC236}">
                <a16:creationId xmlns:a16="http://schemas.microsoft.com/office/drawing/2014/main" id="{B5B35AF7-C62F-30BC-09B5-820C2FE74613}"/>
              </a:ext>
            </a:extLst>
          </p:cNvPr>
          <p:cNvGrpSpPr>
            <a:grpSpLocks/>
          </p:cNvGrpSpPr>
          <p:nvPr/>
        </p:nvGrpSpPr>
        <p:grpSpPr bwMode="auto">
          <a:xfrm>
            <a:off x="3943350" y="2125663"/>
            <a:ext cx="285750" cy="2487612"/>
            <a:chOff x="1524" y="1339"/>
            <a:chExt cx="180" cy="1567"/>
          </a:xfrm>
        </p:grpSpPr>
        <p:sp>
          <p:nvSpPr>
            <p:cNvPr id="29734" name="Line 57">
              <a:extLst>
                <a:ext uri="{FF2B5EF4-FFF2-40B4-BE49-F238E27FC236}">
                  <a16:creationId xmlns:a16="http://schemas.microsoft.com/office/drawing/2014/main" id="{D03ECC2B-15B9-ABE8-CCD8-FC0695877D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80" y="1339"/>
              <a:ext cx="0" cy="86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5" name="Line 58">
              <a:extLst>
                <a:ext uri="{FF2B5EF4-FFF2-40B4-BE49-F238E27FC236}">
                  <a16:creationId xmlns:a16="http://schemas.microsoft.com/office/drawing/2014/main" id="{43FE8083-8B30-41F2-C6E5-7DAF29A73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" y="2190"/>
              <a:ext cx="168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6" name="Line 59">
              <a:extLst>
                <a:ext uri="{FF2B5EF4-FFF2-40B4-BE49-F238E27FC236}">
                  <a16:creationId xmlns:a16="http://schemas.microsoft.com/office/drawing/2014/main" id="{70060B35-6C55-5BBB-E7FE-6CCB2BEED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06"/>
              <a:ext cx="168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2860" name="Group 60">
            <a:extLst>
              <a:ext uri="{FF2B5EF4-FFF2-40B4-BE49-F238E27FC236}">
                <a16:creationId xmlns:a16="http://schemas.microsoft.com/office/drawing/2014/main" id="{E479A401-A82B-FB0B-C37D-C224C4C1F856}"/>
              </a:ext>
            </a:extLst>
          </p:cNvPr>
          <p:cNvGrpSpPr>
            <a:grpSpLocks/>
          </p:cNvGrpSpPr>
          <p:nvPr/>
        </p:nvGrpSpPr>
        <p:grpSpPr bwMode="auto">
          <a:xfrm>
            <a:off x="4191001" y="2125663"/>
            <a:ext cx="1819275" cy="2487612"/>
            <a:chOff x="1680" y="1339"/>
            <a:chExt cx="1146" cy="1567"/>
          </a:xfrm>
        </p:grpSpPr>
        <p:sp>
          <p:nvSpPr>
            <p:cNvPr id="29732" name="Line 61">
              <a:extLst>
                <a:ext uri="{FF2B5EF4-FFF2-40B4-BE49-F238E27FC236}">
                  <a16:creationId xmlns:a16="http://schemas.microsoft.com/office/drawing/2014/main" id="{679B1359-E31E-2EF2-3FC7-72E078C55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6" y="1339"/>
              <a:ext cx="114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3" name="Line 62">
              <a:extLst>
                <a:ext uri="{FF2B5EF4-FFF2-40B4-BE49-F238E27FC236}">
                  <a16:creationId xmlns:a16="http://schemas.microsoft.com/office/drawing/2014/main" id="{16F20A5C-6205-7AF9-CE1E-F3804F933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06"/>
              <a:ext cx="114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2863" name="Line 63">
            <a:extLst>
              <a:ext uri="{FF2B5EF4-FFF2-40B4-BE49-F238E27FC236}">
                <a16:creationId xmlns:a16="http://schemas.microsoft.com/office/drawing/2014/main" id="{346B5702-B0DE-7806-D859-0953D8F53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0" y="4624388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2864" name="Line 64">
            <a:extLst>
              <a:ext uri="{FF2B5EF4-FFF2-40B4-BE49-F238E27FC236}">
                <a16:creationId xmlns:a16="http://schemas.microsoft.com/office/drawing/2014/main" id="{40D919A4-639A-A03B-22F8-45FD34DE9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0" y="2125663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32865" name="Group 65">
            <a:extLst>
              <a:ext uri="{FF2B5EF4-FFF2-40B4-BE49-F238E27FC236}">
                <a16:creationId xmlns:a16="http://schemas.microsoft.com/office/drawing/2014/main" id="{73C4B02C-93D7-FAD8-9B91-5FFC8C83A50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125664"/>
            <a:ext cx="0" cy="3870325"/>
            <a:chOff x="3168" y="1339"/>
            <a:chExt cx="0" cy="2438"/>
          </a:xfrm>
        </p:grpSpPr>
        <p:sp>
          <p:nvSpPr>
            <p:cNvPr id="29730" name="Line 66">
              <a:extLst>
                <a:ext uri="{FF2B5EF4-FFF2-40B4-BE49-F238E27FC236}">
                  <a16:creationId xmlns:a16="http://schemas.microsoft.com/office/drawing/2014/main" id="{C3941BBD-B3BD-DC41-0C09-00867DAA99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8" y="2913"/>
              <a:ext cx="0" cy="86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1" name="Line 67">
              <a:extLst>
                <a:ext uri="{FF2B5EF4-FFF2-40B4-BE49-F238E27FC236}">
                  <a16:creationId xmlns:a16="http://schemas.microsoft.com/office/drawing/2014/main" id="{02E1521F-5E10-B9A9-A5C9-2585D20581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8" y="1339"/>
              <a:ext cx="0" cy="86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2868" name="Group 68">
            <a:extLst>
              <a:ext uri="{FF2B5EF4-FFF2-40B4-BE49-F238E27FC236}">
                <a16:creationId xmlns:a16="http://schemas.microsoft.com/office/drawing/2014/main" id="{F078EB20-7AFF-1631-3CCB-1F6FDD04762D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3482976"/>
            <a:ext cx="557212" cy="2500313"/>
            <a:chOff x="2823" y="2194"/>
            <a:chExt cx="351" cy="1575"/>
          </a:xfrm>
        </p:grpSpPr>
        <p:sp>
          <p:nvSpPr>
            <p:cNvPr id="29728" name="Freeform 69">
              <a:extLst>
                <a:ext uri="{FF2B5EF4-FFF2-40B4-BE49-F238E27FC236}">
                  <a16:creationId xmlns:a16="http://schemas.microsoft.com/office/drawing/2014/main" id="{E8F51833-F240-C6F4-1B05-52FE64795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3768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9" name="Freeform 70">
              <a:extLst>
                <a:ext uri="{FF2B5EF4-FFF2-40B4-BE49-F238E27FC236}">
                  <a16:creationId xmlns:a16="http://schemas.microsoft.com/office/drawing/2014/main" id="{099BC798-BB50-0FB9-6E67-2AB6784A4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194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2871" name="Group 71">
            <a:extLst>
              <a:ext uri="{FF2B5EF4-FFF2-40B4-BE49-F238E27FC236}">
                <a16:creationId xmlns:a16="http://schemas.microsoft.com/office/drawing/2014/main" id="{1987CC0E-0093-341D-C9D9-132FEDC60CF3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125664"/>
            <a:ext cx="1828800" cy="2498725"/>
            <a:chOff x="3168" y="1339"/>
            <a:chExt cx="1152" cy="1574"/>
          </a:xfrm>
        </p:grpSpPr>
        <p:sp>
          <p:nvSpPr>
            <p:cNvPr id="29726" name="Line 72">
              <a:extLst>
                <a:ext uri="{FF2B5EF4-FFF2-40B4-BE49-F238E27FC236}">
                  <a16:creationId xmlns:a16="http://schemas.microsoft.com/office/drawing/2014/main" id="{6F7E589D-5113-F4E3-F6CE-0ACB452D9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13"/>
              <a:ext cx="1152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7" name="Line 73">
              <a:extLst>
                <a:ext uri="{FF2B5EF4-FFF2-40B4-BE49-F238E27FC236}">
                  <a16:creationId xmlns:a16="http://schemas.microsoft.com/office/drawing/2014/main" id="{41A08788-C58C-A68F-F612-2515DFBA0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39"/>
              <a:ext cx="1152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2874" name="Line 74">
            <a:extLst>
              <a:ext uri="{FF2B5EF4-FFF2-40B4-BE49-F238E27FC236}">
                <a16:creationId xmlns:a16="http://schemas.microsoft.com/office/drawing/2014/main" id="{BA6DE9E8-FB4A-076F-8B6D-7E3F649AD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4624388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2875" name="Line 75">
            <a:extLst>
              <a:ext uri="{FF2B5EF4-FFF2-40B4-BE49-F238E27FC236}">
                <a16:creationId xmlns:a16="http://schemas.microsoft.com/office/drawing/2014/main" id="{E1659E0E-2AF1-4FFC-5C8B-14BF6B343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2125663"/>
            <a:ext cx="0" cy="13716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32876" name="Group 76">
            <a:extLst>
              <a:ext uri="{FF2B5EF4-FFF2-40B4-BE49-F238E27FC236}">
                <a16:creationId xmlns:a16="http://schemas.microsoft.com/office/drawing/2014/main" id="{A32E2F05-AA69-806F-A563-31E29D92CAA7}"/>
              </a:ext>
            </a:extLst>
          </p:cNvPr>
          <p:cNvGrpSpPr>
            <a:grpSpLocks/>
          </p:cNvGrpSpPr>
          <p:nvPr/>
        </p:nvGrpSpPr>
        <p:grpSpPr bwMode="auto">
          <a:xfrm>
            <a:off x="8386763" y="3482976"/>
            <a:ext cx="557212" cy="2500313"/>
            <a:chOff x="4323" y="2194"/>
            <a:chExt cx="351" cy="1575"/>
          </a:xfrm>
        </p:grpSpPr>
        <p:sp>
          <p:nvSpPr>
            <p:cNvPr id="29724" name="Freeform 77">
              <a:extLst>
                <a:ext uri="{FF2B5EF4-FFF2-40B4-BE49-F238E27FC236}">
                  <a16:creationId xmlns:a16="http://schemas.microsoft.com/office/drawing/2014/main" id="{1B0117DE-E793-A217-69F7-DC2A8672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3768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5" name="Freeform 78">
              <a:extLst>
                <a:ext uri="{FF2B5EF4-FFF2-40B4-BE49-F238E27FC236}">
                  <a16:creationId xmlns:a16="http://schemas.microsoft.com/office/drawing/2014/main" id="{3108C4AA-30FF-8BF4-E001-97BFC347B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194"/>
              <a:ext cx="351" cy="1"/>
            </a:xfrm>
            <a:custGeom>
              <a:avLst/>
              <a:gdLst>
                <a:gd name="T0" fmla="*/ 0 w 351"/>
                <a:gd name="T1" fmla="*/ 0 h 1"/>
                <a:gd name="T2" fmla="*/ 351 w 35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1" h="1">
                  <a:moveTo>
                    <a:pt x="0" y="0"/>
                  </a:moveTo>
                  <a:lnTo>
                    <a:pt x="351" y="0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2879" name="Group 79">
            <a:extLst>
              <a:ext uri="{FF2B5EF4-FFF2-40B4-BE49-F238E27FC236}">
                <a16:creationId xmlns:a16="http://schemas.microsoft.com/office/drawing/2014/main" id="{5021157F-5C68-873A-689E-BD23BA58B294}"/>
              </a:ext>
            </a:extLst>
          </p:cNvPr>
          <p:cNvGrpSpPr>
            <a:grpSpLocks/>
          </p:cNvGrpSpPr>
          <p:nvPr/>
        </p:nvGrpSpPr>
        <p:grpSpPr bwMode="auto">
          <a:xfrm>
            <a:off x="8934450" y="2125664"/>
            <a:ext cx="0" cy="3870325"/>
            <a:chOff x="4668" y="1339"/>
            <a:chExt cx="0" cy="2438"/>
          </a:xfrm>
        </p:grpSpPr>
        <p:sp>
          <p:nvSpPr>
            <p:cNvPr id="29722" name="Line 80">
              <a:extLst>
                <a:ext uri="{FF2B5EF4-FFF2-40B4-BE49-F238E27FC236}">
                  <a16:creationId xmlns:a16="http://schemas.microsoft.com/office/drawing/2014/main" id="{43D47663-803C-6683-7B40-A4529FE78A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668" y="2913"/>
              <a:ext cx="0" cy="86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3" name="Line 81">
              <a:extLst>
                <a:ext uri="{FF2B5EF4-FFF2-40B4-BE49-F238E27FC236}">
                  <a16:creationId xmlns:a16="http://schemas.microsoft.com/office/drawing/2014/main" id="{D099B630-185F-1205-6F48-FEA973DDBF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668" y="1339"/>
              <a:ext cx="0" cy="86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2882" name="Group 82">
            <a:extLst>
              <a:ext uri="{FF2B5EF4-FFF2-40B4-BE49-F238E27FC236}">
                <a16:creationId xmlns:a16="http://schemas.microsoft.com/office/drawing/2014/main" id="{12EB0A42-A32F-B422-3F6F-C3B14F0A92B9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2125664"/>
            <a:ext cx="914400" cy="2498725"/>
            <a:chOff x="4656" y="1339"/>
            <a:chExt cx="576" cy="1574"/>
          </a:xfrm>
        </p:grpSpPr>
        <p:sp>
          <p:nvSpPr>
            <p:cNvPr id="29720" name="Line 83">
              <a:extLst>
                <a:ext uri="{FF2B5EF4-FFF2-40B4-BE49-F238E27FC236}">
                  <a16:creationId xmlns:a16="http://schemas.microsoft.com/office/drawing/2014/main" id="{333C2798-775D-9DFE-FF7B-9FFFA15BC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913"/>
              <a:ext cx="576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1" name="Line 84">
              <a:extLst>
                <a:ext uri="{FF2B5EF4-FFF2-40B4-BE49-F238E27FC236}">
                  <a16:creationId xmlns:a16="http://schemas.microsoft.com/office/drawing/2014/main" id="{E939DE93-4047-729F-5D86-0ABF42D33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339"/>
              <a:ext cx="576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3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3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3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33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3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33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3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3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2" dur="500"/>
                                        <p:tgtEl>
                                          <p:spTgt spid="33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33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33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33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33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33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33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2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2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autoUpdateAnimBg="0"/>
      <p:bldP spid="3328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27EBFEE3-B298-D6AA-843B-EC993D792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" y="61914"/>
            <a:ext cx="6148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三、程序中断方式的接口电路</a:t>
            </a:r>
          </a:p>
        </p:txBody>
      </p:sp>
      <p:sp>
        <p:nvSpPr>
          <p:cNvPr id="333827" name="Text Box 3">
            <a:extLst>
              <a:ext uri="{FF2B5EF4-FFF2-40B4-BE49-F238E27FC236}">
                <a16:creationId xmlns:a16="http://schemas.microsoft.com/office/drawing/2014/main" id="{3CF870FB-4842-FECF-91D4-B256409A0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1209676"/>
            <a:ext cx="6611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配置中断请求触发器和中断屏蔽触发器</a:t>
            </a:r>
          </a:p>
        </p:txBody>
      </p:sp>
      <p:grpSp>
        <p:nvGrpSpPr>
          <p:cNvPr id="333828" name="Group 4">
            <a:extLst>
              <a:ext uri="{FF2B5EF4-FFF2-40B4-BE49-F238E27FC236}">
                <a16:creationId xmlns:a16="http://schemas.microsoft.com/office/drawing/2014/main" id="{2B3A54B5-81A7-2643-03BB-1A4919238930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5759451"/>
            <a:ext cx="1144588" cy="773113"/>
            <a:chOff x="1488" y="3628"/>
            <a:chExt cx="721" cy="487"/>
          </a:xfrm>
        </p:grpSpPr>
        <p:sp>
          <p:nvSpPr>
            <p:cNvPr id="30765" name="Rectangle 5">
              <a:extLst>
                <a:ext uri="{FF2B5EF4-FFF2-40B4-BE49-F238E27FC236}">
                  <a16:creationId xmlns:a16="http://schemas.microsoft.com/office/drawing/2014/main" id="{0DD59173-55DA-A37D-DFEF-6FA01D25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48"/>
              <a:ext cx="721" cy="46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66" name="Text Box 6">
              <a:extLst>
                <a:ext uri="{FF2B5EF4-FFF2-40B4-BE49-F238E27FC236}">
                  <a16:creationId xmlns:a16="http://schemas.microsoft.com/office/drawing/2014/main" id="{D40FD7D5-832C-73D8-4C2D-C3ABE7754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381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0767" name="Text Box 7">
              <a:extLst>
                <a:ext uri="{FF2B5EF4-FFF2-40B4-BE49-F238E27FC236}">
                  <a16:creationId xmlns:a16="http://schemas.microsoft.com/office/drawing/2014/main" id="{919C47E8-FC8B-F471-E7A9-F64BD67BC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" y="3628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333832" name="Freeform 8">
            <a:extLst>
              <a:ext uri="{FF2B5EF4-FFF2-40B4-BE49-F238E27FC236}">
                <a16:creationId xmlns:a16="http://schemas.microsoft.com/office/drawing/2014/main" id="{EF487A9B-697C-519D-3B6F-F9938980AB5E}"/>
              </a:ext>
            </a:extLst>
          </p:cNvPr>
          <p:cNvSpPr>
            <a:spLocks/>
          </p:cNvSpPr>
          <p:nvPr/>
        </p:nvSpPr>
        <p:spPr bwMode="auto">
          <a:xfrm>
            <a:off x="4113214" y="5081588"/>
            <a:ext cx="1587" cy="709612"/>
          </a:xfrm>
          <a:custGeom>
            <a:avLst/>
            <a:gdLst>
              <a:gd name="T0" fmla="*/ 0 w 1"/>
              <a:gd name="T1" fmla="*/ 0 h 447"/>
              <a:gd name="T2" fmla="*/ 2147483646 w 1"/>
              <a:gd name="T3" fmla="*/ 2147483646 h 44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447">
                <a:moveTo>
                  <a:pt x="0" y="0"/>
                </a:moveTo>
                <a:lnTo>
                  <a:pt x="1" y="447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33833" name="Group 9">
            <a:extLst>
              <a:ext uri="{FF2B5EF4-FFF2-40B4-BE49-F238E27FC236}">
                <a16:creationId xmlns:a16="http://schemas.microsoft.com/office/drawing/2014/main" id="{D4FA0E55-F554-8F95-6396-CBD744EF07B6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576763"/>
            <a:ext cx="685800" cy="500062"/>
            <a:chOff x="1488" y="2883"/>
            <a:chExt cx="432" cy="315"/>
          </a:xfrm>
        </p:grpSpPr>
        <p:sp>
          <p:nvSpPr>
            <p:cNvPr id="30762" name="Text Box 10">
              <a:extLst>
                <a:ext uri="{FF2B5EF4-FFF2-40B4-BE49-F238E27FC236}">
                  <a16:creationId xmlns:a16="http://schemas.microsoft.com/office/drawing/2014/main" id="{BA269149-7425-D722-FC4B-7B9B7F94E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947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0763" name="Rectangle 11">
              <a:extLst>
                <a:ext uri="{FF2B5EF4-FFF2-40B4-BE49-F238E27FC236}">
                  <a16:creationId xmlns:a16="http://schemas.microsoft.com/office/drawing/2014/main" id="{B7C31658-7787-B8C3-3620-D72759E37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42"/>
              <a:ext cx="432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64" name="Oval 12">
              <a:extLst>
                <a:ext uri="{FF2B5EF4-FFF2-40B4-BE49-F238E27FC236}">
                  <a16:creationId xmlns:a16="http://schemas.microsoft.com/office/drawing/2014/main" id="{A8230468-5C1A-15B1-EA7E-55D7B6909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83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3837" name="Group 13">
            <a:extLst>
              <a:ext uri="{FF2B5EF4-FFF2-40B4-BE49-F238E27FC236}">
                <a16:creationId xmlns:a16="http://schemas.microsoft.com/office/drawing/2014/main" id="{C6DE29A5-E0D3-674C-78E5-1349B18351D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829051"/>
            <a:ext cx="685800" cy="454025"/>
            <a:chOff x="1488" y="2412"/>
            <a:chExt cx="432" cy="286"/>
          </a:xfrm>
        </p:grpSpPr>
        <p:sp>
          <p:nvSpPr>
            <p:cNvPr id="30759" name="Text Box 14">
              <a:extLst>
                <a:ext uri="{FF2B5EF4-FFF2-40B4-BE49-F238E27FC236}">
                  <a16:creationId xmlns:a16="http://schemas.microsoft.com/office/drawing/2014/main" id="{C894032D-9291-F923-A4B7-15D4838A9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244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760" name="Rectangle 15">
              <a:extLst>
                <a:ext uri="{FF2B5EF4-FFF2-40B4-BE49-F238E27FC236}">
                  <a16:creationId xmlns:a16="http://schemas.microsoft.com/office/drawing/2014/main" id="{C4E0AF2F-8375-B67B-7A54-FAB4379C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464"/>
              <a:ext cx="432" cy="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61" name="Oval 16">
              <a:extLst>
                <a:ext uri="{FF2B5EF4-FFF2-40B4-BE49-F238E27FC236}">
                  <a16:creationId xmlns:a16="http://schemas.microsoft.com/office/drawing/2014/main" id="{7F9432B1-7108-D25B-0EFA-9C64B60B4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12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33841" name="Freeform 17">
            <a:extLst>
              <a:ext uri="{FF2B5EF4-FFF2-40B4-BE49-F238E27FC236}">
                <a16:creationId xmlns:a16="http://schemas.microsoft.com/office/drawing/2014/main" id="{942DBB3E-0494-2C39-37A1-1B9BEF7506A8}"/>
              </a:ext>
            </a:extLst>
          </p:cNvPr>
          <p:cNvSpPr>
            <a:spLocks/>
          </p:cNvSpPr>
          <p:nvPr/>
        </p:nvSpPr>
        <p:spPr bwMode="auto">
          <a:xfrm>
            <a:off x="4219576" y="3390900"/>
            <a:ext cx="4763" cy="452438"/>
          </a:xfrm>
          <a:custGeom>
            <a:avLst/>
            <a:gdLst>
              <a:gd name="T0" fmla="*/ 0 w 3"/>
              <a:gd name="T1" fmla="*/ 0 h 285"/>
              <a:gd name="T2" fmla="*/ 2147483646 w 3"/>
              <a:gd name="T3" fmla="*/ 2147483646 h 2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285">
                <a:moveTo>
                  <a:pt x="0" y="0"/>
                </a:moveTo>
                <a:lnTo>
                  <a:pt x="3" y="285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3842" name="Freeform 18">
            <a:extLst>
              <a:ext uri="{FF2B5EF4-FFF2-40B4-BE49-F238E27FC236}">
                <a16:creationId xmlns:a16="http://schemas.microsoft.com/office/drawing/2014/main" id="{2614041B-9596-F9A3-7876-94FBEEC16492}"/>
              </a:ext>
            </a:extLst>
          </p:cNvPr>
          <p:cNvSpPr>
            <a:spLocks/>
          </p:cNvSpPr>
          <p:nvPr/>
        </p:nvSpPr>
        <p:spPr bwMode="auto">
          <a:xfrm>
            <a:off x="4229100" y="4267200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4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3843" name="Freeform 19">
            <a:extLst>
              <a:ext uri="{FF2B5EF4-FFF2-40B4-BE49-F238E27FC236}">
                <a16:creationId xmlns:a16="http://schemas.microsoft.com/office/drawing/2014/main" id="{E5CE7042-FCF0-98D9-2145-D49F695D4482}"/>
              </a:ext>
            </a:extLst>
          </p:cNvPr>
          <p:cNvSpPr>
            <a:spLocks/>
          </p:cNvSpPr>
          <p:nvPr/>
        </p:nvSpPr>
        <p:spPr bwMode="auto">
          <a:xfrm>
            <a:off x="3368675" y="3409950"/>
            <a:ext cx="1371600" cy="171450"/>
          </a:xfrm>
          <a:custGeom>
            <a:avLst/>
            <a:gdLst>
              <a:gd name="T0" fmla="*/ 0 w 723"/>
              <a:gd name="T1" fmla="*/ 2147483646 h 108"/>
              <a:gd name="T2" fmla="*/ 2147483646 w 723"/>
              <a:gd name="T3" fmla="*/ 2147483646 h 108"/>
              <a:gd name="T4" fmla="*/ 2147483646 w 723"/>
              <a:gd name="T5" fmla="*/ 0 h 1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3" h="108">
                <a:moveTo>
                  <a:pt x="0" y="108"/>
                </a:moveTo>
                <a:lnTo>
                  <a:pt x="720" y="108"/>
                </a:lnTo>
                <a:lnTo>
                  <a:pt x="723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3844" name="Freeform 20">
            <a:extLst>
              <a:ext uri="{FF2B5EF4-FFF2-40B4-BE49-F238E27FC236}">
                <a16:creationId xmlns:a16="http://schemas.microsoft.com/office/drawing/2014/main" id="{DCC5E960-42D9-7CFD-6219-46F2535BA5D3}"/>
              </a:ext>
            </a:extLst>
          </p:cNvPr>
          <p:cNvSpPr>
            <a:spLocks/>
          </p:cNvSpPr>
          <p:nvPr/>
        </p:nvSpPr>
        <p:spPr bwMode="auto">
          <a:xfrm>
            <a:off x="4381500" y="2295526"/>
            <a:ext cx="2224088" cy="3038475"/>
          </a:xfrm>
          <a:custGeom>
            <a:avLst/>
            <a:gdLst>
              <a:gd name="T0" fmla="*/ 0 w 1401"/>
              <a:gd name="T1" fmla="*/ 2147483646 h 1914"/>
              <a:gd name="T2" fmla="*/ 0 w 1401"/>
              <a:gd name="T3" fmla="*/ 2147483646 h 1914"/>
              <a:gd name="T4" fmla="*/ 2147483646 w 1401"/>
              <a:gd name="T5" fmla="*/ 2147483646 h 1914"/>
              <a:gd name="T6" fmla="*/ 2147483646 w 1401"/>
              <a:gd name="T7" fmla="*/ 0 h 1914"/>
              <a:gd name="T8" fmla="*/ 2147483646 w 1401"/>
              <a:gd name="T9" fmla="*/ 2147483646 h 1914"/>
              <a:gd name="T10" fmla="*/ 2147483646 w 1401"/>
              <a:gd name="T11" fmla="*/ 2147483646 h 19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1" h="1914">
                <a:moveTo>
                  <a:pt x="0" y="1758"/>
                </a:moveTo>
                <a:lnTo>
                  <a:pt x="0" y="1914"/>
                </a:lnTo>
                <a:lnTo>
                  <a:pt x="600" y="1914"/>
                </a:lnTo>
                <a:lnTo>
                  <a:pt x="600" y="0"/>
                </a:lnTo>
                <a:lnTo>
                  <a:pt x="1401" y="3"/>
                </a:lnTo>
                <a:lnTo>
                  <a:pt x="1401" y="19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3845" name="Text Box 21">
            <a:extLst>
              <a:ext uri="{FF2B5EF4-FFF2-40B4-BE49-F238E27FC236}">
                <a16:creationId xmlns:a16="http://schemas.microsoft.com/office/drawing/2014/main" id="{54B42D10-CA0B-3E26-DA2C-DC2E7CA4A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2133600"/>
            <a:ext cx="2684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INTR 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中断请求触发器</a:t>
            </a:r>
          </a:p>
        </p:txBody>
      </p:sp>
      <p:sp>
        <p:nvSpPr>
          <p:cNvPr id="333846" name="Text Box 22">
            <a:extLst>
              <a:ext uri="{FF2B5EF4-FFF2-40B4-BE49-F238E27FC236}">
                <a16:creationId xmlns:a16="http://schemas.microsoft.com/office/drawing/2014/main" id="{F709AA65-29CE-D650-B89A-6CEEEA962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3282951"/>
            <a:ext cx="336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INTR = 1 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有请求</a:t>
            </a:r>
          </a:p>
        </p:txBody>
      </p:sp>
      <p:sp>
        <p:nvSpPr>
          <p:cNvPr id="333847" name="Text Box 23">
            <a:extLst>
              <a:ext uri="{FF2B5EF4-FFF2-40B4-BE49-F238E27FC236}">
                <a16:creationId xmlns:a16="http://schemas.microsoft.com/office/drawing/2014/main" id="{0E3F911D-C725-980E-5B81-FD0DF9D00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4006850"/>
            <a:ext cx="2684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MASK  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中断屏蔽触发器</a:t>
            </a:r>
          </a:p>
        </p:txBody>
      </p:sp>
      <p:sp>
        <p:nvSpPr>
          <p:cNvPr id="333848" name="Text Box 24">
            <a:extLst>
              <a:ext uri="{FF2B5EF4-FFF2-40B4-BE49-F238E27FC236}">
                <a16:creationId xmlns:a16="http://schemas.microsoft.com/office/drawing/2014/main" id="{0BC6EAA8-BB38-19DE-5152-D82311EC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5157788"/>
            <a:ext cx="3363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MASK = 1 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被屏蔽</a:t>
            </a:r>
          </a:p>
        </p:txBody>
      </p:sp>
      <p:sp>
        <p:nvSpPr>
          <p:cNvPr id="333849" name="Text Box 25">
            <a:extLst>
              <a:ext uri="{FF2B5EF4-FFF2-40B4-BE49-F238E27FC236}">
                <a16:creationId xmlns:a16="http://schemas.microsoft.com/office/drawing/2014/main" id="{DC03C6D3-3F74-679E-D5F9-365EC6007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336926"/>
            <a:ext cx="1717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来自 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的</a:t>
            </a:r>
          </a:p>
          <a:p>
            <a:pPr eaLnBrk="1" hangingPunct="1"/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中断查询信号</a:t>
            </a:r>
          </a:p>
        </p:txBody>
      </p:sp>
      <p:sp>
        <p:nvSpPr>
          <p:cNvPr id="333850" name="Text Box 26">
            <a:extLst>
              <a:ext uri="{FF2B5EF4-FFF2-40B4-BE49-F238E27FC236}">
                <a16:creationId xmlns:a16="http://schemas.microsoft.com/office/drawing/2014/main" id="{913451D6-14E3-9FE2-4FC3-8B0E62E14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6156326"/>
            <a:ext cx="1973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受设备本身控制</a:t>
            </a:r>
          </a:p>
        </p:txBody>
      </p:sp>
      <p:grpSp>
        <p:nvGrpSpPr>
          <p:cNvPr id="333851" name="Group 27">
            <a:extLst>
              <a:ext uri="{FF2B5EF4-FFF2-40B4-BE49-F238E27FC236}">
                <a16:creationId xmlns:a16="http://schemas.microsoft.com/office/drawing/2014/main" id="{05718577-7769-4E12-375B-8109C63459D3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590800"/>
            <a:ext cx="2971800" cy="838200"/>
            <a:chOff x="1488" y="1632"/>
            <a:chExt cx="1872" cy="528"/>
          </a:xfrm>
        </p:grpSpPr>
        <p:grpSp>
          <p:nvGrpSpPr>
            <p:cNvPr id="30745" name="Group 28">
              <a:extLst>
                <a:ext uri="{FF2B5EF4-FFF2-40B4-BE49-F238E27FC236}">
                  <a16:creationId xmlns:a16="http://schemas.microsoft.com/office/drawing/2014/main" id="{80219AF4-6B1B-4446-9FF4-BE21D1749A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692"/>
              <a:ext cx="721" cy="468"/>
              <a:chOff x="1488" y="1692"/>
              <a:chExt cx="721" cy="468"/>
            </a:xfrm>
          </p:grpSpPr>
          <p:sp>
            <p:nvSpPr>
              <p:cNvPr id="30755" name="Text Box 29">
                <a:extLst>
                  <a:ext uri="{FF2B5EF4-FFF2-40B4-BE49-F238E27FC236}">
                    <a16:creationId xmlns:a16="http://schemas.microsoft.com/office/drawing/2014/main" id="{A48CD54F-5F24-0A09-1462-6E2806CD54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5" y="1718"/>
                <a:ext cx="49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</a:p>
            </p:txBody>
          </p:sp>
          <p:sp>
            <p:nvSpPr>
              <p:cNvPr id="30756" name="Rectangle 30">
                <a:extLst>
                  <a:ext uri="{FF2B5EF4-FFF2-40B4-BE49-F238E27FC236}">
                    <a16:creationId xmlns:a16="http://schemas.microsoft.com/office/drawing/2014/main" id="{C1C8086C-3FFE-0C15-3C35-057C5C2F1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692"/>
                <a:ext cx="721" cy="4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57" name="Text Box 31">
                <a:extLst>
                  <a:ext uri="{FF2B5EF4-FFF2-40B4-BE49-F238E27FC236}">
                    <a16:creationId xmlns:a16="http://schemas.microsoft.com/office/drawing/2014/main" id="{5CCF8ECA-8A6B-F884-1C74-E266FBE79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947"/>
                <a:ext cx="27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  D</a:t>
                </a:r>
              </a:p>
            </p:txBody>
          </p:sp>
          <p:sp>
            <p:nvSpPr>
              <p:cNvPr id="30758" name="AutoShape 32">
                <a:extLst>
                  <a:ext uri="{FF2B5EF4-FFF2-40B4-BE49-F238E27FC236}">
                    <a16:creationId xmlns:a16="http://schemas.microsoft.com/office/drawing/2014/main" id="{3B809262-43DE-6A98-5DF2-AE84ED1A1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9" y="2026"/>
                <a:ext cx="120" cy="11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0746" name="Group 33">
              <a:extLst>
                <a:ext uri="{FF2B5EF4-FFF2-40B4-BE49-F238E27FC236}">
                  <a16:creationId xmlns:a16="http://schemas.microsoft.com/office/drawing/2014/main" id="{7C3CA3BC-8DC1-93F3-5D4E-3F20B8939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632"/>
              <a:ext cx="720" cy="528"/>
              <a:chOff x="2640" y="1632"/>
              <a:chExt cx="720" cy="528"/>
            </a:xfrm>
          </p:grpSpPr>
          <p:sp>
            <p:nvSpPr>
              <p:cNvPr id="30747" name="Text Box 34">
                <a:extLst>
                  <a:ext uri="{FF2B5EF4-FFF2-40B4-BE49-F238E27FC236}">
                    <a16:creationId xmlns:a16="http://schemas.microsoft.com/office/drawing/2014/main" id="{DEFD3CC5-F614-D313-21DE-B0D1A95D77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1824"/>
                <a:ext cx="6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MASK</a:t>
                </a:r>
              </a:p>
            </p:txBody>
          </p:sp>
          <p:sp>
            <p:nvSpPr>
              <p:cNvPr id="30748" name="Rectangle 35">
                <a:extLst>
                  <a:ext uri="{FF2B5EF4-FFF2-40B4-BE49-F238E27FC236}">
                    <a16:creationId xmlns:a16="http://schemas.microsoft.com/office/drawing/2014/main" id="{2BEADCC0-87C2-79CD-775A-930A7A1B3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680"/>
                <a:ext cx="720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49" name="Oval 36">
                <a:extLst>
                  <a:ext uri="{FF2B5EF4-FFF2-40B4-BE49-F238E27FC236}">
                    <a16:creationId xmlns:a16="http://schemas.microsoft.com/office/drawing/2014/main" id="{BDCC7E28-DED8-794D-C4CF-087CCD908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50" name="Group 37">
                <a:extLst>
                  <a:ext uri="{FF2B5EF4-FFF2-40B4-BE49-F238E27FC236}">
                    <a16:creationId xmlns:a16="http://schemas.microsoft.com/office/drawing/2014/main" id="{C0AE786E-0994-6BD9-44E7-D7B17AEB2B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6" y="1680"/>
                <a:ext cx="216" cy="212"/>
                <a:chOff x="3096" y="1660"/>
                <a:chExt cx="216" cy="212"/>
              </a:xfrm>
            </p:grpSpPr>
            <p:grpSp>
              <p:nvGrpSpPr>
                <p:cNvPr id="30751" name="Group 38">
                  <a:extLst>
                    <a:ext uri="{FF2B5EF4-FFF2-40B4-BE49-F238E27FC236}">
                      <a16:creationId xmlns:a16="http://schemas.microsoft.com/office/drawing/2014/main" id="{E22BF25E-0321-5D43-0A98-12470D0A06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6" y="1660"/>
                  <a:ext cx="216" cy="212"/>
                  <a:chOff x="3120" y="2044"/>
                  <a:chExt cx="216" cy="212"/>
                </a:xfrm>
              </p:grpSpPr>
              <p:sp>
                <p:nvSpPr>
                  <p:cNvPr id="30753" name="Text Box 39">
                    <a:extLst>
                      <a:ext uri="{FF2B5EF4-FFF2-40B4-BE49-F238E27FC236}">
                        <a16:creationId xmlns:a16="http://schemas.microsoft.com/office/drawing/2014/main" id="{08A91D52-BDBF-48DB-FF33-2BD948E9DB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20" y="2044"/>
                    <a:ext cx="2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latin typeface="Times New Roman" panose="02020603050405020304" pitchFamily="18" charset="0"/>
                      </a:rPr>
                      <a:t>Q</a:t>
                    </a:r>
                  </a:p>
                </p:txBody>
              </p:sp>
              <p:sp>
                <p:nvSpPr>
                  <p:cNvPr id="30754" name="Line 40">
                    <a:extLst>
                      <a:ext uri="{FF2B5EF4-FFF2-40B4-BE49-F238E27FC236}">
                        <a16:creationId xmlns:a16="http://schemas.microsoft.com/office/drawing/2014/main" id="{BF4B1EBB-51E6-BC83-CB11-2A5BE4888C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64"/>
                    <a:ext cx="144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52" name="Line 41">
                  <a:extLst>
                    <a:ext uri="{FF2B5EF4-FFF2-40B4-BE49-F238E27FC236}">
                      <a16:creationId xmlns:a16="http://schemas.microsoft.com/office/drawing/2014/main" id="{30DC00BA-0D9A-CC8B-E232-4B7C6CB279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4" y="170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33866" name="Text Box 42">
            <a:extLst>
              <a:ext uri="{FF2B5EF4-FFF2-40B4-BE49-F238E27FC236}">
                <a16:creationId xmlns:a16="http://schemas.microsoft.com/office/drawing/2014/main" id="{B89D168A-98D8-2E4D-60B8-9E23FBB40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5881688"/>
            <a:ext cx="240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  </a:t>
            </a:r>
            <a:r>
              <a:rPr lang="zh-CN" altLang="en-US" sz="2800">
                <a:latin typeface="Times New Roman" panose="02020603050405020304" pitchFamily="18" charset="0"/>
              </a:rPr>
              <a:t>完成触发器</a:t>
            </a:r>
          </a:p>
        </p:txBody>
      </p:sp>
      <p:grpSp>
        <p:nvGrpSpPr>
          <p:cNvPr id="333868" name="Group 44">
            <a:extLst>
              <a:ext uri="{FF2B5EF4-FFF2-40B4-BE49-F238E27FC236}">
                <a16:creationId xmlns:a16="http://schemas.microsoft.com/office/drawing/2014/main" id="{E6DAF6E1-DB61-4106-A9DB-2911DFEB916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762125"/>
            <a:ext cx="2133600" cy="914400"/>
            <a:chOff x="336" y="1104"/>
            <a:chExt cx="1344" cy="576"/>
          </a:xfrm>
        </p:grpSpPr>
        <p:sp>
          <p:nvSpPr>
            <p:cNvPr id="30743" name="Freeform 45">
              <a:extLst>
                <a:ext uri="{FF2B5EF4-FFF2-40B4-BE49-F238E27FC236}">
                  <a16:creationId xmlns:a16="http://schemas.microsoft.com/office/drawing/2014/main" id="{A3193991-DBF7-E1D1-7B10-30CD822DB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440"/>
              <a:ext cx="768" cy="240"/>
            </a:xfrm>
            <a:custGeom>
              <a:avLst/>
              <a:gdLst>
                <a:gd name="T0" fmla="*/ 768 w 768"/>
                <a:gd name="T1" fmla="*/ 240 h 240"/>
                <a:gd name="T2" fmla="*/ 768 w 768"/>
                <a:gd name="T3" fmla="*/ 0 h 240"/>
                <a:gd name="T4" fmla="*/ 0 w 768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240">
                  <a:moveTo>
                    <a:pt x="768" y="240"/>
                  </a:moveTo>
                  <a:lnTo>
                    <a:pt x="768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4" name="Text Box 46">
              <a:extLst>
                <a:ext uri="{FF2B5EF4-FFF2-40B4-BE49-F238E27FC236}">
                  <a16:creationId xmlns:a16="http://schemas.microsoft.com/office/drawing/2014/main" id="{18B07BFC-0198-054A-A184-24A878EB8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104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中断请求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3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33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7" dur="500"/>
                                        <p:tgtEl>
                                          <p:spTgt spid="3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3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33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3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 autoUpdateAnimBg="0"/>
      <p:bldP spid="333845" grpId="0" autoUpdateAnimBg="0"/>
      <p:bldP spid="333846" grpId="0" autoUpdateAnimBg="0"/>
      <p:bldP spid="333847" grpId="0" autoUpdateAnimBg="0"/>
      <p:bldP spid="333848" grpId="0" autoUpdateAnimBg="0"/>
      <p:bldP spid="333849" grpId="0" autoUpdateAnimBg="0"/>
      <p:bldP spid="333850" grpId="0" autoUpdateAnimBg="0"/>
      <p:bldP spid="33386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7172544-4559-EB7D-2047-2B9E7E65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28600"/>
            <a:ext cx="201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排队器</a:t>
            </a:r>
          </a:p>
        </p:txBody>
      </p:sp>
      <p:sp>
        <p:nvSpPr>
          <p:cNvPr id="334851" name="Text Box 3">
            <a:extLst>
              <a:ext uri="{FF2B5EF4-FFF2-40B4-BE49-F238E27FC236}">
                <a16:creationId xmlns:a16="http://schemas.microsoft.com/office/drawing/2014/main" id="{45B96948-68EE-E24C-9D2F-299190AA4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13096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排队</a:t>
            </a:r>
          </a:p>
        </p:txBody>
      </p:sp>
      <p:sp>
        <p:nvSpPr>
          <p:cNvPr id="334852" name="Text Box 4">
            <a:extLst>
              <a:ext uri="{FF2B5EF4-FFF2-40B4-BE49-F238E27FC236}">
                <a16:creationId xmlns:a16="http://schemas.microsoft.com/office/drawing/2014/main" id="{E6AF2A6F-ADB3-DA0B-F1A1-5DF05D8C7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049338"/>
            <a:ext cx="680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内或在接口电路中（链式排队器）</a:t>
            </a:r>
          </a:p>
        </p:txBody>
      </p:sp>
      <p:sp>
        <p:nvSpPr>
          <p:cNvPr id="334853" name="Text Box 5">
            <a:extLst>
              <a:ext uri="{FF2B5EF4-FFF2-40B4-BE49-F238E27FC236}">
                <a16:creationId xmlns:a16="http://schemas.microsoft.com/office/drawing/2014/main" id="{6175B792-74D9-E2F5-359B-44B6DCC9F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4933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硬件</a:t>
            </a:r>
          </a:p>
        </p:txBody>
      </p:sp>
      <p:sp>
        <p:nvSpPr>
          <p:cNvPr id="334854" name="Text Box 6">
            <a:extLst>
              <a:ext uri="{FF2B5EF4-FFF2-40B4-BE49-F238E27FC236}">
                <a16:creationId xmlns:a16="http://schemas.microsoft.com/office/drawing/2014/main" id="{D6F2417A-7B5F-E651-F748-1AE8ABDF3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61448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软件</a:t>
            </a:r>
          </a:p>
        </p:txBody>
      </p:sp>
      <p:sp>
        <p:nvSpPr>
          <p:cNvPr id="334855" name="AutoShape 7">
            <a:extLst>
              <a:ext uri="{FF2B5EF4-FFF2-40B4-BE49-F238E27FC236}">
                <a16:creationId xmlns:a16="http://schemas.microsoft.com/office/drawing/2014/main" id="{D6A31F8B-E13A-E9C3-D21C-FF2F4BE6AD68}"/>
              </a:ext>
            </a:extLst>
          </p:cNvPr>
          <p:cNvSpPr>
            <a:spLocks/>
          </p:cNvSpPr>
          <p:nvPr/>
        </p:nvSpPr>
        <p:spPr bwMode="auto">
          <a:xfrm>
            <a:off x="2971800" y="1233488"/>
            <a:ext cx="152400" cy="747712"/>
          </a:xfrm>
          <a:prstGeom prst="leftBrace">
            <a:avLst>
              <a:gd name="adj1" fmla="val 4088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4857" name="Text Box 9">
            <a:extLst>
              <a:ext uri="{FF2B5EF4-FFF2-40B4-BE49-F238E27FC236}">
                <a16:creationId xmlns:a16="http://schemas.microsoft.com/office/drawing/2014/main" id="{B68624AD-F5A1-3CA9-627B-39A28A3A0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144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详见第八章</a:t>
            </a:r>
          </a:p>
        </p:txBody>
      </p:sp>
      <p:grpSp>
        <p:nvGrpSpPr>
          <p:cNvPr id="334858" name="Group 10">
            <a:extLst>
              <a:ext uri="{FF2B5EF4-FFF2-40B4-BE49-F238E27FC236}">
                <a16:creationId xmlns:a16="http://schemas.microsoft.com/office/drawing/2014/main" id="{7821704D-F265-CC28-D83C-F513E7E31060}"/>
              </a:ext>
            </a:extLst>
          </p:cNvPr>
          <p:cNvGrpSpPr>
            <a:grpSpLocks/>
          </p:cNvGrpSpPr>
          <p:nvPr/>
        </p:nvGrpSpPr>
        <p:grpSpPr bwMode="auto">
          <a:xfrm>
            <a:off x="1971675" y="3167064"/>
            <a:ext cx="1760538" cy="1481137"/>
            <a:chOff x="282" y="2773"/>
            <a:chExt cx="1109" cy="933"/>
          </a:xfrm>
        </p:grpSpPr>
        <p:sp>
          <p:nvSpPr>
            <p:cNvPr id="31844" name="Text Box 11">
              <a:extLst>
                <a:ext uri="{FF2B5EF4-FFF2-40B4-BE49-F238E27FC236}">
                  <a16:creationId xmlns:a16="http://schemas.microsoft.com/office/drawing/2014/main" id="{1D1BD252-0189-CDF4-C16A-29691EEB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" y="2773"/>
              <a:ext cx="5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r>
                <a:rPr lang="zh-CN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endParaRPr lang="en-US" altLang="zh-CN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45" name="Rectangle 12">
              <a:extLst>
                <a:ext uri="{FF2B5EF4-FFF2-40B4-BE49-F238E27FC236}">
                  <a16:creationId xmlns:a16="http://schemas.microsoft.com/office/drawing/2014/main" id="{9CC8F360-3E45-E2FC-96C2-6C33AF73F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" y="3034"/>
              <a:ext cx="110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34861" name="Group 13">
            <a:extLst>
              <a:ext uri="{FF2B5EF4-FFF2-40B4-BE49-F238E27FC236}">
                <a16:creationId xmlns:a16="http://schemas.microsoft.com/office/drawing/2014/main" id="{346FCE46-6D19-E223-EAF2-591C917F1ADE}"/>
              </a:ext>
            </a:extLst>
          </p:cNvPr>
          <p:cNvGrpSpPr>
            <a:grpSpLocks/>
          </p:cNvGrpSpPr>
          <p:nvPr/>
        </p:nvGrpSpPr>
        <p:grpSpPr bwMode="auto">
          <a:xfrm>
            <a:off x="4029075" y="3182938"/>
            <a:ext cx="1760538" cy="1465262"/>
            <a:chOff x="1578" y="2783"/>
            <a:chExt cx="1109" cy="923"/>
          </a:xfrm>
        </p:grpSpPr>
        <p:sp>
          <p:nvSpPr>
            <p:cNvPr id="31842" name="Text Box 14">
              <a:extLst>
                <a:ext uri="{FF2B5EF4-FFF2-40B4-BE49-F238E27FC236}">
                  <a16:creationId xmlns:a16="http://schemas.microsoft.com/office/drawing/2014/main" id="{9729AC3A-2B54-4440-C18A-753E8189E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2783"/>
              <a:ext cx="5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endParaRPr lang="en-US" altLang="zh-CN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43" name="Rectangle 15">
              <a:extLst>
                <a:ext uri="{FF2B5EF4-FFF2-40B4-BE49-F238E27FC236}">
                  <a16:creationId xmlns:a16="http://schemas.microsoft.com/office/drawing/2014/main" id="{5C4EE268-CEE4-5A56-54DF-29A0DC6A1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" y="3034"/>
              <a:ext cx="110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34864" name="Group 16">
            <a:extLst>
              <a:ext uri="{FF2B5EF4-FFF2-40B4-BE49-F238E27FC236}">
                <a16:creationId xmlns:a16="http://schemas.microsoft.com/office/drawing/2014/main" id="{7BEB6C61-FC2D-5C47-0041-F14D544421A2}"/>
              </a:ext>
            </a:extLst>
          </p:cNvPr>
          <p:cNvGrpSpPr>
            <a:grpSpLocks/>
          </p:cNvGrpSpPr>
          <p:nvPr/>
        </p:nvGrpSpPr>
        <p:grpSpPr bwMode="auto">
          <a:xfrm>
            <a:off x="6094413" y="3182938"/>
            <a:ext cx="1752600" cy="1465262"/>
            <a:chOff x="2879" y="2783"/>
            <a:chExt cx="1104" cy="923"/>
          </a:xfrm>
        </p:grpSpPr>
        <p:sp>
          <p:nvSpPr>
            <p:cNvPr id="31840" name="Text Box 17">
              <a:extLst>
                <a:ext uri="{FF2B5EF4-FFF2-40B4-BE49-F238E27FC236}">
                  <a16:creationId xmlns:a16="http://schemas.microsoft.com/office/drawing/2014/main" id="{63294180-FA4D-3863-C577-CDA35D619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83"/>
              <a:ext cx="5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r>
                <a:rPr lang="zh-CN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endParaRPr lang="en-US" altLang="zh-CN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41" name="Rectangle 18">
              <a:extLst>
                <a:ext uri="{FF2B5EF4-FFF2-40B4-BE49-F238E27FC236}">
                  <a16:creationId xmlns:a16="http://schemas.microsoft.com/office/drawing/2014/main" id="{D00422C8-587C-82E5-EFB9-2E26000FB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034"/>
              <a:ext cx="110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34867" name="Group 19">
            <a:extLst>
              <a:ext uri="{FF2B5EF4-FFF2-40B4-BE49-F238E27FC236}">
                <a16:creationId xmlns:a16="http://schemas.microsoft.com/office/drawing/2014/main" id="{F40016B2-C3C7-B623-9AF2-CE00B665A194}"/>
              </a:ext>
            </a:extLst>
          </p:cNvPr>
          <p:cNvGrpSpPr>
            <a:grpSpLocks/>
          </p:cNvGrpSpPr>
          <p:nvPr/>
        </p:nvGrpSpPr>
        <p:grpSpPr bwMode="auto">
          <a:xfrm>
            <a:off x="8151813" y="3182938"/>
            <a:ext cx="1752600" cy="1465262"/>
            <a:chOff x="4175" y="2783"/>
            <a:chExt cx="1104" cy="923"/>
          </a:xfrm>
        </p:grpSpPr>
        <p:sp>
          <p:nvSpPr>
            <p:cNvPr id="31838" name="Text Box 20">
              <a:extLst>
                <a:ext uri="{FF2B5EF4-FFF2-40B4-BE49-F238E27FC236}">
                  <a16:creationId xmlns:a16="http://schemas.microsoft.com/office/drawing/2014/main" id="{6E1C18AC-6CBE-C603-5F7F-64DF59ED8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783"/>
              <a:ext cx="5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endParaRPr lang="en-US" altLang="zh-CN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39" name="Rectangle 21">
              <a:extLst>
                <a:ext uri="{FF2B5EF4-FFF2-40B4-BE49-F238E27FC236}">
                  <a16:creationId xmlns:a16="http://schemas.microsoft.com/office/drawing/2014/main" id="{1A6B1358-D375-0E53-21D5-65AE049B7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3034"/>
              <a:ext cx="1104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34870" name="Group 22">
            <a:extLst>
              <a:ext uri="{FF2B5EF4-FFF2-40B4-BE49-F238E27FC236}">
                <a16:creationId xmlns:a16="http://schemas.microsoft.com/office/drawing/2014/main" id="{0F8C13CE-618D-5021-FA92-3A46D4B51B1F}"/>
              </a:ext>
            </a:extLst>
          </p:cNvPr>
          <p:cNvGrpSpPr>
            <a:grpSpLocks/>
          </p:cNvGrpSpPr>
          <p:nvPr/>
        </p:nvGrpSpPr>
        <p:grpSpPr bwMode="auto">
          <a:xfrm>
            <a:off x="2047876" y="2687638"/>
            <a:ext cx="8467725" cy="2722562"/>
            <a:chOff x="330" y="1693"/>
            <a:chExt cx="5334" cy="1715"/>
          </a:xfrm>
        </p:grpSpPr>
        <p:grpSp>
          <p:nvGrpSpPr>
            <p:cNvPr id="31786" name="Group 23">
              <a:extLst>
                <a:ext uri="{FF2B5EF4-FFF2-40B4-BE49-F238E27FC236}">
                  <a16:creationId xmlns:a16="http://schemas.microsoft.com/office/drawing/2014/main" id="{909F668B-2FD1-48F3-45BE-4AD76B8A0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2" y="1693"/>
              <a:ext cx="3890" cy="916"/>
              <a:chOff x="862" y="1693"/>
              <a:chExt cx="3890" cy="916"/>
            </a:xfrm>
          </p:grpSpPr>
          <p:sp>
            <p:nvSpPr>
              <p:cNvPr id="31834" name="Freeform 24">
                <a:extLst>
                  <a:ext uri="{FF2B5EF4-FFF2-40B4-BE49-F238E27FC236}">
                    <a16:creationId xmlns:a16="http://schemas.microsoft.com/office/drawing/2014/main" id="{03ACAE26-1797-6715-A4DB-D5D15789F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1693"/>
                <a:ext cx="1" cy="916"/>
              </a:xfrm>
              <a:custGeom>
                <a:avLst/>
                <a:gdLst>
                  <a:gd name="T0" fmla="*/ 0 w 1"/>
                  <a:gd name="T1" fmla="*/ 0 h 916"/>
                  <a:gd name="T2" fmla="*/ 1 w 1"/>
                  <a:gd name="T3" fmla="*/ 916 h 9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16">
                    <a:moveTo>
                      <a:pt x="0" y="0"/>
                    </a:moveTo>
                    <a:lnTo>
                      <a:pt x="1" y="9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5" name="Freeform 25">
                <a:extLst>
                  <a:ext uri="{FF2B5EF4-FFF2-40B4-BE49-F238E27FC236}">
                    <a16:creationId xmlns:a16="http://schemas.microsoft.com/office/drawing/2014/main" id="{5D726C44-4BBB-1EEE-D1BC-DEA9A67B5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1693"/>
                <a:ext cx="1" cy="916"/>
              </a:xfrm>
              <a:custGeom>
                <a:avLst/>
                <a:gdLst>
                  <a:gd name="T0" fmla="*/ 0 w 1"/>
                  <a:gd name="T1" fmla="*/ 0 h 916"/>
                  <a:gd name="T2" fmla="*/ 1 w 1"/>
                  <a:gd name="T3" fmla="*/ 916 h 9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16">
                    <a:moveTo>
                      <a:pt x="0" y="0"/>
                    </a:moveTo>
                    <a:lnTo>
                      <a:pt x="1" y="9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6" name="Freeform 26">
                <a:extLst>
                  <a:ext uri="{FF2B5EF4-FFF2-40B4-BE49-F238E27FC236}">
                    <a16:creationId xmlns:a16="http://schemas.microsoft.com/office/drawing/2014/main" id="{F007F5FE-6960-397E-2206-0ED50CD04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1693"/>
                <a:ext cx="1" cy="916"/>
              </a:xfrm>
              <a:custGeom>
                <a:avLst/>
                <a:gdLst>
                  <a:gd name="T0" fmla="*/ 0 w 1"/>
                  <a:gd name="T1" fmla="*/ 0 h 916"/>
                  <a:gd name="T2" fmla="*/ 1 w 1"/>
                  <a:gd name="T3" fmla="*/ 916 h 9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16">
                    <a:moveTo>
                      <a:pt x="0" y="0"/>
                    </a:moveTo>
                    <a:lnTo>
                      <a:pt x="1" y="9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7" name="Freeform 27">
                <a:extLst>
                  <a:ext uri="{FF2B5EF4-FFF2-40B4-BE49-F238E27FC236}">
                    <a16:creationId xmlns:a16="http://schemas.microsoft.com/office/drawing/2014/main" id="{179FA805-F53B-1A67-0517-4D7BB610E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" y="1693"/>
                <a:ext cx="1" cy="916"/>
              </a:xfrm>
              <a:custGeom>
                <a:avLst/>
                <a:gdLst>
                  <a:gd name="T0" fmla="*/ 0 w 1"/>
                  <a:gd name="T1" fmla="*/ 0 h 916"/>
                  <a:gd name="T2" fmla="*/ 1 w 1"/>
                  <a:gd name="T3" fmla="*/ 916 h 9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16">
                    <a:moveTo>
                      <a:pt x="0" y="0"/>
                    </a:moveTo>
                    <a:lnTo>
                      <a:pt x="1" y="9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1787" name="Group 28">
              <a:extLst>
                <a:ext uri="{FF2B5EF4-FFF2-40B4-BE49-F238E27FC236}">
                  <a16:creationId xmlns:a16="http://schemas.microsoft.com/office/drawing/2014/main" id="{7400790A-2BED-D3F8-A9CB-FB68BF10C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2352"/>
              <a:ext cx="5334" cy="1056"/>
              <a:chOff x="330" y="2352"/>
              <a:chExt cx="5334" cy="1056"/>
            </a:xfrm>
          </p:grpSpPr>
          <p:sp>
            <p:nvSpPr>
              <p:cNvPr id="31788" name="Freeform 29">
                <a:extLst>
                  <a:ext uri="{FF2B5EF4-FFF2-40B4-BE49-F238E27FC236}">
                    <a16:creationId xmlns:a16="http://schemas.microsoft.com/office/drawing/2014/main" id="{E672FEE3-6955-857E-753E-0E4BE0329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2774"/>
                <a:ext cx="96" cy="336"/>
              </a:xfrm>
              <a:custGeom>
                <a:avLst/>
                <a:gdLst>
                  <a:gd name="T0" fmla="*/ 96 w 96"/>
                  <a:gd name="T1" fmla="*/ 0 h 336"/>
                  <a:gd name="T2" fmla="*/ 0 w 96"/>
                  <a:gd name="T3" fmla="*/ 0 h 336"/>
                  <a:gd name="T4" fmla="*/ 0 w 96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36">
                    <a:moveTo>
                      <a:pt x="96" y="0"/>
                    </a:move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89" name="Text Box 30">
                <a:extLst>
                  <a:ext uri="{FF2B5EF4-FFF2-40B4-BE49-F238E27FC236}">
                    <a16:creationId xmlns:a16="http://schemas.microsoft.com/office/drawing/2014/main" id="{CB5FD8F3-C531-1868-0EFC-4070DBF3F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" y="3158"/>
                <a:ext cx="5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1790" name="Line 31">
                <a:extLst>
                  <a:ext uri="{FF2B5EF4-FFF2-40B4-BE49-F238E27FC236}">
                    <a16:creationId xmlns:a16="http://schemas.microsoft.com/office/drawing/2014/main" id="{6C8892E5-805E-990B-804D-3ABCD8CA5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9" y="3168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1" name="Freeform 32">
                <a:extLst>
                  <a:ext uri="{FF2B5EF4-FFF2-40B4-BE49-F238E27FC236}">
                    <a16:creationId xmlns:a16="http://schemas.microsoft.com/office/drawing/2014/main" id="{D838C065-93CA-536A-9C5F-37E314BC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7" y="2774"/>
                <a:ext cx="96" cy="336"/>
              </a:xfrm>
              <a:custGeom>
                <a:avLst/>
                <a:gdLst>
                  <a:gd name="T0" fmla="*/ 96 w 96"/>
                  <a:gd name="T1" fmla="*/ 0 h 336"/>
                  <a:gd name="T2" fmla="*/ 0 w 96"/>
                  <a:gd name="T3" fmla="*/ 0 h 336"/>
                  <a:gd name="T4" fmla="*/ 0 w 96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36">
                    <a:moveTo>
                      <a:pt x="96" y="0"/>
                    </a:move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2" name="Text Box 33">
                <a:extLst>
                  <a:ext uri="{FF2B5EF4-FFF2-40B4-BE49-F238E27FC236}">
                    <a16:creationId xmlns:a16="http://schemas.microsoft.com/office/drawing/2014/main" id="{06CB9EB7-AB89-F4CA-35F0-0E323F77F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8" y="3158"/>
                <a:ext cx="5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1793" name="Line 34">
                <a:extLst>
                  <a:ext uri="{FF2B5EF4-FFF2-40B4-BE49-F238E27FC236}">
                    <a16:creationId xmlns:a16="http://schemas.microsoft.com/office/drawing/2014/main" id="{BB15CB6F-2CCB-615C-2CE8-654A7D1A2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6" y="3168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4" name="Freeform 35">
                <a:extLst>
                  <a:ext uri="{FF2B5EF4-FFF2-40B4-BE49-F238E27FC236}">
                    <a16:creationId xmlns:a16="http://schemas.microsoft.com/office/drawing/2014/main" id="{04163D5F-6301-71E6-4DEA-1847B3D77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3" y="2774"/>
                <a:ext cx="96" cy="336"/>
              </a:xfrm>
              <a:custGeom>
                <a:avLst/>
                <a:gdLst>
                  <a:gd name="T0" fmla="*/ 96 w 96"/>
                  <a:gd name="T1" fmla="*/ 0 h 336"/>
                  <a:gd name="T2" fmla="*/ 0 w 96"/>
                  <a:gd name="T3" fmla="*/ 0 h 336"/>
                  <a:gd name="T4" fmla="*/ 0 w 96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36">
                    <a:moveTo>
                      <a:pt x="96" y="0"/>
                    </a:move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5" name="Text Box 36">
                <a:extLst>
                  <a:ext uri="{FF2B5EF4-FFF2-40B4-BE49-F238E27FC236}">
                    <a16:creationId xmlns:a16="http://schemas.microsoft.com/office/drawing/2014/main" id="{169947E7-4A20-A25D-D8A7-A53A828027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4" y="3158"/>
                <a:ext cx="5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3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96" name="Line 37">
                <a:extLst>
                  <a:ext uri="{FF2B5EF4-FFF2-40B4-BE49-F238E27FC236}">
                    <a16:creationId xmlns:a16="http://schemas.microsoft.com/office/drawing/2014/main" id="{464A1C3B-AAE2-5EEC-1304-268D13E9A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3168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7" name="Freeform 38">
                <a:extLst>
                  <a:ext uri="{FF2B5EF4-FFF2-40B4-BE49-F238E27FC236}">
                    <a16:creationId xmlns:a16="http://schemas.microsoft.com/office/drawing/2014/main" id="{E743C0B5-1133-6AC2-9EEE-FE24CA09B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" y="2774"/>
                <a:ext cx="96" cy="336"/>
              </a:xfrm>
              <a:custGeom>
                <a:avLst/>
                <a:gdLst>
                  <a:gd name="T0" fmla="*/ 96 w 96"/>
                  <a:gd name="T1" fmla="*/ 0 h 336"/>
                  <a:gd name="T2" fmla="*/ 0 w 96"/>
                  <a:gd name="T3" fmla="*/ 0 h 336"/>
                  <a:gd name="T4" fmla="*/ 0 w 96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36">
                    <a:moveTo>
                      <a:pt x="96" y="0"/>
                    </a:move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98" name="Text Box 39">
                <a:extLst>
                  <a:ext uri="{FF2B5EF4-FFF2-40B4-BE49-F238E27FC236}">
                    <a16:creationId xmlns:a16="http://schemas.microsoft.com/office/drawing/2014/main" id="{48B0546F-4E87-E8D9-183D-A8CE95FF2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8" y="3158"/>
                <a:ext cx="5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4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99" name="Line 40">
                <a:extLst>
                  <a:ext uri="{FF2B5EF4-FFF2-40B4-BE49-F238E27FC236}">
                    <a16:creationId xmlns:a16="http://schemas.microsoft.com/office/drawing/2014/main" id="{920768CF-EAE1-B20F-76A9-FA576E457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6" y="3168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00" name="Text Box 41">
                <a:extLst>
                  <a:ext uri="{FF2B5EF4-FFF2-40B4-BE49-F238E27FC236}">
                    <a16:creationId xmlns:a16="http://schemas.microsoft.com/office/drawing/2014/main" id="{13BCCB3F-1D16-258C-1AAD-7A52AEC30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1" y="247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</a:p>
            </p:txBody>
          </p:sp>
          <p:sp>
            <p:nvSpPr>
              <p:cNvPr id="31801" name="Rectangle 42">
                <a:extLst>
                  <a:ext uri="{FF2B5EF4-FFF2-40B4-BE49-F238E27FC236}">
                    <a16:creationId xmlns:a16="http://schemas.microsoft.com/office/drawing/2014/main" id="{68FB9607-C080-EE84-EFE1-6508C3A84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5" y="2352"/>
                <a:ext cx="239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02" name="Text Box 43">
                <a:extLst>
                  <a:ext uri="{FF2B5EF4-FFF2-40B4-BE49-F238E27FC236}">
                    <a16:creationId xmlns:a16="http://schemas.microsoft.com/office/drawing/2014/main" id="{4C7741C4-77F0-FCED-8BD6-95BAC323B1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2" y="2471"/>
                <a:ext cx="2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 </a:t>
                </a:r>
              </a:p>
            </p:txBody>
          </p:sp>
          <p:sp>
            <p:nvSpPr>
              <p:cNvPr id="31803" name="Rectangle 44">
                <a:extLst>
                  <a:ext uri="{FF2B5EF4-FFF2-40B4-BE49-F238E27FC236}">
                    <a16:creationId xmlns:a16="http://schemas.microsoft.com/office/drawing/2014/main" id="{4CC740CB-FCB2-0642-9F4C-4D51D261F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" y="2352"/>
                <a:ext cx="238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04" name="Oval 45">
                <a:extLst>
                  <a:ext uri="{FF2B5EF4-FFF2-40B4-BE49-F238E27FC236}">
                    <a16:creationId xmlns:a16="http://schemas.microsoft.com/office/drawing/2014/main" id="{F4F3907F-6BA8-F3BD-FD22-BC5D4FEBC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4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05" name="Oval 46">
                <a:extLst>
                  <a:ext uri="{FF2B5EF4-FFF2-40B4-BE49-F238E27FC236}">
                    <a16:creationId xmlns:a16="http://schemas.microsoft.com/office/drawing/2014/main" id="{55FD0CEB-6D62-BB12-A3B1-DBB48F12F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2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06" name="Freeform 47">
                <a:extLst>
                  <a:ext uri="{FF2B5EF4-FFF2-40B4-BE49-F238E27FC236}">
                    <a16:creationId xmlns:a16="http://schemas.microsoft.com/office/drawing/2014/main" id="{F78C7020-588C-7800-C45C-912314FCA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2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07" name="Freeform 48">
                <a:extLst>
                  <a:ext uri="{FF2B5EF4-FFF2-40B4-BE49-F238E27FC236}">
                    <a16:creationId xmlns:a16="http://schemas.microsoft.com/office/drawing/2014/main" id="{F21B9F1C-7383-E6DA-EE19-D13E3994A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4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08" name="Text Box 49">
                <a:extLst>
                  <a:ext uri="{FF2B5EF4-FFF2-40B4-BE49-F238E27FC236}">
                    <a16:creationId xmlns:a16="http://schemas.microsoft.com/office/drawing/2014/main" id="{DCA05BE7-24F4-251F-C15D-A53AA63158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5" y="247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</a:p>
            </p:txBody>
          </p:sp>
          <p:sp>
            <p:nvSpPr>
              <p:cNvPr id="31809" name="Rectangle 50">
                <a:extLst>
                  <a:ext uri="{FF2B5EF4-FFF2-40B4-BE49-F238E27FC236}">
                    <a16:creationId xmlns:a16="http://schemas.microsoft.com/office/drawing/2014/main" id="{813D0468-E14E-A88A-904A-8BEA22EB1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352"/>
                <a:ext cx="239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10" name="Text Box 51">
                <a:extLst>
                  <a:ext uri="{FF2B5EF4-FFF2-40B4-BE49-F238E27FC236}">
                    <a16:creationId xmlns:a16="http://schemas.microsoft.com/office/drawing/2014/main" id="{4F0E5D15-1235-8D79-6499-48C970CC7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9" y="2471"/>
                <a:ext cx="2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 </a:t>
                </a:r>
              </a:p>
            </p:txBody>
          </p:sp>
          <p:sp>
            <p:nvSpPr>
              <p:cNvPr id="31811" name="Rectangle 52">
                <a:extLst>
                  <a:ext uri="{FF2B5EF4-FFF2-40B4-BE49-F238E27FC236}">
                    <a16:creationId xmlns:a16="http://schemas.microsoft.com/office/drawing/2014/main" id="{66A3F429-4356-A3F5-0BEA-6EF39209B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352"/>
                <a:ext cx="238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12" name="Oval 53">
                <a:extLst>
                  <a:ext uri="{FF2B5EF4-FFF2-40B4-BE49-F238E27FC236}">
                    <a16:creationId xmlns:a16="http://schemas.microsoft.com/office/drawing/2014/main" id="{B700631D-28B0-678C-993C-A41C1FF27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13" name="Oval 54">
                <a:extLst>
                  <a:ext uri="{FF2B5EF4-FFF2-40B4-BE49-F238E27FC236}">
                    <a16:creationId xmlns:a16="http://schemas.microsoft.com/office/drawing/2014/main" id="{394C94F5-931E-3F27-C93B-84AE94BAE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9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14" name="Freeform 55">
                <a:extLst>
                  <a:ext uri="{FF2B5EF4-FFF2-40B4-BE49-F238E27FC236}">
                    <a16:creationId xmlns:a16="http://schemas.microsoft.com/office/drawing/2014/main" id="{15E9CFBC-A438-7A19-CF54-DACB20C1B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15" name="Freeform 56">
                <a:extLst>
                  <a:ext uri="{FF2B5EF4-FFF2-40B4-BE49-F238E27FC236}">
                    <a16:creationId xmlns:a16="http://schemas.microsoft.com/office/drawing/2014/main" id="{20D350A9-8F08-A7EA-882F-A530EC036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16" name="Text Box 57">
                <a:extLst>
                  <a:ext uri="{FF2B5EF4-FFF2-40B4-BE49-F238E27FC236}">
                    <a16:creationId xmlns:a16="http://schemas.microsoft.com/office/drawing/2014/main" id="{4D34F357-7C85-C1A1-D44A-57C37929D7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8" y="247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</a:p>
            </p:txBody>
          </p:sp>
          <p:sp>
            <p:nvSpPr>
              <p:cNvPr id="31817" name="Rectangle 58">
                <a:extLst>
                  <a:ext uri="{FF2B5EF4-FFF2-40B4-BE49-F238E27FC236}">
                    <a16:creationId xmlns:a16="http://schemas.microsoft.com/office/drawing/2014/main" id="{B853D1AF-5B30-A0D1-51A2-3D1094F3C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352"/>
                <a:ext cx="239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18" name="Text Box 59">
                <a:extLst>
                  <a:ext uri="{FF2B5EF4-FFF2-40B4-BE49-F238E27FC236}">
                    <a16:creationId xmlns:a16="http://schemas.microsoft.com/office/drawing/2014/main" id="{57EC7F93-BCDB-6E41-424A-C06AB62B5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5" y="2471"/>
                <a:ext cx="2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 </a:t>
                </a:r>
              </a:p>
            </p:txBody>
          </p:sp>
          <p:sp>
            <p:nvSpPr>
              <p:cNvPr id="31819" name="Rectangle 60">
                <a:extLst>
                  <a:ext uri="{FF2B5EF4-FFF2-40B4-BE49-F238E27FC236}">
                    <a16:creationId xmlns:a16="http://schemas.microsoft.com/office/drawing/2014/main" id="{0632ECE7-784E-4FB4-63B3-C8482787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352"/>
                <a:ext cx="238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20" name="Oval 61">
                <a:extLst>
                  <a:ext uri="{FF2B5EF4-FFF2-40B4-BE49-F238E27FC236}">
                    <a16:creationId xmlns:a16="http://schemas.microsoft.com/office/drawing/2014/main" id="{3A350462-98FE-6785-A68C-04510D05E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7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21" name="Oval 62">
                <a:extLst>
                  <a:ext uri="{FF2B5EF4-FFF2-40B4-BE49-F238E27FC236}">
                    <a16:creationId xmlns:a16="http://schemas.microsoft.com/office/drawing/2014/main" id="{9B5BC029-CC88-1809-5C67-E68ECF9D0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5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22" name="Freeform 63">
                <a:extLst>
                  <a:ext uri="{FF2B5EF4-FFF2-40B4-BE49-F238E27FC236}">
                    <a16:creationId xmlns:a16="http://schemas.microsoft.com/office/drawing/2014/main" id="{8E8B950E-FB28-085F-8DB8-BF3FEC11D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23" name="Freeform 64">
                <a:extLst>
                  <a:ext uri="{FF2B5EF4-FFF2-40B4-BE49-F238E27FC236}">
                    <a16:creationId xmlns:a16="http://schemas.microsoft.com/office/drawing/2014/main" id="{45E2B16D-013C-661B-963C-E19A8E2D4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7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24" name="Text Box 65">
                <a:extLst>
                  <a:ext uri="{FF2B5EF4-FFF2-40B4-BE49-F238E27FC236}">
                    <a16:creationId xmlns:a16="http://schemas.microsoft.com/office/drawing/2014/main" id="{FC06C38C-75F3-6E8C-12B2-FBCE99DE1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" y="247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</a:p>
            </p:txBody>
          </p:sp>
          <p:sp>
            <p:nvSpPr>
              <p:cNvPr id="31825" name="Rectangle 66">
                <a:extLst>
                  <a:ext uri="{FF2B5EF4-FFF2-40B4-BE49-F238E27FC236}">
                    <a16:creationId xmlns:a16="http://schemas.microsoft.com/office/drawing/2014/main" id="{E6FE73CD-1D84-4638-FE23-2C915DED0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" y="2352"/>
                <a:ext cx="239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26" name="Text Box 67">
                <a:extLst>
                  <a:ext uri="{FF2B5EF4-FFF2-40B4-BE49-F238E27FC236}">
                    <a16:creationId xmlns:a16="http://schemas.microsoft.com/office/drawing/2014/main" id="{B6790FFC-65D6-132E-9A79-E03251038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6" y="2471"/>
                <a:ext cx="2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 </a:t>
                </a:r>
              </a:p>
            </p:txBody>
          </p:sp>
          <p:sp>
            <p:nvSpPr>
              <p:cNvPr id="31827" name="Rectangle 68">
                <a:extLst>
                  <a:ext uri="{FF2B5EF4-FFF2-40B4-BE49-F238E27FC236}">
                    <a16:creationId xmlns:a16="http://schemas.microsoft.com/office/drawing/2014/main" id="{EE3CF889-50BA-171E-2A9C-D67E18B72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" y="2352"/>
                <a:ext cx="238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28" name="Oval 69">
                <a:extLst>
                  <a:ext uri="{FF2B5EF4-FFF2-40B4-BE49-F238E27FC236}">
                    <a16:creationId xmlns:a16="http://schemas.microsoft.com/office/drawing/2014/main" id="{538882CC-6C01-5B96-B7B9-018DB26BB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29" name="Oval 70">
                <a:extLst>
                  <a:ext uri="{FF2B5EF4-FFF2-40B4-BE49-F238E27FC236}">
                    <a16:creationId xmlns:a16="http://schemas.microsoft.com/office/drawing/2014/main" id="{E0BCA327-6932-783B-7760-9A9E3644D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259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0" name="Freeform 71">
                <a:extLst>
                  <a:ext uri="{FF2B5EF4-FFF2-40B4-BE49-F238E27FC236}">
                    <a16:creationId xmlns:a16="http://schemas.microsoft.com/office/drawing/2014/main" id="{FB4ECFA0-EAA0-9A2F-01F5-FE0D197A3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1" name="Freeform 72">
                <a:extLst>
                  <a:ext uri="{FF2B5EF4-FFF2-40B4-BE49-F238E27FC236}">
                    <a16:creationId xmlns:a16="http://schemas.microsoft.com/office/drawing/2014/main" id="{0FED908D-D1C0-B291-4B40-3C85854F4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2" name="Freeform 73">
                <a:extLst>
                  <a:ext uri="{FF2B5EF4-FFF2-40B4-BE49-F238E27FC236}">
                    <a16:creationId xmlns:a16="http://schemas.microsoft.com/office/drawing/2014/main" id="{4DD1E742-24E5-8285-EAAB-BBFAC7218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" y="2582"/>
                <a:ext cx="96" cy="192"/>
              </a:xfrm>
              <a:custGeom>
                <a:avLst/>
                <a:gdLst>
                  <a:gd name="T0" fmla="*/ 96 w 96"/>
                  <a:gd name="T1" fmla="*/ 0 h 192"/>
                  <a:gd name="T2" fmla="*/ 0 w 96"/>
                  <a:gd name="T3" fmla="*/ 0 h 192"/>
                  <a:gd name="T4" fmla="*/ 0 w 96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0"/>
                    </a:lnTo>
                    <a:lnTo>
                      <a:pt x="0" y="192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833" name="Line 74">
                <a:extLst>
                  <a:ext uri="{FF2B5EF4-FFF2-40B4-BE49-F238E27FC236}">
                    <a16:creationId xmlns:a16="http://schemas.microsoft.com/office/drawing/2014/main" id="{E9A81DB6-C35E-55D6-283B-7D6680F75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" y="2774"/>
                <a:ext cx="96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34923" name="Group 75">
            <a:extLst>
              <a:ext uri="{FF2B5EF4-FFF2-40B4-BE49-F238E27FC236}">
                <a16:creationId xmlns:a16="http://schemas.microsoft.com/office/drawing/2014/main" id="{D8FB04DD-883C-E517-7EE5-CFE45FD7F8A2}"/>
              </a:ext>
            </a:extLst>
          </p:cNvPr>
          <p:cNvGrpSpPr>
            <a:grpSpLocks/>
          </p:cNvGrpSpPr>
          <p:nvPr/>
        </p:nvGrpSpPr>
        <p:grpSpPr bwMode="auto">
          <a:xfrm>
            <a:off x="2589214" y="4403726"/>
            <a:ext cx="903287" cy="1006475"/>
            <a:chOff x="671" y="3552"/>
            <a:chExt cx="569" cy="634"/>
          </a:xfrm>
        </p:grpSpPr>
        <p:sp>
          <p:nvSpPr>
            <p:cNvPr id="31783" name="Freeform 76">
              <a:extLst>
                <a:ext uri="{FF2B5EF4-FFF2-40B4-BE49-F238E27FC236}">
                  <a16:creationId xmlns:a16="http://schemas.microsoft.com/office/drawing/2014/main" id="{3BAD4CFA-A236-92B9-52D4-968265189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552"/>
              <a:ext cx="96" cy="336"/>
            </a:xfrm>
            <a:custGeom>
              <a:avLst/>
              <a:gdLst>
                <a:gd name="T0" fmla="*/ 96 w 96"/>
                <a:gd name="T1" fmla="*/ 0 h 336"/>
                <a:gd name="T2" fmla="*/ 0 w 96"/>
                <a:gd name="T3" fmla="*/ 0 h 336"/>
                <a:gd name="T4" fmla="*/ 0 w 96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36">
                  <a:moveTo>
                    <a:pt x="96" y="0"/>
                  </a:move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4" name="Text Box 77">
              <a:extLst>
                <a:ext uri="{FF2B5EF4-FFF2-40B4-BE49-F238E27FC236}">
                  <a16:creationId xmlns:a16="http://schemas.microsoft.com/office/drawing/2014/main" id="{9C2FA5E4-FBD5-E217-935F-1C21BB763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" y="3936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785" name="Line 78">
              <a:extLst>
                <a:ext uri="{FF2B5EF4-FFF2-40B4-BE49-F238E27FC236}">
                  <a16:creationId xmlns:a16="http://schemas.microsoft.com/office/drawing/2014/main" id="{061E7F3B-8FE4-93A3-7610-48FC1B7C2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3946"/>
              <a:ext cx="38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4927" name="Group 79">
            <a:extLst>
              <a:ext uri="{FF2B5EF4-FFF2-40B4-BE49-F238E27FC236}">
                <a16:creationId xmlns:a16="http://schemas.microsoft.com/office/drawing/2014/main" id="{4E2E25D2-47C6-5FEA-6E20-763F7FD86ECB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2687638"/>
            <a:ext cx="6175375" cy="1454150"/>
            <a:chOff x="882" y="2471"/>
            <a:chExt cx="3890" cy="916"/>
          </a:xfrm>
        </p:grpSpPr>
        <p:sp>
          <p:nvSpPr>
            <p:cNvPr id="31779" name="Freeform 80">
              <a:extLst>
                <a:ext uri="{FF2B5EF4-FFF2-40B4-BE49-F238E27FC236}">
                  <a16:creationId xmlns:a16="http://schemas.microsoft.com/office/drawing/2014/main" id="{C936681D-916C-6CA4-C061-8714B8434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" y="2471"/>
              <a:ext cx="1" cy="916"/>
            </a:xfrm>
            <a:custGeom>
              <a:avLst/>
              <a:gdLst>
                <a:gd name="T0" fmla="*/ 0 w 1"/>
                <a:gd name="T1" fmla="*/ 0 h 916"/>
                <a:gd name="T2" fmla="*/ 1 w 1"/>
                <a:gd name="T3" fmla="*/ 916 h 9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6">
                  <a:moveTo>
                    <a:pt x="0" y="0"/>
                  </a:moveTo>
                  <a:lnTo>
                    <a:pt x="1" y="916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0" name="Freeform 81">
              <a:extLst>
                <a:ext uri="{FF2B5EF4-FFF2-40B4-BE49-F238E27FC236}">
                  <a16:creationId xmlns:a16="http://schemas.microsoft.com/office/drawing/2014/main" id="{6D4D0A4E-B7E9-6D14-2CB8-C285B380E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471"/>
              <a:ext cx="1" cy="916"/>
            </a:xfrm>
            <a:custGeom>
              <a:avLst/>
              <a:gdLst>
                <a:gd name="T0" fmla="*/ 0 w 1"/>
                <a:gd name="T1" fmla="*/ 0 h 916"/>
                <a:gd name="T2" fmla="*/ 1 w 1"/>
                <a:gd name="T3" fmla="*/ 916 h 9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6">
                  <a:moveTo>
                    <a:pt x="0" y="0"/>
                  </a:moveTo>
                  <a:lnTo>
                    <a:pt x="1" y="91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1" name="Freeform 82">
              <a:extLst>
                <a:ext uri="{FF2B5EF4-FFF2-40B4-BE49-F238E27FC236}">
                  <a16:creationId xmlns:a16="http://schemas.microsoft.com/office/drawing/2014/main" id="{BAD9BC3C-6A37-AC04-F9F5-693542BB9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471"/>
              <a:ext cx="1" cy="916"/>
            </a:xfrm>
            <a:custGeom>
              <a:avLst/>
              <a:gdLst>
                <a:gd name="T0" fmla="*/ 0 w 1"/>
                <a:gd name="T1" fmla="*/ 0 h 916"/>
                <a:gd name="T2" fmla="*/ 1 w 1"/>
                <a:gd name="T3" fmla="*/ 916 h 9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6">
                  <a:moveTo>
                    <a:pt x="0" y="0"/>
                  </a:moveTo>
                  <a:lnTo>
                    <a:pt x="1" y="91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82" name="Freeform 83">
              <a:extLst>
                <a:ext uri="{FF2B5EF4-FFF2-40B4-BE49-F238E27FC236}">
                  <a16:creationId xmlns:a16="http://schemas.microsoft.com/office/drawing/2014/main" id="{60C3A34B-A013-B8AB-857A-181F80390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2471"/>
              <a:ext cx="1" cy="916"/>
            </a:xfrm>
            <a:custGeom>
              <a:avLst/>
              <a:gdLst>
                <a:gd name="T0" fmla="*/ 0 w 1"/>
                <a:gd name="T1" fmla="*/ 0 h 916"/>
                <a:gd name="T2" fmla="*/ 1 w 1"/>
                <a:gd name="T3" fmla="*/ 916 h 9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6">
                  <a:moveTo>
                    <a:pt x="0" y="0"/>
                  </a:moveTo>
                  <a:lnTo>
                    <a:pt x="1" y="91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4932" name="Text Box 84">
            <a:extLst>
              <a:ext uri="{FF2B5EF4-FFF2-40B4-BE49-F238E27FC236}">
                <a16:creationId xmlns:a16="http://schemas.microsoft.com/office/drawing/2014/main" id="{F05C9EDF-CC37-BD4D-4D35-4E94C51A7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5626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设备 1</a:t>
            </a:r>
            <a:r>
              <a:rPr lang="zh-CN" altLang="en-US" sz="2400" baseline="300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、2</a:t>
            </a:r>
            <a:r>
              <a:rPr lang="zh-CN" altLang="en-US" sz="2400" baseline="300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、3</a:t>
            </a:r>
            <a:r>
              <a:rPr lang="zh-CN" altLang="en-US" sz="2400" baseline="300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、4</a:t>
            </a:r>
            <a:r>
              <a:rPr lang="zh-CN" altLang="en-US" sz="2400" baseline="300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 优先级按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降序排列</a:t>
            </a:r>
          </a:p>
        </p:txBody>
      </p:sp>
      <p:grpSp>
        <p:nvGrpSpPr>
          <p:cNvPr id="334951" name="Group 103">
            <a:extLst>
              <a:ext uri="{FF2B5EF4-FFF2-40B4-BE49-F238E27FC236}">
                <a16:creationId xmlns:a16="http://schemas.microsoft.com/office/drawing/2014/main" id="{B77D1960-7A25-ED2D-1C38-48AD82BE502F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6096000"/>
            <a:ext cx="7315200" cy="457200"/>
            <a:chOff x="624" y="3840"/>
            <a:chExt cx="4608" cy="288"/>
          </a:xfrm>
        </p:grpSpPr>
        <p:sp>
          <p:nvSpPr>
            <p:cNvPr id="31777" name="Text Box 86">
              <a:extLst>
                <a:ext uri="{FF2B5EF4-FFF2-40B4-BE49-F238E27FC236}">
                  <a16:creationId xmlns:a16="http://schemas.microsoft.com/office/drawing/2014/main" id="{A0B4EC73-C79C-DF1D-E2DC-1AD1B41FF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840"/>
              <a:ext cx="46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INTR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= 1  </a:t>
              </a:r>
              <a:r>
                <a:rPr lang="zh-CN" altLang="en-US" sz="2400">
                  <a:latin typeface="Times New Roman" panose="02020603050405020304" pitchFamily="18" charset="0"/>
                </a:rPr>
                <a:t>有请求      即 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400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0</a:t>
              </a:r>
            </a:p>
          </p:txBody>
        </p:sp>
        <p:sp>
          <p:nvSpPr>
            <p:cNvPr id="31778" name="Line 87">
              <a:extLst>
                <a:ext uri="{FF2B5EF4-FFF2-40B4-BE49-F238E27FC236}">
                  <a16:creationId xmlns:a16="http://schemas.microsoft.com/office/drawing/2014/main" id="{F3DDB7CF-FB15-FE5E-12E6-C4C1BFA36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888"/>
              <a:ext cx="4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4936" name="Group 88">
            <a:extLst>
              <a:ext uri="{FF2B5EF4-FFF2-40B4-BE49-F238E27FC236}">
                <a16:creationId xmlns:a16="http://schemas.microsoft.com/office/drawing/2014/main" id="{BE63157E-D9DE-D077-39A6-BF13CBD5CB8C}"/>
              </a:ext>
            </a:extLst>
          </p:cNvPr>
          <p:cNvGrpSpPr>
            <a:grpSpLocks/>
          </p:cNvGrpSpPr>
          <p:nvPr/>
        </p:nvGrpSpPr>
        <p:grpSpPr bwMode="auto">
          <a:xfrm>
            <a:off x="2047876" y="4102100"/>
            <a:ext cx="8467725" cy="306388"/>
            <a:chOff x="330" y="2584"/>
            <a:chExt cx="5334" cy="193"/>
          </a:xfrm>
        </p:grpSpPr>
        <p:grpSp>
          <p:nvGrpSpPr>
            <p:cNvPr id="31765" name="Group 89">
              <a:extLst>
                <a:ext uri="{FF2B5EF4-FFF2-40B4-BE49-F238E27FC236}">
                  <a16:creationId xmlns:a16="http://schemas.microsoft.com/office/drawing/2014/main" id="{1086CAA5-F158-C837-B934-676EBF5F8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2613"/>
              <a:ext cx="4122" cy="4"/>
              <a:chOff x="776" y="2613"/>
              <a:chExt cx="4122" cy="4"/>
            </a:xfrm>
          </p:grpSpPr>
          <p:sp>
            <p:nvSpPr>
              <p:cNvPr id="31770" name="Freeform 90">
                <a:extLst>
                  <a:ext uri="{FF2B5EF4-FFF2-40B4-BE49-F238E27FC236}">
                    <a16:creationId xmlns:a16="http://schemas.microsoft.com/office/drawing/2014/main" id="{DB66E499-9535-6431-78BD-46669F71D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2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1" name="Freeform 91">
                <a:extLst>
                  <a:ext uri="{FF2B5EF4-FFF2-40B4-BE49-F238E27FC236}">
                    <a16:creationId xmlns:a16="http://schemas.microsoft.com/office/drawing/2014/main" id="{6F9888C6-0E6E-9127-D619-5B73D384B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4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2" name="Freeform 92">
                <a:extLst>
                  <a:ext uri="{FF2B5EF4-FFF2-40B4-BE49-F238E27FC236}">
                    <a16:creationId xmlns:a16="http://schemas.microsoft.com/office/drawing/2014/main" id="{C713F121-46F2-0816-8D22-CBEDCD5FE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3" name="Freeform 93">
                <a:extLst>
                  <a:ext uri="{FF2B5EF4-FFF2-40B4-BE49-F238E27FC236}">
                    <a16:creationId xmlns:a16="http://schemas.microsoft.com/office/drawing/2014/main" id="{E2547EEF-5216-698F-7B43-F78F93AFB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4" name="Freeform 94">
                <a:extLst>
                  <a:ext uri="{FF2B5EF4-FFF2-40B4-BE49-F238E27FC236}">
                    <a16:creationId xmlns:a16="http://schemas.microsoft.com/office/drawing/2014/main" id="{C133623E-9456-50B2-73F7-F49907A0C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5" name="Freeform 95">
                <a:extLst>
                  <a:ext uri="{FF2B5EF4-FFF2-40B4-BE49-F238E27FC236}">
                    <a16:creationId xmlns:a16="http://schemas.microsoft.com/office/drawing/2014/main" id="{F16FC06A-CE9B-B583-83A8-3B04DCBAC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2616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6" name="Freeform 96">
                <a:extLst>
                  <a:ext uri="{FF2B5EF4-FFF2-40B4-BE49-F238E27FC236}">
                    <a16:creationId xmlns:a16="http://schemas.microsoft.com/office/drawing/2014/main" id="{EE0A345C-DD04-C80B-5BD1-202B0663D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2613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1766" name="Group 97">
              <a:extLst>
                <a:ext uri="{FF2B5EF4-FFF2-40B4-BE49-F238E27FC236}">
                  <a16:creationId xmlns:a16="http://schemas.microsoft.com/office/drawing/2014/main" id="{401E2286-A830-2792-DDDB-90896C601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2584"/>
              <a:ext cx="144" cy="193"/>
              <a:chOff x="336" y="3168"/>
              <a:chExt cx="144" cy="193"/>
            </a:xfrm>
          </p:grpSpPr>
          <p:sp>
            <p:nvSpPr>
              <p:cNvPr id="31768" name="Freeform 98">
                <a:extLst>
                  <a:ext uri="{FF2B5EF4-FFF2-40B4-BE49-F238E27FC236}">
                    <a16:creationId xmlns:a16="http://schemas.microsoft.com/office/drawing/2014/main" id="{4648BD10-93D5-671A-1F16-0CCF5D25B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" y="3168"/>
                <a:ext cx="96" cy="192"/>
              </a:xfrm>
              <a:custGeom>
                <a:avLst/>
                <a:gdLst>
                  <a:gd name="T0" fmla="*/ 96 w 96"/>
                  <a:gd name="T1" fmla="*/ 0 h 192"/>
                  <a:gd name="T2" fmla="*/ 0 w 96"/>
                  <a:gd name="T3" fmla="*/ 0 h 192"/>
                  <a:gd name="T4" fmla="*/ 0 w 96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0"/>
                    </a:lnTo>
                    <a:lnTo>
                      <a:pt x="0" y="192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9" name="Line 99">
                <a:extLst>
                  <a:ext uri="{FF2B5EF4-FFF2-40B4-BE49-F238E27FC236}">
                    <a16:creationId xmlns:a16="http://schemas.microsoft.com/office/drawing/2014/main" id="{9405CD01-419C-015A-C0B6-DB7180C8D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3360"/>
                <a:ext cx="96" cy="1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1767" name="Freeform 100">
              <a:extLst>
                <a:ext uri="{FF2B5EF4-FFF2-40B4-BE49-F238E27FC236}">
                  <a16:creationId xmlns:a16="http://schemas.microsoft.com/office/drawing/2014/main" id="{E8CC5304-3A6E-8E60-6474-1B7112643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2613"/>
              <a:ext cx="477" cy="3"/>
            </a:xfrm>
            <a:custGeom>
              <a:avLst/>
              <a:gdLst>
                <a:gd name="T0" fmla="*/ 0 w 477"/>
                <a:gd name="T1" fmla="*/ 3 h 3"/>
                <a:gd name="T2" fmla="*/ 477 w 477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7" h="3">
                  <a:moveTo>
                    <a:pt x="0" y="3"/>
                  </a:moveTo>
                  <a:lnTo>
                    <a:pt x="477" y="0"/>
                  </a:lnTo>
                </a:path>
              </a:pathLst>
            </a:custGeom>
            <a:noFill/>
            <a:ln w="38100" cmpd="sng">
              <a:solidFill>
                <a:srgbClr val="CC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3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3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34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3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33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33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2" dur="500"/>
                                        <p:tgtEl>
                                          <p:spTgt spid="33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autoUpdateAnimBg="0"/>
      <p:bldP spid="334852" grpId="0" autoUpdateAnimBg="0"/>
      <p:bldP spid="334853" grpId="0" autoUpdateAnimBg="0"/>
      <p:bldP spid="334854" grpId="0" autoUpdateAnimBg="0"/>
      <p:bldP spid="334857" grpId="0" autoUpdateAnimBg="0"/>
      <p:bldP spid="33493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874" name="Group 2">
            <a:extLst>
              <a:ext uri="{FF2B5EF4-FFF2-40B4-BE49-F238E27FC236}">
                <a16:creationId xmlns:a16="http://schemas.microsoft.com/office/drawing/2014/main" id="{AE6E722B-C314-E7C2-2C08-B496B46D8628}"/>
              </a:ext>
            </a:extLst>
          </p:cNvPr>
          <p:cNvGrpSpPr>
            <a:grpSpLocks/>
          </p:cNvGrpSpPr>
          <p:nvPr/>
        </p:nvGrpSpPr>
        <p:grpSpPr bwMode="auto">
          <a:xfrm>
            <a:off x="2665413" y="2438401"/>
            <a:ext cx="7512050" cy="811213"/>
            <a:chOff x="719" y="1536"/>
            <a:chExt cx="4732" cy="511"/>
          </a:xfrm>
        </p:grpSpPr>
        <p:sp>
          <p:nvSpPr>
            <p:cNvPr id="32917" name="Text Box 3">
              <a:extLst>
                <a:ext uri="{FF2B5EF4-FFF2-40B4-BE49-F238E27FC236}">
                  <a16:creationId xmlns:a16="http://schemas.microsoft.com/office/drawing/2014/main" id="{4C1192DC-A82D-20BE-CD6B-5E5BFFBFA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" y="17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18" name="Rectangle 4">
              <a:extLst>
                <a:ext uri="{FF2B5EF4-FFF2-40B4-BE49-F238E27FC236}">
                  <a16:creationId xmlns:a16="http://schemas.microsoft.com/office/drawing/2014/main" id="{AFDC6417-3889-DFD3-6C72-1AF27AFAC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" y="1802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19" name="Oval 5">
              <a:extLst>
                <a:ext uri="{FF2B5EF4-FFF2-40B4-BE49-F238E27FC236}">
                  <a16:creationId xmlns:a16="http://schemas.microsoft.com/office/drawing/2014/main" id="{059DF63F-082A-2CC7-D9E8-344113AAF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175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20" name="Freeform 6">
              <a:extLst>
                <a:ext uri="{FF2B5EF4-FFF2-40B4-BE49-F238E27FC236}">
                  <a16:creationId xmlns:a16="http://schemas.microsoft.com/office/drawing/2014/main" id="{B8C31E5E-94AD-229C-D0C7-22F9CD2CA59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06" y="154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21" name="Text Box 7">
              <a:extLst>
                <a:ext uri="{FF2B5EF4-FFF2-40B4-BE49-F238E27FC236}">
                  <a16:creationId xmlns:a16="http://schemas.microsoft.com/office/drawing/2014/main" id="{7D8A7FB6-10D1-AB2F-2172-7F850E48B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3" y="1536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22" name="Text Box 8">
              <a:extLst>
                <a:ext uri="{FF2B5EF4-FFF2-40B4-BE49-F238E27FC236}">
                  <a16:creationId xmlns:a16="http://schemas.microsoft.com/office/drawing/2014/main" id="{577AFDBE-57DC-A38D-AD56-F9B2A7847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7" y="17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23" name="Rectangle 9">
              <a:extLst>
                <a:ext uri="{FF2B5EF4-FFF2-40B4-BE49-F238E27FC236}">
                  <a16:creationId xmlns:a16="http://schemas.microsoft.com/office/drawing/2014/main" id="{E83817B4-93F2-B824-C9DC-9500FC16F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1802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24" name="Oval 10">
              <a:extLst>
                <a:ext uri="{FF2B5EF4-FFF2-40B4-BE49-F238E27FC236}">
                  <a16:creationId xmlns:a16="http://schemas.microsoft.com/office/drawing/2014/main" id="{19635840-1588-541B-0D55-E5EE13F9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175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25" name="Freeform 11">
              <a:extLst>
                <a:ext uri="{FF2B5EF4-FFF2-40B4-BE49-F238E27FC236}">
                  <a16:creationId xmlns:a16="http://schemas.microsoft.com/office/drawing/2014/main" id="{C0BF2392-0A0D-05B6-2E28-39F04DF80D7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9" y="154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26" name="Text Box 12">
              <a:extLst>
                <a:ext uri="{FF2B5EF4-FFF2-40B4-BE49-F238E27FC236}">
                  <a16:creationId xmlns:a16="http://schemas.microsoft.com/office/drawing/2014/main" id="{1B9ECA28-053D-78D3-79B8-F330791B3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1536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927" name="Text Box 13">
              <a:extLst>
                <a:ext uri="{FF2B5EF4-FFF2-40B4-BE49-F238E27FC236}">
                  <a16:creationId xmlns:a16="http://schemas.microsoft.com/office/drawing/2014/main" id="{A25C666D-BB62-BA28-1FE2-59EB3285D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7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28" name="Rectangle 14">
              <a:extLst>
                <a:ext uri="{FF2B5EF4-FFF2-40B4-BE49-F238E27FC236}">
                  <a16:creationId xmlns:a16="http://schemas.microsoft.com/office/drawing/2014/main" id="{834710D2-8A9C-ADA4-80C5-DD24EB9C6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802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29" name="Oval 15">
              <a:extLst>
                <a:ext uri="{FF2B5EF4-FFF2-40B4-BE49-F238E27FC236}">
                  <a16:creationId xmlns:a16="http://schemas.microsoft.com/office/drawing/2014/main" id="{0099DF74-82F0-E558-FB65-931292797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75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30" name="Freeform 16">
              <a:extLst>
                <a:ext uri="{FF2B5EF4-FFF2-40B4-BE49-F238E27FC236}">
                  <a16:creationId xmlns:a16="http://schemas.microsoft.com/office/drawing/2014/main" id="{99E63513-3D9E-B0AC-BC38-1FE1D5A492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605" y="154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31" name="Text Box 17">
              <a:extLst>
                <a:ext uri="{FF2B5EF4-FFF2-40B4-BE49-F238E27FC236}">
                  <a16:creationId xmlns:a16="http://schemas.microsoft.com/office/drawing/2014/main" id="{0FDA2E9B-6916-C20C-0965-9FC555191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1536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932" name="Text Box 18">
              <a:extLst>
                <a:ext uri="{FF2B5EF4-FFF2-40B4-BE49-F238E27FC236}">
                  <a16:creationId xmlns:a16="http://schemas.microsoft.com/office/drawing/2014/main" id="{1A277791-521C-5097-F7E4-AD3293CD5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6" y="17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33" name="Rectangle 19">
              <a:extLst>
                <a:ext uri="{FF2B5EF4-FFF2-40B4-BE49-F238E27FC236}">
                  <a16:creationId xmlns:a16="http://schemas.microsoft.com/office/drawing/2014/main" id="{DB627118-14A2-6577-3403-908FE4436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802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34" name="Oval 20">
              <a:extLst>
                <a:ext uri="{FF2B5EF4-FFF2-40B4-BE49-F238E27FC236}">
                  <a16:creationId xmlns:a16="http://schemas.microsoft.com/office/drawing/2014/main" id="{7B4D7624-A35B-A743-E39B-0B713BC21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175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35" name="Freeform 21">
              <a:extLst>
                <a:ext uri="{FF2B5EF4-FFF2-40B4-BE49-F238E27FC236}">
                  <a16:creationId xmlns:a16="http://schemas.microsoft.com/office/drawing/2014/main" id="{45DEF9D3-F77B-8401-4F40-977B7CCA0C7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95" y="154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36" name="Text Box 22">
              <a:extLst>
                <a:ext uri="{FF2B5EF4-FFF2-40B4-BE49-F238E27FC236}">
                  <a16:creationId xmlns:a16="http://schemas.microsoft.com/office/drawing/2014/main" id="{596820AC-1A00-573C-AFA1-CAFB9EFD2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536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335895" name="Group 23">
            <a:extLst>
              <a:ext uri="{FF2B5EF4-FFF2-40B4-BE49-F238E27FC236}">
                <a16:creationId xmlns:a16="http://schemas.microsoft.com/office/drawing/2014/main" id="{62BFCC39-80BD-D71F-3B94-E2B57D992B9A}"/>
              </a:ext>
            </a:extLst>
          </p:cNvPr>
          <p:cNvGrpSpPr>
            <a:grpSpLocks/>
          </p:cNvGrpSpPr>
          <p:nvPr/>
        </p:nvGrpSpPr>
        <p:grpSpPr bwMode="auto">
          <a:xfrm>
            <a:off x="2665414" y="3457575"/>
            <a:ext cx="7088187" cy="476250"/>
            <a:chOff x="719" y="2178"/>
            <a:chExt cx="4465" cy="300"/>
          </a:xfrm>
        </p:grpSpPr>
        <p:sp>
          <p:nvSpPr>
            <p:cNvPr id="32905" name="Text Box 24">
              <a:extLst>
                <a:ext uri="{FF2B5EF4-FFF2-40B4-BE49-F238E27FC236}">
                  <a16:creationId xmlns:a16="http://schemas.microsoft.com/office/drawing/2014/main" id="{69D9170A-8216-E05E-B302-4B3710A85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2228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2906" name="Rectangle 25">
              <a:extLst>
                <a:ext uri="{FF2B5EF4-FFF2-40B4-BE49-F238E27FC236}">
                  <a16:creationId xmlns:a16="http://schemas.microsoft.com/office/drawing/2014/main" id="{D33F4E39-B2AB-6039-DFFA-57C652503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" y="2237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07" name="Oval 26">
              <a:extLst>
                <a:ext uri="{FF2B5EF4-FFF2-40B4-BE49-F238E27FC236}">
                  <a16:creationId xmlns:a16="http://schemas.microsoft.com/office/drawing/2014/main" id="{048BCF98-6671-9356-43CF-B05802880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217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08" name="Text Box 27">
              <a:extLst>
                <a:ext uri="{FF2B5EF4-FFF2-40B4-BE49-F238E27FC236}">
                  <a16:creationId xmlns:a16="http://schemas.microsoft.com/office/drawing/2014/main" id="{E26B2DB5-4B6C-61B6-2F07-A8E2263C4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2228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2909" name="Rectangle 28">
              <a:extLst>
                <a:ext uri="{FF2B5EF4-FFF2-40B4-BE49-F238E27FC236}">
                  <a16:creationId xmlns:a16="http://schemas.microsoft.com/office/drawing/2014/main" id="{9C99BF93-2C28-5612-6B63-794368BF3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237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10" name="Oval 29">
              <a:extLst>
                <a:ext uri="{FF2B5EF4-FFF2-40B4-BE49-F238E27FC236}">
                  <a16:creationId xmlns:a16="http://schemas.microsoft.com/office/drawing/2014/main" id="{530C250F-2E1A-8F23-549C-0778C49DA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217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11" name="Text Box 30">
              <a:extLst>
                <a:ext uri="{FF2B5EF4-FFF2-40B4-BE49-F238E27FC236}">
                  <a16:creationId xmlns:a16="http://schemas.microsoft.com/office/drawing/2014/main" id="{D6640F96-4508-7A7F-0FCD-C1A0268B4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5" y="2228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2912" name="Rectangle 31">
              <a:extLst>
                <a:ext uri="{FF2B5EF4-FFF2-40B4-BE49-F238E27FC236}">
                  <a16:creationId xmlns:a16="http://schemas.microsoft.com/office/drawing/2014/main" id="{810D861C-99D8-99D9-07FB-09CEBBC58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2237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13" name="Oval 32">
              <a:extLst>
                <a:ext uri="{FF2B5EF4-FFF2-40B4-BE49-F238E27FC236}">
                  <a16:creationId xmlns:a16="http://schemas.microsoft.com/office/drawing/2014/main" id="{8D32CD83-DF77-1092-21E1-B6C0F2D9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17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14" name="Text Box 33">
              <a:extLst>
                <a:ext uri="{FF2B5EF4-FFF2-40B4-BE49-F238E27FC236}">
                  <a16:creationId xmlns:a16="http://schemas.microsoft.com/office/drawing/2014/main" id="{855F78C8-B1FC-BE4E-1548-9135DA60F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1" y="2228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2915" name="Rectangle 34">
              <a:extLst>
                <a:ext uri="{FF2B5EF4-FFF2-40B4-BE49-F238E27FC236}">
                  <a16:creationId xmlns:a16="http://schemas.microsoft.com/office/drawing/2014/main" id="{B94ECE3E-4B91-20E1-FC74-7817FB989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37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916" name="Oval 35">
              <a:extLst>
                <a:ext uri="{FF2B5EF4-FFF2-40B4-BE49-F238E27FC236}">
                  <a16:creationId xmlns:a16="http://schemas.microsoft.com/office/drawing/2014/main" id="{8534E3B4-8F85-A013-1665-F246093DC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17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5908" name="Group 36">
            <a:extLst>
              <a:ext uri="{FF2B5EF4-FFF2-40B4-BE49-F238E27FC236}">
                <a16:creationId xmlns:a16="http://schemas.microsoft.com/office/drawing/2014/main" id="{4CDDB7E6-F462-CF63-65EC-7B6258E7C304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3243263"/>
            <a:ext cx="6175375" cy="228600"/>
            <a:chOff x="1008" y="2043"/>
            <a:chExt cx="3890" cy="144"/>
          </a:xfrm>
        </p:grpSpPr>
        <p:sp>
          <p:nvSpPr>
            <p:cNvPr id="32901" name="Freeform 37">
              <a:extLst>
                <a:ext uri="{FF2B5EF4-FFF2-40B4-BE49-F238E27FC236}">
                  <a16:creationId xmlns:a16="http://schemas.microsoft.com/office/drawing/2014/main" id="{451C95C3-51FA-84FC-8205-FDE128BBF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2043"/>
              <a:ext cx="1" cy="144"/>
            </a:xfrm>
            <a:custGeom>
              <a:avLst/>
              <a:gdLst>
                <a:gd name="T0" fmla="*/ 0 w 1"/>
                <a:gd name="T1" fmla="*/ 0 h 144"/>
                <a:gd name="T2" fmla="*/ 0 w 1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0"/>
                  </a:moveTo>
                  <a:lnTo>
                    <a:pt x="0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02" name="Freeform 38">
              <a:extLst>
                <a:ext uri="{FF2B5EF4-FFF2-40B4-BE49-F238E27FC236}">
                  <a16:creationId xmlns:a16="http://schemas.microsoft.com/office/drawing/2014/main" id="{4F6FDF28-6D9E-B02E-8880-DE8A639E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2043"/>
              <a:ext cx="1" cy="144"/>
            </a:xfrm>
            <a:custGeom>
              <a:avLst/>
              <a:gdLst>
                <a:gd name="T0" fmla="*/ 0 w 1"/>
                <a:gd name="T1" fmla="*/ 0 h 144"/>
                <a:gd name="T2" fmla="*/ 0 w 1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0"/>
                  </a:moveTo>
                  <a:lnTo>
                    <a:pt x="0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03" name="Freeform 39">
              <a:extLst>
                <a:ext uri="{FF2B5EF4-FFF2-40B4-BE49-F238E27FC236}">
                  <a16:creationId xmlns:a16="http://schemas.microsoft.com/office/drawing/2014/main" id="{98510581-A342-4B59-B489-86A6744BE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2043"/>
              <a:ext cx="1" cy="144"/>
            </a:xfrm>
            <a:custGeom>
              <a:avLst/>
              <a:gdLst>
                <a:gd name="T0" fmla="*/ 0 w 1"/>
                <a:gd name="T1" fmla="*/ 0 h 144"/>
                <a:gd name="T2" fmla="*/ 0 w 1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0"/>
                  </a:moveTo>
                  <a:lnTo>
                    <a:pt x="0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04" name="Freeform 40">
              <a:extLst>
                <a:ext uri="{FF2B5EF4-FFF2-40B4-BE49-F238E27FC236}">
                  <a16:creationId xmlns:a16="http://schemas.microsoft.com/office/drawing/2014/main" id="{109724F5-8C4E-5A31-F6EF-A8B7394F1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2043"/>
              <a:ext cx="1" cy="144"/>
            </a:xfrm>
            <a:custGeom>
              <a:avLst/>
              <a:gdLst>
                <a:gd name="T0" fmla="*/ 0 w 1"/>
                <a:gd name="T1" fmla="*/ 0 h 144"/>
                <a:gd name="T2" fmla="*/ 0 w 1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0"/>
                  </a:moveTo>
                  <a:lnTo>
                    <a:pt x="0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5913" name="Group 41">
            <a:extLst>
              <a:ext uri="{FF2B5EF4-FFF2-40B4-BE49-F238E27FC236}">
                <a16:creationId xmlns:a16="http://schemas.microsoft.com/office/drawing/2014/main" id="{862F4ECE-BB93-3842-646C-D59E0FA268C5}"/>
              </a:ext>
            </a:extLst>
          </p:cNvPr>
          <p:cNvGrpSpPr>
            <a:grpSpLocks/>
          </p:cNvGrpSpPr>
          <p:nvPr/>
        </p:nvGrpSpPr>
        <p:grpSpPr bwMode="auto">
          <a:xfrm>
            <a:off x="3363914" y="3886201"/>
            <a:ext cx="7151687" cy="396875"/>
            <a:chOff x="1159" y="2448"/>
            <a:chExt cx="4505" cy="250"/>
          </a:xfrm>
        </p:grpSpPr>
        <p:sp>
          <p:nvSpPr>
            <p:cNvPr id="32893" name="Freeform 42">
              <a:extLst>
                <a:ext uri="{FF2B5EF4-FFF2-40B4-BE49-F238E27FC236}">
                  <a16:creationId xmlns:a16="http://schemas.microsoft.com/office/drawing/2014/main" id="{71B3450E-2E67-FD0B-C084-8D4AD1027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94" name="Text Box 43">
              <a:extLst>
                <a:ext uri="{FF2B5EF4-FFF2-40B4-BE49-F238E27FC236}">
                  <a16:creationId xmlns:a16="http://schemas.microsoft.com/office/drawing/2014/main" id="{DCBE495F-7EF1-0D94-E3B8-169418F02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95" name="Freeform 44">
              <a:extLst>
                <a:ext uri="{FF2B5EF4-FFF2-40B4-BE49-F238E27FC236}">
                  <a16:creationId xmlns:a16="http://schemas.microsoft.com/office/drawing/2014/main" id="{E496757D-7BC9-9D51-F4D3-DC354D8ED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96" name="Text Box 45">
              <a:extLst>
                <a:ext uri="{FF2B5EF4-FFF2-40B4-BE49-F238E27FC236}">
                  <a16:creationId xmlns:a16="http://schemas.microsoft.com/office/drawing/2014/main" id="{979CED09-8BDB-9CFB-3ED6-5029B77E1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97" name="Freeform 46">
              <a:extLst>
                <a:ext uri="{FF2B5EF4-FFF2-40B4-BE49-F238E27FC236}">
                  <a16:creationId xmlns:a16="http://schemas.microsoft.com/office/drawing/2014/main" id="{AD3F6764-E623-D1CC-9D7B-FB60CD151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98" name="Text Box 47">
              <a:extLst>
                <a:ext uri="{FF2B5EF4-FFF2-40B4-BE49-F238E27FC236}">
                  <a16:creationId xmlns:a16="http://schemas.microsoft.com/office/drawing/2014/main" id="{A01BB4F6-308A-5C3E-B543-B9650BB82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99" name="Freeform 48">
              <a:extLst>
                <a:ext uri="{FF2B5EF4-FFF2-40B4-BE49-F238E27FC236}">
                  <a16:creationId xmlns:a16="http://schemas.microsoft.com/office/drawing/2014/main" id="{A454D490-3A1A-C4D4-BC58-87F4C2A5C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900" name="Text Box 49">
              <a:extLst>
                <a:ext uri="{FF2B5EF4-FFF2-40B4-BE49-F238E27FC236}">
                  <a16:creationId xmlns:a16="http://schemas.microsoft.com/office/drawing/2014/main" id="{05166EBF-44DD-BAA0-B292-89E5D4F6C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335922" name="Group 50">
            <a:extLst>
              <a:ext uri="{FF2B5EF4-FFF2-40B4-BE49-F238E27FC236}">
                <a16:creationId xmlns:a16="http://schemas.microsoft.com/office/drawing/2014/main" id="{018A3117-0E80-C1C1-99F4-430D59795AEC}"/>
              </a:ext>
            </a:extLst>
          </p:cNvPr>
          <p:cNvGrpSpPr>
            <a:grpSpLocks/>
          </p:cNvGrpSpPr>
          <p:nvPr/>
        </p:nvGrpSpPr>
        <p:grpSpPr bwMode="auto">
          <a:xfrm>
            <a:off x="1971676" y="3917951"/>
            <a:ext cx="8543925" cy="2727325"/>
            <a:chOff x="282" y="2468"/>
            <a:chExt cx="5382" cy="1718"/>
          </a:xfrm>
        </p:grpSpPr>
        <p:grpSp>
          <p:nvGrpSpPr>
            <p:cNvPr id="32828" name="Group 51">
              <a:extLst>
                <a:ext uri="{FF2B5EF4-FFF2-40B4-BE49-F238E27FC236}">
                  <a16:creationId xmlns:a16="http://schemas.microsoft.com/office/drawing/2014/main" id="{2F8D20AD-5BEA-4F92-1885-124E71246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2468"/>
              <a:ext cx="5334" cy="1718"/>
              <a:chOff x="330" y="2468"/>
              <a:chExt cx="5334" cy="1718"/>
            </a:xfrm>
          </p:grpSpPr>
          <p:grpSp>
            <p:nvGrpSpPr>
              <p:cNvPr id="32841" name="Group 52">
                <a:extLst>
                  <a:ext uri="{FF2B5EF4-FFF2-40B4-BE49-F238E27FC236}">
                    <a16:creationId xmlns:a16="http://schemas.microsoft.com/office/drawing/2014/main" id="{DF3395DE-748E-BF86-7141-717DAC378C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" y="3130"/>
                <a:ext cx="5334" cy="1056"/>
                <a:chOff x="330" y="3130"/>
                <a:chExt cx="5334" cy="1056"/>
              </a:xfrm>
            </p:grpSpPr>
            <p:sp>
              <p:nvSpPr>
                <p:cNvPr id="32847" name="Freeform 53">
                  <a:extLst>
                    <a:ext uri="{FF2B5EF4-FFF2-40B4-BE49-F238E27FC236}">
                      <a16:creationId xmlns:a16="http://schemas.microsoft.com/office/drawing/2014/main" id="{C269EB17-1E67-EFB9-BA08-0F42F8E4D4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1" y="3552"/>
                  <a:ext cx="96" cy="336"/>
                </a:xfrm>
                <a:custGeom>
                  <a:avLst/>
                  <a:gdLst>
                    <a:gd name="T0" fmla="*/ 96 w 96"/>
                    <a:gd name="T1" fmla="*/ 0 h 336"/>
                    <a:gd name="T2" fmla="*/ 0 w 96"/>
                    <a:gd name="T3" fmla="*/ 0 h 336"/>
                    <a:gd name="T4" fmla="*/ 0 w 96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336">
                      <a:moveTo>
                        <a:pt x="96" y="0"/>
                      </a:moveTo>
                      <a:lnTo>
                        <a:pt x="0" y="0"/>
                      </a:lnTo>
                      <a:lnTo>
                        <a:pt x="0" y="33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48" name="Text Box 54">
                  <a:extLst>
                    <a:ext uri="{FF2B5EF4-FFF2-40B4-BE49-F238E27FC236}">
                      <a16:creationId xmlns:a16="http://schemas.microsoft.com/office/drawing/2014/main" id="{C13566B3-ACFB-9C3B-6660-988ED4D67D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1" y="3936"/>
                  <a:ext cx="56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INTR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2849" name="Line 55">
                  <a:extLst>
                    <a:ext uri="{FF2B5EF4-FFF2-40B4-BE49-F238E27FC236}">
                      <a16:creationId xmlns:a16="http://schemas.microsoft.com/office/drawing/2014/main" id="{C1DD63E5-171D-E68B-5A82-2A81160089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9" y="3946"/>
                  <a:ext cx="38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0" name="Freeform 56">
                  <a:extLst>
                    <a:ext uri="{FF2B5EF4-FFF2-40B4-BE49-F238E27FC236}">
                      <a16:creationId xmlns:a16="http://schemas.microsoft.com/office/drawing/2014/main" id="{01856C4F-7944-5FC0-746E-C596959240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7" y="3552"/>
                  <a:ext cx="96" cy="336"/>
                </a:xfrm>
                <a:custGeom>
                  <a:avLst/>
                  <a:gdLst>
                    <a:gd name="T0" fmla="*/ 96 w 96"/>
                    <a:gd name="T1" fmla="*/ 0 h 336"/>
                    <a:gd name="T2" fmla="*/ 0 w 96"/>
                    <a:gd name="T3" fmla="*/ 0 h 336"/>
                    <a:gd name="T4" fmla="*/ 0 w 96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336">
                      <a:moveTo>
                        <a:pt x="96" y="0"/>
                      </a:moveTo>
                      <a:lnTo>
                        <a:pt x="0" y="0"/>
                      </a:lnTo>
                      <a:lnTo>
                        <a:pt x="0" y="33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1" name="Text Box 57">
                  <a:extLst>
                    <a:ext uri="{FF2B5EF4-FFF2-40B4-BE49-F238E27FC236}">
                      <a16:creationId xmlns:a16="http://schemas.microsoft.com/office/drawing/2014/main" id="{F932DF57-9BB8-FDEA-14CD-3ADB546F34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8" y="3936"/>
                  <a:ext cx="56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INTR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2852" name="Line 58">
                  <a:extLst>
                    <a:ext uri="{FF2B5EF4-FFF2-40B4-BE49-F238E27FC236}">
                      <a16:creationId xmlns:a16="http://schemas.microsoft.com/office/drawing/2014/main" id="{D6354F06-B9F4-0072-44C4-FCF35DD528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6" y="3946"/>
                  <a:ext cx="38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3" name="Freeform 59">
                  <a:extLst>
                    <a:ext uri="{FF2B5EF4-FFF2-40B4-BE49-F238E27FC236}">
                      <a16:creationId xmlns:a16="http://schemas.microsoft.com/office/drawing/2014/main" id="{BBC8024E-1F55-BF1D-FB2C-E3E7FD088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3" y="3552"/>
                  <a:ext cx="96" cy="336"/>
                </a:xfrm>
                <a:custGeom>
                  <a:avLst/>
                  <a:gdLst>
                    <a:gd name="T0" fmla="*/ 96 w 96"/>
                    <a:gd name="T1" fmla="*/ 0 h 336"/>
                    <a:gd name="T2" fmla="*/ 0 w 96"/>
                    <a:gd name="T3" fmla="*/ 0 h 336"/>
                    <a:gd name="T4" fmla="*/ 0 w 96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336">
                      <a:moveTo>
                        <a:pt x="96" y="0"/>
                      </a:moveTo>
                      <a:lnTo>
                        <a:pt x="0" y="0"/>
                      </a:lnTo>
                      <a:lnTo>
                        <a:pt x="0" y="33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4" name="Text Box 60">
                  <a:extLst>
                    <a:ext uri="{FF2B5EF4-FFF2-40B4-BE49-F238E27FC236}">
                      <a16:creationId xmlns:a16="http://schemas.microsoft.com/office/drawing/2014/main" id="{CCA87608-E145-B9CA-1641-04C4D324DA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4" y="3936"/>
                  <a:ext cx="56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INTR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5" name="Line 61">
                  <a:extLst>
                    <a:ext uri="{FF2B5EF4-FFF2-40B4-BE49-F238E27FC236}">
                      <a16:creationId xmlns:a16="http://schemas.microsoft.com/office/drawing/2014/main" id="{67FB3AAF-8EB6-1071-D986-0F8B0A9FEF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2" y="3946"/>
                  <a:ext cx="38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6" name="Freeform 62">
                  <a:extLst>
                    <a:ext uri="{FF2B5EF4-FFF2-40B4-BE49-F238E27FC236}">
                      <a16:creationId xmlns:a16="http://schemas.microsoft.com/office/drawing/2014/main" id="{A9D32B86-42CD-6572-0D6B-1E4CED57D8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9" y="3552"/>
                  <a:ext cx="96" cy="336"/>
                </a:xfrm>
                <a:custGeom>
                  <a:avLst/>
                  <a:gdLst>
                    <a:gd name="T0" fmla="*/ 96 w 96"/>
                    <a:gd name="T1" fmla="*/ 0 h 336"/>
                    <a:gd name="T2" fmla="*/ 0 w 96"/>
                    <a:gd name="T3" fmla="*/ 0 h 336"/>
                    <a:gd name="T4" fmla="*/ 0 w 96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336">
                      <a:moveTo>
                        <a:pt x="96" y="0"/>
                      </a:moveTo>
                      <a:lnTo>
                        <a:pt x="0" y="0"/>
                      </a:lnTo>
                      <a:lnTo>
                        <a:pt x="0" y="33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7" name="Text Box 63">
                  <a:extLst>
                    <a:ext uri="{FF2B5EF4-FFF2-40B4-BE49-F238E27FC236}">
                      <a16:creationId xmlns:a16="http://schemas.microsoft.com/office/drawing/2014/main" id="{572378C5-C5A8-BAB1-A361-102737EE50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18" y="3936"/>
                  <a:ext cx="56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INTR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8" name="Line 64">
                  <a:extLst>
                    <a:ext uri="{FF2B5EF4-FFF2-40B4-BE49-F238E27FC236}">
                      <a16:creationId xmlns:a16="http://schemas.microsoft.com/office/drawing/2014/main" id="{85928658-6E8C-209C-DE0C-4228FE383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6" y="3946"/>
                  <a:ext cx="38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59" name="Text Box 65">
                  <a:extLst>
                    <a:ext uri="{FF2B5EF4-FFF2-40B4-BE49-F238E27FC236}">
                      <a16:creationId xmlns:a16="http://schemas.microsoft.com/office/drawing/2014/main" id="{1AEE0886-D9EE-4657-2201-5F0A13EA56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1" y="3241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1</a:t>
                  </a:r>
                </a:p>
              </p:txBody>
            </p:sp>
            <p:sp>
              <p:nvSpPr>
                <p:cNvPr id="32860" name="Rectangle 66">
                  <a:extLst>
                    <a:ext uri="{FF2B5EF4-FFF2-40B4-BE49-F238E27FC236}">
                      <a16:creationId xmlns:a16="http://schemas.microsoft.com/office/drawing/2014/main" id="{3B3E318B-CA00-7C80-C1C5-63EF7D5EC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5" y="3130"/>
                  <a:ext cx="239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61" name="Text Box 67">
                  <a:extLst>
                    <a:ext uri="{FF2B5EF4-FFF2-40B4-BE49-F238E27FC236}">
                      <a16:creationId xmlns:a16="http://schemas.microsoft.com/office/drawing/2014/main" id="{75C727AB-8B59-942A-0224-E1211ADC0C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2" y="3241"/>
                  <a:ext cx="2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&amp; </a:t>
                  </a:r>
                </a:p>
              </p:txBody>
            </p:sp>
            <p:sp>
              <p:nvSpPr>
                <p:cNvPr id="32862" name="Rectangle 68">
                  <a:extLst>
                    <a:ext uri="{FF2B5EF4-FFF2-40B4-BE49-F238E27FC236}">
                      <a16:creationId xmlns:a16="http://schemas.microsoft.com/office/drawing/2014/main" id="{192A1813-85B3-F443-131F-B593F7684F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3" y="3130"/>
                  <a:ext cx="238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63" name="Oval 69">
                  <a:extLst>
                    <a:ext uri="{FF2B5EF4-FFF2-40B4-BE49-F238E27FC236}">
                      <a16:creationId xmlns:a16="http://schemas.microsoft.com/office/drawing/2014/main" id="{A9542B89-E5F6-4F1D-7BDF-5748D83AF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4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4" name="Oval 70">
                  <a:extLst>
                    <a:ext uri="{FF2B5EF4-FFF2-40B4-BE49-F238E27FC236}">
                      <a16:creationId xmlns:a16="http://schemas.microsoft.com/office/drawing/2014/main" id="{4B56CE94-20CB-B6BB-E03B-F0FD98DD24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2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5" name="Freeform 71">
                  <a:extLst>
                    <a:ext uri="{FF2B5EF4-FFF2-40B4-BE49-F238E27FC236}">
                      <a16:creationId xmlns:a16="http://schemas.microsoft.com/office/drawing/2014/main" id="{1B750930-D693-9462-8061-325FFC4E7F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2" y="3394"/>
                  <a:ext cx="233" cy="1"/>
                </a:xfrm>
                <a:custGeom>
                  <a:avLst/>
                  <a:gdLst>
                    <a:gd name="T0" fmla="*/ 0 w 233"/>
                    <a:gd name="T1" fmla="*/ 0 h 1"/>
                    <a:gd name="T2" fmla="*/ 233 w 233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3" h="1">
                      <a:moveTo>
                        <a:pt x="0" y="0"/>
                      </a:moveTo>
                      <a:lnTo>
                        <a:pt x="233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66" name="Freeform 72">
                  <a:extLst>
                    <a:ext uri="{FF2B5EF4-FFF2-40B4-BE49-F238E27FC236}">
                      <a16:creationId xmlns:a16="http://schemas.microsoft.com/office/drawing/2014/main" id="{D0D6FF72-AB88-D13F-FBC7-9B13E410B8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4" y="3391"/>
                  <a:ext cx="477" cy="3"/>
                </a:xfrm>
                <a:custGeom>
                  <a:avLst/>
                  <a:gdLst>
                    <a:gd name="T0" fmla="*/ 0 w 477"/>
                    <a:gd name="T1" fmla="*/ 3 h 3"/>
                    <a:gd name="T2" fmla="*/ 477 w 477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77" h="3">
                      <a:moveTo>
                        <a:pt x="0" y="3"/>
                      </a:moveTo>
                      <a:lnTo>
                        <a:pt x="477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67" name="Text Box 73">
                  <a:extLst>
                    <a:ext uri="{FF2B5EF4-FFF2-40B4-BE49-F238E27FC236}">
                      <a16:creationId xmlns:a16="http://schemas.microsoft.com/office/drawing/2014/main" id="{26E36AAB-8766-72F6-15CF-FE95832D54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55" y="3241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1</a:t>
                  </a:r>
                </a:p>
              </p:txBody>
            </p:sp>
            <p:sp>
              <p:nvSpPr>
                <p:cNvPr id="32868" name="Rectangle 74">
                  <a:extLst>
                    <a:ext uri="{FF2B5EF4-FFF2-40B4-BE49-F238E27FC236}">
                      <a16:creationId xmlns:a16="http://schemas.microsoft.com/office/drawing/2014/main" id="{27E3FC2C-9035-604C-B8CB-B8B4420E0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3130"/>
                  <a:ext cx="239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69" name="Text Box 75">
                  <a:extLst>
                    <a:ext uri="{FF2B5EF4-FFF2-40B4-BE49-F238E27FC236}">
                      <a16:creationId xmlns:a16="http://schemas.microsoft.com/office/drawing/2014/main" id="{62595EB7-D21B-F3B8-9BF4-AC393C4B74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9" y="3241"/>
                  <a:ext cx="2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&amp; </a:t>
                  </a:r>
                </a:p>
              </p:txBody>
            </p:sp>
            <p:sp>
              <p:nvSpPr>
                <p:cNvPr id="32870" name="Rectangle 76">
                  <a:extLst>
                    <a:ext uri="{FF2B5EF4-FFF2-40B4-BE49-F238E27FC236}">
                      <a16:creationId xmlns:a16="http://schemas.microsoft.com/office/drawing/2014/main" id="{83614B78-DDE0-29B4-81E1-584B7BD6E6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3130"/>
                  <a:ext cx="238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71" name="Oval 77">
                  <a:extLst>
                    <a:ext uri="{FF2B5EF4-FFF2-40B4-BE49-F238E27FC236}">
                      <a16:creationId xmlns:a16="http://schemas.microsoft.com/office/drawing/2014/main" id="{D3EF670F-0F62-C746-835D-C19E681A5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1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72" name="Oval 78">
                  <a:extLst>
                    <a:ext uri="{FF2B5EF4-FFF2-40B4-BE49-F238E27FC236}">
                      <a16:creationId xmlns:a16="http://schemas.microsoft.com/office/drawing/2014/main" id="{56EBE638-6E12-BF2B-F0D6-903B7672C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73" name="Freeform 79">
                  <a:extLst>
                    <a:ext uri="{FF2B5EF4-FFF2-40B4-BE49-F238E27FC236}">
                      <a16:creationId xmlns:a16="http://schemas.microsoft.com/office/drawing/2014/main" id="{3C1CB0C0-CDC6-9531-8CE3-E6EDE44409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9" y="3394"/>
                  <a:ext cx="233" cy="1"/>
                </a:xfrm>
                <a:custGeom>
                  <a:avLst/>
                  <a:gdLst>
                    <a:gd name="T0" fmla="*/ 0 w 233"/>
                    <a:gd name="T1" fmla="*/ 0 h 1"/>
                    <a:gd name="T2" fmla="*/ 233 w 233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3" h="1">
                      <a:moveTo>
                        <a:pt x="0" y="0"/>
                      </a:moveTo>
                      <a:lnTo>
                        <a:pt x="233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74" name="Freeform 80">
                  <a:extLst>
                    <a:ext uri="{FF2B5EF4-FFF2-40B4-BE49-F238E27FC236}">
                      <a16:creationId xmlns:a16="http://schemas.microsoft.com/office/drawing/2014/main" id="{57334FDF-B0D4-2D9D-59DF-4F8F755889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1" y="3391"/>
                  <a:ext cx="477" cy="3"/>
                </a:xfrm>
                <a:custGeom>
                  <a:avLst/>
                  <a:gdLst>
                    <a:gd name="T0" fmla="*/ 0 w 477"/>
                    <a:gd name="T1" fmla="*/ 3 h 3"/>
                    <a:gd name="T2" fmla="*/ 477 w 477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77" h="3">
                      <a:moveTo>
                        <a:pt x="0" y="3"/>
                      </a:moveTo>
                      <a:lnTo>
                        <a:pt x="477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75" name="Text Box 81">
                  <a:extLst>
                    <a:ext uri="{FF2B5EF4-FFF2-40B4-BE49-F238E27FC236}">
                      <a16:creationId xmlns:a16="http://schemas.microsoft.com/office/drawing/2014/main" id="{0AFB7258-BA54-8BE3-9C03-3F517EB79C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48" y="3241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1</a:t>
                  </a:r>
                </a:p>
              </p:txBody>
            </p:sp>
            <p:sp>
              <p:nvSpPr>
                <p:cNvPr id="32876" name="Rectangle 82">
                  <a:extLst>
                    <a:ext uri="{FF2B5EF4-FFF2-40B4-BE49-F238E27FC236}">
                      <a16:creationId xmlns:a16="http://schemas.microsoft.com/office/drawing/2014/main" id="{3C7F2F3D-A4A0-318E-FE24-7BD622B13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3130"/>
                  <a:ext cx="239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77" name="Text Box 83">
                  <a:extLst>
                    <a:ext uri="{FF2B5EF4-FFF2-40B4-BE49-F238E27FC236}">
                      <a16:creationId xmlns:a16="http://schemas.microsoft.com/office/drawing/2014/main" id="{A590C69C-BF58-66EC-8A29-77DBB9A02B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95" y="3241"/>
                  <a:ext cx="2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&amp; </a:t>
                  </a:r>
                </a:p>
              </p:txBody>
            </p:sp>
            <p:sp>
              <p:nvSpPr>
                <p:cNvPr id="32878" name="Rectangle 84">
                  <a:extLst>
                    <a:ext uri="{FF2B5EF4-FFF2-40B4-BE49-F238E27FC236}">
                      <a16:creationId xmlns:a16="http://schemas.microsoft.com/office/drawing/2014/main" id="{9C19E1ED-FCB9-E9BE-FC44-5D6E6AB34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6" y="3130"/>
                  <a:ext cx="238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79" name="Oval 85">
                  <a:extLst>
                    <a:ext uri="{FF2B5EF4-FFF2-40B4-BE49-F238E27FC236}">
                      <a16:creationId xmlns:a16="http://schemas.microsoft.com/office/drawing/2014/main" id="{DA3FFBAE-9A3E-281D-E1B6-08FAE70F0E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7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80" name="Oval 86">
                  <a:extLst>
                    <a:ext uri="{FF2B5EF4-FFF2-40B4-BE49-F238E27FC236}">
                      <a16:creationId xmlns:a16="http://schemas.microsoft.com/office/drawing/2014/main" id="{59FF9182-2A39-788B-9788-B52548E6E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5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81" name="Freeform 87">
                  <a:extLst>
                    <a:ext uri="{FF2B5EF4-FFF2-40B4-BE49-F238E27FC236}">
                      <a16:creationId xmlns:a16="http://schemas.microsoft.com/office/drawing/2014/main" id="{8CD83848-DE78-14CB-EAA7-774D1015C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5" y="3394"/>
                  <a:ext cx="233" cy="1"/>
                </a:xfrm>
                <a:custGeom>
                  <a:avLst/>
                  <a:gdLst>
                    <a:gd name="T0" fmla="*/ 0 w 233"/>
                    <a:gd name="T1" fmla="*/ 0 h 1"/>
                    <a:gd name="T2" fmla="*/ 233 w 233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3" h="1">
                      <a:moveTo>
                        <a:pt x="0" y="0"/>
                      </a:moveTo>
                      <a:lnTo>
                        <a:pt x="233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82" name="Freeform 88">
                  <a:extLst>
                    <a:ext uri="{FF2B5EF4-FFF2-40B4-BE49-F238E27FC236}">
                      <a16:creationId xmlns:a16="http://schemas.microsoft.com/office/drawing/2014/main" id="{FAEAD5AA-6C7F-ACC2-95B7-95E064FAE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7" y="3391"/>
                  <a:ext cx="477" cy="3"/>
                </a:xfrm>
                <a:custGeom>
                  <a:avLst/>
                  <a:gdLst>
                    <a:gd name="T0" fmla="*/ 0 w 477"/>
                    <a:gd name="T1" fmla="*/ 3 h 3"/>
                    <a:gd name="T2" fmla="*/ 477 w 477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77" h="3">
                      <a:moveTo>
                        <a:pt x="0" y="3"/>
                      </a:moveTo>
                      <a:lnTo>
                        <a:pt x="477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83" name="Text Box 89">
                  <a:extLst>
                    <a:ext uri="{FF2B5EF4-FFF2-40B4-BE49-F238E27FC236}">
                      <a16:creationId xmlns:a16="http://schemas.microsoft.com/office/drawing/2014/main" id="{19E63740-3782-AD7C-31D2-415CDB74FF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7" y="3241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1</a:t>
                  </a:r>
                </a:p>
              </p:txBody>
            </p:sp>
            <p:sp>
              <p:nvSpPr>
                <p:cNvPr id="32884" name="Rectangle 90">
                  <a:extLst>
                    <a:ext uri="{FF2B5EF4-FFF2-40B4-BE49-F238E27FC236}">
                      <a16:creationId xmlns:a16="http://schemas.microsoft.com/office/drawing/2014/main" id="{43F4B689-2743-BDD2-50BB-9C4F231A3C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" y="3130"/>
                  <a:ext cx="239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85" name="Text Box 91">
                  <a:extLst>
                    <a:ext uri="{FF2B5EF4-FFF2-40B4-BE49-F238E27FC236}">
                      <a16:creationId xmlns:a16="http://schemas.microsoft.com/office/drawing/2014/main" id="{6E6AA1C9-2028-EAF9-A0FB-4A8AACD74F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6" y="3241"/>
                  <a:ext cx="2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&amp; </a:t>
                  </a:r>
                </a:p>
              </p:txBody>
            </p:sp>
            <p:sp>
              <p:nvSpPr>
                <p:cNvPr id="32886" name="Rectangle 92">
                  <a:extLst>
                    <a:ext uri="{FF2B5EF4-FFF2-40B4-BE49-F238E27FC236}">
                      <a16:creationId xmlns:a16="http://schemas.microsoft.com/office/drawing/2014/main" id="{95D000F8-5663-2F45-223E-5E5CBF73A9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7" y="3130"/>
                  <a:ext cx="238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87" name="Oval 93">
                  <a:extLst>
                    <a:ext uri="{FF2B5EF4-FFF2-40B4-BE49-F238E27FC236}">
                      <a16:creationId xmlns:a16="http://schemas.microsoft.com/office/drawing/2014/main" id="{38CDF0FF-FEA3-2872-9878-0FCEF8A99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8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88" name="Oval 94">
                  <a:extLst>
                    <a:ext uri="{FF2B5EF4-FFF2-40B4-BE49-F238E27FC236}">
                      <a16:creationId xmlns:a16="http://schemas.microsoft.com/office/drawing/2014/main" id="{10169A3B-7E03-9AFE-10D4-598554747B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6" y="337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89" name="Freeform 95">
                  <a:extLst>
                    <a:ext uri="{FF2B5EF4-FFF2-40B4-BE49-F238E27FC236}">
                      <a16:creationId xmlns:a16="http://schemas.microsoft.com/office/drawing/2014/main" id="{F5A30A79-216B-2CE2-699C-844C8A42E7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" y="3394"/>
                  <a:ext cx="233" cy="1"/>
                </a:xfrm>
                <a:custGeom>
                  <a:avLst/>
                  <a:gdLst>
                    <a:gd name="T0" fmla="*/ 0 w 233"/>
                    <a:gd name="T1" fmla="*/ 0 h 1"/>
                    <a:gd name="T2" fmla="*/ 233 w 233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3" h="1">
                      <a:moveTo>
                        <a:pt x="0" y="0"/>
                      </a:moveTo>
                      <a:lnTo>
                        <a:pt x="233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90" name="Freeform 96">
                  <a:extLst>
                    <a:ext uri="{FF2B5EF4-FFF2-40B4-BE49-F238E27FC236}">
                      <a16:creationId xmlns:a16="http://schemas.microsoft.com/office/drawing/2014/main" id="{99573C94-6742-E854-A287-1EBAC2E25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8" y="3391"/>
                  <a:ext cx="477" cy="3"/>
                </a:xfrm>
                <a:custGeom>
                  <a:avLst/>
                  <a:gdLst>
                    <a:gd name="T0" fmla="*/ 0 w 477"/>
                    <a:gd name="T1" fmla="*/ 3 h 3"/>
                    <a:gd name="T2" fmla="*/ 477 w 477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77" h="3">
                      <a:moveTo>
                        <a:pt x="0" y="3"/>
                      </a:moveTo>
                      <a:lnTo>
                        <a:pt x="477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91" name="Freeform 97">
                  <a:extLst>
                    <a:ext uri="{FF2B5EF4-FFF2-40B4-BE49-F238E27FC236}">
                      <a16:creationId xmlns:a16="http://schemas.microsoft.com/office/drawing/2014/main" id="{96F8A5A6-5B88-5362-F744-5C713FDB3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3" y="3360"/>
                  <a:ext cx="96" cy="192"/>
                </a:xfrm>
                <a:custGeom>
                  <a:avLst/>
                  <a:gdLst>
                    <a:gd name="T0" fmla="*/ 96 w 96"/>
                    <a:gd name="T1" fmla="*/ 0 h 192"/>
                    <a:gd name="T2" fmla="*/ 0 w 96"/>
                    <a:gd name="T3" fmla="*/ 0 h 192"/>
                    <a:gd name="T4" fmla="*/ 0 w 96"/>
                    <a:gd name="T5" fmla="*/ 192 h 19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192">
                      <a:moveTo>
                        <a:pt x="96" y="0"/>
                      </a:moveTo>
                      <a:lnTo>
                        <a:pt x="0" y="0"/>
                      </a:lnTo>
                      <a:lnTo>
                        <a:pt x="0" y="192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92" name="Line 98">
                  <a:extLst>
                    <a:ext uri="{FF2B5EF4-FFF2-40B4-BE49-F238E27FC236}">
                      <a16:creationId xmlns:a16="http://schemas.microsoft.com/office/drawing/2014/main" id="{70D5D191-483E-43D5-4B0F-2A1C6DD82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0" y="3552"/>
                  <a:ext cx="96" cy="1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42" name="Group 99">
                <a:extLst>
                  <a:ext uri="{FF2B5EF4-FFF2-40B4-BE49-F238E27FC236}">
                    <a16:creationId xmlns:a16="http://schemas.microsoft.com/office/drawing/2014/main" id="{BA857510-633C-4B8A-FC16-40E4B464D0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468"/>
                <a:ext cx="3890" cy="916"/>
                <a:chOff x="864" y="2468"/>
                <a:chExt cx="3890" cy="916"/>
              </a:xfrm>
            </p:grpSpPr>
            <p:sp>
              <p:nvSpPr>
                <p:cNvPr id="32843" name="Freeform 100">
                  <a:extLst>
                    <a:ext uri="{FF2B5EF4-FFF2-40B4-BE49-F238E27FC236}">
                      <a16:creationId xmlns:a16="http://schemas.microsoft.com/office/drawing/2014/main" id="{6831E409-AAE7-0972-1DBD-BA27C8C018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4" y="2468"/>
                  <a:ext cx="1" cy="916"/>
                </a:xfrm>
                <a:custGeom>
                  <a:avLst/>
                  <a:gdLst>
                    <a:gd name="T0" fmla="*/ 0 w 1"/>
                    <a:gd name="T1" fmla="*/ 0 h 916"/>
                    <a:gd name="T2" fmla="*/ 1 w 1"/>
                    <a:gd name="T3" fmla="*/ 916 h 9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916">
                      <a:moveTo>
                        <a:pt x="0" y="0"/>
                      </a:moveTo>
                      <a:lnTo>
                        <a:pt x="1" y="91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44" name="Freeform 101">
                  <a:extLst>
                    <a:ext uri="{FF2B5EF4-FFF2-40B4-BE49-F238E27FC236}">
                      <a16:creationId xmlns:a16="http://schemas.microsoft.com/office/drawing/2014/main" id="{717ADCA1-0076-B455-0F50-C5A07258D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7" y="2468"/>
                  <a:ext cx="1" cy="916"/>
                </a:xfrm>
                <a:custGeom>
                  <a:avLst/>
                  <a:gdLst>
                    <a:gd name="T0" fmla="*/ 0 w 1"/>
                    <a:gd name="T1" fmla="*/ 0 h 916"/>
                    <a:gd name="T2" fmla="*/ 1 w 1"/>
                    <a:gd name="T3" fmla="*/ 916 h 9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916">
                      <a:moveTo>
                        <a:pt x="0" y="0"/>
                      </a:moveTo>
                      <a:lnTo>
                        <a:pt x="1" y="91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45" name="Freeform 102">
                  <a:extLst>
                    <a:ext uri="{FF2B5EF4-FFF2-40B4-BE49-F238E27FC236}">
                      <a16:creationId xmlns:a16="http://schemas.microsoft.com/office/drawing/2014/main" id="{7ACE873B-13FA-9A8B-B2C0-467BA3363A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3" y="2468"/>
                  <a:ext cx="1" cy="916"/>
                </a:xfrm>
                <a:custGeom>
                  <a:avLst/>
                  <a:gdLst>
                    <a:gd name="T0" fmla="*/ 0 w 1"/>
                    <a:gd name="T1" fmla="*/ 0 h 916"/>
                    <a:gd name="T2" fmla="*/ 1 w 1"/>
                    <a:gd name="T3" fmla="*/ 916 h 9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916">
                      <a:moveTo>
                        <a:pt x="0" y="0"/>
                      </a:moveTo>
                      <a:lnTo>
                        <a:pt x="1" y="91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46" name="Freeform 103">
                  <a:extLst>
                    <a:ext uri="{FF2B5EF4-FFF2-40B4-BE49-F238E27FC236}">
                      <a16:creationId xmlns:a16="http://schemas.microsoft.com/office/drawing/2014/main" id="{8F1C2A96-D1A6-C182-232B-AB3860BBFB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3" y="2468"/>
                  <a:ext cx="1" cy="916"/>
                </a:xfrm>
                <a:custGeom>
                  <a:avLst/>
                  <a:gdLst>
                    <a:gd name="T0" fmla="*/ 0 w 1"/>
                    <a:gd name="T1" fmla="*/ 0 h 916"/>
                    <a:gd name="T2" fmla="*/ 1 w 1"/>
                    <a:gd name="T3" fmla="*/ 916 h 9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916">
                      <a:moveTo>
                        <a:pt x="0" y="0"/>
                      </a:moveTo>
                      <a:lnTo>
                        <a:pt x="1" y="91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2829" name="Group 104">
              <a:extLst>
                <a:ext uri="{FF2B5EF4-FFF2-40B4-BE49-F238E27FC236}">
                  <a16:creationId xmlns:a16="http://schemas.microsoft.com/office/drawing/2014/main" id="{A2892E48-8DA4-AA43-A3B4-2C012758D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2773"/>
              <a:ext cx="1109" cy="933"/>
              <a:chOff x="282" y="2773"/>
              <a:chExt cx="1109" cy="933"/>
            </a:xfrm>
          </p:grpSpPr>
          <p:sp>
            <p:nvSpPr>
              <p:cNvPr id="32839" name="Text Box 105">
                <a:extLst>
                  <a:ext uri="{FF2B5EF4-FFF2-40B4-BE49-F238E27FC236}">
                    <a16:creationId xmlns:a16="http://schemas.microsoft.com/office/drawing/2014/main" id="{57932794-9CF0-0112-0384-C8FB52C5AE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" y="2773"/>
                <a:ext cx="57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INTP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´</a:t>
                </a:r>
                <a:endParaRPr lang="en-US" altLang="zh-CN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840" name="Rectangle 106">
                <a:extLst>
                  <a:ext uri="{FF2B5EF4-FFF2-40B4-BE49-F238E27FC236}">
                    <a16:creationId xmlns:a16="http://schemas.microsoft.com/office/drawing/2014/main" id="{8D655B17-1DCE-C59F-48DB-48A7CB8A4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" y="3034"/>
                <a:ext cx="1104" cy="6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2830" name="Group 107">
              <a:extLst>
                <a:ext uri="{FF2B5EF4-FFF2-40B4-BE49-F238E27FC236}">
                  <a16:creationId xmlns:a16="http://schemas.microsoft.com/office/drawing/2014/main" id="{41BBD6AD-E8F5-23E5-C8D4-F9937159EF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" y="2783"/>
              <a:ext cx="1109" cy="923"/>
              <a:chOff x="1578" y="2783"/>
              <a:chExt cx="1109" cy="923"/>
            </a:xfrm>
          </p:grpSpPr>
          <p:sp>
            <p:nvSpPr>
              <p:cNvPr id="32837" name="Text Box 108">
                <a:extLst>
                  <a:ext uri="{FF2B5EF4-FFF2-40B4-BE49-F238E27FC236}">
                    <a16:creationId xmlns:a16="http://schemas.microsoft.com/office/drawing/2014/main" id="{9EF6408B-9C50-4BDB-A9E3-74984118B2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8" y="2783"/>
                <a:ext cx="57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INTP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´</a:t>
                </a:r>
                <a:endParaRPr lang="en-US" altLang="zh-CN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838" name="Rectangle 109">
                <a:extLst>
                  <a:ext uri="{FF2B5EF4-FFF2-40B4-BE49-F238E27FC236}">
                    <a16:creationId xmlns:a16="http://schemas.microsoft.com/office/drawing/2014/main" id="{2B45883D-AD8C-332D-F3C4-EB2E59CE3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3034"/>
                <a:ext cx="1104" cy="6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2831" name="Group 110">
              <a:extLst>
                <a:ext uri="{FF2B5EF4-FFF2-40B4-BE49-F238E27FC236}">
                  <a16:creationId xmlns:a16="http://schemas.microsoft.com/office/drawing/2014/main" id="{BFC00FA2-5553-7CC7-BD1F-0B580B301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9" y="2783"/>
              <a:ext cx="1104" cy="923"/>
              <a:chOff x="2879" y="2783"/>
              <a:chExt cx="1104" cy="923"/>
            </a:xfrm>
          </p:grpSpPr>
          <p:sp>
            <p:nvSpPr>
              <p:cNvPr id="32835" name="Text Box 111">
                <a:extLst>
                  <a:ext uri="{FF2B5EF4-FFF2-40B4-BE49-F238E27FC236}">
                    <a16:creationId xmlns:a16="http://schemas.microsoft.com/office/drawing/2014/main" id="{D929FF66-78F5-8DCB-1AC1-74BE63B51E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783"/>
                <a:ext cx="57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INTP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´</a:t>
                </a:r>
                <a:endParaRPr lang="en-US" altLang="zh-CN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836" name="Rectangle 112">
                <a:extLst>
                  <a:ext uri="{FF2B5EF4-FFF2-40B4-BE49-F238E27FC236}">
                    <a16:creationId xmlns:a16="http://schemas.microsoft.com/office/drawing/2014/main" id="{383FD4A3-4EDF-78D3-E93B-49D1EC554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3034"/>
                <a:ext cx="1104" cy="6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2832" name="Group 113">
              <a:extLst>
                <a:ext uri="{FF2B5EF4-FFF2-40B4-BE49-F238E27FC236}">
                  <a16:creationId xmlns:a16="http://schemas.microsoft.com/office/drawing/2014/main" id="{F704CC9D-D40F-7AF1-D997-918310EA5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5" y="2783"/>
              <a:ext cx="1104" cy="923"/>
              <a:chOff x="4175" y="2783"/>
              <a:chExt cx="1104" cy="923"/>
            </a:xfrm>
          </p:grpSpPr>
          <p:sp>
            <p:nvSpPr>
              <p:cNvPr id="32833" name="Text Box 114">
                <a:extLst>
                  <a:ext uri="{FF2B5EF4-FFF2-40B4-BE49-F238E27FC236}">
                    <a16:creationId xmlns:a16="http://schemas.microsoft.com/office/drawing/2014/main" id="{63B889ED-3A00-7F11-AD4C-4664431EF5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2783"/>
                <a:ext cx="57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INTP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´</a:t>
                </a:r>
                <a:endParaRPr lang="en-US" altLang="zh-CN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834" name="Rectangle 115">
                <a:extLst>
                  <a:ext uri="{FF2B5EF4-FFF2-40B4-BE49-F238E27FC236}">
                    <a16:creationId xmlns:a16="http://schemas.microsoft.com/office/drawing/2014/main" id="{2EFDCB68-041B-915F-BDD7-FB1DE5052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5" y="3034"/>
                <a:ext cx="1104" cy="6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335988" name="Group 116">
            <a:extLst>
              <a:ext uri="{FF2B5EF4-FFF2-40B4-BE49-F238E27FC236}">
                <a16:creationId xmlns:a16="http://schemas.microsoft.com/office/drawing/2014/main" id="{05D3C971-81A6-6565-77A1-36C892CF2505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3922713"/>
            <a:ext cx="6175375" cy="1454150"/>
            <a:chOff x="864" y="2471"/>
            <a:chExt cx="3890" cy="916"/>
          </a:xfrm>
        </p:grpSpPr>
        <p:sp>
          <p:nvSpPr>
            <p:cNvPr id="32824" name="Freeform 117">
              <a:extLst>
                <a:ext uri="{FF2B5EF4-FFF2-40B4-BE49-F238E27FC236}">
                  <a16:creationId xmlns:a16="http://schemas.microsoft.com/office/drawing/2014/main" id="{982405AD-A0B4-DC2C-926B-E6DD4E3FC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487"/>
              <a:ext cx="1" cy="900"/>
            </a:xfrm>
            <a:custGeom>
              <a:avLst/>
              <a:gdLst>
                <a:gd name="T0" fmla="*/ 0 w 1"/>
                <a:gd name="T1" fmla="*/ 0 h 900"/>
                <a:gd name="T2" fmla="*/ 1 w 1"/>
                <a:gd name="T3" fmla="*/ 900 h 9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00">
                  <a:moveTo>
                    <a:pt x="0" y="0"/>
                  </a:moveTo>
                  <a:lnTo>
                    <a:pt x="1" y="900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25" name="Freeform 118">
              <a:extLst>
                <a:ext uri="{FF2B5EF4-FFF2-40B4-BE49-F238E27FC236}">
                  <a16:creationId xmlns:a16="http://schemas.microsoft.com/office/drawing/2014/main" id="{6BD563FC-D175-527D-5D21-4FF87FCCD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2478"/>
              <a:ext cx="1" cy="909"/>
            </a:xfrm>
            <a:custGeom>
              <a:avLst/>
              <a:gdLst>
                <a:gd name="T0" fmla="*/ 1 w 1"/>
                <a:gd name="T1" fmla="*/ 0 h 909"/>
                <a:gd name="T2" fmla="*/ 0 w 1"/>
                <a:gd name="T3" fmla="*/ 909 h 9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09">
                  <a:moveTo>
                    <a:pt x="1" y="0"/>
                  </a:moveTo>
                  <a:lnTo>
                    <a:pt x="0" y="909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26" name="Freeform 119">
              <a:extLst>
                <a:ext uri="{FF2B5EF4-FFF2-40B4-BE49-F238E27FC236}">
                  <a16:creationId xmlns:a16="http://schemas.microsoft.com/office/drawing/2014/main" id="{B12B1262-980D-DD42-0F37-6E8870CB2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487"/>
              <a:ext cx="1" cy="900"/>
            </a:xfrm>
            <a:custGeom>
              <a:avLst/>
              <a:gdLst>
                <a:gd name="T0" fmla="*/ 1 w 1"/>
                <a:gd name="T1" fmla="*/ 0 h 900"/>
                <a:gd name="T2" fmla="*/ 0 w 1"/>
                <a:gd name="T3" fmla="*/ 900 h 9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00">
                  <a:moveTo>
                    <a:pt x="1" y="0"/>
                  </a:moveTo>
                  <a:lnTo>
                    <a:pt x="0" y="90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27" name="Freeform 120">
              <a:extLst>
                <a:ext uri="{FF2B5EF4-FFF2-40B4-BE49-F238E27FC236}">
                  <a16:creationId xmlns:a16="http://schemas.microsoft.com/office/drawing/2014/main" id="{F4EDC7EC-2532-03D5-C74F-FF3BAF8DC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3" y="2471"/>
              <a:ext cx="1" cy="916"/>
            </a:xfrm>
            <a:custGeom>
              <a:avLst/>
              <a:gdLst>
                <a:gd name="T0" fmla="*/ 0 w 1"/>
                <a:gd name="T1" fmla="*/ 0 h 916"/>
                <a:gd name="T2" fmla="*/ 1 w 1"/>
                <a:gd name="T3" fmla="*/ 916 h 9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6">
                  <a:moveTo>
                    <a:pt x="0" y="0"/>
                  </a:moveTo>
                  <a:lnTo>
                    <a:pt x="1" y="91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5993" name="Group 121">
            <a:extLst>
              <a:ext uri="{FF2B5EF4-FFF2-40B4-BE49-F238E27FC236}">
                <a16:creationId xmlns:a16="http://schemas.microsoft.com/office/drawing/2014/main" id="{EDB0C807-96CA-1123-24AA-0057A5390F5B}"/>
              </a:ext>
            </a:extLst>
          </p:cNvPr>
          <p:cNvGrpSpPr>
            <a:grpSpLocks/>
          </p:cNvGrpSpPr>
          <p:nvPr/>
        </p:nvGrpSpPr>
        <p:grpSpPr bwMode="auto">
          <a:xfrm>
            <a:off x="4664075" y="5638801"/>
            <a:ext cx="903288" cy="1006475"/>
            <a:chOff x="1978" y="3552"/>
            <a:chExt cx="569" cy="634"/>
          </a:xfrm>
        </p:grpSpPr>
        <p:sp>
          <p:nvSpPr>
            <p:cNvPr id="32821" name="Freeform 122">
              <a:extLst>
                <a:ext uri="{FF2B5EF4-FFF2-40B4-BE49-F238E27FC236}">
                  <a16:creationId xmlns:a16="http://schemas.microsoft.com/office/drawing/2014/main" id="{63EAA8BB-1BD4-7017-31EB-A3FCA1FD1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3552"/>
              <a:ext cx="96" cy="336"/>
            </a:xfrm>
            <a:custGeom>
              <a:avLst/>
              <a:gdLst>
                <a:gd name="T0" fmla="*/ 96 w 96"/>
                <a:gd name="T1" fmla="*/ 0 h 336"/>
                <a:gd name="T2" fmla="*/ 0 w 96"/>
                <a:gd name="T3" fmla="*/ 0 h 336"/>
                <a:gd name="T4" fmla="*/ 0 w 96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36">
                  <a:moveTo>
                    <a:pt x="96" y="0"/>
                  </a:move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22" name="Text Box 123">
              <a:extLst>
                <a:ext uri="{FF2B5EF4-FFF2-40B4-BE49-F238E27FC236}">
                  <a16:creationId xmlns:a16="http://schemas.microsoft.com/office/drawing/2014/main" id="{6BD7BEBD-CBC5-5E14-E92F-D4106F580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8" y="3936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23" name="Line 124">
              <a:extLst>
                <a:ext uri="{FF2B5EF4-FFF2-40B4-BE49-F238E27FC236}">
                  <a16:creationId xmlns:a16="http://schemas.microsoft.com/office/drawing/2014/main" id="{AB0B95AB-96BE-9E8A-63D0-8C5E65034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6" y="3946"/>
              <a:ext cx="38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5997" name="Group 125">
            <a:extLst>
              <a:ext uri="{FF2B5EF4-FFF2-40B4-BE49-F238E27FC236}">
                <a16:creationId xmlns:a16="http://schemas.microsoft.com/office/drawing/2014/main" id="{57D8B1E7-96D3-B8FA-9EED-5FC9AEB25E6E}"/>
              </a:ext>
            </a:extLst>
          </p:cNvPr>
          <p:cNvGrpSpPr>
            <a:grpSpLocks/>
          </p:cNvGrpSpPr>
          <p:nvPr/>
        </p:nvGrpSpPr>
        <p:grpSpPr bwMode="auto">
          <a:xfrm>
            <a:off x="2589214" y="5638801"/>
            <a:ext cx="903287" cy="1006475"/>
            <a:chOff x="671" y="3552"/>
            <a:chExt cx="569" cy="634"/>
          </a:xfrm>
        </p:grpSpPr>
        <p:sp>
          <p:nvSpPr>
            <p:cNvPr id="32818" name="Freeform 126">
              <a:extLst>
                <a:ext uri="{FF2B5EF4-FFF2-40B4-BE49-F238E27FC236}">
                  <a16:creationId xmlns:a16="http://schemas.microsoft.com/office/drawing/2014/main" id="{7623B2E1-EC16-83ED-99D6-3E87A3C88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552"/>
              <a:ext cx="96" cy="336"/>
            </a:xfrm>
            <a:custGeom>
              <a:avLst/>
              <a:gdLst>
                <a:gd name="T0" fmla="*/ 96 w 96"/>
                <a:gd name="T1" fmla="*/ 0 h 336"/>
                <a:gd name="T2" fmla="*/ 0 w 96"/>
                <a:gd name="T3" fmla="*/ 0 h 336"/>
                <a:gd name="T4" fmla="*/ 0 w 96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36">
                  <a:moveTo>
                    <a:pt x="96" y="0"/>
                  </a:move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9" name="Text Box 127">
              <a:extLst>
                <a:ext uri="{FF2B5EF4-FFF2-40B4-BE49-F238E27FC236}">
                  <a16:creationId xmlns:a16="http://schemas.microsoft.com/office/drawing/2014/main" id="{22BF484D-DCBA-3D5F-7AD3-395377D64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" y="3936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C28F00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solidFill>
                    <a:srgbClr val="C28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0" name="Line 128">
              <a:extLst>
                <a:ext uri="{FF2B5EF4-FFF2-40B4-BE49-F238E27FC236}">
                  <a16:creationId xmlns:a16="http://schemas.microsoft.com/office/drawing/2014/main" id="{20B0BD5F-F4AA-6F10-7181-9A777D00E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3946"/>
              <a:ext cx="384" cy="1"/>
            </a:xfrm>
            <a:prstGeom prst="line">
              <a:avLst/>
            </a:prstGeom>
            <a:noFill/>
            <a:ln w="28575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6001" name="Group 129">
            <a:extLst>
              <a:ext uri="{FF2B5EF4-FFF2-40B4-BE49-F238E27FC236}">
                <a16:creationId xmlns:a16="http://schemas.microsoft.com/office/drawing/2014/main" id="{49BC8FA1-6241-CABD-80A7-82ABDF6E8BAD}"/>
              </a:ext>
            </a:extLst>
          </p:cNvPr>
          <p:cNvGrpSpPr>
            <a:grpSpLocks/>
          </p:cNvGrpSpPr>
          <p:nvPr/>
        </p:nvGrpSpPr>
        <p:grpSpPr bwMode="auto">
          <a:xfrm>
            <a:off x="3363914" y="3886201"/>
            <a:ext cx="3036887" cy="396875"/>
            <a:chOff x="1159" y="2448"/>
            <a:chExt cx="1913" cy="250"/>
          </a:xfrm>
        </p:grpSpPr>
        <p:sp>
          <p:nvSpPr>
            <p:cNvPr id="32814" name="Freeform 130">
              <a:extLst>
                <a:ext uri="{FF2B5EF4-FFF2-40B4-BE49-F238E27FC236}">
                  <a16:creationId xmlns:a16="http://schemas.microsoft.com/office/drawing/2014/main" id="{61245EEE-46A5-BB3E-730A-9AD220FEF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5" name="Text Box 131">
              <a:extLst>
                <a:ext uri="{FF2B5EF4-FFF2-40B4-BE49-F238E27FC236}">
                  <a16:creationId xmlns:a16="http://schemas.microsoft.com/office/drawing/2014/main" id="{5032D10B-6D88-35A4-B800-B9B1FDCE6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Freeform 132">
              <a:extLst>
                <a:ext uri="{FF2B5EF4-FFF2-40B4-BE49-F238E27FC236}">
                  <a16:creationId xmlns:a16="http://schemas.microsoft.com/office/drawing/2014/main" id="{14689FAD-6613-2C6D-D650-22CEBE497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2473"/>
              <a:ext cx="384" cy="215"/>
            </a:xfrm>
            <a:custGeom>
              <a:avLst/>
              <a:gdLst>
                <a:gd name="T0" fmla="*/ 0 w 384"/>
                <a:gd name="T1" fmla="*/ 0 h 129"/>
                <a:gd name="T2" fmla="*/ 0 w 384"/>
                <a:gd name="T3" fmla="*/ 995 h 129"/>
                <a:gd name="T4" fmla="*/ 384 w 384"/>
                <a:gd name="T5" fmla="*/ 995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29">
                  <a:moveTo>
                    <a:pt x="0" y="0"/>
                  </a:moveTo>
                  <a:lnTo>
                    <a:pt x="0" y="129"/>
                  </a:lnTo>
                  <a:lnTo>
                    <a:pt x="384" y="129"/>
                  </a:lnTo>
                </a:path>
              </a:pathLst>
            </a:custGeom>
            <a:noFill/>
            <a:ln w="38100" cmpd="sng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7" name="Text Box 133">
              <a:extLst>
                <a:ext uri="{FF2B5EF4-FFF2-40B4-BE49-F238E27FC236}">
                  <a16:creationId xmlns:a16="http://schemas.microsoft.com/office/drawing/2014/main" id="{5EDE5537-4E0D-F5EF-A8CF-EE2864AD0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" y="2448"/>
              <a:ext cx="5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C28F00"/>
                  </a:solidFill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solidFill>
                    <a:srgbClr val="C28F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336006" name="Group 134">
            <a:extLst>
              <a:ext uri="{FF2B5EF4-FFF2-40B4-BE49-F238E27FC236}">
                <a16:creationId xmlns:a16="http://schemas.microsoft.com/office/drawing/2014/main" id="{CE22E786-F71C-F679-1682-EE9266D34858}"/>
              </a:ext>
            </a:extLst>
          </p:cNvPr>
          <p:cNvGrpSpPr>
            <a:grpSpLocks/>
          </p:cNvGrpSpPr>
          <p:nvPr/>
        </p:nvGrpSpPr>
        <p:grpSpPr bwMode="auto">
          <a:xfrm>
            <a:off x="5641976" y="5380039"/>
            <a:ext cx="4873625" cy="9525"/>
            <a:chOff x="2594" y="3389"/>
            <a:chExt cx="3070" cy="6"/>
          </a:xfrm>
        </p:grpSpPr>
        <p:grpSp>
          <p:nvGrpSpPr>
            <p:cNvPr id="32808" name="Group 135">
              <a:extLst>
                <a:ext uri="{FF2B5EF4-FFF2-40B4-BE49-F238E27FC236}">
                  <a16:creationId xmlns:a16="http://schemas.microsoft.com/office/drawing/2014/main" id="{2FD47414-C767-6B65-5921-A3FAEF331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4" y="3391"/>
              <a:ext cx="2304" cy="4"/>
              <a:chOff x="2594" y="3391"/>
              <a:chExt cx="2304" cy="4"/>
            </a:xfrm>
          </p:grpSpPr>
          <p:sp>
            <p:nvSpPr>
              <p:cNvPr id="32810" name="Freeform 136">
                <a:extLst>
                  <a:ext uri="{FF2B5EF4-FFF2-40B4-BE49-F238E27FC236}">
                    <a16:creationId xmlns:a16="http://schemas.microsoft.com/office/drawing/2014/main" id="{DF7C8DC1-E9C1-F7B5-658C-E416F1111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4" y="3391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11" name="Freeform 137">
                <a:extLst>
                  <a:ext uri="{FF2B5EF4-FFF2-40B4-BE49-F238E27FC236}">
                    <a16:creationId xmlns:a16="http://schemas.microsoft.com/office/drawing/2014/main" id="{532BE386-ED8B-B6A9-D8DF-91C480F95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3394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12" name="Freeform 138">
                <a:extLst>
                  <a:ext uri="{FF2B5EF4-FFF2-40B4-BE49-F238E27FC236}">
                    <a16:creationId xmlns:a16="http://schemas.microsoft.com/office/drawing/2014/main" id="{967B79ED-DD3D-256D-D159-CB8AD76EE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3391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13" name="Freeform 139">
                <a:extLst>
                  <a:ext uri="{FF2B5EF4-FFF2-40B4-BE49-F238E27FC236}">
                    <a16:creationId xmlns:a16="http://schemas.microsoft.com/office/drawing/2014/main" id="{0CFCCD53-ABA9-0B6E-DD5E-E916854E2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" y="3394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2809" name="Freeform 140">
              <a:extLst>
                <a:ext uri="{FF2B5EF4-FFF2-40B4-BE49-F238E27FC236}">
                  <a16:creationId xmlns:a16="http://schemas.microsoft.com/office/drawing/2014/main" id="{1EBFA23C-C79B-5BBA-D0FE-EDA3D085E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3389"/>
              <a:ext cx="477" cy="3"/>
            </a:xfrm>
            <a:custGeom>
              <a:avLst/>
              <a:gdLst>
                <a:gd name="T0" fmla="*/ 0 w 477"/>
                <a:gd name="T1" fmla="*/ 3 h 3"/>
                <a:gd name="T2" fmla="*/ 477 w 477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7" h="3">
                  <a:moveTo>
                    <a:pt x="0" y="3"/>
                  </a:moveTo>
                  <a:lnTo>
                    <a:pt x="477" y="0"/>
                  </a:lnTo>
                </a:path>
              </a:pathLst>
            </a:custGeom>
            <a:noFill/>
            <a:ln w="38100" cmpd="sng">
              <a:solidFill>
                <a:srgbClr val="CC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36013" name="Group 141">
            <a:extLst>
              <a:ext uri="{FF2B5EF4-FFF2-40B4-BE49-F238E27FC236}">
                <a16:creationId xmlns:a16="http://schemas.microsoft.com/office/drawing/2014/main" id="{0221A384-5542-A61F-1E50-2291CD1035CC}"/>
              </a:ext>
            </a:extLst>
          </p:cNvPr>
          <p:cNvGrpSpPr>
            <a:grpSpLocks/>
          </p:cNvGrpSpPr>
          <p:nvPr/>
        </p:nvGrpSpPr>
        <p:grpSpPr bwMode="auto">
          <a:xfrm>
            <a:off x="2047876" y="5332414"/>
            <a:ext cx="3135313" cy="306387"/>
            <a:chOff x="330" y="3359"/>
            <a:chExt cx="1975" cy="193"/>
          </a:xfrm>
        </p:grpSpPr>
        <p:grpSp>
          <p:nvGrpSpPr>
            <p:cNvPr id="32801" name="Group 142">
              <a:extLst>
                <a:ext uri="{FF2B5EF4-FFF2-40B4-BE49-F238E27FC236}">
                  <a16:creationId xmlns:a16="http://schemas.microsoft.com/office/drawing/2014/main" id="{3B96AE58-7502-EBEE-ADB5-87C9FDF38E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3391"/>
              <a:ext cx="1529" cy="4"/>
              <a:chOff x="776" y="3391"/>
              <a:chExt cx="1529" cy="4"/>
            </a:xfrm>
          </p:grpSpPr>
          <p:sp>
            <p:nvSpPr>
              <p:cNvPr id="32805" name="Freeform 143">
                <a:extLst>
                  <a:ext uri="{FF2B5EF4-FFF2-40B4-BE49-F238E27FC236}">
                    <a16:creationId xmlns:a16="http://schemas.microsoft.com/office/drawing/2014/main" id="{42851BAE-A016-55AD-2903-1B9B4C2BE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2" y="3394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06" name="Freeform 144">
                <a:extLst>
                  <a:ext uri="{FF2B5EF4-FFF2-40B4-BE49-F238E27FC236}">
                    <a16:creationId xmlns:a16="http://schemas.microsoft.com/office/drawing/2014/main" id="{C6332A8F-5EFC-D4F8-5EF2-6867A2E26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3394"/>
                <a:ext cx="233" cy="1"/>
              </a:xfrm>
              <a:custGeom>
                <a:avLst/>
                <a:gdLst>
                  <a:gd name="T0" fmla="*/ 0 w 233"/>
                  <a:gd name="T1" fmla="*/ 0 h 1"/>
                  <a:gd name="T2" fmla="*/ 233 w 2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1">
                    <a:moveTo>
                      <a:pt x="0" y="0"/>
                    </a:moveTo>
                    <a:lnTo>
                      <a:pt x="233" y="0"/>
                    </a:lnTo>
                  </a:path>
                </a:pathLst>
              </a:custGeom>
              <a:noFill/>
              <a:ln w="38100" cmpd="sng">
                <a:solidFill>
                  <a:srgbClr val="C28F00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07" name="Freeform 145">
                <a:extLst>
                  <a:ext uri="{FF2B5EF4-FFF2-40B4-BE49-F238E27FC236}">
                    <a16:creationId xmlns:a16="http://schemas.microsoft.com/office/drawing/2014/main" id="{FF476B6B-90D2-CF66-CCF6-5C9B05E33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3391"/>
                <a:ext cx="477" cy="3"/>
              </a:xfrm>
              <a:custGeom>
                <a:avLst/>
                <a:gdLst>
                  <a:gd name="T0" fmla="*/ 0 w 477"/>
                  <a:gd name="T1" fmla="*/ 3 h 3"/>
                  <a:gd name="T2" fmla="*/ 477 w 477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77" h="3">
                    <a:moveTo>
                      <a:pt x="0" y="3"/>
                    </a:moveTo>
                    <a:lnTo>
                      <a:pt x="477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2802" name="Group 146">
              <a:extLst>
                <a:ext uri="{FF2B5EF4-FFF2-40B4-BE49-F238E27FC236}">
                  <a16:creationId xmlns:a16="http://schemas.microsoft.com/office/drawing/2014/main" id="{11BBEC06-86DB-A643-98E1-EF8A1F974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3359"/>
              <a:ext cx="144" cy="193"/>
              <a:chOff x="336" y="3168"/>
              <a:chExt cx="144" cy="193"/>
            </a:xfrm>
          </p:grpSpPr>
          <p:sp>
            <p:nvSpPr>
              <p:cNvPr id="32803" name="Freeform 147">
                <a:extLst>
                  <a:ext uri="{FF2B5EF4-FFF2-40B4-BE49-F238E27FC236}">
                    <a16:creationId xmlns:a16="http://schemas.microsoft.com/office/drawing/2014/main" id="{C08FDF75-5DFE-CC3F-BBE5-C4DEE6607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" y="3168"/>
                <a:ext cx="96" cy="192"/>
              </a:xfrm>
              <a:custGeom>
                <a:avLst/>
                <a:gdLst>
                  <a:gd name="T0" fmla="*/ 96 w 96"/>
                  <a:gd name="T1" fmla="*/ 0 h 192"/>
                  <a:gd name="T2" fmla="*/ 0 w 96"/>
                  <a:gd name="T3" fmla="*/ 0 h 192"/>
                  <a:gd name="T4" fmla="*/ 0 w 96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0"/>
                    </a:lnTo>
                    <a:lnTo>
                      <a:pt x="0" y="192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04" name="Line 148">
                <a:extLst>
                  <a:ext uri="{FF2B5EF4-FFF2-40B4-BE49-F238E27FC236}">
                    <a16:creationId xmlns:a16="http://schemas.microsoft.com/office/drawing/2014/main" id="{997F0301-09ED-4256-C5A6-C219B85C2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3360"/>
                <a:ext cx="96" cy="1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36022" name="Group 150">
            <a:extLst>
              <a:ext uri="{FF2B5EF4-FFF2-40B4-BE49-F238E27FC236}">
                <a16:creationId xmlns:a16="http://schemas.microsoft.com/office/drawing/2014/main" id="{DD0227C2-D1E3-B1AE-EACA-A884F6407C22}"/>
              </a:ext>
            </a:extLst>
          </p:cNvPr>
          <p:cNvGrpSpPr>
            <a:grpSpLocks/>
          </p:cNvGrpSpPr>
          <p:nvPr/>
        </p:nvGrpSpPr>
        <p:grpSpPr bwMode="auto">
          <a:xfrm>
            <a:off x="4733926" y="2438401"/>
            <a:ext cx="1338263" cy="1495425"/>
            <a:chOff x="2022" y="1536"/>
            <a:chExt cx="843" cy="942"/>
          </a:xfrm>
        </p:grpSpPr>
        <p:sp>
          <p:nvSpPr>
            <p:cNvPr id="32792" name="Text Box 151">
              <a:extLst>
                <a:ext uri="{FF2B5EF4-FFF2-40B4-BE49-F238E27FC236}">
                  <a16:creationId xmlns:a16="http://schemas.microsoft.com/office/drawing/2014/main" id="{9872F401-7CC0-0C61-26E3-83BAB7848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7" y="17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28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793" name="Rectangle 152">
              <a:extLst>
                <a:ext uri="{FF2B5EF4-FFF2-40B4-BE49-F238E27FC236}">
                  <a16:creationId xmlns:a16="http://schemas.microsoft.com/office/drawing/2014/main" id="{6F7497A5-FEC1-9E90-4018-3B36F37DF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1802"/>
              <a:ext cx="576" cy="240"/>
            </a:xfrm>
            <a:prstGeom prst="rect">
              <a:avLst/>
            </a:prstGeom>
            <a:noFill/>
            <a:ln w="28575">
              <a:solidFill>
                <a:srgbClr val="C28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4" name="Text Box 153">
              <a:extLst>
                <a:ext uri="{FF2B5EF4-FFF2-40B4-BE49-F238E27FC236}">
                  <a16:creationId xmlns:a16="http://schemas.microsoft.com/office/drawing/2014/main" id="{B5818DD3-6843-A0B7-8BA4-EB78DA1BD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228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28F00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2795" name="Rectangle 154">
              <a:extLst>
                <a:ext uri="{FF2B5EF4-FFF2-40B4-BE49-F238E27FC236}">
                  <a16:creationId xmlns:a16="http://schemas.microsoft.com/office/drawing/2014/main" id="{C60CF917-3E2D-51BB-BC94-5F42E272E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237"/>
              <a:ext cx="576" cy="240"/>
            </a:xfrm>
            <a:prstGeom prst="rect">
              <a:avLst/>
            </a:prstGeom>
            <a:noFill/>
            <a:ln w="28575">
              <a:solidFill>
                <a:srgbClr val="C28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6" name="Oval 155">
              <a:extLst>
                <a:ext uri="{FF2B5EF4-FFF2-40B4-BE49-F238E27FC236}">
                  <a16:creationId xmlns:a16="http://schemas.microsoft.com/office/drawing/2014/main" id="{119FB130-8388-C0F7-A375-C18D56BF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2178"/>
              <a:ext cx="48" cy="48"/>
            </a:xfrm>
            <a:prstGeom prst="ellipse">
              <a:avLst/>
            </a:prstGeom>
            <a:noFill/>
            <a:ln w="28575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7" name="Oval 156">
              <a:extLst>
                <a:ext uri="{FF2B5EF4-FFF2-40B4-BE49-F238E27FC236}">
                  <a16:creationId xmlns:a16="http://schemas.microsoft.com/office/drawing/2014/main" id="{DEEE0371-9D71-CE2B-A263-E68D89E4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1750"/>
              <a:ext cx="48" cy="48"/>
            </a:xfrm>
            <a:prstGeom prst="ellipse">
              <a:avLst/>
            </a:prstGeom>
            <a:noFill/>
            <a:ln w="28575">
              <a:solidFill>
                <a:srgbClr val="C28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8" name="Freeform 157">
              <a:extLst>
                <a:ext uri="{FF2B5EF4-FFF2-40B4-BE49-F238E27FC236}">
                  <a16:creationId xmlns:a16="http://schemas.microsoft.com/office/drawing/2014/main" id="{CF4CDD05-E610-C0F9-2742-83EE8C06935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9" y="154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28575" cmpd="sng">
              <a:solidFill>
                <a:srgbClr val="C28F00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9" name="Freeform 158">
              <a:extLst>
                <a:ext uri="{FF2B5EF4-FFF2-40B4-BE49-F238E27FC236}">
                  <a16:creationId xmlns:a16="http://schemas.microsoft.com/office/drawing/2014/main" id="{3105B71B-0F1C-31D5-D96C-CB80EB194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2043"/>
              <a:ext cx="1" cy="144"/>
            </a:xfrm>
            <a:custGeom>
              <a:avLst/>
              <a:gdLst>
                <a:gd name="T0" fmla="*/ 0 w 1"/>
                <a:gd name="T1" fmla="*/ 0 h 144"/>
                <a:gd name="T2" fmla="*/ 0 w 1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0"/>
                  </a:moveTo>
                  <a:lnTo>
                    <a:pt x="0" y="144"/>
                  </a:lnTo>
                </a:path>
              </a:pathLst>
            </a:custGeom>
            <a:noFill/>
            <a:ln w="28575" cmpd="sng">
              <a:solidFill>
                <a:srgbClr val="C28F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00" name="Text Box 159">
              <a:extLst>
                <a:ext uri="{FF2B5EF4-FFF2-40B4-BE49-F238E27FC236}">
                  <a16:creationId xmlns:a16="http://schemas.microsoft.com/office/drawing/2014/main" id="{5F3E755F-D47B-6FFB-22A8-01B260DDA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1536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C28F00"/>
                  </a:solidFill>
                  <a:latin typeface="Times New Roman" panose="02020603050405020304" pitchFamily="18" charset="0"/>
                </a:rPr>
                <a:t>INTP</a:t>
              </a:r>
              <a:r>
                <a:rPr lang="en-US" altLang="zh-CN" sz="2000" baseline="-25000">
                  <a:solidFill>
                    <a:srgbClr val="C28F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32783" name="Group 160">
            <a:extLst>
              <a:ext uri="{FF2B5EF4-FFF2-40B4-BE49-F238E27FC236}">
                <a16:creationId xmlns:a16="http://schemas.microsoft.com/office/drawing/2014/main" id="{2FF2807C-FBB8-C0BB-8305-D8FE890768F1}"/>
              </a:ext>
            </a:extLst>
          </p:cNvPr>
          <p:cNvGrpSpPr>
            <a:grpSpLocks/>
          </p:cNvGrpSpPr>
          <p:nvPr/>
        </p:nvGrpSpPr>
        <p:grpSpPr bwMode="auto">
          <a:xfrm>
            <a:off x="1709738" y="228600"/>
            <a:ext cx="8958262" cy="1905000"/>
            <a:chOff x="117" y="144"/>
            <a:chExt cx="5643" cy="1200"/>
          </a:xfrm>
        </p:grpSpPr>
        <p:sp>
          <p:nvSpPr>
            <p:cNvPr id="32785" name="Text Box 161">
              <a:extLst>
                <a:ext uri="{FF2B5EF4-FFF2-40B4-BE49-F238E27FC236}">
                  <a16:creationId xmlns:a16="http://schemas.microsoft.com/office/drawing/2014/main" id="{E38CB9A6-FD7B-2957-953D-4A0976F76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144"/>
              <a:ext cx="12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>
                  <a:latin typeface="Times New Roman" panose="02020603050405020304" pitchFamily="18" charset="0"/>
                </a:rPr>
                <a:t>2. 排队器</a:t>
              </a:r>
            </a:p>
          </p:txBody>
        </p:sp>
        <p:sp>
          <p:nvSpPr>
            <p:cNvPr id="32786" name="Text Box 162">
              <a:extLst>
                <a:ext uri="{FF2B5EF4-FFF2-40B4-BE49-F238E27FC236}">
                  <a16:creationId xmlns:a16="http://schemas.microsoft.com/office/drawing/2014/main" id="{C0BE074F-BF52-E2D6-2C97-82C9A5FA8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" y="825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排队</a:t>
              </a:r>
            </a:p>
          </p:txBody>
        </p:sp>
        <p:sp>
          <p:nvSpPr>
            <p:cNvPr id="32787" name="Text Box 163">
              <a:extLst>
                <a:ext uri="{FF2B5EF4-FFF2-40B4-BE49-F238E27FC236}">
                  <a16:creationId xmlns:a16="http://schemas.microsoft.com/office/drawing/2014/main" id="{E019FE49-8AD8-91D1-0583-C0A7DBC8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1" y="661"/>
              <a:ext cx="42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在 </a:t>
              </a:r>
              <a:r>
                <a:rPr lang="en-US" altLang="zh-CN" sz="2800">
                  <a:latin typeface="Times New Roman" panose="02020603050405020304" pitchFamily="18" charset="0"/>
                </a:rPr>
                <a:t>CPU </a:t>
              </a:r>
              <a:r>
                <a:rPr lang="zh-CN" altLang="en-US" sz="2800">
                  <a:latin typeface="Times New Roman" panose="02020603050405020304" pitchFamily="18" charset="0"/>
                </a:rPr>
                <a:t>内或在接口电路中（链式排队器）</a:t>
              </a:r>
            </a:p>
          </p:txBody>
        </p:sp>
        <p:sp>
          <p:nvSpPr>
            <p:cNvPr id="32788" name="Text Box 164">
              <a:extLst>
                <a:ext uri="{FF2B5EF4-FFF2-40B4-BE49-F238E27FC236}">
                  <a16:creationId xmlns:a16="http://schemas.microsoft.com/office/drawing/2014/main" id="{7D664F6F-2C6A-7B0C-9385-4E2F7C343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661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硬件</a:t>
              </a:r>
            </a:p>
          </p:txBody>
        </p:sp>
        <p:sp>
          <p:nvSpPr>
            <p:cNvPr id="32789" name="Text Box 165">
              <a:extLst>
                <a:ext uri="{FF2B5EF4-FFF2-40B4-BE49-F238E27FC236}">
                  <a16:creationId xmlns:a16="http://schemas.microsoft.com/office/drawing/2014/main" id="{294086C0-FE48-45F5-0680-35EDBD61E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017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软件</a:t>
              </a:r>
            </a:p>
          </p:txBody>
        </p:sp>
        <p:sp>
          <p:nvSpPr>
            <p:cNvPr id="32790" name="AutoShape 166">
              <a:extLst>
                <a:ext uri="{FF2B5EF4-FFF2-40B4-BE49-F238E27FC236}">
                  <a16:creationId xmlns:a16="http://schemas.microsoft.com/office/drawing/2014/main" id="{909218A0-6518-0A1D-6B1E-B6D6C8D08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777"/>
              <a:ext cx="96" cy="471"/>
            </a:xfrm>
            <a:prstGeom prst="leftBrace">
              <a:avLst>
                <a:gd name="adj1" fmla="val 4088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1" name="Text Box 167">
              <a:extLst>
                <a:ext uri="{FF2B5EF4-FFF2-40B4-BE49-F238E27FC236}">
                  <a16:creationId xmlns:a16="http://schemas.microsoft.com/office/drawing/2014/main" id="{C20C621E-C545-3A12-A725-856D72D82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1" y="1017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详见第八章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3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3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3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33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33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7" dur="500"/>
                                        <p:tgtEl>
                                          <p:spTgt spid="33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2" dur="500"/>
                                        <p:tgtEl>
                                          <p:spTgt spid="33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5665FEC3-6259-B841-E47A-E954DA097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273050"/>
            <a:ext cx="5229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3. 中断向量地址形成部件</a:t>
            </a:r>
          </a:p>
        </p:txBody>
      </p:sp>
      <p:sp>
        <p:nvSpPr>
          <p:cNvPr id="336899" name="Text Box 3">
            <a:extLst>
              <a:ext uri="{FF2B5EF4-FFF2-40B4-BE49-F238E27FC236}">
                <a16:creationId xmlns:a16="http://schemas.microsoft.com/office/drawing/2014/main" id="{64A96E19-A9B6-07A5-AC54-E3A2DD3F8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1230313"/>
            <a:ext cx="163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入口地址</a:t>
            </a:r>
          </a:p>
        </p:txBody>
      </p:sp>
      <p:grpSp>
        <p:nvGrpSpPr>
          <p:cNvPr id="336900" name="Group 4">
            <a:extLst>
              <a:ext uri="{FF2B5EF4-FFF2-40B4-BE49-F238E27FC236}">
                <a16:creationId xmlns:a16="http://schemas.microsoft.com/office/drawing/2014/main" id="{F2AB638F-6D06-A7DB-A3FA-DF185AFA860D}"/>
              </a:ext>
            </a:extLst>
          </p:cNvPr>
          <p:cNvGrpSpPr>
            <a:grpSpLocks/>
          </p:cNvGrpSpPr>
          <p:nvPr/>
        </p:nvGrpSpPr>
        <p:grpSpPr bwMode="auto">
          <a:xfrm>
            <a:off x="2679701" y="2514601"/>
            <a:ext cx="1209675" cy="1357313"/>
            <a:chOff x="728" y="1584"/>
            <a:chExt cx="762" cy="855"/>
          </a:xfrm>
        </p:grpSpPr>
        <p:sp>
          <p:nvSpPr>
            <p:cNvPr id="33878" name="Line 5">
              <a:extLst>
                <a:ext uri="{FF2B5EF4-FFF2-40B4-BE49-F238E27FC236}">
                  <a16:creationId xmlns:a16="http://schemas.microsoft.com/office/drawing/2014/main" id="{286B4D49-A800-713B-8A40-BA7A168146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" y="2000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79" name="Line 6">
              <a:extLst>
                <a:ext uri="{FF2B5EF4-FFF2-40B4-BE49-F238E27FC236}">
                  <a16:creationId xmlns:a16="http://schemas.microsoft.com/office/drawing/2014/main" id="{91CF6601-F205-6254-CC4A-67C03F431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3" y="2000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80" name="Line 7">
              <a:extLst>
                <a:ext uri="{FF2B5EF4-FFF2-40B4-BE49-F238E27FC236}">
                  <a16:creationId xmlns:a16="http://schemas.microsoft.com/office/drawing/2014/main" id="{6F60447C-9BBA-8538-F0EE-BB00D7B8A9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0" y="2000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81" name="Text Box 8">
              <a:extLst>
                <a:ext uri="{FF2B5EF4-FFF2-40B4-BE49-F238E27FC236}">
                  <a16:creationId xmlns:a16="http://schemas.microsoft.com/office/drawing/2014/main" id="{9F38AC8F-F4AD-7397-F98F-D5B054957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2024"/>
              <a:ext cx="341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3882" name="Text Box 9">
              <a:extLst>
                <a:ext uri="{FF2B5EF4-FFF2-40B4-BE49-F238E27FC236}">
                  <a16:creationId xmlns:a16="http://schemas.microsoft.com/office/drawing/2014/main" id="{E0E4E407-F32D-4E71-6CA6-6D980555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" y="1584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向量地址</a:t>
              </a:r>
            </a:p>
          </p:txBody>
        </p:sp>
      </p:grpSp>
      <p:grpSp>
        <p:nvGrpSpPr>
          <p:cNvPr id="336906" name="Group 10">
            <a:extLst>
              <a:ext uri="{FF2B5EF4-FFF2-40B4-BE49-F238E27FC236}">
                <a16:creationId xmlns:a16="http://schemas.microsoft.com/office/drawing/2014/main" id="{CD18B1F7-05E4-8DD5-74D4-53877EE4CF97}"/>
              </a:ext>
            </a:extLst>
          </p:cNvPr>
          <p:cNvGrpSpPr>
            <a:grpSpLocks/>
          </p:cNvGrpSpPr>
          <p:nvPr/>
        </p:nvGrpSpPr>
        <p:grpSpPr bwMode="auto">
          <a:xfrm>
            <a:off x="2576514" y="4814889"/>
            <a:ext cx="1462087" cy="1449387"/>
            <a:chOff x="663" y="3033"/>
            <a:chExt cx="921" cy="913"/>
          </a:xfrm>
        </p:grpSpPr>
        <p:sp>
          <p:nvSpPr>
            <p:cNvPr id="33873" name="Line 11">
              <a:extLst>
                <a:ext uri="{FF2B5EF4-FFF2-40B4-BE49-F238E27FC236}">
                  <a16:creationId xmlns:a16="http://schemas.microsoft.com/office/drawing/2014/main" id="{DFB0AD39-DC60-394D-F5A8-C5E322182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3" y="3074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74" name="Line 12">
              <a:extLst>
                <a:ext uri="{FF2B5EF4-FFF2-40B4-BE49-F238E27FC236}">
                  <a16:creationId xmlns:a16="http://schemas.microsoft.com/office/drawing/2014/main" id="{116D97FC-4588-8B0B-EC04-FB2C7FF8B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3" y="3074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75" name="Line 13">
              <a:extLst>
                <a:ext uri="{FF2B5EF4-FFF2-40B4-BE49-F238E27FC236}">
                  <a16:creationId xmlns:a16="http://schemas.microsoft.com/office/drawing/2014/main" id="{67AE5309-6774-2B13-2132-37A4C7200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0" y="3074"/>
              <a:ext cx="0" cy="4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76" name="Text Box 14">
              <a:extLst>
                <a:ext uri="{FF2B5EF4-FFF2-40B4-BE49-F238E27FC236}">
                  <a16:creationId xmlns:a16="http://schemas.microsoft.com/office/drawing/2014/main" id="{09325584-BD59-BF4D-A35D-8A5C97E30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3033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3877" name="Text Box 15">
              <a:extLst>
                <a:ext uri="{FF2B5EF4-FFF2-40B4-BE49-F238E27FC236}">
                  <a16:creationId xmlns:a16="http://schemas.microsoft.com/office/drawing/2014/main" id="{8DF03184-EAF6-A576-6325-5FB467F0D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3696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排队器输出</a:t>
              </a:r>
            </a:p>
          </p:txBody>
        </p:sp>
      </p:grpSp>
      <p:grpSp>
        <p:nvGrpSpPr>
          <p:cNvPr id="336912" name="Group 16">
            <a:extLst>
              <a:ext uri="{FF2B5EF4-FFF2-40B4-BE49-F238E27FC236}">
                <a16:creationId xmlns:a16="http://schemas.microsoft.com/office/drawing/2014/main" id="{4D2CE3C2-5F87-5613-D78C-A95DBE8194B5}"/>
              </a:ext>
            </a:extLst>
          </p:cNvPr>
          <p:cNvGrpSpPr>
            <a:grpSpLocks/>
          </p:cNvGrpSpPr>
          <p:nvPr/>
        </p:nvGrpSpPr>
        <p:grpSpPr bwMode="auto">
          <a:xfrm>
            <a:off x="4279900" y="981076"/>
            <a:ext cx="1708150" cy="963613"/>
            <a:chOff x="1736" y="618"/>
            <a:chExt cx="1076" cy="607"/>
          </a:xfrm>
        </p:grpSpPr>
        <p:sp>
          <p:nvSpPr>
            <p:cNvPr id="33871" name="Text Box 17">
              <a:extLst>
                <a:ext uri="{FF2B5EF4-FFF2-40B4-BE49-F238E27FC236}">
                  <a16:creationId xmlns:a16="http://schemas.microsoft.com/office/drawing/2014/main" id="{2C4FC72C-B7E5-6065-BDF9-3720C9A0D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618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由软件产生</a:t>
              </a:r>
            </a:p>
          </p:txBody>
        </p:sp>
        <p:sp>
          <p:nvSpPr>
            <p:cNvPr id="33872" name="Text Box 18">
              <a:extLst>
                <a:ext uri="{FF2B5EF4-FFF2-40B4-BE49-F238E27FC236}">
                  <a16:creationId xmlns:a16="http://schemas.microsoft.com/office/drawing/2014/main" id="{1A8E9BF1-6334-819C-8A26-5FAFC5AA6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937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硬件向量法</a:t>
              </a:r>
            </a:p>
          </p:txBody>
        </p:sp>
      </p:grpSp>
      <p:sp>
        <p:nvSpPr>
          <p:cNvPr id="336915" name="AutoShape 19">
            <a:extLst>
              <a:ext uri="{FF2B5EF4-FFF2-40B4-BE49-F238E27FC236}">
                <a16:creationId xmlns:a16="http://schemas.microsoft.com/office/drawing/2014/main" id="{48BE7AAD-27EB-DCAB-8C07-934C8CB8CBAD}"/>
              </a:ext>
            </a:extLst>
          </p:cNvPr>
          <p:cNvSpPr>
            <a:spLocks/>
          </p:cNvSpPr>
          <p:nvPr/>
        </p:nvSpPr>
        <p:spPr bwMode="auto">
          <a:xfrm>
            <a:off x="4114800" y="1208089"/>
            <a:ext cx="152400" cy="568325"/>
          </a:xfrm>
          <a:prstGeom prst="leftBrace">
            <a:avLst>
              <a:gd name="adj1" fmla="val 3107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36916" name="Group 20">
            <a:extLst>
              <a:ext uri="{FF2B5EF4-FFF2-40B4-BE49-F238E27FC236}">
                <a16:creationId xmlns:a16="http://schemas.microsoft.com/office/drawing/2014/main" id="{2EAEF0F1-9A69-9FD4-E53D-675C4B1E04F2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2420939"/>
            <a:ext cx="4673600" cy="4287837"/>
            <a:chOff x="2576" y="1525"/>
            <a:chExt cx="2944" cy="2701"/>
          </a:xfrm>
        </p:grpSpPr>
        <p:grpSp>
          <p:nvGrpSpPr>
            <p:cNvPr id="33837" name="Group 21">
              <a:extLst>
                <a:ext uri="{FF2B5EF4-FFF2-40B4-BE49-F238E27FC236}">
                  <a16:creationId xmlns:a16="http://schemas.microsoft.com/office/drawing/2014/main" id="{2844978B-B9D7-B1EB-EBED-F3CFB3186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800"/>
              <a:ext cx="1632" cy="2426"/>
              <a:chOff x="3888" y="1800"/>
              <a:chExt cx="1632" cy="2426"/>
            </a:xfrm>
          </p:grpSpPr>
          <p:sp>
            <p:nvSpPr>
              <p:cNvPr id="33848" name="Rectangle 22">
                <a:extLst>
                  <a:ext uri="{FF2B5EF4-FFF2-40B4-BE49-F238E27FC236}">
                    <a16:creationId xmlns:a16="http://schemas.microsoft.com/office/drawing/2014/main" id="{D15A42D5-D349-6E4C-03F4-8B23E325E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687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显示器服务程序</a:t>
                </a:r>
              </a:p>
            </p:txBody>
          </p:sp>
          <p:sp>
            <p:nvSpPr>
              <p:cNvPr id="33849" name="Rectangle 23">
                <a:extLst>
                  <a:ext uri="{FF2B5EF4-FFF2-40B4-BE49-F238E27FC236}">
                    <a16:creationId xmlns:a16="http://schemas.microsoft.com/office/drawing/2014/main" id="{4E722D75-422F-46F5-E43D-8F052DC97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408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0" name="Rectangle 24">
                <a:extLst>
                  <a:ext uri="{FF2B5EF4-FFF2-40B4-BE49-F238E27FC236}">
                    <a16:creationId xmlns:a16="http://schemas.microsoft.com/office/drawing/2014/main" id="{5B255F7C-76FA-3F1B-DFE1-96A30C8C0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59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打印机服务程序</a:t>
                </a:r>
              </a:p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1" name="Rectangle 25">
                <a:extLst>
                  <a:ext uri="{FF2B5EF4-FFF2-40B4-BE49-F238E27FC236}">
                    <a16:creationId xmlns:a16="http://schemas.microsoft.com/office/drawing/2014/main" id="{43458996-A530-8CC2-8C43-2537129A7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910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2" name="Rectangle 26">
                <a:extLst>
                  <a:ext uri="{FF2B5EF4-FFF2-40B4-BE49-F238E27FC236}">
                    <a16:creationId xmlns:a16="http://schemas.microsoft.com/office/drawing/2014/main" id="{BDB84DCC-34B8-7C34-E14C-DE2297506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623"/>
                <a:ext cx="1536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JMP        400</a:t>
                </a:r>
              </a:p>
            </p:txBody>
          </p:sp>
          <p:sp>
            <p:nvSpPr>
              <p:cNvPr id="33853" name="Rectangle 27">
                <a:extLst>
                  <a:ext uri="{FF2B5EF4-FFF2-40B4-BE49-F238E27FC236}">
                    <a16:creationId xmlns:a16="http://schemas.microsoft.com/office/drawing/2014/main" id="{ABCE2BFB-BABA-5552-9BCC-AEEFD8064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336"/>
                <a:ext cx="1536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JMP        300</a:t>
                </a:r>
              </a:p>
            </p:txBody>
          </p:sp>
          <p:sp>
            <p:nvSpPr>
              <p:cNvPr id="33854" name="Rectangle 28">
                <a:extLst>
                  <a:ext uri="{FF2B5EF4-FFF2-40B4-BE49-F238E27FC236}">
                    <a16:creationId xmlns:a16="http://schemas.microsoft.com/office/drawing/2014/main" id="{A4F05CB0-9ED7-00AE-FCC4-BBEA54721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049"/>
                <a:ext cx="1536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JMP        </a:t>
                </a:r>
                <a:r>
                  <a:rPr kumimoji="1"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200</a:t>
                </a:r>
              </a:p>
            </p:txBody>
          </p:sp>
          <p:sp>
            <p:nvSpPr>
              <p:cNvPr id="33855" name="Rectangle 29">
                <a:extLst>
                  <a:ext uri="{FF2B5EF4-FFF2-40B4-BE49-F238E27FC236}">
                    <a16:creationId xmlns:a16="http://schemas.microsoft.com/office/drawing/2014/main" id="{7060234A-11CA-35D8-13F2-67A0D558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800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6" name="Line 30">
                <a:extLst>
                  <a:ext uri="{FF2B5EF4-FFF2-40B4-BE49-F238E27FC236}">
                    <a16:creationId xmlns:a16="http://schemas.microsoft.com/office/drawing/2014/main" id="{C8B73F84-E2A4-4CF5-BA7D-EB7662533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800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57" name="Line 31">
                <a:extLst>
                  <a:ext uri="{FF2B5EF4-FFF2-40B4-BE49-F238E27FC236}">
                    <a16:creationId xmlns:a16="http://schemas.microsoft.com/office/drawing/2014/main" id="{7DA856D4-56F3-11B8-8DA5-FA98CA67B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049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58" name="Line 32">
                <a:extLst>
                  <a:ext uri="{FF2B5EF4-FFF2-40B4-BE49-F238E27FC236}">
                    <a16:creationId xmlns:a16="http://schemas.microsoft.com/office/drawing/2014/main" id="{EBD000C2-EA96-3C69-04E8-0917D9184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336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59" name="Line 33">
                <a:extLst>
                  <a:ext uri="{FF2B5EF4-FFF2-40B4-BE49-F238E27FC236}">
                    <a16:creationId xmlns:a16="http://schemas.microsoft.com/office/drawing/2014/main" id="{CD58C050-EF80-ACDF-C96A-ACC2992E2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623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0" name="Line 34">
                <a:extLst>
                  <a:ext uri="{FF2B5EF4-FFF2-40B4-BE49-F238E27FC236}">
                    <a16:creationId xmlns:a16="http://schemas.microsoft.com/office/drawing/2014/main" id="{F9185264-E513-1F45-BA6D-1C458FDDF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910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1" name="Line 35">
                <a:extLst>
                  <a:ext uri="{FF2B5EF4-FFF2-40B4-BE49-F238E27FC236}">
                    <a16:creationId xmlns:a16="http://schemas.microsoft.com/office/drawing/2014/main" id="{EAB00F08-A5A9-4F87-0610-46EAADACA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159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2" name="Line 36">
                <a:extLst>
                  <a:ext uri="{FF2B5EF4-FFF2-40B4-BE49-F238E27FC236}">
                    <a16:creationId xmlns:a16="http://schemas.microsoft.com/office/drawing/2014/main" id="{69BB3D19-87AC-6573-2BD3-3DF7EE4EA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696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3" name="Line 37">
                <a:extLst>
                  <a:ext uri="{FF2B5EF4-FFF2-40B4-BE49-F238E27FC236}">
                    <a16:creationId xmlns:a16="http://schemas.microsoft.com/office/drawing/2014/main" id="{610EB256-E1D6-C8E4-B775-155C1C28D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800"/>
                <a:ext cx="0" cy="24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4" name="Line 38">
                <a:extLst>
                  <a:ext uri="{FF2B5EF4-FFF2-40B4-BE49-F238E27FC236}">
                    <a16:creationId xmlns:a16="http://schemas.microsoft.com/office/drawing/2014/main" id="{DA9440AD-C66F-76D3-2912-CD5758373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1800"/>
                <a:ext cx="0" cy="24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5" name="Text Box 39">
                <a:extLst>
                  <a:ext uri="{FF2B5EF4-FFF2-40B4-BE49-F238E27FC236}">
                    <a16:creationId xmlns:a16="http://schemas.microsoft.com/office/drawing/2014/main" id="{D90BD870-1BEE-2134-C8B5-116B1B643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9" y="1800"/>
                <a:ext cx="38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33866" name="Text Box 40">
                <a:extLst>
                  <a:ext uri="{FF2B5EF4-FFF2-40B4-BE49-F238E27FC236}">
                    <a16:creationId xmlns:a16="http://schemas.microsoft.com/office/drawing/2014/main" id="{500CD006-59E5-58FB-3AB4-F06573191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9" y="2910"/>
                <a:ext cx="38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33867" name="Text Box 41">
                <a:extLst>
                  <a:ext uri="{FF2B5EF4-FFF2-40B4-BE49-F238E27FC236}">
                    <a16:creationId xmlns:a16="http://schemas.microsoft.com/office/drawing/2014/main" id="{007E8075-EAF4-2664-C7BE-668DCE6329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9" y="3438"/>
                <a:ext cx="38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33868" name="Rectangle 42">
                <a:extLst>
                  <a:ext uri="{FF2B5EF4-FFF2-40B4-BE49-F238E27FC236}">
                    <a16:creationId xmlns:a16="http://schemas.microsoft.com/office/drawing/2014/main" id="{FA1309AE-709B-FF67-020A-1BED918C8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927"/>
                <a:ext cx="153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69" name="Line 43">
                <a:extLst>
                  <a:ext uri="{FF2B5EF4-FFF2-40B4-BE49-F238E27FC236}">
                    <a16:creationId xmlns:a16="http://schemas.microsoft.com/office/drawing/2014/main" id="{B0CE1A4F-88E8-3E45-FFC8-AB2CE70BE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4176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70" name="Text Box 44">
                <a:extLst>
                  <a:ext uri="{FF2B5EF4-FFF2-40B4-BE49-F238E27FC236}">
                    <a16:creationId xmlns:a16="http://schemas.microsoft.com/office/drawing/2014/main" id="{E630EF05-88D9-4030-9E7C-5B4EFCF2E6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9" y="3942"/>
                <a:ext cx="38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sp>
          <p:nvSpPr>
            <p:cNvPr id="33838" name="Text Box 45">
              <a:extLst>
                <a:ext uri="{FF2B5EF4-FFF2-40B4-BE49-F238E27FC236}">
                  <a16:creationId xmlns:a16="http://schemas.microsoft.com/office/drawing/2014/main" id="{740DD987-E816-DC0C-22E4-6C304696F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2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主存</a:t>
              </a:r>
            </a:p>
          </p:txBody>
        </p:sp>
        <p:sp>
          <p:nvSpPr>
            <p:cNvPr id="33839" name="Text Box 46">
              <a:extLst>
                <a:ext uri="{FF2B5EF4-FFF2-40B4-BE49-F238E27FC236}">
                  <a16:creationId xmlns:a16="http://schemas.microsoft.com/office/drawing/2014/main" id="{B22DF3FC-5592-9555-025F-28811CD2D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" y="2056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840" name="Text Box 47">
              <a:extLst>
                <a:ext uri="{FF2B5EF4-FFF2-40B4-BE49-F238E27FC236}">
                  <a16:creationId xmlns:a16="http://schemas.microsoft.com/office/drawing/2014/main" id="{243D9415-1A53-A6BC-7462-8162C4CFA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0" y="2344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13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841" name="Text Box 48">
              <a:extLst>
                <a:ext uri="{FF2B5EF4-FFF2-40B4-BE49-F238E27FC236}">
                  <a16:creationId xmlns:a16="http://schemas.microsoft.com/office/drawing/2014/main" id="{0304DA1F-3030-7B32-0F63-6E638FE81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0" y="2642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14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842" name="Text Box 49">
              <a:extLst>
                <a:ext uri="{FF2B5EF4-FFF2-40B4-BE49-F238E27FC236}">
                  <a16:creationId xmlns:a16="http://schemas.microsoft.com/office/drawing/2014/main" id="{5CB51DD7-3B51-7DF2-B854-B8D4977E2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2" y="3120"/>
              <a:ext cx="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43" name="Text Box 50">
              <a:extLst>
                <a:ext uri="{FF2B5EF4-FFF2-40B4-BE49-F238E27FC236}">
                  <a16:creationId xmlns:a16="http://schemas.microsoft.com/office/drawing/2014/main" id="{AE999B43-AB82-05B0-BF6C-A9C22A1F5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2" y="3640"/>
              <a:ext cx="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300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3844" name="AutoShape 51">
              <a:extLst>
                <a:ext uri="{FF2B5EF4-FFF2-40B4-BE49-F238E27FC236}">
                  <a16:creationId xmlns:a16="http://schemas.microsoft.com/office/drawing/2014/main" id="{3C145004-321D-306C-8363-1B1CEB82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2114"/>
              <a:ext cx="144" cy="72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45" name="Text Box 52">
              <a:extLst>
                <a:ext uri="{FF2B5EF4-FFF2-40B4-BE49-F238E27FC236}">
                  <a16:creationId xmlns:a16="http://schemas.microsoft.com/office/drawing/2014/main" id="{91F0ACEB-95E5-62FE-D6B8-9532136E9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6" y="2344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向量地址</a:t>
              </a:r>
            </a:p>
          </p:txBody>
        </p:sp>
        <p:sp>
          <p:nvSpPr>
            <p:cNvPr id="33846" name="Text Box 53">
              <a:extLst>
                <a:ext uri="{FF2B5EF4-FFF2-40B4-BE49-F238E27FC236}">
                  <a16:creationId xmlns:a16="http://schemas.microsoft.com/office/drawing/2014/main" id="{8CB29378-42BA-7671-3850-433F3D0EF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" y="3120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入口地址</a:t>
              </a:r>
            </a:p>
          </p:txBody>
        </p:sp>
        <p:sp>
          <p:nvSpPr>
            <p:cNvPr id="33847" name="Text Box 54">
              <a:extLst>
                <a:ext uri="{FF2B5EF4-FFF2-40B4-BE49-F238E27FC236}">
                  <a16:creationId xmlns:a16="http://schemas.microsoft.com/office/drawing/2014/main" id="{AF1E2A46-7750-3588-21BC-2904ADA29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2" y="3640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入口地址</a:t>
              </a:r>
            </a:p>
          </p:txBody>
        </p:sp>
      </p:grpSp>
      <p:grpSp>
        <p:nvGrpSpPr>
          <p:cNvPr id="336951" name="Group 55">
            <a:extLst>
              <a:ext uri="{FF2B5EF4-FFF2-40B4-BE49-F238E27FC236}">
                <a16:creationId xmlns:a16="http://schemas.microsoft.com/office/drawing/2014/main" id="{7B2BAF22-B52C-050B-E607-287CC5306E6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86200"/>
            <a:ext cx="1905000" cy="990600"/>
            <a:chOff x="528" y="2448"/>
            <a:chExt cx="1200" cy="624"/>
          </a:xfrm>
        </p:grpSpPr>
        <p:sp>
          <p:nvSpPr>
            <p:cNvPr id="33835" name="Text Box 56">
              <a:extLst>
                <a:ext uri="{FF2B5EF4-FFF2-40B4-BE49-F238E27FC236}">
                  <a16:creationId xmlns:a16="http://schemas.microsoft.com/office/drawing/2014/main" id="{ED96384C-5F6E-38F5-5920-32022E3A0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34"/>
              <a:ext cx="108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中断向量地址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形成部件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36" name="Rectangle 57">
              <a:extLst>
                <a:ext uri="{FF2B5EF4-FFF2-40B4-BE49-F238E27FC236}">
                  <a16:creationId xmlns:a16="http://schemas.microsoft.com/office/drawing/2014/main" id="{04FF800B-A64D-0693-74FB-66A3594A7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48"/>
              <a:ext cx="1200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6954" name="AutoShape 58">
            <a:extLst>
              <a:ext uri="{FF2B5EF4-FFF2-40B4-BE49-F238E27FC236}">
                <a16:creationId xmlns:a16="http://schemas.microsoft.com/office/drawing/2014/main" id="{5070ACE0-8825-DAA2-A730-705A17945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3505200"/>
            <a:ext cx="1042988" cy="781050"/>
          </a:xfrm>
          <a:prstGeom prst="wedgeRoundRectCallout">
            <a:avLst>
              <a:gd name="adj1" fmla="val -56847"/>
              <a:gd name="adj2" fmla="val 67481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  设备</a:t>
            </a: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编码器</a:t>
            </a:r>
          </a:p>
        </p:txBody>
      </p:sp>
      <p:grpSp>
        <p:nvGrpSpPr>
          <p:cNvPr id="336955" name="Group 59">
            <a:extLst>
              <a:ext uri="{FF2B5EF4-FFF2-40B4-BE49-F238E27FC236}">
                <a16:creationId xmlns:a16="http://schemas.microsoft.com/office/drawing/2014/main" id="{ACFFAAF6-3D55-AB57-EAF6-FE4E009A29E3}"/>
              </a:ext>
            </a:extLst>
          </p:cNvPr>
          <p:cNvGrpSpPr>
            <a:grpSpLocks/>
          </p:cNvGrpSpPr>
          <p:nvPr/>
        </p:nvGrpSpPr>
        <p:grpSpPr bwMode="auto">
          <a:xfrm>
            <a:off x="2559050" y="2819401"/>
            <a:ext cx="1543050" cy="3154363"/>
            <a:chOff x="652" y="1776"/>
            <a:chExt cx="972" cy="1987"/>
          </a:xfrm>
        </p:grpSpPr>
        <p:grpSp>
          <p:nvGrpSpPr>
            <p:cNvPr id="33823" name="Group 60">
              <a:extLst>
                <a:ext uri="{FF2B5EF4-FFF2-40B4-BE49-F238E27FC236}">
                  <a16:creationId xmlns:a16="http://schemas.microsoft.com/office/drawing/2014/main" id="{9D5A208F-A8D2-ABA6-1AA8-3B5B327D7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" y="3417"/>
              <a:ext cx="956" cy="346"/>
              <a:chOff x="652" y="3417"/>
              <a:chExt cx="956" cy="346"/>
            </a:xfrm>
          </p:grpSpPr>
          <p:sp>
            <p:nvSpPr>
              <p:cNvPr id="33833" name="Text Box 61">
                <a:extLst>
                  <a:ext uri="{FF2B5EF4-FFF2-40B4-BE49-F238E27FC236}">
                    <a16:creationId xmlns:a16="http://schemas.microsoft.com/office/drawing/2014/main" id="{0766D2B1-AC28-6A8E-3050-6528AAD92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" y="3513"/>
                <a:ext cx="9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1  0  0         0</a:t>
                </a:r>
              </a:p>
            </p:txBody>
          </p:sp>
          <p:sp>
            <p:nvSpPr>
              <p:cNvPr id="33834" name="Text Box 62">
                <a:extLst>
                  <a:ext uri="{FF2B5EF4-FFF2-40B4-BE49-F238E27FC236}">
                    <a16:creationId xmlns:a16="http://schemas.microsoft.com/office/drawing/2014/main" id="{1F929191-C387-9B13-2BAF-C68B679557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3417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grpSp>
          <p:nvGrpSpPr>
            <p:cNvPr id="33824" name="Group 63">
              <a:extLst>
                <a:ext uri="{FF2B5EF4-FFF2-40B4-BE49-F238E27FC236}">
                  <a16:creationId xmlns:a16="http://schemas.microsoft.com/office/drawing/2014/main" id="{E2110E65-4543-8237-74E1-1A01364FB7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" y="1776"/>
              <a:ext cx="956" cy="250"/>
              <a:chOff x="668" y="1776"/>
              <a:chExt cx="956" cy="250"/>
            </a:xfrm>
          </p:grpSpPr>
          <p:sp>
            <p:nvSpPr>
              <p:cNvPr id="33825" name="Text Box 64">
                <a:extLst>
                  <a:ext uri="{FF2B5EF4-FFF2-40B4-BE49-F238E27FC236}">
                    <a16:creationId xmlns:a16="http://schemas.microsoft.com/office/drawing/2014/main" id="{18721AB9-1C9B-E625-F68C-92A39D5136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26" name="Text Box 65">
                <a:extLst>
                  <a:ext uri="{FF2B5EF4-FFF2-40B4-BE49-F238E27FC236}">
                    <a16:creationId xmlns:a16="http://schemas.microsoft.com/office/drawing/2014/main" id="{BDF94E64-848C-AFA0-6E88-3AEB6BD5F8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27" name="Text Box 66">
                <a:extLst>
                  <a:ext uri="{FF2B5EF4-FFF2-40B4-BE49-F238E27FC236}">
                    <a16:creationId xmlns:a16="http://schemas.microsoft.com/office/drawing/2014/main" id="{BD6A3517-DEFC-CBE4-E005-6AE311CAD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28" name="Text Box 67">
                <a:extLst>
                  <a:ext uri="{FF2B5EF4-FFF2-40B4-BE49-F238E27FC236}">
                    <a16:creationId xmlns:a16="http://schemas.microsoft.com/office/drawing/2014/main" id="{6E4C1B0B-8285-5901-13CF-98B8F731CC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4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29" name="Text Box 68">
                <a:extLst>
                  <a:ext uri="{FF2B5EF4-FFF2-40B4-BE49-F238E27FC236}">
                    <a16:creationId xmlns:a16="http://schemas.microsoft.com/office/drawing/2014/main" id="{062B6096-2778-76BE-802E-48AFE0DD1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30" name="Text Box 69">
                <a:extLst>
                  <a:ext uri="{FF2B5EF4-FFF2-40B4-BE49-F238E27FC236}">
                    <a16:creationId xmlns:a16="http://schemas.microsoft.com/office/drawing/2014/main" id="{A1A03886-93AD-EF7D-5FC4-E9A9735631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1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31" name="Text Box 70">
                <a:extLst>
                  <a:ext uri="{FF2B5EF4-FFF2-40B4-BE49-F238E27FC236}">
                    <a16:creationId xmlns:a16="http://schemas.microsoft.com/office/drawing/2014/main" id="{33F0DD1B-398D-7B64-3170-2CC5070C0E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32" name="Text Box 71">
                <a:extLst>
                  <a:ext uri="{FF2B5EF4-FFF2-40B4-BE49-F238E27FC236}">
                    <a16:creationId xmlns:a16="http://schemas.microsoft.com/office/drawing/2014/main" id="{23861CB0-694F-BB42-2B23-1ACDA67E3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8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</p:grpSp>
      <p:grpSp>
        <p:nvGrpSpPr>
          <p:cNvPr id="336968" name="Group 72">
            <a:extLst>
              <a:ext uri="{FF2B5EF4-FFF2-40B4-BE49-F238E27FC236}">
                <a16:creationId xmlns:a16="http://schemas.microsoft.com/office/drawing/2014/main" id="{B828D735-6801-1230-9869-0E0F11D0268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19401"/>
            <a:ext cx="1524000" cy="3140075"/>
            <a:chOff x="672" y="1776"/>
            <a:chExt cx="960" cy="1978"/>
          </a:xfrm>
        </p:grpSpPr>
        <p:grpSp>
          <p:nvGrpSpPr>
            <p:cNvPr id="33811" name="Group 73">
              <a:extLst>
                <a:ext uri="{FF2B5EF4-FFF2-40B4-BE49-F238E27FC236}">
                  <a16:creationId xmlns:a16="http://schemas.microsoft.com/office/drawing/2014/main" id="{B9FE255E-44A1-6AEF-7CC1-E15CD09E23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" y="3408"/>
              <a:ext cx="956" cy="346"/>
              <a:chOff x="652" y="3417"/>
              <a:chExt cx="956" cy="346"/>
            </a:xfrm>
          </p:grpSpPr>
          <p:sp>
            <p:nvSpPr>
              <p:cNvPr id="33821" name="Text Box 74">
                <a:extLst>
                  <a:ext uri="{FF2B5EF4-FFF2-40B4-BE49-F238E27FC236}">
                    <a16:creationId xmlns:a16="http://schemas.microsoft.com/office/drawing/2014/main" id="{4E3D52E2-1B1D-9994-12F2-5D371C4C05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" y="3513"/>
                <a:ext cx="9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0  1  0         0</a:t>
                </a:r>
              </a:p>
            </p:txBody>
          </p:sp>
          <p:sp>
            <p:nvSpPr>
              <p:cNvPr id="33822" name="Text Box 75">
                <a:extLst>
                  <a:ext uri="{FF2B5EF4-FFF2-40B4-BE49-F238E27FC236}">
                    <a16:creationId xmlns:a16="http://schemas.microsoft.com/office/drawing/2014/main" id="{D6C1A8F2-23D6-615D-C1AF-E5A1B37E22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3417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grpSp>
          <p:nvGrpSpPr>
            <p:cNvPr id="33812" name="Group 76">
              <a:extLst>
                <a:ext uri="{FF2B5EF4-FFF2-40B4-BE49-F238E27FC236}">
                  <a16:creationId xmlns:a16="http://schemas.microsoft.com/office/drawing/2014/main" id="{CEBD3F22-CB53-ED0C-D404-36DE1689F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776"/>
              <a:ext cx="956" cy="250"/>
              <a:chOff x="668" y="1776"/>
              <a:chExt cx="956" cy="250"/>
            </a:xfrm>
          </p:grpSpPr>
          <p:sp>
            <p:nvSpPr>
              <p:cNvPr id="33813" name="Text Box 77">
                <a:extLst>
                  <a:ext uri="{FF2B5EF4-FFF2-40B4-BE49-F238E27FC236}">
                    <a16:creationId xmlns:a16="http://schemas.microsoft.com/office/drawing/2014/main" id="{1905079E-9A77-3235-235F-8AAB9794EA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14" name="Text Box 78">
                <a:extLst>
                  <a:ext uri="{FF2B5EF4-FFF2-40B4-BE49-F238E27FC236}">
                    <a16:creationId xmlns:a16="http://schemas.microsoft.com/office/drawing/2014/main" id="{0B117135-A272-B3B5-9975-D61017ACCD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15" name="Text Box 79">
                <a:extLst>
                  <a:ext uri="{FF2B5EF4-FFF2-40B4-BE49-F238E27FC236}">
                    <a16:creationId xmlns:a16="http://schemas.microsoft.com/office/drawing/2014/main" id="{7EDBC054-01B7-6063-29E2-3B39E0C9E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16" name="Text Box 80">
                <a:extLst>
                  <a:ext uri="{FF2B5EF4-FFF2-40B4-BE49-F238E27FC236}">
                    <a16:creationId xmlns:a16="http://schemas.microsoft.com/office/drawing/2014/main" id="{A8B691C3-241C-B89D-68DE-50329B4FF3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4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17" name="Text Box 81">
                <a:extLst>
                  <a:ext uri="{FF2B5EF4-FFF2-40B4-BE49-F238E27FC236}">
                    <a16:creationId xmlns:a16="http://schemas.microsoft.com/office/drawing/2014/main" id="{C45C1FCC-F03E-C84D-31F9-0FF7F44D7E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18" name="Text Box 82">
                <a:extLst>
                  <a:ext uri="{FF2B5EF4-FFF2-40B4-BE49-F238E27FC236}">
                    <a16:creationId xmlns:a16="http://schemas.microsoft.com/office/drawing/2014/main" id="{EA3FBC5A-0688-B64E-12AA-558CC5E4A4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1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819" name="Text Box 83">
                <a:extLst>
                  <a:ext uri="{FF2B5EF4-FFF2-40B4-BE49-F238E27FC236}">
                    <a16:creationId xmlns:a16="http://schemas.microsoft.com/office/drawing/2014/main" id="{FB4DEA58-6EE5-ADD7-8785-EF030BD6B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20" name="Text Box 84">
                <a:extLst>
                  <a:ext uri="{FF2B5EF4-FFF2-40B4-BE49-F238E27FC236}">
                    <a16:creationId xmlns:a16="http://schemas.microsoft.com/office/drawing/2014/main" id="{0FC2079B-A22C-246E-A747-65E9761474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8" y="17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336981" name="Text Box 85">
            <a:extLst>
              <a:ext uri="{FF2B5EF4-FFF2-40B4-BE49-F238E27FC236}">
                <a16:creationId xmlns:a16="http://schemas.microsoft.com/office/drawing/2014/main" id="{69C98EA3-D257-0AB8-E97C-50739CE45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981075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详见第八章</a:t>
            </a:r>
          </a:p>
        </p:txBody>
      </p:sp>
      <p:grpSp>
        <p:nvGrpSpPr>
          <p:cNvPr id="336982" name="Group 86">
            <a:extLst>
              <a:ext uri="{FF2B5EF4-FFF2-40B4-BE49-F238E27FC236}">
                <a16:creationId xmlns:a16="http://schemas.microsoft.com/office/drawing/2014/main" id="{7BEBEF93-D0E6-E4A2-316D-71EE7F841BFF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1508125"/>
            <a:ext cx="4165600" cy="935038"/>
            <a:chOff x="2992" y="950"/>
            <a:chExt cx="2624" cy="589"/>
          </a:xfrm>
        </p:grpSpPr>
        <p:sp>
          <p:nvSpPr>
            <p:cNvPr id="33809" name="Text Box 87">
              <a:extLst>
                <a:ext uri="{FF2B5EF4-FFF2-40B4-BE49-F238E27FC236}">
                  <a16:creationId xmlns:a16="http://schemas.microsoft.com/office/drawing/2014/main" id="{F0F82433-3C14-3B16-1C74-29BB152D5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950"/>
              <a:ext cx="2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由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硬件 </a:t>
              </a:r>
              <a:r>
                <a:rPr lang="zh-CN" altLang="en-US" sz="2400">
                  <a:latin typeface="Times New Roman" panose="02020603050405020304" pitchFamily="18" charset="0"/>
                </a:rPr>
                <a:t>产生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向量地址</a:t>
              </a:r>
            </a:p>
          </p:txBody>
        </p:sp>
        <p:sp>
          <p:nvSpPr>
            <p:cNvPr id="33810" name="Text Box 88">
              <a:extLst>
                <a:ext uri="{FF2B5EF4-FFF2-40B4-BE49-F238E27FC236}">
                  <a16:creationId xmlns:a16="http://schemas.microsoft.com/office/drawing/2014/main" id="{691DD0CC-BC88-4694-FD0B-40DA4ADA3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251"/>
              <a:ext cx="2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再由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向量地址 </a:t>
              </a:r>
              <a:r>
                <a:rPr lang="zh-CN" altLang="en-US" sz="2400">
                  <a:latin typeface="Times New Roman" panose="02020603050405020304" pitchFamily="18" charset="0"/>
                </a:rPr>
                <a:t>找到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入口地址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3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36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36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autoUpdateAnimBg="0"/>
      <p:bldP spid="336954" grpId="0" animBg="1" autoUpdateAnimBg="0"/>
      <p:bldP spid="33698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12" name="Group 92">
            <a:extLst>
              <a:ext uri="{FF2B5EF4-FFF2-40B4-BE49-F238E27FC236}">
                <a16:creationId xmlns:a16="http://schemas.microsoft.com/office/drawing/2014/main" id="{0BA18E44-759E-350F-C0F6-2FED085EAB48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904876"/>
            <a:ext cx="8983663" cy="5888038"/>
            <a:chOff x="0" y="570"/>
            <a:chExt cx="5659" cy="3709"/>
          </a:xfrm>
        </p:grpSpPr>
        <p:sp>
          <p:nvSpPr>
            <p:cNvPr id="34822" name="AutoShape 3">
              <a:extLst>
                <a:ext uri="{FF2B5EF4-FFF2-40B4-BE49-F238E27FC236}">
                  <a16:creationId xmlns:a16="http://schemas.microsoft.com/office/drawing/2014/main" id="{546CFE8D-4546-B82B-49ED-EE2750B7B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882"/>
              <a:ext cx="1728" cy="397"/>
            </a:xfrm>
            <a:prstGeom prst="leftArrow">
              <a:avLst>
                <a:gd name="adj1" fmla="val 58333"/>
                <a:gd name="adj2" fmla="val 135958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4823" name="Group 91">
              <a:extLst>
                <a:ext uri="{FF2B5EF4-FFF2-40B4-BE49-F238E27FC236}">
                  <a16:creationId xmlns:a16="http://schemas.microsoft.com/office/drawing/2014/main" id="{2712F042-5B1A-86B1-D56A-8BE50ADAA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70"/>
              <a:ext cx="5659" cy="3654"/>
              <a:chOff x="0" y="570"/>
              <a:chExt cx="5659" cy="3654"/>
            </a:xfrm>
          </p:grpSpPr>
          <p:sp>
            <p:nvSpPr>
              <p:cNvPr id="34824" name="Freeform 5">
                <a:extLst>
                  <a:ext uri="{FF2B5EF4-FFF2-40B4-BE49-F238E27FC236}">
                    <a16:creationId xmlns:a16="http://schemas.microsoft.com/office/drawing/2014/main" id="{02CC3856-B665-EF33-ED86-B8E84C897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724"/>
                <a:ext cx="1491" cy="119"/>
              </a:xfrm>
              <a:custGeom>
                <a:avLst/>
                <a:gdLst>
                  <a:gd name="T0" fmla="*/ 0 w 1730"/>
                  <a:gd name="T1" fmla="*/ 74 h 139"/>
                  <a:gd name="T2" fmla="*/ 2 w 1730"/>
                  <a:gd name="T3" fmla="*/ 0 h 139"/>
                  <a:gd name="T4" fmla="*/ 954 w 1730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30" h="139">
                    <a:moveTo>
                      <a:pt x="0" y="139"/>
                    </a:moveTo>
                    <a:lnTo>
                      <a:pt x="2" y="0"/>
                    </a:lnTo>
                    <a:lnTo>
                      <a:pt x="173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25" name="Rectangle 6">
                <a:extLst>
                  <a:ext uri="{FF2B5EF4-FFF2-40B4-BE49-F238E27FC236}">
                    <a16:creationId xmlns:a16="http://schemas.microsoft.com/office/drawing/2014/main" id="{CDA6D539-FC97-5868-8784-80D5261C6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633"/>
                <a:ext cx="2016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设备选择电路</a:t>
                </a:r>
              </a:p>
            </p:txBody>
          </p:sp>
          <p:sp>
            <p:nvSpPr>
              <p:cNvPr id="34826" name="Rectangle 7">
                <a:extLst>
                  <a:ext uri="{FF2B5EF4-FFF2-40B4-BE49-F238E27FC236}">
                    <a16:creationId xmlns:a16="http://schemas.microsoft.com/office/drawing/2014/main" id="{28B1225E-82AD-5EE8-CBA3-817D78163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975"/>
                <a:ext cx="2016" cy="20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DBR</a:t>
                </a:r>
              </a:p>
            </p:txBody>
          </p:sp>
          <p:sp>
            <p:nvSpPr>
              <p:cNvPr id="34827" name="Rectangle 8">
                <a:extLst>
                  <a:ext uri="{FF2B5EF4-FFF2-40B4-BE49-F238E27FC236}">
                    <a16:creationId xmlns:a16="http://schemas.microsoft.com/office/drawing/2014/main" id="{96F9722C-0A01-F93C-FEBF-00D119A3B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2839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8" name="Text Box 9">
                <a:extLst>
                  <a:ext uri="{FF2B5EF4-FFF2-40B4-BE49-F238E27FC236}">
                    <a16:creationId xmlns:a16="http://schemas.microsoft.com/office/drawing/2014/main" id="{F1894226-DCD6-1F38-B71C-D8014E21F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880"/>
                <a:ext cx="272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4829" name="Text Box 10">
                <a:extLst>
                  <a:ext uri="{FF2B5EF4-FFF2-40B4-BE49-F238E27FC236}">
                    <a16:creationId xmlns:a16="http://schemas.microsoft.com/office/drawing/2014/main" id="{3B2C4648-569D-2BA7-E65D-4E35AE1C9C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2807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4830" name="Oval 11">
                <a:extLst>
                  <a:ext uri="{FF2B5EF4-FFF2-40B4-BE49-F238E27FC236}">
                    <a16:creationId xmlns:a16="http://schemas.microsoft.com/office/drawing/2014/main" id="{76134086-0D9D-462B-9B87-3A4A6A20F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2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1" name="Oval 12">
                <a:extLst>
                  <a:ext uri="{FF2B5EF4-FFF2-40B4-BE49-F238E27FC236}">
                    <a16:creationId xmlns:a16="http://schemas.microsoft.com/office/drawing/2014/main" id="{3DBAC44C-B2D6-7C27-6467-D0505133D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7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2" name="Freeform 13">
                <a:extLst>
                  <a:ext uri="{FF2B5EF4-FFF2-40B4-BE49-F238E27FC236}">
                    <a16:creationId xmlns:a16="http://schemas.microsoft.com/office/drawing/2014/main" id="{82D86452-2531-B240-550B-AA9FA3E4F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" y="2955"/>
                <a:ext cx="759" cy="1"/>
              </a:xfrm>
              <a:custGeom>
                <a:avLst/>
                <a:gdLst>
                  <a:gd name="T0" fmla="*/ 0 w 759"/>
                  <a:gd name="T1" fmla="*/ 0 h 1"/>
                  <a:gd name="T2" fmla="*/ 759 w 75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9" h="1">
                    <a:moveTo>
                      <a:pt x="0" y="0"/>
                    </a:moveTo>
                    <a:lnTo>
                      <a:pt x="759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33" name="Freeform 14">
                <a:extLst>
                  <a:ext uri="{FF2B5EF4-FFF2-40B4-BE49-F238E27FC236}">
                    <a16:creationId xmlns:a16="http://schemas.microsoft.com/office/drawing/2014/main" id="{83F92E5A-1F7A-8693-11AE-34A21140E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2955"/>
                <a:ext cx="1488" cy="308"/>
              </a:xfrm>
              <a:custGeom>
                <a:avLst/>
                <a:gdLst>
                  <a:gd name="T0" fmla="*/ 1488 w 1488"/>
                  <a:gd name="T1" fmla="*/ 0 h 357"/>
                  <a:gd name="T2" fmla="*/ 1488 w 1488"/>
                  <a:gd name="T3" fmla="*/ 198 h 357"/>
                  <a:gd name="T4" fmla="*/ 0 w 1488"/>
                  <a:gd name="T5" fmla="*/ 198 h 3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88" h="357">
                    <a:moveTo>
                      <a:pt x="1488" y="0"/>
                    </a:moveTo>
                    <a:lnTo>
                      <a:pt x="1488" y="357"/>
                    </a:lnTo>
                    <a:lnTo>
                      <a:pt x="0" y="35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34" name="Rectangle 15">
                <a:extLst>
                  <a:ext uri="{FF2B5EF4-FFF2-40B4-BE49-F238E27FC236}">
                    <a16:creationId xmlns:a16="http://schemas.microsoft.com/office/drawing/2014/main" id="{8525F907-4420-A91D-BBEA-18A4BAF3B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8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5" name="Text Box 16">
                <a:extLst>
                  <a:ext uri="{FF2B5EF4-FFF2-40B4-BE49-F238E27FC236}">
                    <a16:creationId xmlns:a16="http://schemas.microsoft.com/office/drawing/2014/main" id="{7FDAF2E2-1110-D3F1-BFB8-76F423DF29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28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34836" name="Oval 17">
                <a:extLst>
                  <a:ext uri="{FF2B5EF4-FFF2-40B4-BE49-F238E27FC236}">
                    <a16:creationId xmlns:a16="http://schemas.microsoft.com/office/drawing/2014/main" id="{593D32FD-FEC1-9001-89C7-CBBD14C90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7" name="Freeform 18">
                <a:extLst>
                  <a:ext uri="{FF2B5EF4-FFF2-40B4-BE49-F238E27FC236}">
                    <a16:creationId xmlns:a16="http://schemas.microsoft.com/office/drawing/2014/main" id="{8C774CED-930E-B373-82E0-F2045DC8F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57"/>
                <a:ext cx="2784" cy="396"/>
              </a:xfrm>
              <a:custGeom>
                <a:avLst/>
                <a:gdLst>
                  <a:gd name="T0" fmla="*/ 144 w 2784"/>
                  <a:gd name="T1" fmla="*/ 1 h 396"/>
                  <a:gd name="T2" fmla="*/ 0 w 2784"/>
                  <a:gd name="T3" fmla="*/ 0 h 396"/>
                  <a:gd name="T4" fmla="*/ 0 w 2784"/>
                  <a:gd name="T5" fmla="*/ 396 h 396"/>
                  <a:gd name="T6" fmla="*/ 2784 w 2784"/>
                  <a:gd name="T7" fmla="*/ 396 h 39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84" h="396">
                    <a:moveTo>
                      <a:pt x="144" y="1"/>
                    </a:moveTo>
                    <a:lnTo>
                      <a:pt x="0" y="0"/>
                    </a:lnTo>
                    <a:lnTo>
                      <a:pt x="0" y="396"/>
                    </a:lnTo>
                    <a:lnTo>
                      <a:pt x="2784" y="39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38" name="Oval 19">
                <a:extLst>
                  <a:ext uri="{FF2B5EF4-FFF2-40B4-BE49-F238E27FC236}">
                    <a16:creationId xmlns:a16="http://schemas.microsoft.com/office/drawing/2014/main" id="{A9FFB8E6-9ACE-B0EE-C2FF-5B470E895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2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9" name="Freeform 20">
                <a:extLst>
                  <a:ext uri="{FF2B5EF4-FFF2-40B4-BE49-F238E27FC236}">
                    <a16:creationId xmlns:a16="http://schemas.microsoft.com/office/drawing/2014/main" id="{17B2F4F9-71A8-6CC1-6B33-483E39D00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955"/>
                <a:ext cx="282" cy="391"/>
              </a:xfrm>
              <a:custGeom>
                <a:avLst/>
                <a:gdLst>
                  <a:gd name="T0" fmla="*/ 282 w 282"/>
                  <a:gd name="T1" fmla="*/ 251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0" name="Oval 21">
                <a:extLst>
                  <a:ext uri="{FF2B5EF4-FFF2-40B4-BE49-F238E27FC236}">
                    <a16:creationId xmlns:a16="http://schemas.microsoft.com/office/drawing/2014/main" id="{741614FD-29B6-F20C-429C-5B9EE379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" y="3241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41" name="Freeform 22">
                <a:extLst>
                  <a:ext uri="{FF2B5EF4-FFF2-40B4-BE49-F238E27FC236}">
                    <a16:creationId xmlns:a16="http://schemas.microsoft.com/office/drawing/2014/main" id="{02E0C6D6-4D33-14F7-D474-4A07C686D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3346"/>
                <a:ext cx="1392" cy="291"/>
              </a:xfrm>
              <a:custGeom>
                <a:avLst/>
                <a:gdLst>
                  <a:gd name="T0" fmla="*/ 240 w 1392"/>
                  <a:gd name="T1" fmla="*/ 0 h 336"/>
                  <a:gd name="T2" fmla="*/ 0 w 1392"/>
                  <a:gd name="T3" fmla="*/ 0 h 336"/>
                  <a:gd name="T4" fmla="*/ 0 w 1392"/>
                  <a:gd name="T5" fmla="*/ 135 h 336"/>
                  <a:gd name="T6" fmla="*/ 1392 w 1392"/>
                  <a:gd name="T7" fmla="*/ 135 h 336"/>
                  <a:gd name="T8" fmla="*/ 1392 w 1392"/>
                  <a:gd name="T9" fmla="*/ 189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2" h="336">
                    <a:moveTo>
                      <a:pt x="240" y="0"/>
                    </a:moveTo>
                    <a:lnTo>
                      <a:pt x="0" y="0"/>
                    </a:lnTo>
                    <a:lnTo>
                      <a:pt x="0" y="240"/>
                    </a:lnTo>
                    <a:lnTo>
                      <a:pt x="1392" y="240"/>
                    </a:lnTo>
                    <a:lnTo>
                      <a:pt x="1392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2" name="Line 23">
                <a:extLst>
                  <a:ext uri="{FF2B5EF4-FFF2-40B4-BE49-F238E27FC236}">
                    <a16:creationId xmlns:a16="http://schemas.microsoft.com/office/drawing/2014/main" id="{3357804D-4C17-520A-60E4-F34002437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" y="3180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3" name="Line 24">
                <a:extLst>
                  <a:ext uri="{FF2B5EF4-FFF2-40B4-BE49-F238E27FC236}">
                    <a16:creationId xmlns:a16="http://schemas.microsoft.com/office/drawing/2014/main" id="{D02C174E-6651-8BCE-7DFB-C56A18ECF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" y="318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4" name="AutoShape 25">
                <a:extLst>
                  <a:ext uri="{FF2B5EF4-FFF2-40B4-BE49-F238E27FC236}">
                    <a16:creationId xmlns:a16="http://schemas.microsoft.com/office/drawing/2014/main" id="{81E77D19-764F-528E-1DC3-396A46099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3637"/>
                <a:ext cx="1632" cy="165"/>
              </a:xfrm>
              <a:prstGeom prst="rightArrow">
                <a:avLst>
                  <a:gd name="adj1" fmla="val 50000"/>
                  <a:gd name="adj2" fmla="val 164253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5" name="AutoShape 26">
                <a:extLst>
                  <a:ext uri="{FF2B5EF4-FFF2-40B4-BE49-F238E27FC236}">
                    <a16:creationId xmlns:a16="http://schemas.microsoft.com/office/drawing/2014/main" id="{5C6E71B9-5CD3-FF7F-DF18-AE7B1F554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3" y="3975"/>
                <a:ext cx="1008" cy="208"/>
              </a:xfrm>
              <a:prstGeom prst="leftArrow">
                <a:avLst>
                  <a:gd name="adj1" fmla="val 50000"/>
                  <a:gd name="adj2" fmla="val 88465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6" name="Text Box 27">
                <a:extLst>
                  <a:ext uri="{FF2B5EF4-FFF2-40B4-BE49-F238E27FC236}">
                    <a16:creationId xmlns:a16="http://schemas.microsoft.com/office/drawing/2014/main" id="{F332C877-8F45-59B2-36C6-79C23043E2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45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数据线</a:t>
                </a:r>
              </a:p>
            </p:txBody>
          </p:sp>
          <p:sp>
            <p:nvSpPr>
              <p:cNvPr id="34847" name="Text Box 28">
                <a:extLst>
                  <a:ext uri="{FF2B5EF4-FFF2-40B4-BE49-F238E27FC236}">
                    <a16:creationId xmlns:a16="http://schemas.microsoft.com/office/drawing/2014/main" id="{75C84C09-B35C-05BF-3B8E-9B2925271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02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启动命令</a:t>
                </a:r>
              </a:p>
            </p:txBody>
          </p:sp>
          <p:sp>
            <p:nvSpPr>
              <p:cNvPr id="34848" name="Text Box 29">
                <a:extLst>
                  <a:ext uri="{FF2B5EF4-FFF2-40B4-BE49-F238E27FC236}">
                    <a16:creationId xmlns:a16="http://schemas.microsoft.com/office/drawing/2014/main" id="{215C0430-139E-B2D1-E867-5CF3126A79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609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地址线</a:t>
                </a:r>
              </a:p>
            </p:txBody>
          </p:sp>
          <p:sp>
            <p:nvSpPr>
              <p:cNvPr id="34849" name="Text Box 30">
                <a:extLst>
                  <a:ext uri="{FF2B5EF4-FFF2-40B4-BE49-F238E27FC236}">
                    <a16:creationId xmlns:a16="http://schemas.microsoft.com/office/drawing/2014/main" id="{9D7814EF-EA72-D505-C2C9-0DAF2F842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408"/>
                <a:ext cx="4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SEL</a:t>
                </a:r>
              </a:p>
            </p:txBody>
          </p:sp>
          <p:sp>
            <p:nvSpPr>
              <p:cNvPr id="34850" name="Line 31">
                <a:extLst>
                  <a:ext uri="{FF2B5EF4-FFF2-40B4-BE49-F238E27FC236}">
                    <a16:creationId xmlns:a16="http://schemas.microsoft.com/office/drawing/2014/main" id="{94512B29-DA56-0C8C-725D-C7BCA147D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10" y="3346"/>
                <a:ext cx="432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1" name="Text Box 32">
                <a:extLst>
                  <a:ext uri="{FF2B5EF4-FFF2-40B4-BE49-F238E27FC236}">
                    <a16:creationId xmlns:a16="http://schemas.microsoft.com/office/drawing/2014/main" id="{98D241DD-1099-D910-8143-335C899B1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792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输入数据</a:t>
                </a:r>
              </a:p>
            </p:txBody>
          </p:sp>
          <p:sp>
            <p:nvSpPr>
              <p:cNvPr id="34852" name="Text Box 33">
                <a:extLst>
                  <a:ext uri="{FF2B5EF4-FFF2-40B4-BE49-F238E27FC236}">
                    <a16:creationId xmlns:a16="http://schemas.microsoft.com/office/drawing/2014/main" id="{5B521EFA-332D-659F-DC42-5587B8C94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747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启动设备</a:t>
                </a:r>
              </a:p>
            </p:txBody>
          </p:sp>
          <p:sp>
            <p:nvSpPr>
              <p:cNvPr id="34853" name="Text Box 34">
                <a:extLst>
                  <a:ext uri="{FF2B5EF4-FFF2-40B4-BE49-F238E27FC236}">
                    <a16:creationId xmlns:a16="http://schemas.microsoft.com/office/drawing/2014/main" id="{28572C9A-5211-0B0A-5CB6-C3B2D3EE2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36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设备工作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  结束</a:t>
                </a:r>
              </a:p>
            </p:txBody>
          </p:sp>
          <p:sp>
            <p:nvSpPr>
              <p:cNvPr id="34854" name="Text Box 35">
                <a:extLst>
                  <a:ext uri="{FF2B5EF4-FFF2-40B4-BE49-F238E27FC236}">
                    <a16:creationId xmlns:a16="http://schemas.microsoft.com/office/drawing/2014/main" id="{597BB7D3-F603-DB6F-93AC-6149AF981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34855" name="Rectangle 36">
                <a:extLst>
                  <a:ext uri="{FF2B5EF4-FFF2-40B4-BE49-F238E27FC236}">
                    <a16:creationId xmlns:a16="http://schemas.microsoft.com/office/drawing/2014/main" id="{EB259482-510E-1BB3-4370-3A4F9E5EE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489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6" name="Text Box 37">
                <a:extLst>
                  <a:ext uri="{FF2B5EF4-FFF2-40B4-BE49-F238E27FC236}">
                    <a16:creationId xmlns:a16="http://schemas.microsoft.com/office/drawing/2014/main" id="{04EDFFDC-A4F8-C79C-6386-AE6FDA793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0" y="211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4857" name="Rectangle 38">
                <a:extLst>
                  <a:ext uri="{FF2B5EF4-FFF2-40B4-BE49-F238E27FC236}">
                    <a16:creationId xmlns:a16="http://schemas.microsoft.com/office/drawing/2014/main" id="{DEF86412-2DA6-1145-87EF-B1E79C5F1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157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8" name="Oval 39">
                <a:extLst>
                  <a:ext uri="{FF2B5EF4-FFF2-40B4-BE49-F238E27FC236}">
                    <a16:creationId xmlns:a16="http://schemas.microsoft.com/office/drawing/2014/main" id="{2D0247D5-CE23-49DD-9980-3DBB7D44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434"/>
                <a:ext cx="48" cy="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9" name="Oval 40">
                <a:extLst>
                  <a:ext uri="{FF2B5EF4-FFF2-40B4-BE49-F238E27FC236}">
                    <a16:creationId xmlns:a16="http://schemas.microsoft.com/office/drawing/2014/main" id="{96166B68-3525-EAF3-B60E-893A10D4B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11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0" name="Rectangle 41">
                <a:extLst>
                  <a:ext uri="{FF2B5EF4-FFF2-40B4-BE49-F238E27FC236}">
                    <a16:creationId xmlns:a16="http://schemas.microsoft.com/office/drawing/2014/main" id="{AFB61D00-8D86-4D53-4D32-851BC06CB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1583"/>
                <a:ext cx="768" cy="415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1" name="Text Box 42">
                <a:extLst>
                  <a:ext uri="{FF2B5EF4-FFF2-40B4-BE49-F238E27FC236}">
                    <a16:creationId xmlns:a16="http://schemas.microsoft.com/office/drawing/2014/main" id="{341F885D-7D2A-9103-6C38-48B8E25F1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583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4862" name="Group 43">
                <a:extLst>
                  <a:ext uri="{FF2B5EF4-FFF2-40B4-BE49-F238E27FC236}">
                    <a16:creationId xmlns:a16="http://schemas.microsoft.com/office/drawing/2014/main" id="{3CC23126-BD07-D69E-7790-961D359ED0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8" y="1606"/>
                <a:ext cx="216" cy="213"/>
                <a:chOff x="2808" y="891"/>
                <a:chExt cx="216" cy="246"/>
              </a:xfrm>
            </p:grpSpPr>
            <p:sp>
              <p:nvSpPr>
                <p:cNvPr id="34905" name="Text Box 44">
                  <a:extLst>
                    <a:ext uri="{FF2B5EF4-FFF2-40B4-BE49-F238E27FC236}">
                      <a16:creationId xmlns:a16="http://schemas.microsoft.com/office/drawing/2014/main" id="{7C0EC93E-A6CC-1AEA-50FF-AC90086F95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" y="891"/>
                  <a:ext cx="216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Q</a:t>
                  </a:r>
                  <a:endParaRPr lang="zh-CN" altLang="en-US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6" name="Line 45">
                  <a:extLst>
                    <a:ext uri="{FF2B5EF4-FFF2-40B4-BE49-F238E27FC236}">
                      <a16:creationId xmlns:a16="http://schemas.microsoft.com/office/drawing/2014/main" id="{26EF4470-E72B-FCE7-132F-E9462A0B29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91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4863" name="Text Box 46">
                <a:extLst>
                  <a:ext uri="{FF2B5EF4-FFF2-40B4-BE49-F238E27FC236}">
                    <a16:creationId xmlns:a16="http://schemas.microsoft.com/office/drawing/2014/main" id="{B1B79B53-B074-E613-3453-207C567AC7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815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4864" name="Text Box 47">
                <a:extLst>
                  <a:ext uri="{FF2B5EF4-FFF2-40B4-BE49-F238E27FC236}">
                    <a16:creationId xmlns:a16="http://schemas.microsoft.com/office/drawing/2014/main" id="{CDE68925-6B3F-F0AC-459B-B8A59BD42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0" y="1699"/>
                <a:ext cx="49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INTR</a:t>
                </a:r>
              </a:p>
            </p:txBody>
          </p:sp>
          <p:sp>
            <p:nvSpPr>
              <p:cNvPr id="34865" name="AutoShape 48">
                <a:extLst>
                  <a:ext uri="{FF2B5EF4-FFF2-40B4-BE49-F238E27FC236}">
                    <a16:creationId xmlns:a16="http://schemas.microsoft.com/office/drawing/2014/main" id="{3E2C7CF1-936D-7FF3-39B6-3DA2E1E71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911"/>
                <a:ext cx="96" cy="83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6" name="Rectangle 49">
                <a:extLst>
                  <a:ext uri="{FF2B5EF4-FFF2-40B4-BE49-F238E27FC236}">
                    <a16:creationId xmlns:a16="http://schemas.microsoft.com/office/drawing/2014/main" id="{1AE614E3-E7E7-72C2-DDB6-E06CDF6B3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2839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7" name="Text Box 50">
                <a:extLst>
                  <a:ext uri="{FF2B5EF4-FFF2-40B4-BE49-F238E27FC236}">
                    <a16:creationId xmlns:a16="http://schemas.microsoft.com/office/drawing/2014/main" id="{D33B72FE-EAE4-04F8-969A-778AC7BF7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0" y="2880"/>
                <a:ext cx="26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B</a:t>
                </a:r>
              </a:p>
            </p:txBody>
          </p:sp>
          <p:sp>
            <p:nvSpPr>
              <p:cNvPr id="34868" name="Text Box 51">
                <a:extLst>
                  <a:ext uri="{FF2B5EF4-FFF2-40B4-BE49-F238E27FC236}">
                    <a16:creationId xmlns:a16="http://schemas.microsoft.com/office/drawing/2014/main" id="{F5C71B3A-203F-7360-18DF-CDC8DCCAE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6" y="2807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4869" name="Freeform 52">
                <a:extLst>
                  <a:ext uri="{FF2B5EF4-FFF2-40B4-BE49-F238E27FC236}">
                    <a16:creationId xmlns:a16="http://schemas.microsoft.com/office/drawing/2014/main" id="{C344DDCE-7FE6-BAA1-BD7F-A2438F28D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646"/>
                <a:ext cx="1" cy="192"/>
              </a:xfrm>
              <a:custGeom>
                <a:avLst/>
                <a:gdLst>
                  <a:gd name="T0" fmla="*/ 0 w 1"/>
                  <a:gd name="T1" fmla="*/ 192 h 192"/>
                  <a:gd name="T2" fmla="*/ 0 w 1"/>
                  <a:gd name="T3" fmla="*/ 0 h 19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92">
                    <a:moveTo>
                      <a:pt x="0" y="192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70" name="Line 53">
                <a:extLst>
                  <a:ext uri="{FF2B5EF4-FFF2-40B4-BE49-F238E27FC236}">
                    <a16:creationId xmlns:a16="http://schemas.microsoft.com/office/drawing/2014/main" id="{68DF942E-2FC4-6A3F-338D-2557F3D33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310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71" name="Line 54">
                <a:extLst>
                  <a:ext uri="{FF2B5EF4-FFF2-40B4-BE49-F238E27FC236}">
                    <a16:creationId xmlns:a16="http://schemas.microsoft.com/office/drawing/2014/main" id="{21C9862E-6272-A2E3-4E7D-C0FBCD5A6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000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72" name="Rectangle 55">
                <a:extLst>
                  <a:ext uri="{FF2B5EF4-FFF2-40B4-BE49-F238E27FC236}">
                    <a16:creationId xmlns:a16="http://schemas.microsoft.com/office/drawing/2014/main" id="{0D5E4DFE-BC52-F177-4DC6-C96D92963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46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4873" name="Group 56">
                <a:extLst>
                  <a:ext uri="{FF2B5EF4-FFF2-40B4-BE49-F238E27FC236}">
                    <a16:creationId xmlns:a16="http://schemas.microsoft.com/office/drawing/2014/main" id="{61EBAFDB-8ACB-B816-56FC-FD694214C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2" y="1669"/>
                <a:ext cx="216" cy="213"/>
                <a:chOff x="2808" y="891"/>
                <a:chExt cx="216" cy="246"/>
              </a:xfrm>
            </p:grpSpPr>
            <p:sp>
              <p:nvSpPr>
                <p:cNvPr id="34903" name="Text Box 57">
                  <a:extLst>
                    <a:ext uri="{FF2B5EF4-FFF2-40B4-BE49-F238E27FC236}">
                      <a16:creationId xmlns:a16="http://schemas.microsoft.com/office/drawing/2014/main" id="{1BED3484-F6C6-1E71-A2A2-D93A56ED7B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" y="891"/>
                  <a:ext cx="216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Q</a:t>
                  </a:r>
                  <a:endParaRPr lang="zh-CN" altLang="en-US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4" name="Line 58">
                  <a:extLst>
                    <a:ext uri="{FF2B5EF4-FFF2-40B4-BE49-F238E27FC236}">
                      <a16:creationId xmlns:a16="http://schemas.microsoft.com/office/drawing/2014/main" id="{82551896-483C-0575-369D-24BF8D56D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91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4874" name="Text Box 59">
                <a:extLst>
                  <a:ext uri="{FF2B5EF4-FFF2-40B4-BE49-F238E27FC236}">
                    <a16:creationId xmlns:a16="http://schemas.microsoft.com/office/drawing/2014/main" id="{FA22ABC1-3B70-4D97-F077-6707F91E9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1" y="1770"/>
                <a:ext cx="5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MASK</a:t>
                </a:r>
              </a:p>
            </p:txBody>
          </p:sp>
          <p:sp>
            <p:nvSpPr>
              <p:cNvPr id="34875" name="Oval 60">
                <a:extLst>
                  <a:ext uri="{FF2B5EF4-FFF2-40B4-BE49-F238E27FC236}">
                    <a16:creationId xmlns:a16="http://schemas.microsoft.com/office/drawing/2014/main" id="{95C11384-12D1-AB97-374B-7361F7C64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543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76" name="Oval 61">
                <a:extLst>
                  <a:ext uri="{FF2B5EF4-FFF2-40B4-BE49-F238E27FC236}">
                    <a16:creationId xmlns:a16="http://schemas.microsoft.com/office/drawing/2014/main" id="{3B2BCA01-8345-6BD9-9B50-91FA55BBE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05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77" name="Text Box 62">
                <a:extLst>
                  <a:ext uri="{FF2B5EF4-FFF2-40B4-BE49-F238E27FC236}">
                    <a16:creationId xmlns:a16="http://schemas.microsoft.com/office/drawing/2014/main" id="{030B590B-C5F6-EACE-1835-B0E9B122CD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9" y="797"/>
                <a:ext cx="9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设备编码器</a:t>
                </a:r>
              </a:p>
            </p:txBody>
          </p:sp>
          <p:sp>
            <p:nvSpPr>
              <p:cNvPr id="34878" name="Rectangle 63">
                <a:extLst>
                  <a:ext uri="{FF2B5EF4-FFF2-40B4-BE49-F238E27FC236}">
                    <a16:creationId xmlns:a16="http://schemas.microsoft.com/office/drawing/2014/main" id="{D87C988B-83F8-82AF-4093-03FAA2081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819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9" name="Text Box 64">
                <a:extLst>
                  <a:ext uri="{FF2B5EF4-FFF2-40B4-BE49-F238E27FC236}">
                    <a16:creationId xmlns:a16="http://schemas.microsoft.com/office/drawing/2014/main" id="{4C742EE3-DCA3-06E2-E9E6-5A4A144D86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156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排队器</a:t>
                </a:r>
              </a:p>
            </p:txBody>
          </p:sp>
          <p:sp>
            <p:nvSpPr>
              <p:cNvPr id="34880" name="Rectangle 65">
                <a:extLst>
                  <a:ext uri="{FF2B5EF4-FFF2-40B4-BE49-F238E27FC236}">
                    <a16:creationId xmlns:a16="http://schemas.microsoft.com/office/drawing/2014/main" id="{91E82F7F-FC2A-8F48-7C7D-E4EA25960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4" y="1184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1" name="Freeform 66">
                <a:extLst>
                  <a:ext uri="{FF2B5EF4-FFF2-40B4-BE49-F238E27FC236}">
                    <a16:creationId xmlns:a16="http://schemas.microsoft.com/office/drawing/2014/main" id="{D8586D35-D7E7-2A65-9C74-1E68EFA75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8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2" name="Freeform 67">
                <a:extLst>
                  <a:ext uri="{FF2B5EF4-FFF2-40B4-BE49-F238E27FC236}">
                    <a16:creationId xmlns:a16="http://schemas.microsoft.com/office/drawing/2014/main" id="{C1B2DC1F-01C7-4200-29D0-F2ABD4CA7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985"/>
                <a:ext cx="1872" cy="207"/>
              </a:xfrm>
              <a:custGeom>
                <a:avLst/>
                <a:gdLst>
                  <a:gd name="T0" fmla="*/ 0 w 2160"/>
                  <a:gd name="T1" fmla="*/ 0 h 240"/>
                  <a:gd name="T2" fmla="*/ 0 w 2160"/>
                  <a:gd name="T3" fmla="*/ 133 h 240"/>
                  <a:gd name="T4" fmla="*/ 1219 w 2160"/>
                  <a:gd name="T5" fmla="*/ 133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160" y="24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3" name="Freeform 68">
                <a:extLst>
                  <a:ext uri="{FF2B5EF4-FFF2-40B4-BE49-F238E27FC236}">
                    <a16:creationId xmlns:a16="http://schemas.microsoft.com/office/drawing/2014/main" id="{704E0D53-0F28-B84F-1187-CD8ADF445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5" y="1555"/>
                <a:ext cx="1707" cy="1181"/>
              </a:xfrm>
              <a:custGeom>
                <a:avLst/>
                <a:gdLst>
                  <a:gd name="T0" fmla="*/ 0 w 1707"/>
                  <a:gd name="T1" fmla="*/ 706 h 1368"/>
                  <a:gd name="T2" fmla="*/ 0 w 1707"/>
                  <a:gd name="T3" fmla="*/ 761 h 1368"/>
                  <a:gd name="T4" fmla="*/ 720 w 1707"/>
                  <a:gd name="T5" fmla="*/ 761 h 1368"/>
                  <a:gd name="T6" fmla="*/ 717 w 1707"/>
                  <a:gd name="T7" fmla="*/ 3 h 1368"/>
                  <a:gd name="T8" fmla="*/ 1707 w 1707"/>
                  <a:gd name="T9" fmla="*/ 0 h 1368"/>
                  <a:gd name="T10" fmla="*/ 1707 w 1707"/>
                  <a:gd name="T11" fmla="*/ 35 h 13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07" h="1368">
                    <a:moveTo>
                      <a:pt x="0" y="1272"/>
                    </a:moveTo>
                    <a:lnTo>
                      <a:pt x="0" y="1368"/>
                    </a:lnTo>
                    <a:lnTo>
                      <a:pt x="720" y="1368"/>
                    </a:lnTo>
                    <a:lnTo>
                      <a:pt x="717" y="3"/>
                    </a:lnTo>
                    <a:lnTo>
                      <a:pt x="1707" y="0"/>
                    </a:lnTo>
                    <a:lnTo>
                      <a:pt x="1707" y="6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4" name="Freeform 69">
                <a:extLst>
                  <a:ext uri="{FF2B5EF4-FFF2-40B4-BE49-F238E27FC236}">
                    <a16:creationId xmlns:a16="http://schemas.microsoft.com/office/drawing/2014/main" id="{509A3B11-BF80-2A88-EDF3-A263AFEAB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2"/>
                <a:ext cx="1440" cy="83"/>
              </a:xfrm>
              <a:custGeom>
                <a:avLst/>
                <a:gdLst>
                  <a:gd name="T0" fmla="*/ 1440 w 1440"/>
                  <a:gd name="T1" fmla="*/ 54 h 96"/>
                  <a:gd name="T2" fmla="*/ 0 w 1440"/>
                  <a:gd name="T3" fmla="*/ 54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5" name="Freeform 70">
                <a:extLst>
                  <a:ext uri="{FF2B5EF4-FFF2-40B4-BE49-F238E27FC236}">
                    <a16:creationId xmlns:a16="http://schemas.microsoft.com/office/drawing/2014/main" id="{0AD8D837-474B-FDBF-93F0-B451DD972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026"/>
                <a:ext cx="3" cy="165"/>
              </a:xfrm>
              <a:custGeom>
                <a:avLst/>
                <a:gdLst>
                  <a:gd name="T0" fmla="*/ 0 w 3"/>
                  <a:gd name="T1" fmla="*/ 165 h 165"/>
                  <a:gd name="T2" fmla="*/ 3 w 3"/>
                  <a:gd name="T3" fmla="*/ 0 h 1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65">
                    <a:moveTo>
                      <a:pt x="0" y="165"/>
                    </a:moveTo>
                    <a:lnTo>
                      <a:pt x="3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6" name="Freeform 71">
                <a:extLst>
                  <a:ext uri="{FF2B5EF4-FFF2-40B4-BE49-F238E27FC236}">
                    <a16:creationId xmlns:a16="http://schemas.microsoft.com/office/drawing/2014/main" id="{B7CF6FD1-79FD-7EB9-63E2-EF3DFEE64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" y="1454"/>
                <a:ext cx="1650" cy="130"/>
              </a:xfrm>
              <a:custGeom>
                <a:avLst/>
                <a:gdLst>
                  <a:gd name="T0" fmla="*/ 3406 w 1296"/>
                  <a:gd name="T1" fmla="*/ 96 h 144"/>
                  <a:gd name="T2" fmla="*/ 3406 w 1296"/>
                  <a:gd name="T3" fmla="*/ 0 h 144"/>
                  <a:gd name="T4" fmla="*/ 0 w 1296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96" h="144">
                    <a:moveTo>
                      <a:pt x="1296" y="144"/>
                    </a:moveTo>
                    <a:lnTo>
                      <a:pt x="12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7" name="Freeform 72">
                <a:extLst>
                  <a:ext uri="{FF2B5EF4-FFF2-40B4-BE49-F238E27FC236}">
                    <a16:creationId xmlns:a16="http://schemas.microsoft.com/office/drawing/2014/main" id="{B2D6552C-608E-0FA3-8183-C09D7D143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031"/>
                <a:ext cx="1920" cy="83"/>
              </a:xfrm>
              <a:custGeom>
                <a:avLst/>
                <a:gdLst>
                  <a:gd name="T0" fmla="*/ 1920 w 1920"/>
                  <a:gd name="T1" fmla="*/ 0 h 96"/>
                  <a:gd name="T2" fmla="*/ 1920 w 1920"/>
                  <a:gd name="T3" fmla="*/ 54 h 96"/>
                  <a:gd name="T4" fmla="*/ 0 w 1920"/>
                  <a:gd name="T5" fmla="*/ 54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0" h="96">
                    <a:moveTo>
                      <a:pt x="1920" y="0"/>
                    </a:moveTo>
                    <a:lnTo>
                      <a:pt x="1920" y="96"/>
                    </a:lnTo>
                    <a:lnTo>
                      <a:pt x="0" y="9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8" name="Line 73">
                <a:extLst>
                  <a:ext uri="{FF2B5EF4-FFF2-40B4-BE49-F238E27FC236}">
                    <a16:creationId xmlns:a16="http://schemas.microsoft.com/office/drawing/2014/main" id="{C896E750-81E8-EE9B-ABFE-EA352F5EA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4" y="1280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9" name="Rectangle 74">
                <a:extLst>
                  <a:ext uri="{FF2B5EF4-FFF2-40B4-BE49-F238E27FC236}">
                    <a16:creationId xmlns:a16="http://schemas.microsoft.com/office/drawing/2014/main" id="{1BEEF3DD-5EA6-49C5-CD85-40E22325C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" y="570"/>
                <a:ext cx="3792" cy="365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90" name="Rectangle 75">
                <a:extLst>
                  <a:ext uri="{FF2B5EF4-FFF2-40B4-BE49-F238E27FC236}">
                    <a16:creationId xmlns:a16="http://schemas.microsoft.com/office/drawing/2014/main" id="{7B46896B-B1D7-5596-7F47-CAA0AD282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672"/>
                <a:ext cx="48" cy="1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91" name="AutoShape 76">
                <a:extLst>
                  <a:ext uri="{FF2B5EF4-FFF2-40B4-BE49-F238E27FC236}">
                    <a16:creationId xmlns:a16="http://schemas.microsoft.com/office/drawing/2014/main" id="{FE883EDF-BCB6-CA55-F066-1A0C99EE2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624"/>
                <a:ext cx="2686" cy="144"/>
              </a:xfrm>
              <a:prstGeom prst="leftArrow">
                <a:avLst>
                  <a:gd name="adj1" fmla="val 39417"/>
                  <a:gd name="adj2" fmla="val 16485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92" name="Freeform 77">
                <a:extLst>
                  <a:ext uri="{FF2B5EF4-FFF2-40B4-BE49-F238E27FC236}">
                    <a16:creationId xmlns:a16="http://schemas.microsoft.com/office/drawing/2014/main" id="{18354ED8-81DE-C6CC-DC68-4A123A374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70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93" name="Line 78">
                <a:extLst>
                  <a:ext uri="{FF2B5EF4-FFF2-40B4-BE49-F238E27FC236}">
                    <a16:creationId xmlns:a16="http://schemas.microsoft.com/office/drawing/2014/main" id="{6AB0DF7F-13C4-7F3B-F9C5-7E43672AF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10" y="21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94" name="Text Box 79">
                <a:extLst>
                  <a:ext uri="{FF2B5EF4-FFF2-40B4-BE49-F238E27FC236}">
                    <a16:creationId xmlns:a16="http://schemas.microsoft.com/office/drawing/2014/main" id="{B97A46A8-E844-B671-A722-AB1718040F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191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中断查询</a:t>
                </a:r>
              </a:p>
            </p:txBody>
          </p:sp>
          <p:sp>
            <p:nvSpPr>
              <p:cNvPr id="34895" name="Text Box 80">
                <a:extLst>
                  <a:ext uri="{FF2B5EF4-FFF2-40B4-BE49-F238E27FC236}">
                    <a16:creationId xmlns:a16="http://schemas.microsoft.com/office/drawing/2014/main" id="{A2DAA17D-8CE5-C5BA-6AF3-2D79B5F267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1488"/>
                <a:ext cx="841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来自高一级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的排队器</a:t>
                </a:r>
              </a:p>
            </p:txBody>
          </p:sp>
          <p:sp>
            <p:nvSpPr>
              <p:cNvPr id="34896" name="Text Box 81">
                <a:extLst>
                  <a:ext uri="{FF2B5EF4-FFF2-40B4-BE49-F238E27FC236}">
                    <a16:creationId xmlns:a16="http://schemas.microsoft.com/office/drawing/2014/main" id="{7690181C-68E7-CB44-B0FD-056FE6112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892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至低一级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的排队器</a:t>
                </a:r>
              </a:p>
            </p:txBody>
          </p:sp>
          <p:sp>
            <p:nvSpPr>
              <p:cNvPr id="34897" name="Text Box 82">
                <a:extLst>
                  <a:ext uri="{FF2B5EF4-FFF2-40B4-BE49-F238E27FC236}">
                    <a16:creationId xmlns:a16="http://schemas.microsoft.com/office/drawing/2014/main" id="{E78AEB45-2CBA-992F-49F8-1D1D87FF0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76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向量地址</a:t>
                </a:r>
              </a:p>
            </p:txBody>
          </p:sp>
          <p:sp>
            <p:nvSpPr>
              <p:cNvPr id="34898" name="Line 83">
                <a:extLst>
                  <a:ext uri="{FF2B5EF4-FFF2-40B4-BE49-F238E27FC236}">
                    <a16:creationId xmlns:a16="http://schemas.microsoft.com/office/drawing/2014/main" id="{5A4D188C-D45F-FD8E-E958-C5EADC4D7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111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99" name="Text Box 84">
                <a:extLst>
                  <a:ext uri="{FF2B5EF4-FFF2-40B4-BE49-F238E27FC236}">
                    <a16:creationId xmlns:a16="http://schemas.microsoft.com/office/drawing/2014/main" id="{8201630F-DC7B-7D36-9203-B14C100824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12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中断响应</a:t>
                </a:r>
              </a:p>
              <a:p>
                <a:pPr eaLnBrk="1" hangingPunct="1"/>
                <a:r>
                  <a:rPr lang="en-US" altLang="zh-CN">
                    <a:latin typeface="Times New Roman" panose="02020603050405020304" pitchFamily="18" charset="0"/>
                  </a:rPr>
                  <a:t>   INTA</a:t>
                </a:r>
              </a:p>
            </p:txBody>
          </p:sp>
          <p:sp>
            <p:nvSpPr>
              <p:cNvPr id="34900" name="Text Box 85">
                <a:extLst>
                  <a:ext uri="{FF2B5EF4-FFF2-40B4-BE49-F238E27FC236}">
                    <a16:creationId xmlns:a16="http://schemas.microsoft.com/office/drawing/2014/main" id="{96D5E02C-E907-175B-F2F8-D895E17A0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34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中断请求</a:t>
                </a:r>
              </a:p>
            </p:txBody>
          </p:sp>
          <p:sp>
            <p:nvSpPr>
              <p:cNvPr id="34901" name="Rectangle 86">
                <a:extLst>
                  <a:ext uri="{FF2B5EF4-FFF2-40B4-BE49-F238E27FC236}">
                    <a16:creationId xmlns:a16="http://schemas.microsoft.com/office/drawing/2014/main" id="{BCE517B5-D7C3-93D5-7E53-A7104E2AA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814"/>
                <a:ext cx="864" cy="78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902" name="Text Box 87">
                <a:extLst>
                  <a:ext uri="{FF2B5EF4-FFF2-40B4-BE49-F238E27FC236}">
                    <a16:creationId xmlns:a16="http://schemas.microsoft.com/office/drawing/2014/main" id="{A4294DFE-82C4-A57F-BA0A-CC0B895C53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3" y="283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命令译码</a:t>
                </a:r>
              </a:p>
            </p:txBody>
          </p:sp>
        </p:grpSp>
      </p:grpSp>
      <p:sp>
        <p:nvSpPr>
          <p:cNvPr id="34819" name="Text Box 88">
            <a:extLst>
              <a:ext uri="{FF2B5EF4-FFF2-40B4-BE49-F238E27FC236}">
                <a16:creationId xmlns:a16="http://schemas.microsoft.com/office/drawing/2014/main" id="{F834ECA3-2131-05FB-9D93-A55322CDC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038" y="152400"/>
            <a:ext cx="67103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4. 程序中断方式接口电路的基本组成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5B3305F2-0345-AD79-3F4D-FA21666C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6" y="196850"/>
            <a:ext cx="6035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四、</a:t>
            </a:r>
            <a:r>
              <a:rPr lang="en-US" altLang="zh-CN" sz="3600">
                <a:latin typeface="Times New Roman" panose="02020603050405020304" pitchFamily="18" charset="0"/>
              </a:rPr>
              <a:t>I/O </a:t>
            </a:r>
            <a:r>
              <a:rPr lang="zh-CN" altLang="en-US" sz="3600">
                <a:latin typeface="Times New Roman" panose="02020603050405020304" pitchFamily="18" charset="0"/>
              </a:rPr>
              <a:t>中断处理过程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38947" name="Text Box 3">
            <a:extLst>
              <a:ext uri="{FF2B5EF4-FFF2-40B4-BE49-F238E27FC236}">
                <a16:creationId xmlns:a16="http://schemas.microsoft.com/office/drawing/2014/main" id="{32C1948D-8929-31BA-F1BC-B2F9ED51E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1009650"/>
            <a:ext cx="5607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响应中断的条件和时间</a:t>
            </a:r>
          </a:p>
        </p:txBody>
      </p:sp>
      <p:sp>
        <p:nvSpPr>
          <p:cNvPr id="338948" name="Text Box 4">
            <a:extLst>
              <a:ext uri="{FF2B5EF4-FFF2-40B4-BE49-F238E27FC236}">
                <a16:creationId xmlns:a16="http://schemas.microsoft.com/office/drawing/2014/main" id="{01D2FD2D-5421-E4EB-32D1-EEC78C661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1689101"/>
            <a:ext cx="2182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条件</a:t>
            </a:r>
          </a:p>
        </p:txBody>
      </p:sp>
      <p:sp>
        <p:nvSpPr>
          <p:cNvPr id="338949" name="Text Box 5">
            <a:extLst>
              <a:ext uri="{FF2B5EF4-FFF2-40B4-BE49-F238E27FC236}">
                <a16:creationId xmlns:a16="http://schemas.microsoft.com/office/drawing/2014/main" id="{51107103-943A-D1A0-E753-2F786337F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4171951"/>
            <a:ext cx="2259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时间</a:t>
            </a:r>
          </a:p>
        </p:txBody>
      </p:sp>
      <p:sp>
        <p:nvSpPr>
          <p:cNvPr id="338950" name="Text Box 6">
            <a:extLst>
              <a:ext uri="{FF2B5EF4-FFF2-40B4-BE49-F238E27FC236}">
                <a16:creationId xmlns:a16="http://schemas.microsoft.com/office/drawing/2014/main" id="{B7118A26-EE77-DE1E-319E-5653F6557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2309813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允许中断触发器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EINT = 1</a:t>
            </a:r>
          </a:p>
        </p:txBody>
      </p:sp>
      <p:sp>
        <p:nvSpPr>
          <p:cNvPr id="338951" name="Text Box 7">
            <a:extLst>
              <a:ext uri="{FF2B5EF4-FFF2-40B4-BE49-F238E27FC236}">
                <a16:creationId xmlns:a16="http://schemas.microsoft.com/office/drawing/2014/main" id="{D41299D2-3738-136C-309C-A2EBE11E5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2930526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开中断 </a:t>
            </a:r>
            <a:r>
              <a:rPr lang="zh-CN" altLang="en-US" sz="2800">
                <a:latin typeface="Times New Roman" panose="02020603050405020304" pitchFamily="18" charset="0"/>
              </a:rPr>
              <a:t>指令将 </a:t>
            </a:r>
            <a:r>
              <a:rPr lang="en-US" altLang="zh-CN" sz="2800">
                <a:latin typeface="Times New Roman" panose="02020603050405020304" pitchFamily="18" charset="0"/>
              </a:rPr>
              <a:t>EINT </a:t>
            </a:r>
            <a:r>
              <a:rPr lang="zh-CN" altLang="en-US" sz="2800">
                <a:latin typeface="Times New Roman" panose="02020603050405020304" pitchFamily="18" charset="0"/>
              </a:rPr>
              <a:t>置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“1”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952" name="Text Box 8">
            <a:extLst>
              <a:ext uri="{FF2B5EF4-FFF2-40B4-BE49-F238E27FC236}">
                <a16:creationId xmlns:a16="http://schemas.microsoft.com/office/drawing/2014/main" id="{9AD32153-14F8-2C78-EADE-8AE121AB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35512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关中断 </a:t>
            </a:r>
            <a:r>
              <a:rPr lang="zh-CN" altLang="en-US" sz="2800">
                <a:latin typeface="Times New Roman" panose="02020603050405020304" pitchFamily="18" charset="0"/>
              </a:rPr>
              <a:t>指令将 </a:t>
            </a:r>
            <a:r>
              <a:rPr lang="en-US" altLang="zh-CN" sz="2800">
                <a:latin typeface="Times New Roman" panose="02020603050405020304" pitchFamily="18" charset="0"/>
              </a:rPr>
              <a:t>EINT 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“ 0”</a:t>
            </a:r>
            <a:r>
              <a:rPr lang="zh-CN" altLang="en-US" sz="2800">
                <a:latin typeface="Times New Roman" panose="02020603050405020304" pitchFamily="18" charset="0"/>
              </a:rPr>
              <a:t> 或硬件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自动复位</a:t>
            </a:r>
          </a:p>
        </p:txBody>
      </p:sp>
      <p:sp>
        <p:nvSpPr>
          <p:cNvPr id="338953" name="Text Box 9">
            <a:extLst>
              <a:ext uri="{FF2B5EF4-FFF2-40B4-BE49-F238E27FC236}">
                <a16:creationId xmlns:a16="http://schemas.microsoft.com/office/drawing/2014/main" id="{9839D587-46A9-2416-980F-CC1FB2F3A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479266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当 </a:t>
            </a:r>
            <a:r>
              <a:rPr lang="en-US" altLang="zh-CN" sz="2800">
                <a:latin typeface="Times New Roman" panose="02020603050405020304" pitchFamily="18" charset="0"/>
              </a:rPr>
              <a:t>D =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（</a:t>
            </a:r>
            <a:r>
              <a:rPr lang="zh-CN" altLang="en-US" sz="2800">
                <a:latin typeface="Times New Roman" panose="02020603050405020304" pitchFamily="18" charset="0"/>
              </a:rPr>
              <a:t>随机）且 </a:t>
            </a:r>
            <a:r>
              <a:rPr lang="en-US" altLang="zh-CN" sz="2800">
                <a:latin typeface="Times New Roman" panose="02020603050405020304" pitchFamily="18" charset="0"/>
              </a:rPr>
              <a:t>MASK =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338954" name="Text Box 10">
            <a:extLst>
              <a:ext uri="{FF2B5EF4-FFF2-40B4-BE49-F238E27FC236}">
                <a16:creationId xmlns:a16="http://schemas.microsoft.com/office/drawing/2014/main" id="{FF5DC396-59A9-F4C0-3F7A-BE1B2335F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5413376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在每条指令执行阶段的结束前</a:t>
            </a:r>
          </a:p>
        </p:txBody>
      </p:sp>
      <p:sp>
        <p:nvSpPr>
          <p:cNvPr id="338955" name="Text Box 11">
            <a:extLst>
              <a:ext uri="{FF2B5EF4-FFF2-40B4-BE49-F238E27FC236}">
                <a16:creationId xmlns:a16="http://schemas.microsoft.com/office/drawing/2014/main" id="{02ADFF53-4C60-5BEA-C7D8-364A8E8D8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603408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发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中断查询信号</a:t>
            </a:r>
            <a:r>
              <a:rPr lang="zh-CN" altLang="en-US" sz="2800">
                <a:latin typeface="Times New Roman" panose="02020603050405020304" pitchFamily="18" charset="0"/>
              </a:rPr>
              <a:t>（将 </a:t>
            </a:r>
            <a:r>
              <a:rPr lang="en-US" altLang="zh-CN" sz="2800">
                <a:latin typeface="Times New Roman" panose="02020603050405020304" pitchFamily="18" charset="0"/>
              </a:rPr>
              <a:t>INTR 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“1”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autoUpdateAnimBg="0"/>
      <p:bldP spid="338948" grpId="0" autoUpdateAnimBg="0"/>
      <p:bldP spid="338949" grpId="0" autoUpdateAnimBg="0"/>
      <p:bldP spid="338950" grpId="0" autoUpdateAnimBg="0"/>
      <p:bldP spid="338951" grpId="0" autoUpdateAnimBg="0"/>
      <p:bldP spid="338952" grpId="0" autoUpdateAnimBg="0"/>
      <p:bldP spid="338953" grpId="0" autoUpdateAnimBg="0"/>
      <p:bldP spid="338954" grpId="0" autoUpdateAnimBg="0"/>
      <p:bldP spid="33895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160" name="Group 192">
            <a:extLst>
              <a:ext uri="{FF2B5EF4-FFF2-40B4-BE49-F238E27FC236}">
                <a16:creationId xmlns:a16="http://schemas.microsoft.com/office/drawing/2014/main" id="{566DAF70-4A0F-743D-6D66-8DAC8A164E6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606425"/>
            <a:ext cx="9207500" cy="6183313"/>
            <a:chOff x="0" y="382"/>
            <a:chExt cx="5800" cy="3895"/>
          </a:xfrm>
        </p:grpSpPr>
        <p:sp>
          <p:nvSpPr>
            <p:cNvPr id="36962" name="AutoShape 3">
              <a:extLst>
                <a:ext uri="{FF2B5EF4-FFF2-40B4-BE49-F238E27FC236}">
                  <a16:creationId xmlns:a16="http://schemas.microsoft.com/office/drawing/2014/main" id="{E7F4217A-0B27-557A-08BB-FF5B0E211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880"/>
              <a:ext cx="1728" cy="397"/>
            </a:xfrm>
            <a:prstGeom prst="leftArrow">
              <a:avLst>
                <a:gd name="adj1" fmla="val 58333"/>
                <a:gd name="adj2" fmla="val 135958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6963" name="Group 191">
              <a:extLst>
                <a:ext uri="{FF2B5EF4-FFF2-40B4-BE49-F238E27FC236}">
                  <a16:creationId xmlns:a16="http://schemas.microsoft.com/office/drawing/2014/main" id="{D88F476A-37D1-E790-ADEE-1250BB5E2C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82"/>
              <a:ext cx="5800" cy="3840"/>
              <a:chOff x="0" y="382"/>
              <a:chExt cx="5800" cy="3840"/>
            </a:xfrm>
          </p:grpSpPr>
          <p:sp>
            <p:nvSpPr>
              <p:cNvPr id="36964" name="Freeform 5">
                <a:extLst>
                  <a:ext uri="{FF2B5EF4-FFF2-40B4-BE49-F238E27FC236}">
                    <a16:creationId xmlns:a16="http://schemas.microsoft.com/office/drawing/2014/main" id="{82D87736-7B4B-53B4-4D5D-46E2A8AD1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722"/>
                <a:ext cx="1491" cy="119"/>
              </a:xfrm>
              <a:custGeom>
                <a:avLst/>
                <a:gdLst>
                  <a:gd name="T0" fmla="*/ 0 w 1730"/>
                  <a:gd name="T1" fmla="*/ 74 h 139"/>
                  <a:gd name="T2" fmla="*/ 2 w 1730"/>
                  <a:gd name="T3" fmla="*/ 0 h 139"/>
                  <a:gd name="T4" fmla="*/ 954 w 1730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30" h="139">
                    <a:moveTo>
                      <a:pt x="0" y="139"/>
                    </a:moveTo>
                    <a:lnTo>
                      <a:pt x="2" y="0"/>
                    </a:lnTo>
                    <a:lnTo>
                      <a:pt x="173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65" name="Rectangle 6">
                <a:extLst>
                  <a:ext uri="{FF2B5EF4-FFF2-40B4-BE49-F238E27FC236}">
                    <a16:creationId xmlns:a16="http://schemas.microsoft.com/office/drawing/2014/main" id="{B576885E-3E90-AC4E-0D14-35EED6C4E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635"/>
                <a:ext cx="2016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设备选择电路</a:t>
                </a:r>
              </a:p>
            </p:txBody>
          </p:sp>
          <p:sp>
            <p:nvSpPr>
              <p:cNvPr id="36966" name="Rectangle 7">
                <a:extLst>
                  <a:ext uri="{FF2B5EF4-FFF2-40B4-BE49-F238E27FC236}">
                    <a16:creationId xmlns:a16="http://schemas.microsoft.com/office/drawing/2014/main" id="{6830A6DA-743D-0462-FF36-CA6D13147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973"/>
                <a:ext cx="2016" cy="20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DBR</a:t>
                </a:r>
              </a:p>
            </p:txBody>
          </p:sp>
          <p:sp>
            <p:nvSpPr>
              <p:cNvPr id="36967" name="Rectangle 8">
                <a:extLst>
                  <a:ext uri="{FF2B5EF4-FFF2-40B4-BE49-F238E27FC236}">
                    <a16:creationId xmlns:a16="http://schemas.microsoft.com/office/drawing/2014/main" id="{716F4E0B-41A0-F44E-3FBF-6051AE2D8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2837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68" name="Text Box 9">
                <a:extLst>
                  <a:ext uri="{FF2B5EF4-FFF2-40B4-BE49-F238E27FC236}">
                    <a16:creationId xmlns:a16="http://schemas.microsoft.com/office/drawing/2014/main" id="{7A7F1EB8-52B6-91F4-F5AC-093870572D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878"/>
                <a:ext cx="272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D</a:t>
                </a:r>
              </a:p>
            </p:txBody>
          </p:sp>
          <p:sp>
            <p:nvSpPr>
              <p:cNvPr id="36969" name="Text Box 10">
                <a:extLst>
                  <a:ext uri="{FF2B5EF4-FFF2-40B4-BE49-F238E27FC236}">
                    <a16:creationId xmlns:a16="http://schemas.microsoft.com/office/drawing/2014/main" id="{3C9ABA18-9D92-4A91-BEC6-C85E993203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2805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6970" name="Oval 11">
                <a:extLst>
                  <a:ext uri="{FF2B5EF4-FFF2-40B4-BE49-F238E27FC236}">
                    <a16:creationId xmlns:a16="http://schemas.microsoft.com/office/drawing/2014/main" id="{381E5BFE-8C22-1A21-1771-D7B2CFF34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2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71" name="Oval 12">
                <a:extLst>
                  <a:ext uri="{FF2B5EF4-FFF2-40B4-BE49-F238E27FC236}">
                    <a16:creationId xmlns:a16="http://schemas.microsoft.com/office/drawing/2014/main" id="{CC1B2105-7982-7F65-491D-2AC5F4BDC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7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72" name="Freeform 13">
                <a:extLst>
                  <a:ext uri="{FF2B5EF4-FFF2-40B4-BE49-F238E27FC236}">
                    <a16:creationId xmlns:a16="http://schemas.microsoft.com/office/drawing/2014/main" id="{65E857D9-4DAD-5D12-2742-4EDDE0B7C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" y="2953"/>
                <a:ext cx="759" cy="1"/>
              </a:xfrm>
              <a:custGeom>
                <a:avLst/>
                <a:gdLst>
                  <a:gd name="T0" fmla="*/ 0 w 759"/>
                  <a:gd name="T1" fmla="*/ 0 h 1"/>
                  <a:gd name="T2" fmla="*/ 759 w 75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9" h="1">
                    <a:moveTo>
                      <a:pt x="0" y="0"/>
                    </a:moveTo>
                    <a:lnTo>
                      <a:pt x="759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73" name="Freeform 14">
                <a:extLst>
                  <a:ext uri="{FF2B5EF4-FFF2-40B4-BE49-F238E27FC236}">
                    <a16:creationId xmlns:a16="http://schemas.microsoft.com/office/drawing/2014/main" id="{102A5FA2-7BD5-6BB9-1E86-93AB52C2A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2953"/>
                <a:ext cx="1488" cy="308"/>
              </a:xfrm>
              <a:custGeom>
                <a:avLst/>
                <a:gdLst>
                  <a:gd name="T0" fmla="*/ 1488 w 1488"/>
                  <a:gd name="T1" fmla="*/ 0 h 357"/>
                  <a:gd name="T2" fmla="*/ 1488 w 1488"/>
                  <a:gd name="T3" fmla="*/ 198 h 357"/>
                  <a:gd name="T4" fmla="*/ 0 w 1488"/>
                  <a:gd name="T5" fmla="*/ 198 h 3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88" h="357">
                    <a:moveTo>
                      <a:pt x="1488" y="0"/>
                    </a:moveTo>
                    <a:lnTo>
                      <a:pt x="1488" y="357"/>
                    </a:lnTo>
                    <a:lnTo>
                      <a:pt x="0" y="35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74" name="Rectangle 15">
                <a:extLst>
                  <a:ext uri="{FF2B5EF4-FFF2-40B4-BE49-F238E27FC236}">
                    <a16:creationId xmlns:a16="http://schemas.microsoft.com/office/drawing/2014/main" id="{184B9FD7-2F99-8802-2FC4-64938DDB7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6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75" name="Text Box 16">
                <a:extLst>
                  <a:ext uri="{FF2B5EF4-FFF2-40B4-BE49-F238E27FC236}">
                    <a16:creationId xmlns:a16="http://schemas.microsoft.com/office/drawing/2014/main" id="{788D3DB3-5DF2-9B47-BC40-F9F254109D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18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36976" name="Oval 17">
                <a:extLst>
                  <a:ext uri="{FF2B5EF4-FFF2-40B4-BE49-F238E27FC236}">
                    <a16:creationId xmlns:a16="http://schemas.microsoft.com/office/drawing/2014/main" id="{8308FE22-D12F-7745-4E87-C8DA26ACF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77" name="Freeform 18">
                <a:extLst>
                  <a:ext uri="{FF2B5EF4-FFF2-40B4-BE49-F238E27FC236}">
                    <a16:creationId xmlns:a16="http://schemas.microsoft.com/office/drawing/2014/main" id="{B1D8DAC4-0858-DBB2-2775-5DEEB30E5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55"/>
                <a:ext cx="2784" cy="396"/>
              </a:xfrm>
              <a:custGeom>
                <a:avLst/>
                <a:gdLst>
                  <a:gd name="T0" fmla="*/ 144 w 2784"/>
                  <a:gd name="T1" fmla="*/ 1 h 396"/>
                  <a:gd name="T2" fmla="*/ 0 w 2784"/>
                  <a:gd name="T3" fmla="*/ 0 h 396"/>
                  <a:gd name="T4" fmla="*/ 0 w 2784"/>
                  <a:gd name="T5" fmla="*/ 396 h 396"/>
                  <a:gd name="T6" fmla="*/ 2784 w 2784"/>
                  <a:gd name="T7" fmla="*/ 396 h 39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84" h="396">
                    <a:moveTo>
                      <a:pt x="144" y="1"/>
                    </a:moveTo>
                    <a:lnTo>
                      <a:pt x="0" y="0"/>
                    </a:lnTo>
                    <a:lnTo>
                      <a:pt x="0" y="396"/>
                    </a:lnTo>
                    <a:lnTo>
                      <a:pt x="2784" y="39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78" name="Oval 19">
                <a:extLst>
                  <a:ext uri="{FF2B5EF4-FFF2-40B4-BE49-F238E27FC236}">
                    <a16:creationId xmlns:a16="http://schemas.microsoft.com/office/drawing/2014/main" id="{64C5B3FD-BCFD-A74B-A8BB-36F5C8B4D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2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79" name="Freeform 20">
                <a:extLst>
                  <a:ext uri="{FF2B5EF4-FFF2-40B4-BE49-F238E27FC236}">
                    <a16:creationId xmlns:a16="http://schemas.microsoft.com/office/drawing/2014/main" id="{44031F5F-A859-E625-F9DE-B96F69AFA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953"/>
                <a:ext cx="282" cy="391"/>
              </a:xfrm>
              <a:custGeom>
                <a:avLst/>
                <a:gdLst>
                  <a:gd name="T0" fmla="*/ 282 w 282"/>
                  <a:gd name="T1" fmla="*/ 251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80" name="Oval 21">
                <a:extLst>
                  <a:ext uri="{FF2B5EF4-FFF2-40B4-BE49-F238E27FC236}">
                    <a16:creationId xmlns:a16="http://schemas.microsoft.com/office/drawing/2014/main" id="{8D46F052-44F8-DC93-007F-CE846B3E1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" y="3239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81" name="Freeform 22">
                <a:extLst>
                  <a:ext uri="{FF2B5EF4-FFF2-40B4-BE49-F238E27FC236}">
                    <a16:creationId xmlns:a16="http://schemas.microsoft.com/office/drawing/2014/main" id="{40D3512C-C6DE-7F7C-31BF-815C2BF97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3344"/>
                <a:ext cx="1392" cy="291"/>
              </a:xfrm>
              <a:custGeom>
                <a:avLst/>
                <a:gdLst>
                  <a:gd name="T0" fmla="*/ 240 w 1392"/>
                  <a:gd name="T1" fmla="*/ 0 h 336"/>
                  <a:gd name="T2" fmla="*/ 0 w 1392"/>
                  <a:gd name="T3" fmla="*/ 0 h 336"/>
                  <a:gd name="T4" fmla="*/ 0 w 1392"/>
                  <a:gd name="T5" fmla="*/ 135 h 336"/>
                  <a:gd name="T6" fmla="*/ 1392 w 1392"/>
                  <a:gd name="T7" fmla="*/ 135 h 336"/>
                  <a:gd name="T8" fmla="*/ 1392 w 1392"/>
                  <a:gd name="T9" fmla="*/ 189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2" h="336">
                    <a:moveTo>
                      <a:pt x="240" y="0"/>
                    </a:moveTo>
                    <a:lnTo>
                      <a:pt x="0" y="0"/>
                    </a:lnTo>
                    <a:lnTo>
                      <a:pt x="0" y="240"/>
                    </a:lnTo>
                    <a:lnTo>
                      <a:pt x="1392" y="240"/>
                    </a:lnTo>
                    <a:lnTo>
                      <a:pt x="1392" y="33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82" name="Line 23">
                <a:extLst>
                  <a:ext uri="{FF2B5EF4-FFF2-40B4-BE49-F238E27FC236}">
                    <a16:creationId xmlns:a16="http://schemas.microsoft.com/office/drawing/2014/main" id="{02FA6B41-9FB3-895C-9D61-EA07BF35E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" y="3178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83" name="Line 24">
                <a:extLst>
                  <a:ext uri="{FF2B5EF4-FFF2-40B4-BE49-F238E27FC236}">
                    <a16:creationId xmlns:a16="http://schemas.microsoft.com/office/drawing/2014/main" id="{4713CA07-2519-FC2C-F680-D8F03A433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" y="317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84" name="AutoShape 25">
                <a:extLst>
                  <a:ext uri="{FF2B5EF4-FFF2-40B4-BE49-F238E27FC236}">
                    <a16:creationId xmlns:a16="http://schemas.microsoft.com/office/drawing/2014/main" id="{715BB87E-798C-8F67-F25F-095C5E217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3635"/>
                <a:ext cx="1632" cy="165"/>
              </a:xfrm>
              <a:prstGeom prst="rightArrow">
                <a:avLst>
                  <a:gd name="adj1" fmla="val 50000"/>
                  <a:gd name="adj2" fmla="val 164253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85" name="AutoShape 26">
                <a:extLst>
                  <a:ext uri="{FF2B5EF4-FFF2-40B4-BE49-F238E27FC236}">
                    <a16:creationId xmlns:a16="http://schemas.microsoft.com/office/drawing/2014/main" id="{C25F3046-0075-6785-4DEC-3FC368D40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2" y="3973"/>
                <a:ext cx="1008" cy="208"/>
              </a:xfrm>
              <a:prstGeom prst="leftArrow">
                <a:avLst>
                  <a:gd name="adj1" fmla="val 50000"/>
                  <a:gd name="adj2" fmla="val 88465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86" name="Text Box 27">
                <a:extLst>
                  <a:ext uri="{FF2B5EF4-FFF2-40B4-BE49-F238E27FC236}">
                    <a16:creationId xmlns:a16="http://schemas.microsoft.com/office/drawing/2014/main" id="{CEF4E5F5-B14D-9BD0-180B-DAD6F73FD2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43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数据线</a:t>
                </a:r>
              </a:p>
            </p:txBody>
          </p:sp>
          <p:sp>
            <p:nvSpPr>
              <p:cNvPr id="36987" name="Text Box 28">
                <a:extLst>
                  <a:ext uri="{FF2B5EF4-FFF2-40B4-BE49-F238E27FC236}">
                    <a16:creationId xmlns:a16="http://schemas.microsoft.com/office/drawing/2014/main" id="{69EFF666-17B5-A2BF-8515-B8A528EFAF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022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启动命令</a:t>
                </a:r>
              </a:p>
            </p:txBody>
          </p:sp>
          <p:sp>
            <p:nvSpPr>
              <p:cNvPr id="36988" name="Text Box 29">
                <a:extLst>
                  <a:ext uri="{FF2B5EF4-FFF2-40B4-BE49-F238E27FC236}">
                    <a16:creationId xmlns:a16="http://schemas.microsoft.com/office/drawing/2014/main" id="{C688B6AE-D7FD-2AE0-0527-1A304DFBD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607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地址线</a:t>
                </a:r>
              </a:p>
            </p:txBody>
          </p:sp>
          <p:sp>
            <p:nvSpPr>
              <p:cNvPr id="36989" name="Text Box 30">
                <a:extLst>
                  <a:ext uri="{FF2B5EF4-FFF2-40B4-BE49-F238E27FC236}">
                    <a16:creationId xmlns:a16="http://schemas.microsoft.com/office/drawing/2014/main" id="{6E22AA17-4863-00A3-5045-66E45B0EC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406"/>
                <a:ext cx="4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SEL</a:t>
                </a:r>
              </a:p>
            </p:txBody>
          </p:sp>
          <p:sp>
            <p:nvSpPr>
              <p:cNvPr id="36990" name="Line 31">
                <a:extLst>
                  <a:ext uri="{FF2B5EF4-FFF2-40B4-BE49-F238E27FC236}">
                    <a16:creationId xmlns:a16="http://schemas.microsoft.com/office/drawing/2014/main" id="{36586441-E7C6-29AA-4B7F-DA83FD27B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10" y="3344"/>
                <a:ext cx="432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91" name="Text Box 32">
                <a:extLst>
                  <a:ext uri="{FF2B5EF4-FFF2-40B4-BE49-F238E27FC236}">
                    <a16:creationId xmlns:a16="http://schemas.microsoft.com/office/drawing/2014/main" id="{4B34DF02-2D1E-79DF-B91A-2D0AF6CC44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3790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输入数据</a:t>
                </a:r>
              </a:p>
            </p:txBody>
          </p:sp>
          <p:sp>
            <p:nvSpPr>
              <p:cNvPr id="36992" name="Text Box 33">
                <a:extLst>
                  <a:ext uri="{FF2B5EF4-FFF2-40B4-BE49-F238E27FC236}">
                    <a16:creationId xmlns:a16="http://schemas.microsoft.com/office/drawing/2014/main" id="{659B017B-027C-6EDF-5888-2B85603A6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745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启动设备</a:t>
                </a:r>
              </a:p>
            </p:txBody>
          </p:sp>
          <p:sp>
            <p:nvSpPr>
              <p:cNvPr id="36993" name="Text Box 34">
                <a:extLst>
                  <a:ext uri="{FF2B5EF4-FFF2-40B4-BE49-F238E27FC236}">
                    <a16:creationId xmlns:a16="http://schemas.microsoft.com/office/drawing/2014/main" id="{0D7BA386-4564-4BEB-3815-096EE7793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386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设备工作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  结束</a:t>
                </a:r>
              </a:p>
            </p:txBody>
          </p:sp>
          <p:sp>
            <p:nvSpPr>
              <p:cNvPr id="36994" name="Text Box 35">
                <a:extLst>
                  <a:ext uri="{FF2B5EF4-FFF2-40B4-BE49-F238E27FC236}">
                    <a16:creationId xmlns:a16="http://schemas.microsoft.com/office/drawing/2014/main" id="{B1E0D079-4DC0-6501-195B-F5EB0085C6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6" y="2455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36995" name="Rectangle 36">
                <a:extLst>
                  <a:ext uri="{FF2B5EF4-FFF2-40B4-BE49-F238E27FC236}">
                    <a16:creationId xmlns:a16="http://schemas.microsoft.com/office/drawing/2014/main" id="{17CB9456-96FB-9A04-F72C-28D0DB596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487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96" name="Text Box 37">
                <a:extLst>
                  <a:ext uri="{FF2B5EF4-FFF2-40B4-BE49-F238E27FC236}">
                    <a16:creationId xmlns:a16="http://schemas.microsoft.com/office/drawing/2014/main" id="{9614D302-1C1F-F176-22EC-0AF3E3E68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0" y="211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6997" name="Rectangle 38">
                <a:extLst>
                  <a:ext uri="{FF2B5EF4-FFF2-40B4-BE49-F238E27FC236}">
                    <a16:creationId xmlns:a16="http://schemas.microsoft.com/office/drawing/2014/main" id="{DA441C18-885C-DE1E-A58D-965C473C8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155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98" name="Oval 39">
                <a:extLst>
                  <a:ext uri="{FF2B5EF4-FFF2-40B4-BE49-F238E27FC236}">
                    <a16:creationId xmlns:a16="http://schemas.microsoft.com/office/drawing/2014/main" id="{1A0D2FA9-DE03-BD2E-071E-1F212346A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432"/>
                <a:ext cx="48" cy="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99" name="Oval 40">
                <a:extLst>
                  <a:ext uri="{FF2B5EF4-FFF2-40B4-BE49-F238E27FC236}">
                    <a16:creationId xmlns:a16="http://schemas.microsoft.com/office/drawing/2014/main" id="{D02BEBAC-E1AB-24C7-F235-10DAD80E2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11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000" name="Rectangle 41">
                <a:extLst>
                  <a:ext uri="{FF2B5EF4-FFF2-40B4-BE49-F238E27FC236}">
                    <a16:creationId xmlns:a16="http://schemas.microsoft.com/office/drawing/2014/main" id="{30FACBE5-D0BB-4345-620F-166D48478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1581"/>
                <a:ext cx="768" cy="4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01" name="Text Box 42">
                <a:extLst>
                  <a:ext uri="{FF2B5EF4-FFF2-40B4-BE49-F238E27FC236}">
                    <a16:creationId xmlns:a16="http://schemas.microsoft.com/office/drawing/2014/main" id="{7678FD05-9B31-4606-C743-9C969ED3F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581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002" name="Group 43">
                <a:extLst>
                  <a:ext uri="{FF2B5EF4-FFF2-40B4-BE49-F238E27FC236}">
                    <a16:creationId xmlns:a16="http://schemas.microsoft.com/office/drawing/2014/main" id="{81E0FB00-8B26-BF5D-510C-225AB8D0A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8" y="1604"/>
                <a:ext cx="216" cy="213"/>
                <a:chOff x="2818" y="1613"/>
                <a:chExt cx="216" cy="213"/>
              </a:xfrm>
            </p:grpSpPr>
            <p:sp>
              <p:nvSpPr>
                <p:cNvPr id="37053" name="Text Box 44">
                  <a:extLst>
                    <a:ext uri="{FF2B5EF4-FFF2-40B4-BE49-F238E27FC236}">
                      <a16:creationId xmlns:a16="http://schemas.microsoft.com/office/drawing/2014/main" id="{25F45A4A-511B-92D9-51D7-64D5F8CC3E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8" y="1613"/>
                  <a:ext cx="216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Q</a:t>
                  </a:r>
                  <a:endParaRPr lang="zh-CN" altLang="en-US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4" name="Line 45">
                  <a:extLst>
                    <a:ext uri="{FF2B5EF4-FFF2-40B4-BE49-F238E27FC236}">
                      <a16:creationId xmlns:a16="http://schemas.microsoft.com/office/drawing/2014/main" id="{0104DA24-BB0A-7A92-110A-726419907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2" y="1631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7003" name="Text Box 46">
                <a:extLst>
                  <a:ext uri="{FF2B5EF4-FFF2-40B4-BE49-F238E27FC236}">
                    <a16:creationId xmlns:a16="http://schemas.microsoft.com/office/drawing/2014/main" id="{DD0F44BB-E45A-793E-AE41-220B12D3B1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813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7004" name="Text Box 47">
                <a:extLst>
                  <a:ext uri="{FF2B5EF4-FFF2-40B4-BE49-F238E27FC236}">
                    <a16:creationId xmlns:a16="http://schemas.microsoft.com/office/drawing/2014/main" id="{D0C778C2-A836-CB54-AE2C-29F99F88F1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0" y="1697"/>
                <a:ext cx="49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INTR</a:t>
                </a:r>
              </a:p>
            </p:txBody>
          </p:sp>
          <p:sp>
            <p:nvSpPr>
              <p:cNvPr id="37005" name="AutoShape 48">
                <a:extLst>
                  <a:ext uri="{FF2B5EF4-FFF2-40B4-BE49-F238E27FC236}">
                    <a16:creationId xmlns:a16="http://schemas.microsoft.com/office/drawing/2014/main" id="{6B76B469-6C30-13B2-78A1-AA540EDDD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909"/>
                <a:ext cx="96" cy="83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06" name="Rectangle 49">
                <a:extLst>
                  <a:ext uri="{FF2B5EF4-FFF2-40B4-BE49-F238E27FC236}">
                    <a16:creationId xmlns:a16="http://schemas.microsoft.com/office/drawing/2014/main" id="{31C8CA43-AC69-921F-021B-8DA3CDEA8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2837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07" name="Text Box 50">
                <a:extLst>
                  <a:ext uri="{FF2B5EF4-FFF2-40B4-BE49-F238E27FC236}">
                    <a16:creationId xmlns:a16="http://schemas.microsoft.com/office/drawing/2014/main" id="{0477471B-5D59-86CB-3193-1B16A27E54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0" y="2878"/>
                <a:ext cx="26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B</a:t>
                </a:r>
              </a:p>
            </p:txBody>
          </p:sp>
          <p:sp>
            <p:nvSpPr>
              <p:cNvPr id="37008" name="Text Box 51">
                <a:extLst>
                  <a:ext uri="{FF2B5EF4-FFF2-40B4-BE49-F238E27FC236}">
                    <a16:creationId xmlns:a16="http://schemas.microsoft.com/office/drawing/2014/main" id="{F7557AE6-54B7-359D-39F2-C5A151B43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6" y="2805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7009" name="Freeform 52">
                <a:extLst>
                  <a:ext uri="{FF2B5EF4-FFF2-40B4-BE49-F238E27FC236}">
                    <a16:creationId xmlns:a16="http://schemas.microsoft.com/office/drawing/2014/main" id="{F7F79D31-53D2-3316-ECD7-84383DF1F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644"/>
                <a:ext cx="1" cy="192"/>
              </a:xfrm>
              <a:custGeom>
                <a:avLst/>
                <a:gdLst>
                  <a:gd name="T0" fmla="*/ 0 w 1"/>
                  <a:gd name="T1" fmla="*/ 192 h 192"/>
                  <a:gd name="T2" fmla="*/ 0 w 1"/>
                  <a:gd name="T3" fmla="*/ 0 h 19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92">
                    <a:moveTo>
                      <a:pt x="0" y="192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10" name="Line 53">
                <a:extLst>
                  <a:ext uri="{FF2B5EF4-FFF2-40B4-BE49-F238E27FC236}">
                    <a16:creationId xmlns:a16="http://schemas.microsoft.com/office/drawing/2014/main" id="{DE128716-E873-DBB4-58CC-843F04699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308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11" name="Line 54">
                <a:extLst>
                  <a:ext uri="{FF2B5EF4-FFF2-40B4-BE49-F238E27FC236}">
                    <a16:creationId xmlns:a16="http://schemas.microsoft.com/office/drawing/2014/main" id="{96C2ED44-B152-DB78-2B04-BD55A4196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1998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12" name="Rectangle 55">
                <a:extLst>
                  <a:ext uri="{FF2B5EF4-FFF2-40B4-BE49-F238E27FC236}">
                    <a16:creationId xmlns:a16="http://schemas.microsoft.com/office/drawing/2014/main" id="{FF7F4E2C-3EBE-A0D0-0AD1-B2CE4936C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44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7013" name="Group 56">
                <a:extLst>
                  <a:ext uri="{FF2B5EF4-FFF2-40B4-BE49-F238E27FC236}">
                    <a16:creationId xmlns:a16="http://schemas.microsoft.com/office/drawing/2014/main" id="{7F5FF861-64C6-4D16-F6F2-BBE23C39E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2" y="1667"/>
                <a:ext cx="216" cy="213"/>
                <a:chOff x="4162" y="1676"/>
                <a:chExt cx="216" cy="213"/>
              </a:xfrm>
            </p:grpSpPr>
            <p:sp>
              <p:nvSpPr>
                <p:cNvPr id="37051" name="Text Box 57">
                  <a:extLst>
                    <a:ext uri="{FF2B5EF4-FFF2-40B4-BE49-F238E27FC236}">
                      <a16:creationId xmlns:a16="http://schemas.microsoft.com/office/drawing/2014/main" id="{11053E95-58DF-58FC-3818-C1FDACD088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2" y="1676"/>
                  <a:ext cx="216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Q</a:t>
                  </a:r>
                  <a:endParaRPr lang="zh-CN" altLang="en-US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2" name="Line 58">
                  <a:extLst>
                    <a:ext uri="{FF2B5EF4-FFF2-40B4-BE49-F238E27FC236}">
                      <a16:creationId xmlns:a16="http://schemas.microsoft.com/office/drawing/2014/main" id="{64B74377-F9AE-B6F5-11D9-49DC7BC9AC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86" y="169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7014" name="Text Box 59">
                <a:extLst>
                  <a:ext uri="{FF2B5EF4-FFF2-40B4-BE49-F238E27FC236}">
                    <a16:creationId xmlns:a16="http://schemas.microsoft.com/office/drawing/2014/main" id="{9CD517D3-E09F-6EC1-8AA6-CD121DBF8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759"/>
                <a:ext cx="6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MASK</a:t>
                </a:r>
              </a:p>
            </p:txBody>
          </p:sp>
          <p:sp>
            <p:nvSpPr>
              <p:cNvPr id="37015" name="Oval 60">
                <a:extLst>
                  <a:ext uri="{FF2B5EF4-FFF2-40B4-BE49-F238E27FC236}">
                    <a16:creationId xmlns:a16="http://schemas.microsoft.com/office/drawing/2014/main" id="{66D01E4C-2618-3D51-468B-62F16A3B7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541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016" name="Oval 61">
                <a:extLst>
                  <a:ext uri="{FF2B5EF4-FFF2-40B4-BE49-F238E27FC236}">
                    <a16:creationId xmlns:a16="http://schemas.microsoft.com/office/drawing/2014/main" id="{69879740-9B69-1550-B022-D4308D7D0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03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017" name="Text Box 62">
                <a:extLst>
                  <a:ext uri="{FF2B5EF4-FFF2-40B4-BE49-F238E27FC236}">
                    <a16:creationId xmlns:a16="http://schemas.microsoft.com/office/drawing/2014/main" id="{A8C0DDA2-0552-8BA4-A7F2-940004AF1C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6" y="793"/>
                <a:ext cx="9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设备编码器</a:t>
                </a:r>
              </a:p>
            </p:txBody>
          </p:sp>
          <p:sp>
            <p:nvSpPr>
              <p:cNvPr id="37018" name="Rectangle 63">
                <a:extLst>
                  <a:ext uri="{FF2B5EF4-FFF2-40B4-BE49-F238E27FC236}">
                    <a16:creationId xmlns:a16="http://schemas.microsoft.com/office/drawing/2014/main" id="{3DDEDA6B-F6A9-B0F1-A3A8-BA226A9FD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817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19" name="Text Box 64">
                <a:extLst>
                  <a:ext uri="{FF2B5EF4-FFF2-40B4-BE49-F238E27FC236}">
                    <a16:creationId xmlns:a16="http://schemas.microsoft.com/office/drawing/2014/main" id="{35AB6EF9-5E49-6595-E586-810E7695A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158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排队器</a:t>
                </a:r>
              </a:p>
            </p:txBody>
          </p:sp>
          <p:sp>
            <p:nvSpPr>
              <p:cNvPr id="37020" name="Rectangle 65">
                <a:extLst>
                  <a:ext uri="{FF2B5EF4-FFF2-40B4-BE49-F238E27FC236}">
                    <a16:creationId xmlns:a16="http://schemas.microsoft.com/office/drawing/2014/main" id="{EF573658-C332-834C-26CD-D4BB55BB4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4" y="1182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21" name="Freeform 66">
                <a:extLst>
                  <a:ext uri="{FF2B5EF4-FFF2-40B4-BE49-F238E27FC236}">
                    <a16:creationId xmlns:a16="http://schemas.microsoft.com/office/drawing/2014/main" id="{43D6251F-2EEA-0026-E43C-DF8D03FA6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6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2" name="Freeform 67">
                <a:extLst>
                  <a:ext uri="{FF2B5EF4-FFF2-40B4-BE49-F238E27FC236}">
                    <a16:creationId xmlns:a16="http://schemas.microsoft.com/office/drawing/2014/main" id="{6FBDB162-4A90-8441-081C-F10969912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983"/>
                <a:ext cx="1872" cy="207"/>
              </a:xfrm>
              <a:custGeom>
                <a:avLst/>
                <a:gdLst>
                  <a:gd name="T0" fmla="*/ 0 w 2160"/>
                  <a:gd name="T1" fmla="*/ 0 h 240"/>
                  <a:gd name="T2" fmla="*/ 0 w 2160"/>
                  <a:gd name="T3" fmla="*/ 133 h 240"/>
                  <a:gd name="T4" fmla="*/ 1219 w 2160"/>
                  <a:gd name="T5" fmla="*/ 133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160" y="24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3" name="Freeform 68">
                <a:extLst>
                  <a:ext uri="{FF2B5EF4-FFF2-40B4-BE49-F238E27FC236}">
                    <a16:creationId xmlns:a16="http://schemas.microsoft.com/office/drawing/2014/main" id="{4C8CB25C-4C8D-6996-94A5-5DF7B0A87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1548"/>
                <a:ext cx="1707" cy="1181"/>
              </a:xfrm>
              <a:custGeom>
                <a:avLst/>
                <a:gdLst>
                  <a:gd name="T0" fmla="*/ 0 w 1707"/>
                  <a:gd name="T1" fmla="*/ 1098 h 1181"/>
                  <a:gd name="T2" fmla="*/ 0 w 1707"/>
                  <a:gd name="T3" fmla="*/ 1181 h 1181"/>
                  <a:gd name="T4" fmla="*/ 720 w 1707"/>
                  <a:gd name="T5" fmla="*/ 1181 h 1181"/>
                  <a:gd name="T6" fmla="*/ 719 w 1707"/>
                  <a:gd name="T7" fmla="*/ 4 h 1181"/>
                  <a:gd name="T8" fmla="*/ 1707 w 1707"/>
                  <a:gd name="T9" fmla="*/ 0 h 1181"/>
                  <a:gd name="T10" fmla="*/ 1707 w 1707"/>
                  <a:gd name="T11" fmla="*/ 54 h 11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07" h="1181">
                    <a:moveTo>
                      <a:pt x="0" y="1098"/>
                    </a:moveTo>
                    <a:lnTo>
                      <a:pt x="0" y="1181"/>
                    </a:lnTo>
                    <a:lnTo>
                      <a:pt x="720" y="1181"/>
                    </a:lnTo>
                    <a:lnTo>
                      <a:pt x="719" y="4"/>
                    </a:lnTo>
                    <a:lnTo>
                      <a:pt x="1707" y="0"/>
                    </a:lnTo>
                    <a:lnTo>
                      <a:pt x="1707" y="5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4" name="Freeform 69">
                <a:extLst>
                  <a:ext uri="{FF2B5EF4-FFF2-40B4-BE49-F238E27FC236}">
                    <a16:creationId xmlns:a16="http://schemas.microsoft.com/office/drawing/2014/main" id="{945F9C47-E068-861B-6646-196915C3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0"/>
                <a:ext cx="1440" cy="83"/>
              </a:xfrm>
              <a:custGeom>
                <a:avLst/>
                <a:gdLst>
                  <a:gd name="T0" fmla="*/ 1440 w 1440"/>
                  <a:gd name="T1" fmla="*/ 54 h 96"/>
                  <a:gd name="T2" fmla="*/ 0 w 1440"/>
                  <a:gd name="T3" fmla="*/ 54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5" name="Freeform 70">
                <a:extLst>
                  <a:ext uri="{FF2B5EF4-FFF2-40B4-BE49-F238E27FC236}">
                    <a16:creationId xmlns:a16="http://schemas.microsoft.com/office/drawing/2014/main" id="{C3BD7F20-B7B4-7FA5-2C6F-593BF78A9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024"/>
                <a:ext cx="3" cy="165"/>
              </a:xfrm>
              <a:custGeom>
                <a:avLst/>
                <a:gdLst>
                  <a:gd name="T0" fmla="*/ 0 w 3"/>
                  <a:gd name="T1" fmla="*/ 165 h 165"/>
                  <a:gd name="T2" fmla="*/ 3 w 3"/>
                  <a:gd name="T3" fmla="*/ 0 h 1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65">
                    <a:moveTo>
                      <a:pt x="0" y="165"/>
                    </a:moveTo>
                    <a:lnTo>
                      <a:pt x="3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6" name="Freeform 71">
                <a:extLst>
                  <a:ext uri="{FF2B5EF4-FFF2-40B4-BE49-F238E27FC236}">
                    <a16:creationId xmlns:a16="http://schemas.microsoft.com/office/drawing/2014/main" id="{F721D29A-C5A6-E9B8-60CB-DF36E4D6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" y="1452"/>
                <a:ext cx="1650" cy="130"/>
              </a:xfrm>
              <a:custGeom>
                <a:avLst/>
                <a:gdLst>
                  <a:gd name="T0" fmla="*/ 3406 w 1296"/>
                  <a:gd name="T1" fmla="*/ 96 h 144"/>
                  <a:gd name="T2" fmla="*/ 3406 w 1296"/>
                  <a:gd name="T3" fmla="*/ 0 h 144"/>
                  <a:gd name="T4" fmla="*/ 0 w 1296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96" h="144">
                    <a:moveTo>
                      <a:pt x="1296" y="144"/>
                    </a:moveTo>
                    <a:lnTo>
                      <a:pt x="12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7" name="Freeform 72">
                <a:extLst>
                  <a:ext uri="{FF2B5EF4-FFF2-40B4-BE49-F238E27FC236}">
                    <a16:creationId xmlns:a16="http://schemas.microsoft.com/office/drawing/2014/main" id="{35291BEB-A024-554F-7BBE-AC2DBD070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029"/>
                <a:ext cx="1920" cy="83"/>
              </a:xfrm>
              <a:custGeom>
                <a:avLst/>
                <a:gdLst>
                  <a:gd name="T0" fmla="*/ 1920 w 1920"/>
                  <a:gd name="T1" fmla="*/ 0 h 96"/>
                  <a:gd name="T2" fmla="*/ 1920 w 1920"/>
                  <a:gd name="T3" fmla="*/ 54 h 96"/>
                  <a:gd name="T4" fmla="*/ 0 w 1920"/>
                  <a:gd name="T5" fmla="*/ 54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0" h="96">
                    <a:moveTo>
                      <a:pt x="1920" y="0"/>
                    </a:moveTo>
                    <a:lnTo>
                      <a:pt x="1920" y="96"/>
                    </a:lnTo>
                    <a:lnTo>
                      <a:pt x="0" y="9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8" name="Line 73">
                <a:extLst>
                  <a:ext uri="{FF2B5EF4-FFF2-40B4-BE49-F238E27FC236}">
                    <a16:creationId xmlns:a16="http://schemas.microsoft.com/office/drawing/2014/main" id="{B378A1E3-6E1F-ECB3-B81B-50BA3AFDD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4" y="1278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29" name="Rectangle 74">
                <a:extLst>
                  <a:ext uri="{FF2B5EF4-FFF2-40B4-BE49-F238E27FC236}">
                    <a16:creationId xmlns:a16="http://schemas.microsoft.com/office/drawing/2014/main" id="{B7F49803-A871-18C4-DB41-2434FF163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" y="568"/>
                <a:ext cx="3792" cy="365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30" name="Rectangle 75">
                <a:extLst>
                  <a:ext uri="{FF2B5EF4-FFF2-40B4-BE49-F238E27FC236}">
                    <a16:creationId xmlns:a16="http://schemas.microsoft.com/office/drawing/2014/main" id="{F3FA2B4F-03FE-6C41-1092-BC7EFD8D4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670"/>
                <a:ext cx="48" cy="1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31" name="AutoShape 76">
                <a:extLst>
                  <a:ext uri="{FF2B5EF4-FFF2-40B4-BE49-F238E27FC236}">
                    <a16:creationId xmlns:a16="http://schemas.microsoft.com/office/drawing/2014/main" id="{D095CC79-4C0C-CD5E-F5F2-B5F5A9E13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622"/>
                <a:ext cx="2686" cy="144"/>
              </a:xfrm>
              <a:prstGeom prst="leftArrow">
                <a:avLst>
                  <a:gd name="adj1" fmla="val 39417"/>
                  <a:gd name="adj2" fmla="val 16485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32" name="Freeform 77">
                <a:extLst>
                  <a:ext uri="{FF2B5EF4-FFF2-40B4-BE49-F238E27FC236}">
                    <a16:creationId xmlns:a16="http://schemas.microsoft.com/office/drawing/2014/main" id="{1662E460-35A5-3037-BE5E-36B79165C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68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33" name="Line 78">
                <a:extLst>
                  <a:ext uri="{FF2B5EF4-FFF2-40B4-BE49-F238E27FC236}">
                    <a16:creationId xmlns:a16="http://schemas.microsoft.com/office/drawing/2014/main" id="{D657EEFB-418E-DEBB-9A1D-A9190B78C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10" y="2190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34" name="Text Box 79">
                <a:extLst>
                  <a:ext uri="{FF2B5EF4-FFF2-40B4-BE49-F238E27FC236}">
                    <a16:creationId xmlns:a16="http://schemas.microsoft.com/office/drawing/2014/main" id="{EBBC7A03-3EAD-605B-5383-F1A33C158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189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中断查询</a:t>
                </a:r>
              </a:p>
            </p:txBody>
          </p:sp>
          <p:sp>
            <p:nvSpPr>
              <p:cNvPr id="37035" name="Text Box 80">
                <a:extLst>
                  <a:ext uri="{FF2B5EF4-FFF2-40B4-BE49-F238E27FC236}">
                    <a16:creationId xmlns:a16="http://schemas.microsoft.com/office/drawing/2014/main" id="{999E1C68-382B-E77F-F2A2-1D4D7002F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1516"/>
                <a:ext cx="841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来自高一级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的排队器</a:t>
                </a:r>
              </a:p>
            </p:txBody>
          </p:sp>
          <p:sp>
            <p:nvSpPr>
              <p:cNvPr id="37036" name="Text Box 81">
                <a:extLst>
                  <a:ext uri="{FF2B5EF4-FFF2-40B4-BE49-F238E27FC236}">
                    <a16:creationId xmlns:a16="http://schemas.microsoft.com/office/drawing/2014/main" id="{1325C235-FD2A-816A-B199-7C47CE08D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89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至低一级</a:t>
                </a:r>
              </a:p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的排队器</a:t>
                </a:r>
              </a:p>
            </p:txBody>
          </p:sp>
          <p:sp>
            <p:nvSpPr>
              <p:cNvPr id="37037" name="Text Box 82">
                <a:extLst>
                  <a:ext uri="{FF2B5EF4-FFF2-40B4-BE49-F238E27FC236}">
                    <a16:creationId xmlns:a16="http://schemas.microsoft.com/office/drawing/2014/main" id="{5B873A6F-0A8F-CDF3-123C-E1F5347C95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7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向量地址</a:t>
                </a:r>
              </a:p>
            </p:txBody>
          </p:sp>
          <p:sp>
            <p:nvSpPr>
              <p:cNvPr id="37038" name="Line 83">
                <a:extLst>
                  <a:ext uri="{FF2B5EF4-FFF2-40B4-BE49-F238E27FC236}">
                    <a16:creationId xmlns:a16="http://schemas.microsoft.com/office/drawing/2014/main" id="{F8B66975-A855-9F0F-489E-3D5F850DC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111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039" name="Text Box 84">
                <a:extLst>
                  <a:ext uri="{FF2B5EF4-FFF2-40B4-BE49-F238E27FC236}">
                    <a16:creationId xmlns:a16="http://schemas.microsoft.com/office/drawing/2014/main" id="{C2CD59E0-AB23-0C5C-482A-440CBC74D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1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中断响应</a:t>
                </a:r>
              </a:p>
              <a:p>
                <a:pPr eaLnBrk="1" hangingPunct="1"/>
                <a:r>
                  <a:rPr lang="en-US" altLang="zh-CN">
                    <a:latin typeface="Times New Roman" panose="02020603050405020304" pitchFamily="18" charset="0"/>
                  </a:rPr>
                  <a:t>   INTA</a:t>
                </a:r>
              </a:p>
            </p:txBody>
          </p:sp>
          <p:sp>
            <p:nvSpPr>
              <p:cNvPr id="37040" name="Text Box 85">
                <a:extLst>
                  <a:ext uri="{FF2B5EF4-FFF2-40B4-BE49-F238E27FC236}">
                    <a16:creationId xmlns:a16="http://schemas.microsoft.com/office/drawing/2014/main" id="{CD7B8802-4D80-7CE0-145F-36EEE6A107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342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中断请求</a:t>
                </a:r>
              </a:p>
            </p:txBody>
          </p:sp>
          <p:sp>
            <p:nvSpPr>
              <p:cNvPr id="37041" name="Rectangle 86">
                <a:extLst>
                  <a:ext uri="{FF2B5EF4-FFF2-40B4-BE49-F238E27FC236}">
                    <a16:creationId xmlns:a16="http://schemas.microsoft.com/office/drawing/2014/main" id="{39274149-A1C6-F327-9AB3-D31A9FAE5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812"/>
                <a:ext cx="864" cy="7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042" name="Text Box 87">
                <a:extLst>
                  <a:ext uri="{FF2B5EF4-FFF2-40B4-BE49-F238E27FC236}">
                    <a16:creationId xmlns:a16="http://schemas.microsoft.com/office/drawing/2014/main" id="{99AECCA6-5128-E9AE-4603-86EEC57E46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2830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命令译码</a:t>
                </a:r>
              </a:p>
            </p:txBody>
          </p:sp>
          <p:sp>
            <p:nvSpPr>
              <p:cNvPr id="37043" name="Text Box 88">
                <a:extLst>
                  <a:ext uri="{FF2B5EF4-FFF2-40B4-BE49-F238E27FC236}">
                    <a16:creationId xmlns:a16="http://schemas.microsoft.com/office/drawing/2014/main" id="{089A8E5A-8A36-D943-5375-039936C787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8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①</a:t>
                </a:r>
              </a:p>
            </p:txBody>
          </p:sp>
          <p:sp>
            <p:nvSpPr>
              <p:cNvPr id="37044" name="Text Box 89">
                <a:extLst>
                  <a:ext uri="{FF2B5EF4-FFF2-40B4-BE49-F238E27FC236}">
                    <a16:creationId xmlns:a16="http://schemas.microsoft.com/office/drawing/2014/main" id="{D5E8E8DF-14FD-3A28-8C3B-6C420C5A6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2494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②</a:t>
                </a:r>
              </a:p>
            </p:txBody>
          </p:sp>
          <p:sp>
            <p:nvSpPr>
              <p:cNvPr id="37045" name="Text Box 90">
                <a:extLst>
                  <a:ext uri="{FF2B5EF4-FFF2-40B4-BE49-F238E27FC236}">
                    <a16:creationId xmlns:a16="http://schemas.microsoft.com/office/drawing/2014/main" id="{144CF8BC-867F-8176-B088-9CB9D970C1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78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③</a:t>
                </a:r>
              </a:p>
            </p:txBody>
          </p:sp>
          <p:sp>
            <p:nvSpPr>
              <p:cNvPr id="37046" name="Text Box 91">
                <a:extLst>
                  <a:ext uri="{FF2B5EF4-FFF2-40B4-BE49-F238E27FC236}">
                    <a16:creationId xmlns:a16="http://schemas.microsoft.com/office/drawing/2014/main" id="{9374D12E-2A95-DEA4-8864-182DEA8D5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307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④</a:t>
                </a:r>
              </a:p>
            </p:txBody>
          </p:sp>
          <p:sp>
            <p:nvSpPr>
              <p:cNvPr id="37047" name="Text Box 92">
                <a:extLst>
                  <a:ext uri="{FF2B5EF4-FFF2-40B4-BE49-F238E27FC236}">
                    <a16:creationId xmlns:a16="http://schemas.microsoft.com/office/drawing/2014/main" id="{F743EFBB-EF82-69C2-0572-37995814AB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196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⑤</a:t>
                </a:r>
              </a:p>
            </p:txBody>
          </p:sp>
          <p:sp>
            <p:nvSpPr>
              <p:cNvPr id="37048" name="Text Box 93">
                <a:extLst>
                  <a:ext uri="{FF2B5EF4-FFF2-40B4-BE49-F238E27FC236}">
                    <a16:creationId xmlns:a16="http://schemas.microsoft.com/office/drawing/2014/main" id="{6E6DB949-BA4D-091A-1D64-9FC56F548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1198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⑥</a:t>
                </a:r>
              </a:p>
            </p:txBody>
          </p:sp>
          <p:sp>
            <p:nvSpPr>
              <p:cNvPr id="37049" name="Text Box 94">
                <a:extLst>
                  <a:ext uri="{FF2B5EF4-FFF2-40B4-BE49-F238E27FC236}">
                    <a16:creationId xmlns:a16="http://schemas.microsoft.com/office/drawing/2014/main" id="{7ED5927D-66E6-8A2B-35EC-D559D27FE8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⑦</a:t>
                </a:r>
              </a:p>
            </p:txBody>
          </p:sp>
          <p:sp>
            <p:nvSpPr>
              <p:cNvPr id="37050" name="Text Box 95">
                <a:extLst>
                  <a:ext uri="{FF2B5EF4-FFF2-40B4-BE49-F238E27FC236}">
                    <a16:creationId xmlns:a16="http://schemas.microsoft.com/office/drawing/2014/main" id="{EB40D03A-3970-D474-B764-68374C037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38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⑧</a:t>
                </a:r>
              </a:p>
            </p:txBody>
          </p:sp>
        </p:grpSp>
      </p:grpSp>
      <p:sp>
        <p:nvSpPr>
          <p:cNvPr id="36867" name="Text Box 96">
            <a:extLst>
              <a:ext uri="{FF2B5EF4-FFF2-40B4-BE49-F238E27FC236}">
                <a16:creationId xmlns:a16="http://schemas.microsoft.com/office/drawing/2014/main" id="{D292C3C3-2204-7592-5E10-3B2D93FA1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76200"/>
            <a:ext cx="41687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</a:t>
            </a:r>
            <a:r>
              <a:rPr lang="en-US" altLang="zh-CN" sz="3600">
                <a:latin typeface="Times New Roman" panose="02020603050405020304" pitchFamily="18" charset="0"/>
              </a:rPr>
              <a:t>I/O </a:t>
            </a:r>
            <a:r>
              <a:rPr lang="zh-CN" altLang="en-US" sz="3600">
                <a:latin typeface="Times New Roman" panose="02020603050405020304" pitchFamily="18" charset="0"/>
              </a:rPr>
              <a:t>中断处理过程</a:t>
            </a:r>
          </a:p>
        </p:txBody>
      </p:sp>
      <p:grpSp>
        <p:nvGrpSpPr>
          <p:cNvPr id="340065" name="Group 97">
            <a:extLst>
              <a:ext uri="{FF2B5EF4-FFF2-40B4-BE49-F238E27FC236}">
                <a16:creationId xmlns:a16="http://schemas.microsoft.com/office/drawing/2014/main" id="{34FF3458-27CF-DF27-25A7-862821D4884E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4568826"/>
            <a:ext cx="1371600" cy="479425"/>
            <a:chOff x="634" y="2878"/>
            <a:chExt cx="864" cy="302"/>
          </a:xfrm>
        </p:grpSpPr>
        <p:sp>
          <p:nvSpPr>
            <p:cNvPr id="36959" name="Line 98">
              <a:extLst>
                <a:ext uri="{FF2B5EF4-FFF2-40B4-BE49-F238E27FC236}">
                  <a16:creationId xmlns:a16="http://schemas.microsoft.com/office/drawing/2014/main" id="{A636683B-3405-07E6-8FF2-B7C65CDA9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" y="3180"/>
              <a:ext cx="67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60" name="Line 99">
              <a:extLst>
                <a:ext uri="{FF2B5EF4-FFF2-40B4-BE49-F238E27FC236}">
                  <a16:creationId xmlns:a16="http://schemas.microsoft.com/office/drawing/2014/main" id="{41E435FC-FCE4-1F71-4356-093E44AF9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3180"/>
              <a:ext cx="24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61" name="Text Box 100">
              <a:extLst>
                <a:ext uri="{FF2B5EF4-FFF2-40B4-BE49-F238E27FC236}">
                  <a16:creationId xmlns:a16="http://schemas.microsoft.com/office/drawing/2014/main" id="{C62EB6B7-0DA2-1825-C996-F9D398128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878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340069" name="Group 101">
            <a:extLst>
              <a:ext uri="{FF2B5EF4-FFF2-40B4-BE49-F238E27FC236}">
                <a16:creationId xmlns:a16="http://schemas.microsoft.com/office/drawing/2014/main" id="{A8EC48FB-44B9-8D1E-A687-4E2DDD393DC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724401"/>
            <a:ext cx="1225550" cy="396875"/>
            <a:chOff x="2880" y="2976"/>
            <a:chExt cx="772" cy="250"/>
          </a:xfrm>
        </p:grpSpPr>
        <p:grpSp>
          <p:nvGrpSpPr>
            <p:cNvPr id="36953" name="Group 102">
              <a:extLst>
                <a:ext uri="{FF2B5EF4-FFF2-40B4-BE49-F238E27FC236}">
                  <a16:creationId xmlns:a16="http://schemas.microsoft.com/office/drawing/2014/main" id="{B886A0CA-0594-9CE3-511A-3DA17DE88B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976"/>
              <a:ext cx="196" cy="250"/>
              <a:chOff x="2832" y="2880"/>
              <a:chExt cx="196" cy="300"/>
            </a:xfrm>
          </p:grpSpPr>
          <p:sp>
            <p:nvSpPr>
              <p:cNvPr id="36957" name="Rectangle 103">
                <a:extLst>
                  <a:ext uri="{FF2B5EF4-FFF2-40B4-BE49-F238E27FC236}">
                    <a16:creationId xmlns:a16="http://schemas.microsoft.com/office/drawing/2014/main" id="{411B80F1-19BF-307F-18B8-CA6FDA0BD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58" name="Text Box 104">
                <a:extLst>
                  <a:ext uri="{FF2B5EF4-FFF2-40B4-BE49-F238E27FC236}">
                    <a16:creationId xmlns:a16="http://schemas.microsoft.com/office/drawing/2014/main" id="{CE38E8DB-E2EC-A183-8F50-69332D2CC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6954" name="Group 105">
              <a:extLst>
                <a:ext uri="{FF2B5EF4-FFF2-40B4-BE49-F238E27FC236}">
                  <a16:creationId xmlns:a16="http://schemas.microsoft.com/office/drawing/2014/main" id="{53D4AD39-C70B-38C8-12B7-12268764A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76"/>
              <a:ext cx="196" cy="250"/>
              <a:chOff x="2832" y="2880"/>
              <a:chExt cx="196" cy="300"/>
            </a:xfrm>
          </p:grpSpPr>
          <p:sp>
            <p:nvSpPr>
              <p:cNvPr id="36955" name="Rectangle 106">
                <a:extLst>
                  <a:ext uri="{FF2B5EF4-FFF2-40B4-BE49-F238E27FC236}">
                    <a16:creationId xmlns:a16="http://schemas.microsoft.com/office/drawing/2014/main" id="{44BBC524-0274-42E1-04B0-8C0B79D20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56" name="Text Box 107">
                <a:extLst>
                  <a:ext uri="{FF2B5EF4-FFF2-40B4-BE49-F238E27FC236}">
                    <a16:creationId xmlns:a16="http://schemas.microsoft.com/office/drawing/2014/main" id="{3854617D-ED8A-8396-8FD5-9B65AD7B6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</p:grpSp>
      <p:sp>
        <p:nvSpPr>
          <p:cNvPr id="340076" name="Freeform 108">
            <a:extLst>
              <a:ext uri="{FF2B5EF4-FFF2-40B4-BE49-F238E27FC236}">
                <a16:creationId xmlns:a16="http://schemas.microsoft.com/office/drawing/2014/main" id="{9191ECB9-E1C5-9166-E4F9-2975ED8B0186}"/>
              </a:ext>
            </a:extLst>
          </p:cNvPr>
          <p:cNvSpPr>
            <a:spLocks/>
          </p:cNvSpPr>
          <p:nvPr/>
        </p:nvSpPr>
        <p:spPr bwMode="auto">
          <a:xfrm>
            <a:off x="4359275" y="4691063"/>
            <a:ext cx="2362200" cy="488950"/>
          </a:xfrm>
          <a:custGeom>
            <a:avLst/>
            <a:gdLst>
              <a:gd name="T0" fmla="*/ 2147483646 w 1488"/>
              <a:gd name="T1" fmla="*/ 0 h 357"/>
              <a:gd name="T2" fmla="*/ 2147483646 w 1488"/>
              <a:gd name="T3" fmla="*/ 2147483646 h 357"/>
              <a:gd name="T4" fmla="*/ 0 w 1488"/>
              <a:gd name="T5" fmla="*/ 2147483646 h 3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357">
                <a:moveTo>
                  <a:pt x="1488" y="0"/>
                </a:moveTo>
                <a:lnTo>
                  <a:pt x="1488" y="357"/>
                </a:lnTo>
                <a:lnTo>
                  <a:pt x="0" y="357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40077" name="Group 109">
            <a:extLst>
              <a:ext uri="{FF2B5EF4-FFF2-40B4-BE49-F238E27FC236}">
                <a16:creationId xmlns:a16="http://schemas.microsoft.com/office/drawing/2014/main" id="{1168B243-84FA-6E92-DCB9-CEDE16FC67D3}"/>
              </a:ext>
            </a:extLst>
          </p:cNvPr>
          <p:cNvGrpSpPr>
            <a:grpSpLocks/>
          </p:cNvGrpSpPr>
          <p:nvPr/>
        </p:nvGrpSpPr>
        <p:grpSpPr bwMode="auto">
          <a:xfrm>
            <a:off x="3887789" y="4918076"/>
            <a:ext cx="471487" cy="525463"/>
            <a:chOff x="1489" y="3098"/>
            <a:chExt cx="297" cy="331"/>
          </a:xfrm>
        </p:grpSpPr>
        <p:grpSp>
          <p:nvGrpSpPr>
            <p:cNvPr id="36949" name="Group 110">
              <a:extLst>
                <a:ext uri="{FF2B5EF4-FFF2-40B4-BE49-F238E27FC236}">
                  <a16:creationId xmlns:a16="http://schemas.microsoft.com/office/drawing/2014/main" id="{8B9FD8F8-C432-5EAE-AEAF-D9B18D0846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098"/>
              <a:ext cx="242" cy="331"/>
              <a:chOff x="1489" y="3098"/>
              <a:chExt cx="242" cy="331"/>
            </a:xfrm>
          </p:grpSpPr>
          <p:sp>
            <p:nvSpPr>
              <p:cNvPr id="36951" name="Rectangle 111">
                <a:extLst>
                  <a:ext uri="{FF2B5EF4-FFF2-40B4-BE49-F238E27FC236}">
                    <a16:creationId xmlns:a16="http://schemas.microsoft.com/office/drawing/2014/main" id="{98B88D9B-6CDF-EBCE-8FEA-4E17C7665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8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52" name="Text Box 112">
                <a:extLst>
                  <a:ext uri="{FF2B5EF4-FFF2-40B4-BE49-F238E27FC236}">
                    <a16:creationId xmlns:a16="http://schemas.microsoft.com/office/drawing/2014/main" id="{F8ED73E0-E421-9844-E9BD-4DF7645BBD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17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&amp;</a:t>
                </a:r>
              </a:p>
            </p:txBody>
          </p:sp>
        </p:grpSp>
        <p:sp>
          <p:nvSpPr>
            <p:cNvPr id="36950" name="Oval 113">
              <a:extLst>
                <a:ext uri="{FF2B5EF4-FFF2-40B4-BE49-F238E27FC236}">
                  <a16:creationId xmlns:a16="http://schemas.microsoft.com/office/drawing/2014/main" id="{0797C614-919C-3D6A-706F-43B9645C5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3241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0082" name="Group 114">
            <a:extLst>
              <a:ext uri="{FF2B5EF4-FFF2-40B4-BE49-F238E27FC236}">
                <a16:creationId xmlns:a16="http://schemas.microsoft.com/office/drawing/2014/main" id="{7D7A965B-E13B-5155-EB25-12437C10F6F1}"/>
              </a:ext>
            </a:extLst>
          </p:cNvPr>
          <p:cNvGrpSpPr>
            <a:grpSpLocks/>
          </p:cNvGrpSpPr>
          <p:nvPr/>
        </p:nvGrpSpPr>
        <p:grpSpPr bwMode="auto">
          <a:xfrm>
            <a:off x="5121275" y="4506914"/>
            <a:ext cx="3200400" cy="522287"/>
            <a:chOff x="2266" y="2839"/>
            <a:chExt cx="2016" cy="329"/>
          </a:xfrm>
        </p:grpSpPr>
        <p:sp>
          <p:nvSpPr>
            <p:cNvPr id="36945" name="Rectangle 115">
              <a:extLst>
                <a:ext uri="{FF2B5EF4-FFF2-40B4-BE49-F238E27FC236}">
                  <a16:creationId xmlns:a16="http://schemas.microsoft.com/office/drawing/2014/main" id="{B2FD307B-7AA0-A446-79F5-F9E6A4867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839"/>
              <a:ext cx="576" cy="329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46" name="Oval 116">
              <a:extLst>
                <a:ext uri="{FF2B5EF4-FFF2-40B4-BE49-F238E27FC236}">
                  <a16:creationId xmlns:a16="http://schemas.microsoft.com/office/drawing/2014/main" id="{2D85C0C7-9D36-9DA0-726F-257010F5C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47" name="Oval 117">
              <a:extLst>
                <a:ext uri="{FF2B5EF4-FFF2-40B4-BE49-F238E27FC236}">
                  <a16:creationId xmlns:a16="http://schemas.microsoft.com/office/drawing/2014/main" id="{15C085D5-8523-66DA-364F-14ECF336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48" name="Rectangle 118">
              <a:extLst>
                <a:ext uri="{FF2B5EF4-FFF2-40B4-BE49-F238E27FC236}">
                  <a16:creationId xmlns:a16="http://schemas.microsoft.com/office/drawing/2014/main" id="{D2B85785-7D64-92F4-58C2-97A1C2991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839"/>
              <a:ext cx="576" cy="329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40087" name="Freeform 119">
            <a:extLst>
              <a:ext uri="{FF2B5EF4-FFF2-40B4-BE49-F238E27FC236}">
                <a16:creationId xmlns:a16="http://schemas.microsoft.com/office/drawing/2014/main" id="{5F871900-6376-2976-B986-9575923BA16A}"/>
              </a:ext>
            </a:extLst>
          </p:cNvPr>
          <p:cNvSpPr>
            <a:spLocks/>
          </p:cNvSpPr>
          <p:nvPr/>
        </p:nvSpPr>
        <p:spPr bwMode="auto">
          <a:xfrm>
            <a:off x="6107113" y="4691064"/>
            <a:ext cx="1204912" cy="1587"/>
          </a:xfrm>
          <a:custGeom>
            <a:avLst/>
            <a:gdLst>
              <a:gd name="T0" fmla="*/ 0 w 759"/>
              <a:gd name="T1" fmla="*/ 0 h 1"/>
              <a:gd name="T2" fmla="*/ 2147483646 w 759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59" h="1">
                <a:moveTo>
                  <a:pt x="0" y="0"/>
                </a:moveTo>
                <a:lnTo>
                  <a:pt x="759" y="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0088" name="Rectangle 120">
            <a:extLst>
              <a:ext uri="{FF2B5EF4-FFF2-40B4-BE49-F238E27FC236}">
                <a16:creationId xmlns:a16="http://schemas.microsoft.com/office/drawing/2014/main" id="{C021D54E-0420-2D15-69A5-DC482CA89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6310313"/>
            <a:ext cx="3200400" cy="3302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panose="02020603050405020304" pitchFamily="18" charset="0"/>
              </a:rPr>
              <a:t>DBR</a:t>
            </a:r>
          </a:p>
        </p:txBody>
      </p:sp>
      <p:grpSp>
        <p:nvGrpSpPr>
          <p:cNvPr id="340089" name="Group 121">
            <a:extLst>
              <a:ext uri="{FF2B5EF4-FFF2-40B4-BE49-F238E27FC236}">
                <a16:creationId xmlns:a16="http://schemas.microsoft.com/office/drawing/2014/main" id="{D7FB146F-AB07-6D92-1AFB-173773E7B3A7}"/>
              </a:ext>
            </a:extLst>
          </p:cNvPr>
          <p:cNvGrpSpPr>
            <a:grpSpLocks/>
          </p:cNvGrpSpPr>
          <p:nvPr/>
        </p:nvGrpSpPr>
        <p:grpSpPr bwMode="auto">
          <a:xfrm>
            <a:off x="4800601" y="4654551"/>
            <a:ext cx="5053013" cy="676275"/>
            <a:chOff x="2064" y="2932"/>
            <a:chExt cx="3183" cy="426"/>
          </a:xfrm>
        </p:grpSpPr>
        <p:sp>
          <p:nvSpPr>
            <p:cNvPr id="36938" name="Oval 122">
              <a:extLst>
                <a:ext uri="{FF2B5EF4-FFF2-40B4-BE49-F238E27FC236}">
                  <a16:creationId xmlns:a16="http://schemas.microsoft.com/office/drawing/2014/main" id="{39321F09-3C71-A8E0-6EB8-F0E6E09B8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39" name="Oval 123">
              <a:extLst>
                <a:ext uri="{FF2B5EF4-FFF2-40B4-BE49-F238E27FC236}">
                  <a16:creationId xmlns:a16="http://schemas.microsoft.com/office/drawing/2014/main" id="{F1A5AB7B-850B-94D0-5754-EDC51873A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6940" name="Group 124">
              <a:extLst>
                <a:ext uri="{FF2B5EF4-FFF2-40B4-BE49-F238E27FC236}">
                  <a16:creationId xmlns:a16="http://schemas.microsoft.com/office/drawing/2014/main" id="{D7AA1153-9178-7522-5E16-B25AA5FF69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952"/>
              <a:ext cx="3183" cy="406"/>
              <a:chOff x="2064" y="2952"/>
              <a:chExt cx="3183" cy="406"/>
            </a:xfrm>
          </p:grpSpPr>
          <p:sp>
            <p:nvSpPr>
              <p:cNvPr id="36941" name="Freeform 125">
                <a:extLst>
                  <a:ext uri="{FF2B5EF4-FFF2-40B4-BE49-F238E27FC236}">
                    <a16:creationId xmlns:a16="http://schemas.microsoft.com/office/drawing/2014/main" id="{06119D77-E1E4-CE71-3505-C113D35E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61"/>
                <a:ext cx="2784" cy="397"/>
              </a:xfrm>
              <a:custGeom>
                <a:avLst/>
                <a:gdLst>
                  <a:gd name="T0" fmla="*/ 141 w 2784"/>
                  <a:gd name="T1" fmla="*/ 0 h 397"/>
                  <a:gd name="T2" fmla="*/ 0 w 2784"/>
                  <a:gd name="T3" fmla="*/ 1 h 397"/>
                  <a:gd name="T4" fmla="*/ 0 w 2784"/>
                  <a:gd name="T5" fmla="*/ 397 h 397"/>
                  <a:gd name="T6" fmla="*/ 2784 w 2784"/>
                  <a:gd name="T7" fmla="*/ 397 h 3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84" h="397">
                    <a:moveTo>
                      <a:pt x="141" y="0"/>
                    </a:moveTo>
                    <a:lnTo>
                      <a:pt x="0" y="1"/>
                    </a:lnTo>
                    <a:lnTo>
                      <a:pt x="0" y="397"/>
                    </a:lnTo>
                    <a:lnTo>
                      <a:pt x="2784" y="397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42" name="Freeform 126">
                <a:extLst>
                  <a:ext uri="{FF2B5EF4-FFF2-40B4-BE49-F238E27FC236}">
                    <a16:creationId xmlns:a16="http://schemas.microsoft.com/office/drawing/2014/main" id="{66705EAD-43A2-3FE3-81D0-BC623F618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2952"/>
                <a:ext cx="285" cy="396"/>
              </a:xfrm>
              <a:custGeom>
                <a:avLst/>
                <a:gdLst>
                  <a:gd name="T0" fmla="*/ 285 w 285"/>
                  <a:gd name="T1" fmla="*/ 396 h 396"/>
                  <a:gd name="T2" fmla="*/ 282 w 285"/>
                  <a:gd name="T3" fmla="*/ 3 h 396"/>
                  <a:gd name="T4" fmla="*/ 0 w 285"/>
                  <a:gd name="T5" fmla="*/ 0 h 3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5" h="396">
                    <a:moveTo>
                      <a:pt x="285" y="396"/>
                    </a:moveTo>
                    <a:lnTo>
                      <a:pt x="282" y="3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43" name="Freeform 127">
                <a:extLst>
                  <a:ext uri="{FF2B5EF4-FFF2-40B4-BE49-F238E27FC236}">
                    <a16:creationId xmlns:a16="http://schemas.microsoft.com/office/drawing/2014/main" id="{22E321F4-C52C-B2A3-3CA1-E46A6C5B1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352"/>
                <a:ext cx="447" cy="1"/>
              </a:xfrm>
              <a:custGeom>
                <a:avLst/>
                <a:gdLst>
                  <a:gd name="T0" fmla="*/ 447 w 447"/>
                  <a:gd name="T1" fmla="*/ 1 h 1"/>
                  <a:gd name="T2" fmla="*/ 0 w 44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447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44" name="Text Box 128">
                <a:extLst>
                  <a:ext uri="{FF2B5EF4-FFF2-40B4-BE49-F238E27FC236}">
                    <a16:creationId xmlns:a16="http://schemas.microsoft.com/office/drawing/2014/main" id="{3DCCD04D-3A33-3421-5F6C-CB0888568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4" y="307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④</a:t>
                </a:r>
              </a:p>
            </p:txBody>
          </p:sp>
        </p:grpSp>
      </p:grpSp>
      <p:grpSp>
        <p:nvGrpSpPr>
          <p:cNvPr id="340097" name="Group 129">
            <a:extLst>
              <a:ext uri="{FF2B5EF4-FFF2-40B4-BE49-F238E27FC236}">
                <a16:creationId xmlns:a16="http://schemas.microsoft.com/office/drawing/2014/main" id="{0FE3EAD1-ACE9-17B3-2D58-02CA278626DA}"/>
              </a:ext>
            </a:extLst>
          </p:cNvPr>
          <p:cNvGrpSpPr>
            <a:grpSpLocks/>
          </p:cNvGrpSpPr>
          <p:nvPr/>
        </p:nvGrpSpPr>
        <p:grpSpPr bwMode="auto">
          <a:xfrm>
            <a:off x="6188075" y="3124201"/>
            <a:ext cx="3581400" cy="396875"/>
            <a:chOff x="2938" y="1968"/>
            <a:chExt cx="2256" cy="250"/>
          </a:xfrm>
        </p:grpSpPr>
        <p:sp>
          <p:nvSpPr>
            <p:cNvPr id="36935" name="Freeform 130">
              <a:extLst>
                <a:ext uri="{FF2B5EF4-FFF2-40B4-BE49-F238E27FC236}">
                  <a16:creationId xmlns:a16="http://schemas.microsoft.com/office/drawing/2014/main" id="{7EB6E670-5154-5116-FEA4-4D65D084A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1985"/>
              <a:ext cx="1872" cy="207"/>
            </a:xfrm>
            <a:custGeom>
              <a:avLst/>
              <a:gdLst>
                <a:gd name="T0" fmla="*/ 0 w 2160"/>
                <a:gd name="T1" fmla="*/ 0 h 240"/>
                <a:gd name="T2" fmla="*/ 0 w 2160"/>
                <a:gd name="T3" fmla="*/ 133 h 240"/>
                <a:gd name="T4" fmla="*/ 1219 w 2160"/>
                <a:gd name="T5" fmla="*/ 133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" h="240">
                  <a:moveTo>
                    <a:pt x="0" y="0"/>
                  </a:moveTo>
                  <a:lnTo>
                    <a:pt x="0" y="240"/>
                  </a:lnTo>
                  <a:lnTo>
                    <a:pt x="2160" y="24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6" name="Line 131">
              <a:extLst>
                <a:ext uri="{FF2B5EF4-FFF2-40B4-BE49-F238E27FC236}">
                  <a16:creationId xmlns:a16="http://schemas.microsoft.com/office/drawing/2014/main" id="{F0055B60-62C5-94DE-8AD1-4D92242244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0" y="2192"/>
              <a:ext cx="384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7" name="Text Box 132">
              <a:extLst>
                <a:ext uri="{FF2B5EF4-FFF2-40B4-BE49-F238E27FC236}">
                  <a16:creationId xmlns:a16="http://schemas.microsoft.com/office/drawing/2014/main" id="{FE84BF36-B5A3-E2B5-B066-B85579378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2" y="1968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⑤</a:t>
              </a:r>
            </a:p>
          </p:txBody>
        </p:sp>
      </p:grpSp>
      <p:grpSp>
        <p:nvGrpSpPr>
          <p:cNvPr id="340101" name="Group 133">
            <a:extLst>
              <a:ext uri="{FF2B5EF4-FFF2-40B4-BE49-F238E27FC236}">
                <a16:creationId xmlns:a16="http://schemas.microsoft.com/office/drawing/2014/main" id="{F98A028B-0AF5-5A8D-5C46-DB5E2376E20F}"/>
              </a:ext>
            </a:extLst>
          </p:cNvPr>
          <p:cNvGrpSpPr>
            <a:grpSpLocks/>
          </p:cNvGrpSpPr>
          <p:nvPr/>
        </p:nvGrpSpPr>
        <p:grpSpPr bwMode="auto">
          <a:xfrm>
            <a:off x="2606675" y="1371601"/>
            <a:ext cx="3581400" cy="396875"/>
            <a:chOff x="682" y="864"/>
            <a:chExt cx="2256" cy="250"/>
          </a:xfrm>
        </p:grpSpPr>
        <p:sp>
          <p:nvSpPr>
            <p:cNvPr id="36932" name="Freeform 134">
              <a:extLst>
                <a:ext uri="{FF2B5EF4-FFF2-40B4-BE49-F238E27FC236}">
                  <a16:creationId xmlns:a16="http://schemas.microsoft.com/office/drawing/2014/main" id="{9110F47F-FD3C-D878-8797-F5876E26A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031"/>
              <a:ext cx="1920" cy="83"/>
            </a:xfrm>
            <a:custGeom>
              <a:avLst/>
              <a:gdLst>
                <a:gd name="T0" fmla="*/ 1920 w 1920"/>
                <a:gd name="T1" fmla="*/ 0 h 96"/>
                <a:gd name="T2" fmla="*/ 1920 w 1920"/>
                <a:gd name="T3" fmla="*/ 54 h 96"/>
                <a:gd name="T4" fmla="*/ 0 w 1920"/>
                <a:gd name="T5" fmla="*/ 54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96">
                  <a:moveTo>
                    <a:pt x="1920" y="0"/>
                  </a:moveTo>
                  <a:lnTo>
                    <a:pt x="1920" y="96"/>
                  </a:lnTo>
                  <a:lnTo>
                    <a:pt x="0" y="9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3" name="Line 135">
              <a:extLst>
                <a:ext uri="{FF2B5EF4-FFF2-40B4-BE49-F238E27FC236}">
                  <a16:creationId xmlns:a16="http://schemas.microsoft.com/office/drawing/2014/main" id="{45F52F3A-4075-E394-258E-887C06340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1114"/>
              <a:ext cx="33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4" name="Text Box 136">
              <a:extLst>
                <a:ext uri="{FF2B5EF4-FFF2-40B4-BE49-F238E27FC236}">
                  <a16:creationId xmlns:a16="http://schemas.microsoft.com/office/drawing/2014/main" id="{052574FF-DF84-0AA2-5927-2B149A975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⑦</a:t>
              </a:r>
            </a:p>
          </p:txBody>
        </p:sp>
      </p:grpSp>
      <p:grpSp>
        <p:nvGrpSpPr>
          <p:cNvPr id="340105" name="Group 137">
            <a:extLst>
              <a:ext uri="{FF2B5EF4-FFF2-40B4-BE49-F238E27FC236}">
                <a16:creationId xmlns:a16="http://schemas.microsoft.com/office/drawing/2014/main" id="{6291AB16-6D88-6177-C79E-8E46FFBD5E8C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617538"/>
            <a:ext cx="4267200" cy="685800"/>
            <a:chOff x="672" y="164"/>
            <a:chExt cx="2688" cy="432"/>
          </a:xfrm>
        </p:grpSpPr>
        <p:sp>
          <p:nvSpPr>
            <p:cNvPr id="36929" name="Rectangle 138">
              <a:extLst>
                <a:ext uri="{FF2B5EF4-FFF2-40B4-BE49-F238E27FC236}">
                  <a16:creationId xmlns:a16="http://schemas.microsoft.com/office/drawing/2014/main" id="{B3478BED-5834-8B25-D5EC-8D65C7A61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452"/>
              <a:ext cx="48" cy="14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0" name="AutoShape 139">
              <a:extLst>
                <a:ext uri="{FF2B5EF4-FFF2-40B4-BE49-F238E27FC236}">
                  <a16:creationId xmlns:a16="http://schemas.microsoft.com/office/drawing/2014/main" id="{4D6B1001-32BD-3715-9A64-631CB953C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404"/>
              <a:ext cx="2686" cy="144"/>
            </a:xfrm>
            <a:prstGeom prst="leftArrow">
              <a:avLst>
                <a:gd name="adj1" fmla="val 39417"/>
                <a:gd name="adj2" fmla="val 16485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1" name="Text Box 140">
              <a:extLst>
                <a:ext uri="{FF2B5EF4-FFF2-40B4-BE49-F238E27FC236}">
                  <a16:creationId xmlns:a16="http://schemas.microsoft.com/office/drawing/2014/main" id="{C286F9F0-A2E1-1B35-A09E-92D1E5B80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6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⑧</a:t>
              </a:r>
            </a:p>
          </p:txBody>
        </p:sp>
      </p:grpSp>
      <p:grpSp>
        <p:nvGrpSpPr>
          <p:cNvPr id="340109" name="Group 141">
            <a:extLst>
              <a:ext uri="{FF2B5EF4-FFF2-40B4-BE49-F238E27FC236}">
                <a16:creationId xmlns:a16="http://schemas.microsoft.com/office/drawing/2014/main" id="{D912392D-0330-27B1-37AC-5FBB0583A50F}"/>
              </a:ext>
            </a:extLst>
          </p:cNvPr>
          <p:cNvGrpSpPr>
            <a:grpSpLocks/>
          </p:cNvGrpSpPr>
          <p:nvPr/>
        </p:nvGrpSpPr>
        <p:grpSpPr bwMode="auto">
          <a:xfrm>
            <a:off x="5118100" y="2449513"/>
            <a:ext cx="1219200" cy="723900"/>
            <a:chOff x="2264" y="1543"/>
            <a:chExt cx="768" cy="456"/>
          </a:xfrm>
        </p:grpSpPr>
        <p:sp>
          <p:nvSpPr>
            <p:cNvPr id="36927" name="Rectangle 142">
              <a:extLst>
                <a:ext uri="{FF2B5EF4-FFF2-40B4-BE49-F238E27FC236}">
                  <a16:creationId xmlns:a16="http://schemas.microsoft.com/office/drawing/2014/main" id="{4BD334B2-0669-BDBA-09EC-7C766015A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584"/>
              <a:ext cx="768" cy="415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8" name="Oval 143">
              <a:extLst>
                <a:ext uri="{FF2B5EF4-FFF2-40B4-BE49-F238E27FC236}">
                  <a16:creationId xmlns:a16="http://schemas.microsoft.com/office/drawing/2014/main" id="{FB7849C2-760B-20F8-4A7E-391C4A6AC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1543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40112" name="Rectangle 144">
            <a:extLst>
              <a:ext uri="{FF2B5EF4-FFF2-40B4-BE49-F238E27FC236}">
                <a16:creationId xmlns:a16="http://schemas.microsoft.com/office/drawing/2014/main" id="{98400243-9432-86FC-F6CF-A43F40D54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1300163"/>
            <a:ext cx="1524000" cy="328612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0113" name="Rectangle 145">
            <a:extLst>
              <a:ext uri="{FF2B5EF4-FFF2-40B4-BE49-F238E27FC236}">
                <a16:creationId xmlns:a16="http://schemas.microsoft.com/office/drawing/2014/main" id="{ED0F91AE-2D15-A5EA-1B25-FC5E7CFF8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75" y="1879601"/>
            <a:ext cx="1524000" cy="328613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0114" name="Line 146">
            <a:extLst>
              <a:ext uri="{FF2B5EF4-FFF2-40B4-BE49-F238E27FC236}">
                <a16:creationId xmlns:a16="http://schemas.microsoft.com/office/drawing/2014/main" id="{6C38504B-9457-2C32-E620-73C0D9AE49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5763" y="3667125"/>
            <a:ext cx="0" cy="1968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0115" name="Line 147">
            <a:extLst>
              <a:ext uri="{FF2B5EF4-FFF2-40B4-BE49-F238E27FC236}">
                <a16:creationId xmlns:a16="http://schemas.microsoft.com/office/drawing/2014/main" id="{6A58FE84-B282-24C0-541F-5C738B767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5763" y="3175000"/>
            <a:ext cx="0" cy="1968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0116" name="Freeform 148">
            <a:extLst>
              <a:ext uri="{FF2B5EF4-FFF2-40B4-BE49-F238E27FC236}">
                <a16:creationId xmlns:a16="http://schemas.microsoft.com/office/drawing/2014/main" id="{6C197F9B-398F-5EA1-054F-B5095F3AD4CC}"/>
              </a:ext>
            </a:extLst>
          </p:cNvPr>
          <p:cNvSpPr>
            <a:spLocks/>
          </p:cNvSpPr>
          <p:nvPr/>
        </p:nvSpPr>
        <p:spPr bwMode="auto">
          <a:xfrm>
            <a:off x="6719889" y="1619251"/>
            <a:ext cx="1587" cy="271463"/>
          </a:xfrm>
          <a:custGeom>
            <a:avLst/>
            <a:gdLst>
              <a:gd name="T0" fmla="*/ 0 w 1"/>
              <a:gd name="T1" fmla="*/ 2147483646 h 171"/>
              <a:gd name="T2" fmla="*/ 0 w 1"/>
              <a:gd name="T3" fmla="*/ 0 h 17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71">
                <a:moveTo>
                  <a:pt x="0" y="171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40117" name="Group 149">
            <a:extLst>
              <a:ext uri="{FF2B5EF4-FFF2-40B4-BE49-F238E27FC236}">
                <a16:creationId xmlns:a16="http://schemas.microsoft.com/office/drawing/2014/main" id="{B76F993C-C94B-3BEB-4C79-FA474FD57911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863975"/>
            <a:ext cx="604838" cy="330200"/>
            <a:chOff x="2276" y="2434"/>
            <a:chExt cx="381" cy="208"/>
          </a:xfrm>
        </p:grpSpPr>
        <p:sp>
          <p:nvSpPr>
            <p:cNvPr id="36925" name="Rectangle 150">
              <a:extLst>
                <a:ext uri="{FF2B5EF4-FFF2-40B4-BE49-F238E27FC236}">
                  <a16:creationId xmlns:a16="http://schemas.microsoft.com/office/drawing/2014/main" id="{64FED96B-E8E3-3216-B00F-8E82F3A96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2489"/>
              <a:ext cx="381" cy="15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6" name="Oval 151">
              <a:extLst>
                <a:ext uri="{FF2B5EF4-FFF2-40B4-BE49-F238E27FC236}">
                  <a16:creationId xmlns:a16="http://schemas.microsoft.com/office/drawing/2014/main" id="{EDBB2B22-5803-FC41-B2D6-273B1F3D1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434"/>
              <a:ext cx="48" cy="42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0120" name="Group 152">
            <a:extLst>
              <a:ext uri="{FF2B5EF4-FFF2-40B4-BE49-F238E27FC236}">
                <a16:creationId xmlns:a16="http://schemas.microsoft.com/office/drawing/2014/main" id="{20DB9508-CAE6-1472-EE67-487B3E1C3551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352801"/>
            <a:ext cx="604838" cy="314325"/>
            <a:chOff x="2276" y="2112"/>
            <a:chExt cx="381" cy="198"/>
          </a:xfrm>
        </p:grpSpPr>
        <p:sp>
          <p:nvSpPr>
            <p:cNvPr id="36923" name="Rectangle 153">
              <a:extLst>
                <a:ext uri="{FF2B5EF4-FFF2-40B4-BE49-F238E27FC236}">
                  <a16:creationId xmlns:a16="http://schemas.microsoft.com/office/drawing/2014/main" id="{5D8D512B-C230-0833-25AF-56AFEFA82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2157"/>
              <a:ext cx="381" cy="15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4" name="Oval 154">
              <a:extLst>
                <a:ext uri="{FF2B5EF4-FFF2-40B4-BE49-F238E27FC236}">
                  <a16:creationId xmlns:a16="http://schemas.microsoft.com/office/drawing/2014/main" id="{3D2EE074-D4C7-3F07-B8B7-201D34148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11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40123" name="Rectangle 155">
            <a:extLst>
              <a:ext uri="{FF2B5EF4-FFF2-40B4-BE49-F238E27FC236}">
                <a16:creationId xmlns:a16="http://schemas.microsoft.com/office/drawing/2014/main" id="{768C3DC7-077F-F4D2-08A0-308B22DD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5773738"/>
            <a:ext cx="3200400" cy="328612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设备选择电路</a:t>
            </a:r>
          </a:p>
        </p:txBody>
      </p:sp>
      <p:sp>
        <p:nvSpPr>
          <p:cNvPr id="340124" name="AutoShape 156">
            <a:extLst>
              <a:ext uri="{FF2B5EF4-FFF2-40B4-BE49-F238E27FC236}">
                <a16:creationId xmlns:a16="http://schemas.microsoft.com/office/drawing/2014/main" id="{CF036268-1EA2-1A84-C972-332ABF0E8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5773739"/>
            <a:ext cx="2590800" cy="261937"/>
          </a:xfrm>
          <a:prstGeom prst="rightArrow">
            <a:avLst>
              <a:gd name="adj1" fmla="val 50000"/>
              <a:gd name="adj2" fmla="val 164254"/>
            </a:avLst>
          </a:prstGeom>
          <a:solidFill>
            <a:schemeClr val="folHlink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0125" name="AutoShape 157">
            <a:extLst>
              <a:ext uri="{FF2B5EF4-FFF2-40B4-BE49-F238E27FC236}">
                <a16:creationId xmlns:a16="http://schemas.microsoft.com/office/drawing/2014/main" id="{7109FEE9-A5E0-0034-4976-850203AF9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6155611"/>
            <a:ext cx="2743200" cy="630079"/>
          </a:xfrm>
          <a:prstGeom prst="leftArrow">
            <a:avLst>
              <a:gd name="adj1" fmla="val 58333"/>
              <a:gd name="adj2" fmla="val 135958"/>
            </a:avLst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0126" name="Freeform 158">
            <a:extLst>
              <a:ext uri="{FF2B5EF4-FFF2-40B4-BE49-F238E27FC236}">
                <a16:creationId xmlns:a16="http://schemas.microsoft.com/office/drawing/2014/main" id="{ADF55FDD-1DAC-C0E0-7C8D-E96CDC0009C4}"/>
              </a:ext>
            </a:extLst>
          </p:cNvPr>
          <p:cNvSpPr>
            <a:spLocks/>
          </p:cNvSpPr>
          <p:nvPr/>
        </p:nvSpPr>
        <p:spPr bwMode="auto">
          <a:xfrm>
            <a:off x="3521075" y="5311776"/>
            <a:ext cx="2209800" cy="461963"/>
          </a:xfrm>
          <a:custGeom>
            <a:avLst/>
            <a:gdLst>
              <a:gd name="T0" fmla="*/ 2147483646 w 1392"/>
              <a:gd name="T1" fmla="*/ 0 h 336"/>
              <a:gd name="T2" fmla="*/ 0 w 1392"/>
              <a:gd name="T3" fmla="*/ 0 h 336"/>
              <a:gd name="T4" fmla="*/ 0 w 1392"/>
              <a:gd name="T5" fmla="*/ 2147483646 h 336"/>
              <a:gd name="T6" fmla="*/ 2147483646 w 1392"/>
              <a:gd name="T7" fmla="*/ 2147483646 h 336"/>
              <a:gd name="T8" fmla="*/ 2147483646 w 1392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92" h="336">
                <a:moveTo>
                  <a:pt x="240" y="0"/>
                </a:moveTo>
                <a:lnTo>
                  <a:pt x="0" y="0"/>
                </a:lnTo>
                <a:lnTo>
                  <a:pt x="0" y="240"/>
                </a:lnTo>
                <a:lnTo>
                  <a:pt x="1392" y="240"/>
                </a:lnTo>
                <a:lnTo>
                  <a:pt x="1392" y="336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40127" name="Group 159">
            <a:extLst>
              <a:ext uri="{FF2B5EF4-FFF2-40B4-BE49-F238E27FC236}">
                <a16:creationId xmlns:a16="http://schemas.microsoft.com/office/drawing/2014/main" id="{1E59AA4A-DEC5-EC8B-611E-85264513E1F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724401"/>
            <a:ext cx="1225550" cy="396875"/>
            <a:chOff x="2880" y="2976"/>
            <a:chExt cx="772" cy="250"/>
          </a:xfrm>
        </p:grpSpPr>
        <p:grpSp>
          <p:nvGrpSpPr>
            <p:cNvPr id="36917" name="Group 160">
              <a:extLst>
                <a:ext uri="{FF2B5EF4-FFF2-40B4-BE49-F238E27FC236}">
                  <a16:creationId xmlns:a16="http://schemas.microsoft.com/office/drawing/2014/main" id="{634844C3-DCF9-DB06-2C26-2D9F22467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976"/>
              <a:ext cx="196" cy="250"/>
              <a:chOff x="2832" y="2880"/>
              <a:chExt cx="196" cy="300"/>
            </a:xfrm>
          </p:grpSpPr>
          <p:sp>
            <p:nvSpPr>
              <p:cNvPr id="36921" name="Rectangle 161">
                <a:extLst>
                  <a:ext uri="{FF2B5EF4-FFF2-40B4-BE49-F238E27FC236}">
                    <a16:creationId xmlns:a16="http://schemas.microsoft.com/office/drawing/2014/main" id="{4F1FA9BA-4ED6-DC22-779C-F748FC19A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22" name="Text Box 162">
                <a:extLst>
                  <a:ext uri="{FF2B5EF4-FFF2-40B4-BE49-F238E27FC236}">
                    <a16:creationId xmlns:a16="http://schemas.microsoft.com/office/drawing/2014/main" id="{7622573B-CA3D-71A1-E265-BD30168679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36918" name="Group 163">
              <a:extLst>
                <a:ext uri="{FF2B5EF4-FFF2-40B4-BE49-F238E27FC236}">
                  <a16:creationId xmlns:a16="http://schemas.microsoft.com/office/drawing/2014/main" id="{57CCDA92-704F-F8E3-0332-9011487943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76"/>
              <a:ext cx="196" cy="250"/>
              <a:chOff x="2832" y="2880"/>
              <a:chExt cx="196" cy="300"/>
            </a:xfrm>
          </p:grpSpPr>
          <p:sp>
            <p:nvSpPr>
              <p:cNvPr id="36919" name="Rectangle 164">
                <a:extLst>
                  <a:ext uri="{FF2B5EF4-FFF2-40B4-BE49-F238E27FC236}">
                    <a16:creationId xmlns:a16="http://schemas.microsoft.com/office/drawing/2014/main" id="{72A704C0-783A-BFF7-A0AE-2F86950FE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20" name="Text Box 165">
                <a:extLst>
                  <a:ext uri="{FF2B5EF4-FFF2-40B4-BE49-F238E27FC236}">
                    <a16:creationId xmlns:a16="http://schemas.microsoft.com/office/drawing/2014/main" id="{4ECE45E6-1CC0-CB4D-BD20-61797E635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340134" name="Freeform 166">
            <a:extLst>
              <a:ext uri="{FF2B5EF4-FFF2-40B4-BE49-F238E27FC236}">
                <a16:creationId xmlns:a16="http://schemas.microsoft.com/office/drawing/2014/main" id="{15EAB41A-3AD1-A3A6-26C3-FB6E488F678E}"/>
              </a:ext>
            </a:extLst>
          </p:cNvPr>
          <p:cNvSpPr>
            <a:spLocks/>
          </p:cNvSpPr>
          <p:nvPr/>
        </p:nvSpPr>
        <p:spPr bwMode="auto">
          <a:xfrm>
            <a:off x="5273675" y="4191000"/>
            <a:ext cx="1588" cy="304800"/>
          </a:xfrm>
          <a:custGeom>
            <a:avLst/>
            <a:gdLst>
              <a:gd name="T0" fmla="*/ 0 w 1"/>
              <a:gd name="T1" fmla="*/ 2147483646 h 192"/>
              <a:gd name="T2" fmla="*/ 0 w 1"/>
              <a:gd name="T3" fmla="*/ 0 h 19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2">
                <a:moveTo>
                  <a:pt x="0" y="192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0135" name="Text Box 167">
            <a:extLst>
              <a:ext uri="{FF2B5EF4-FFF2-40B4-BE49-F238E27FC236}">
                <a16:creationId xmlns:a16="http://schemas.microsoft.com/office/drawing/2014/main" id="{48F3F93C-5C75-9BC1-604D-1CEDE7A4B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6" y="381000"/>
            <a:ext cx="254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以输入为例</a:t>
            </a:r>
          </a:p>
        </p:txBody>
      </p:sp>
      <p:grpSp>
        <p:nvGrpSpPr>
          <p:cNvPr id="340136" name="Group 168">
            <a:extLst>
              <a:ext uri="{FF2B5EF4-FFF2-40B4-BE49-F238E27FC236}">
                <a16:creationId xmlns:a16="http://schemas.microsoft.com/office/drawing/2014/main" id="{A813860B-C720-713E-C932-A45C71660F5D}"/>
              </a:ext>
            </a:extLst>
          </p:cNvPr>
          <p:cNvGrpSpPr>
            <a:grpSpLocks/>
          </p:cNvGrpSpPr>
          <p:nvPr/>
        </p:nvGrpSpPr>
        <p:grpSpPr bwMode="auto">
          <a:xfrm>
            <a:off x="7558088" y="3951289"/>
            <a:ext cx="2366962" cy="560387"/>
            <a:chOff x="3799" y="2496"/>
            <a:chExt cx="1491" cy="353"/>
          </a:xfrm>
        </p:grpSpPr>
        <p:sp>
          <p:nvSpPr>
            <p:cNvPr id="36915" name="Freeform 169">
              <a:extLst>
                <a:ext uri="{FF2B5EF4-FFF2-40B4-BE49-F238E27FC236}">
                  <a16:creationId xmlns:a16="http://schemas.microsoft.com/office/drawing/2014/main" id="{EAF42256-DA52-1A8E-BC5F-ABF362A8B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2730"/>
              <a:ext cx="1491" cy="119"/>
            </a:xfrm>
            <a:custGeom>
              <a:avLst/>
              <a:gdLst>
                <a:gd name="T0" fmla="*/ 0 w 1730"/>
                <a:gd name="T1" fmla="*/ 74 h 139"/>
                <a:gd name="T2" fmla="*/ 2 w 1730"/>
                <a:gd name="T3" fmla="*/ 0 h 139"/>
                <a:gd name="T4" fmla="*/ 954 w 173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0" h="139">
                  <a:moveTo>
                    <a:pt x="0" y="139"/>
                  </a:moveTo>
                  <a:lnTo>
                    <a:pt x="2" y="0"/>
                  </a:lnTo>
                  <a:lnTo>
                    <a:pt x="1730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6" name="Text Box 170">
              <a:extLst>
                <a:ext uri="{FF2B5EF4-FFF2-40B4-BE49-F238E27FC236}">
                  <a16:creationId xmlns:a16="http://schemas.microsoft.com/office/drawing/2014/main" id="{A64CEF95-0DB7-1F11-EE78-F4C162EF3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2" y="249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340140" name="Group 172">
            <a:extLst>
              <a:ext uri="{FF2B5EF4-FFF2-40B4-BE49-F238E27FC236}">
                <a16:creationId xmlns:a16="http://schemas.microsoft.com/office/drawing/2014/main" id="{0DE4A5D2-6964-E833-C5A8-D58BB9701671}"/>
              </a:ext>
            </a:extLst>
          </p:cNvPr>
          <p:cNvGrpSpPr>
            <a:grpSpLocks/>
          </p:cNvGrpSpPr>
          <p:nvPr/>
        </p:nvGrpSpPr>
        <p:grpSpPr bwMode="auto">
          <a:xfrm>
            <a:off x="8353425" y="6003925"/>
            <a:ext cx="1600200" cy="636588"/>
            <a:chOff x="4302" y="3782"/>
            <a:chExt cx="1008" cy="401"/>
          </a:xfrm>
        </p:grpSpPr>
        <p:sp>
          <p:nvSpPr>
            <p:cNvPr id="36913" name="AutoShape 173">
              <a:extLst>
                <a:ext uri="{FF2B5EF4-FFF2-40B4-BE49-F238E27FC236}">
                  <a16:creationId xmlns:a16="http://schemas.microsoft.com/office/drawing/2014/main" id="{2AE6A7D6-4CB8-9121-5C65-26A78A582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975"/>
              <a:ext cx="1008" cy="208"/>
            </a:xfrm>
            <a:prstGeom prst="leftArrow">
              <a:avLst>
                <a:gd name="adj1" fmla="val 50000"/>
                <a:gd name="adj2" fmla="val 88465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4" name="Text Box 174">
              <a:extLst>
                <a:ext uri="{FF2B5EF4-FFF2-40B4-BE49-F238E27FC236}">
                  <a16:creationId xmlns:a16="http://schemas.microsoft.com/office/drawing/2014/main" id="{099A6A34-2940-0417-17F7-EF341F429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" y="378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③</a:t>
              </a:r>
            </a:p>
          </p:txBody>
        </p:sp>
      </p:grpSp>
      <p:grpSp>
        <p:nvGrpSpPr>
          <p:cNvPr id="340143" name="Group 175">
            <a:extLst>
              <a:ext uri="{FF2B5EF4-FFF2-40B4-BE49-F238E27FC236}">
                <a16:creationId xmlns:a16="http://schemas.microsoft.com/office/drawing/2014/main" id="{4DB98CEE-CEAC-31CE-9A72-6B8A6B01AF57}"/>
              </a:ext>
            </a:extLst>
          </p:cNvPr>
          <p:cNvGrpSpPr>
            <a:grpSpLocks/>
          </p:cNvGrpSpPr>
          <p:nvPr/>
        </p:nvGrpSpPr>
        <p:grpSpPr bwMode="auto">
          <a:xfrm>
            <a:off x="5578475" y="2463801"/>
            <a:ext cx="2895600" cy="1878013"/>
            <a:chOff x="2554" y="1552"/>
            <a:chExt cx="1824" cy="1183"/>
          </a:xfrm>
        </p:grpSpPr>
        <p:sp>
          <p:nvSpPr>
            <p:cNvPr id="36909" name="Freeform 176">
              <a:extLst>
                <a:ext uri="{FF2B5EF4-FFF2-40B4-BE49-F238E27FC236}">
                  <a16:creationId xmlns:a16="http://schemas.microsoft.com/office/drawing/2014/main" id="{4B4B4A3B-5788-3894-5EA2-42CBA2640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1552"/>
              <a:ext cx="1707" cy="1183"/>
            </a:xfrm>
            <a:custGeom>
              <a:avLst/>
              <a:gdLst>
                <a:gd name="T0" fmla="*/ 0 w 1707"/>
                <a:gd name="T1" fmla="*/ 1100 h 1183"/>
                <a:gd name="T2" fmla="*/ 0 w 1707"/>
                <a:gd name="T3" fmla="*/ 1183 h 1183"/>
                <a:gd name="T4" fmla="*/ 720 w 1707"/>
                <a:gd name="T5" fmla="*/ 1183 h 1183"/>
                <a:gd name="T6" fmla="*/ 719 w 1707"/>
                <a:gd name="T7" fmla="*/ 0 h 1183"/>
                <a:gd name="T8" fmla="*/ 1707 w 1707"/>
                <a:gd name="T9" fmla="*/ 2 h 1183"/>
                <a:gd name="T10" fmla="*/ 1707 w 1707"/>
                <a:gd name="T11" fmla="*/ 56 h 11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7" h="1183">
                  <a:moveTo>
                    <a:pt x="0" y="1100"/>
                  </a:moveTo>
                  <a:lnTo>
                    <a:pt x="0" y="1183"/>
                  </a:lnTo>
                  <a:lnTo>
                    <a:pt x="720" y="1183"/>
                  </a:lnTo>
                  <a:lnTo>
                    <a:pt x="719" y="0"/>
                  </a:lnTo>
                  <a:lnTo>
                    <a:pt x="1707" y="2"/>
                  </a:lnTo>
                  <a:lnTo>
                    <a:pt x="1707" y="5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6910" name="Group 177">
              <a:extLst>
                <a:ext uri="{FF2B5EF4-FFF2-40B4-BE49-F238E27FC236}">
                  <a16:creationId xmlns:a16="http://schemas.microsoft.com/office/drawing/2014/main" id="{6F316021-2E15-4B79-A492-E88019956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03"/>
              <a:ext cx="730" cy="459"/>
              <a:chOff x="3648" y="1612"/>
              <a:chExt cx="730" cy="459"/>
            </a:xfrm>
          </p:grpSpPr>
          <p:sp>
            <p:nvSpPr>
              <p:cNvPr id="36911" name="Rectangle 178">
                <a:extLst>
                  <a:ext uri="{FF2B5EF4-FFF2-40B4-BE49-F238E27FC236}">
                    <a16:creationId xmlns:a16="http://schemas.microsoft.com/office/drawing/2014/main" id="{863910F1-9D4E-1E26-6765-3BAE983F2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53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912" name="Oval 179">
                <a:extLst>
                  <a:ext uri="{FF2B5EF4-FFF2-40B4-BE49-F238E27FC236}">
                    <a16:creationId xmlns:a16="http://schemas.microsoft.com/office/drawing/2014/main" id="{88124ADF-D5CE-FB12-5536-8415D26A7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1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40148" name="Line 180">
            <a:extLst>
              <a:ext uri="{FF2B5EF4-FFF2-40B4-BE49-F238E27FC236}">
                <a16:creationId xmlns:a16="http://schemas.microsoft.com/office/drawing/2014/main" id="{D8F28FEF-A5B0-7196-2524-A8CE84DB2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475" y="2028825"/>
            <a:ext cx="22860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40149" name="Group 181">
            <a:extLst>
              <a:ext uri="{FF2B5EF4-FFF2-40B4-BE49-F238E27FC236}">
                <a16:creationId xmlns:a16="http://schemas.microsoft.com/office/drawing/2014/main" id="{30729719-3484-CC9D-75D1-824B435568E4}"/>
              </a:ext>
            </a:extLst>
          </p:cNvPr>
          <p:cNvGrpSpPr>
            <a:grpSpLocks/>
          </p:cNvGrpSpPr>
          <p:nvPr/>
        </p:nvGrpSpPr>
        <p:grpSpPr bwMode="auto">
          <a:xfrm>
            <a:off x="2654300" y="1905000"/>
            <a:ext cx="7113588" cy="609600"/>
            <a:chOff x="712" y="1200"/>
            <a:chExt cx="4481" cy="384"/>
          </a:xfrm>
        </p:grpSpPr>
        <p:grpSp>
          <p:nvGrpSpPr>
            <p:cNvPr id="36901" name="Group 182">
              <a:extLst>
                <a:ext uri="{FF2B5EF4-FFF2-40B4-BE49-F238E27FC236}">
                  <a16:creationId xmlns:a16="http://schemas.microsoft.com/office/drawing/2014/main" id="{A7BF4289-DFA5-2F27-92C3-677A5366F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1200"/>
              <a:ext cx="2202" cy="384"/>
              <a:chOff x="712" y="1200"/>
              <a:chExt cx="2202" cy="384"/>
            </a:xfrm>
          </p:grpSpPr>
          <p:grpSp>
            <p:nvGrpSpPr>
              <p:cNvPr id="36905" name="Group 183">
                <a:extLst>
                  <a:ext uri="{FF2B5EF4-FFF2-40B4-BE49-F238E27FC236}">
                    <a16:creationId xmlns:a16="http://schemas.microsoft.com/office/drawing/2014/main" id="{47735A28-A1F3-48FE-1C6C-BD44A8CF60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2" y="1200"/>
                <a:ext cx="1650" cy="384"/>
                <a:chOff x="712" y="1200"/>
                <a:chExt cx="1650" cy="384"/>
              </a:xfrm>
            </p:grpSpPr>
            <p:sp>
              <p:nvSpPr>
                <p:cNvPr id="36907" name="Freeform 184">
                  <a:extLst>
                    <a:ext uri="{FF2B5EF4-FFF2-40B4-BE49-F238E27FC236}">
                      <a16:creationId xmlns:a16="http://schemas.microsoft.com/office/drawing/2014/main" id="{1F9A966B-9673-BD86-2B47-89DDCEC36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" y="1454"/>
                  <a:ext cx="1650" cy="130"/>
                </a:xfrm>
                <a:custGeom>
                  <a:avLst/>
                  <a:gdLst>
                    <a:gd name="T0" fmla="*/ 3406 w 1296"/>
                    <a:gd name="T1" fmla="*/ 96 h 144"/>
                    <a:gd name="T2" fmla="*/ 3406 w 1296"/>
                    <a:gd name="T3" fmla="*/ 0 h 144"/>
                    <a:gd name="T4" fmla="*/ 0 w 1296"/>
                    <a:gd name="T5" fmla="*/ 0 h 1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96" h="144">
                      <a:moveTo>
                        <a:pt x="1296" y="144"/>
                      </a:moveTo>
                      <a:lnTo>
                        <a:pt x="129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6908" name="Text Box 185">
                  <a:extLst>
                    <a:ext uri="{FF2B5EF4-FFF2-40B4-BE49-F238E27FC236}">
                      <a16:creationId xmlns:a16="http://schemas.microsoft.com/office/drawing/2014/main" id="{30A2A0DA-26D5-D194-F135-84C3097525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1200"/>
                  <a:ext cx="27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⑥</a:t>
                  </a:r>
                </a:p>
              </p:txBody>
            </p:sp>
          </p:grpSp>
          <p:sp>
            <p:nvSpPr>
              <p:cNvPr id="36906" name="Freeform 186">
                <a:extLst>
                  <a:ext uri="{FF2B5EF4-FFF2-40B4-BE49-F238E27FC236}">
                    <a16:creationId xmlns:a16="http://schemas.microsoft.com/office/drawing/2014/main" id="{68227D47-68AD-D9CD-7481-21CFDD7FB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5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6902" name="Group 187">
              <a:extLst>
                <a:ext uri="{FF2B5EF4-FFF2-40B4-BE49-F238E27FC236}">
                  <a16:creationId xmlns:a16="http://schemas.microsoft.com/office/drawing/2014/main" id="{03E1C405-7984-9FD0-1B6D-F610D2809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390"/>
              <a:ext cx="1833" cy="83"/>
              <a:chOff x="3360" y="1399"/>
              <a:chExt cx="1833" cy="83"/>
            </a:xfrm>
          </p:grpSpPr>
          <p:sp>
            <p:nvSpPr>
              <p:cNvPr id="36903" name="Freeform 188">
                <a:extLst>
                  <a:ext uri="{FF2B5EF4-FFF2-40B4-BE49-F238E27FC236}">
                    <a16:creationId xmlns:a16="http://schemas.microsoft.com/office/drawing/2014/main" id="{05BF5FD2-7BE6-40D0-9F29-84314C301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9"/>
                <a:ext cx="1440" cy="83"/>
              </a:xfrm>
              <a:custGeom>
                <a:avLst/>
                <a:gdLst>
                  <a:gd name="T0" fmla="*/ 1440 w 1440"/>
                  <a:gd name="T1" fmla="*/ 54 h 96"/>
                  <a:gd name="T2" fmla="*/ 0 w 1440"/>
                  <a:gd name="T3" fmla="*/ 54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04" name="Freeform 189">
                <a:extLst>
                  <a:ext uri="{FF2B5EF4-FFF2-40B4-BE49-F238E27FC236}">
                    <a16:creationId xmlns:a16="http://schemas.microsoft.com/office/drawing/2014/main" id="{45C6BBF1-7805-AC27-BDA7-AEB676392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77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4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4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4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34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4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4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34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4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4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34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34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34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34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5" dur="500"/>
                                        <p:tgtEl>
                                          <p:spTgt spid="34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4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34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34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34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34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3" dur="500"/>
                                        <p:tgtEl>
                                          <p:spTgt spid="34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34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1" dur="500"/>
                                        <p:tgtEl>
                                          <p:spTgt spid="34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6" dur="500"/>
                                        <p:tgtEl>
                                          <p:spTgt spid="34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1" dur="500"/>
                                        <p:tgtEl>
                                          <p:spTgt spid="34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34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0" dur="500"/>
                                        <p:tgtEl>
                                          <p:spTgt spid="3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500"/>
                                        <p:tgtEl>
                                          <p:spTgt spid="34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9" dur="500"/>
                                        <p:tgtEl>
                                          <p:spTgt spid="34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4" dur="500"/>
                                        <p:tgtEl>
                                          <p:spTgt spid="34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9" dur="500"/>
                                        <p:tgtEl>
                                          <p:spTgt spid="34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4" dur="500"/>
                                        <p:tgtEl>
                                          <p:spTgt spid="34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088" grpId="0" animBg="1" autoUpdateAnimBg="0"/>
      <p:bldP spid="340123" grpId="0" animBg="1" autoUpdateAnimBg="0"/>
      <p:bldP spid="34013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C1EC6A7A-193F-DCC5-91A6-EF3FCE4B3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52400"/>
            <a:ext cx="5502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五、中断服务程序流程</a:t>
            </a:r>
          </a:p>
        </p:txBody>
      </p:sp>
      <p:sp>
        <p:nvSpPr>
          <p:cNvPr id="340995" name="Text Box 3">
            <a:extLst>
              <a:ext uri="{FF2B5EF4-FFF2-40B4-BE49-F238E27FC236}">
                <a16:creationId xmlns:a16="http://schemas.microsoft.com/office/drawing/2014/main" id="{DFED708F-74B4-CBE4-C119-86066DEC1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790575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中断服务程序的流程</a:t>
            </a:r>
          </a:p>
        </p:txBody>
      </p:sp>
      <p:sp>
        <p:nvSpPr>
          <p:cNvPr id="340996" name="Text Box 4">
            <a:extLst>
              <a:ext uri="{FF2B5EF4-FFF2-40B4-BE49-F238E27FC236}">
                <a16:creationId xmlns:a16="http://schemas.microsoft.com/office/drawing/2014/main" id="{E823E784-DE0D-7949-B39B-9F27DC67F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1341438"/>
            <a:ext cx="319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保护现场</a:t>
            </a:r>
          </a:p>
        </p:txBody>
      </p:sp>
      <p:sp>
        <p:nvSpPr>
          <p:cNvPr id="340997" name="Text Box 5">
            <a:extLst>
              <a:ext uri="{FF2B5EF4-FFF2-40B4-BE49-F238E27FC236}">
                <a16:creationId xmlns:a16="http://schemas.microsoft.com/office/drawing/2014/main" id="{D102FD9D-3EB9-5ED9-56B6-5251865AA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2684463"/>
            <a:ext cx="2813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中断服务</a:t>
            </a:r>
          </a:p>
        </p:txBody>
      </p:sp>
      <p:sp>
        <p:nvSpPr>
          <p:cNvPr id="340998" name="Text Box 6">
            <a:extLst>
              <a:ext uri="{FF2B5EF4-FFF2-40B4-BE49-F238E27FC236}">
                <a16:creationId xmlns:a16="http://schemas.microsoft.com/office/drawing/2014/main" id="{67070985-9B6B-61F9-EF8B-1F0BC89FE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3600451"/>
            <a:ext cx="266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(3) 恢复现场</a:t>
            </a:r>
          </a:p>
        </p:txBody>
      </p:sp>
      <p:sp>
        <p:nvSpPr>
          <p:cNvPr id="340999" name="Text Box 7">
            <a:extLst>
              <a:ext uri="{FF2B5EF4-FFF2-40B4-BE49-F238E27FC236}">
                <a16:creationId xmlns:a16="http://schemas.microsoft.com/office/drawing/2014/main" id="{BE32EEE1-01D5-F3D2-1392-9409EAB05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4089401"/>
            <a:ext cx="266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(4) 中断返回</a:t>
            </a:r>
          </a:p>
        </p:txBody>
      </p:sp>
      <p:sp>
        <p:nvSpPr>
          <p:cNvPr id="341000" name="Text Box 8">
            <a:extLst>
              <a:ext uri="{FF2B5EF4-FFF2-40B4-BE49-F238E27FC236}">
                <a16:creationId xmlns:a16="http://schemas.microsoft.com/office/drawing/2014/main" id="{4AEF22A9-A5AA-B55A-38EB-5DE36D960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1" y="3173413"/>
            <a:ext cx="664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对不同的 </a:t>
            </a:r>
            <a:r>
              <a:rPr lang="en-US" altLang="zh-CN" sz="2400">
                <a:latin typeface="Times New Roman" panose="02020603050405020304" pitchFamily="18" charset="0"/>
              </a:rPr>
              <a:t>I/O </a:t>
            </a:r>
            <a:r>
              <a:rPr lang="zh-CN" altLang="en-US" sz="2400">
                <a:latin typeface="Times New Roman" panose="02020603050405020304" pitchFamily="18" charset="0"/>
              </a:rPr>
              <a:t>设备具有不同内容的设备服务</a:t>
            </a:r>
          </a:p>
        </p:txBody>
      </p:sp>
      <p:sp>
        <p:nvSpPr>
          <p:cNvPr id="341001" name="Text Box 9">
            <a:extLst>
              <a:ext uri="{FF2B5EF4-FFF2-40B4-BE49-F238E27FC236}">
                <a16:creationId xmlns:a16="http://schemas.microsoft.com/office/drawing/2014/main" id="{176D13FD-71FA-2EEB-66B7-AE2DC6DFF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4114800"/>
            <a:ext cx="2682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中断返回指令</a:t>
            </a:r>
          </a:p>
        </p:txBody>
      </p:sp>
      <p:sp>
        <p:nvSpPr>
          <p:cNvPr id="341002" name="Text Box 10">
            <a:extLst>
              <a:ext uri="{FF2B5EF4-FFF2-40B4-BE49-F238E27FC236}">
                <a16:creationId xmlns:a16="http://schemas.microsoft.com/office/drawing/2014/main" id="{30A4DF9F-0F31-7EC6-8B94-D82925FC4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4578350"/>
            <a:ext cx="525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2. 单重中断和多重中断</a:t>
            </a:r>
          </a:p>
        </p:txBody>
      </p:sp>
      <p:sp>
        <p:nvSpPr>
          <p:cNvPr id="341003" name="Text Box 11">
            <a:extLst>
              <a:ext uri="{FF2B5EF4-FFF2-40B4-BE49-F238E27FC236}">
                <a16:creationId xmlns:a16="http://schemas.microsoft.com/office/drawing/2014/main" id="{BEC7CFAD-0EFC-1E94-98F5-C6D9B9D9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75" y="5149851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不允许中断 </a:t>
            </a:r>
            <a:r>
              <a:rPr lang="zh-CN" altLang="en-US" sz="2800">
                <a:latin typeface="Times New Roman" panose="02020603050405020304" pitchFamily="18" charset="0"/>
              </a:rPr>
              <a:t>现行的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中断服务程序</a:t>
            </a:r>
          </a:p>
        </p:txBody>
      </p:sp>
      <p:grpSp>
        <p:nvGrpSpPr>
          <p:cNvPr id="341004" name="Group 12">
            <a:extLst>
              <a:ext uri="{FF2B5EF4-FFF2-40B4-BE49-F238E27FC236}">
                <a16:creationId xmlns:a16="http://schemas.microsoft.com/office/drawing/2014/main" id="{F3B10BCC-7BD0-D9D3-F961-1AB8D26247C6}"/>
              </a:ext>
            </a:extLst>
          </p:cNvPr>
          <p:cNvGrpSpPr>
            <a:grpSpLocks/>
          </p:cNvGrpSpPr>
          <p:nvPr/>
        </p:nvGrpSpPr>
        <p:grpSpPr bwMode="auto">
          <a:xfrm>
            <a:off x="2765425" y="5149851"/>
            <a:ext cx="1695450" cy="1008063"/>
            <a:chOff x="1344" y="3244"/>
            <a:chExt cx="1068" cy="635"/>
          </a:xfrm>
        </p:grpSpPr>
        <p:sp>
          <p:nvSpPr>
            <p:cNvPr id="37913" name="Text Box 13">
              <a:extLst>
                <a:ext uri="{FF2B5EF4-FFF2-40B4-BE49-F238E27FC236}">
                  <a16:creationId xmlns:a16="http://schemas.microsoft.com/office/drawing/2014/main" id="{2492E934-F007-28BD-C149-64AECE9C0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244"/>
              <a:ext cx="10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单重 </a:t>
              </a:r>
              <a:r>
                <a:rPr lang="zh-CN" altLang="en-US" sz="2800">
                  <a:latin typeface="Times New Roman" panose="02020603050405020304" pitchFamily="18" charset="0"/>
                </a:rPr>
                <a:t>中断</a:t>
              </a:r>
            </a:p>
          </p:txBody>
        </p:sp>
        <p:sp>
          <p:nvSpPr>
            <p:cNvPr id="37914" name="Text Box 14">
              <a:extLst>
                <a:ext uri="{FF2B5EF4-FFF2-40B4-BE49-F238E27FC236}">
                  <a16:creationId xmlns:a16="http://schemas.microsoft.com/office/drawing/2014/main" id="{93FAED61-8882-CA6F-4871-71B30DE68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52"/>
              <a:ext cx="10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多重 </a:t>
              </a:r>
              <a:r>
                <a:rPr lang="zh-CN" altLang="en-US" sz="2800">
                  <a:latin typeface="Times New Roman" panose="02020603050405020304" pitchFamily="18" charset="0"/>
                </a:rPr>
                <a:t>中断</a:t>
              </a:r>
            </a:p>
          </p:txBody>
        </p:sp>
      </p:grpSp>
      <p:grpSp>
        <p:nvGrpSpPr>
          <p:cNvPr id="341007" name="Group 15">
            <a:extLst>
              <a:ext uri="{FF2B5EF4-FFF2-40B4-BE49-F238E27FC236}">
                <a16:creationId xmlns:a16="http://schemas.microsoft.com/office/drawing/2014/main" id="{3B10CB8B-A98B-8739-87AF-0E8FBB5B5A39}"/>
              </a:ext>
            </a:extLst>
          </p:cNvPr>
          <p:cNvGrpSpPr>
            <a:grpSpLocks/>
          </p:cNvGrpSpPr>
          <p:nvPr/>
        </p:nvGrpSpPr>
        <p:grpSpPr bwMode="auto">
          <a:xfrm>
            <a:off x="4587875" y="5638800"/>
            <a:ext cx="5029200" cy="985838"/>
            <a:chOff x="1930" y="3552"/>
            <a:chExt cx="3168" cy="621"/>
          </a:xfrm>
        </p:grpSpPr>
        <p:sp>
          <p:nvSpPr>
            <p:cNvPr id="37911" name="Text Box 16">
              <a:extLst>
                <a:ext uri="{FF2B5EF4-FFF2-40B4-BE49-F238E27FC236}">
                  <a16:creationId xmlns:a16="http://schemas.microsoft.com/office/drawing/2014/main" id="{8424608F-1B91-3455-F374-4E39BC5DB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3552"/>
              <a:ext cx="31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允许级别更高 </a:t>
              </a:r>
              <a:r>
                <a:rPr lang="zh-CN" altLang="en-US" sz="2800">
                  <a:latin typeface="Times New Roman" panose="02020603050405020304" pitchFamily="18" charset="0"/>
                </a:rPr>
                <a:t>的中断源</a:t>
              </a:r>
            </a:p>
          </p:txBody>
        </p:sp>
        <p:sp>
          <p:nvSpPr>
            <p:cNvPr id="37912" name="Text Box 17">
              <a:extLst>
                <a:ext uri="{FF2B5EF4-FFF2-40B4-BE49-F238E27FC236}">
                  <a16:creationId xmlns:a16="http://schemas.microsoft.com/office/drawing/2014/main" id="{AEC723E9-3D30-5124-31D7-92897E685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3846"/>
              <a:ext cx="31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 </a:t>
              </a:r>
              <a:r>
                <a:rPr lang="zh-CN" altLang="en-US" sz="2800">
                  <a:latin typeface="Times New Roman" panose="02020603050405020304" pitchFamily="18" charset="0"/>
                </a:rPr>
                <a:t>现行的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中断服务程序</a:t>
              </a:r>
            </a:p>
          </p:txBody>
        </p:sp>
      </p:grpSp>
      <p:sp>
        <p:nvSpPr>
          <p:cNvPr id="341010" name="Text Box 18">
            <a:extLst>
              <a:ext uri="{FF2B5EF4-FFF2-40B4-BE49-F238E27FC236}">
                <a16:creationId xmlns:a16="http://schemas.microsoft.com/office/drawing/2014/main" id="{B509CDE9-773A-385C-3B0C-855E3053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1830388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中断隐指令完成</a:t>
            </a:r>
          </a:p>
        </p:txBody>
      </p:sp>
      <p:sp>
        <p:nvSpPr>
          <p:cNvPr id="341011" name="Text Box 19">
            <a:extLst>
              <a:ext uri="{FF2B5EF4-FFF2-40B4-BE49-F238E27FC236}">
                <a16:creationId xmlns:a16="http://schemas.microsoft.com/office/drawing/2014/main" id="{28E2A3DE-5C0D-BE60-CD22-3AE43AF9D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2257425"/>
            <a:ext cx="1920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进栈指令</a:t>
            </a:r>
          </a:p>
        </p:txBody>
      </p:sp>
      <p:sp>
        <p:nvSpPr>
          <p:cNvPr id="341012" name="Text Box 20">
            <a:extLst>
              <a:ext uri="{FF2B5EF4-FFF2-40B4-BE49-F238E27FC236}">
                <a16:creationId xmlns:a16="http://schemas.microsoft.com/office/drawing/2014/main" id="{75A17720-6B2B-B68D-7740-FE3BFC6D2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3633788"/>
            <a:ext cx="230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出栈指令</a:t>
            </a:r>
          </a:p>
        </p:txBody>
      </p:sp>
      <p:grpSp>
        <p:nvGrpSpPr>
          <p:cNvPr id="341013" name="Group 21">
            <a:extLst>
              <a:ext uri="{FF2B5EF4-FFF2-40B4-BE49-F238E27FC236}">
                <a16:creationId xmlns:a16="http://schemas.microsoft.com/office/drawing/2014/main" id="{514888AD-9E73-A7F4-DEBE-0804EBF2832E}"/>
              </a:ext>
            </a:extLst>
          </p:cNvPr>
          <p:cNvGrpSpPr>
            <a:grpSpLocks/>
          </p:cNvGrpSpPr>
          <p:nvPr/>
        </p:nvGrpSpPr>
        <p:grpSpPr bwMode="auto">
          <a:xfrm>
            <a:off x="3581401" y="1830389"/>
            <a:ext cx="3122613" cy="884237"/>
            <a:chOff x="1574" y="1153"/>
            <a:chExt cx="1967" cy="557"/>
          </a:xfrm>
        </p:grpSpPr>
        <p:sp>
          <p:nvSpPr>
            <p:cNvPr id="37909" name="Text Box 22">
              <a:extLst>
                <a:ext uri="{FF2B5EF4-FFF2-40B4-BE49-F238E27FC236}">
                  <a16:creationId xmlns:a16="http://schemas.microsoft.com/office/drawing/2014/main" id="{55731AA5-68A9-2871-032B-B30D4BCD2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1153"/>
              <a:ext cx="17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程序断点的保护</a:t>
              </a:r>
            </a:p>
          </p:txBody>
        </p:sp>
        <p:sp>
          <p:nvSpPr>
            <p:cNvPr id="37910" name="Text Box 23">
              <a:extLst>
                <a:ext uri="{FF2B5EF4-FFF2-40B4-BE49-F238E27FC236}">
                  <a16:creationId xmlns:a16="http://schemas.microsoft.com/office/drawing/2014/main" id="{C3B60145-829B-0538-9F71-AECD948F3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1422"/>
              <a:ext cx="19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寄存器内容的保护</a:t>
              </a:r>
            </a:p>
          </p:txBody>
        </p:sp>
      </p:grpSp>
      <p:sp>
        <p:nvSpPr>
          <p:cNvPr id="341016" name="AutoShape 24">
            <a:extLst>
              <a:ext uri="{FF2B5EF4-FFF2-40B4-BE49-F238E27FC236}">
                <a16:creationId xmlns:a16="http://schemas.microsoft.com/office/drawing/2014/main" id="{D2F45A69-FBD8-ABAA-7C87-4D550B6DE150}"/>
              </a:ext>
            </a:extLst>
          </p:cNvPr>
          <p:cNvSpPr>
            <a:spLocks/>
          </p:cNvSpPr>
          <p:nvPr/>
        </p:nvSpPr>
        <p:spPr bwMode="auto">
          <a:xfrm>
            <a:off x="3444875" y="1989138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4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autoUpdateAnimBg="0"/>
      <p:bldP spid="340996" grpId="0" autoUpdateAnimBg="0"/>
      <p:bldP spid="340997" grpId="0" autoUpdateAnimBg="0"/>
      <p:bldP spid="340998" grpId="0" autoUpdateAnimBg="0"/>
      <p:bldP spid="340999" grpId="0" autoUpdateAnimBg="0"/>
      <p:bldP spid="341000" grpId="0" autoUpdateAnimBg="0"/>
      <p:bldP spid="341001" grpId="0" autoUpdateAnimBg="0"/>
      <p:bldP spid="341002" grpId="0" autoUpdateAnimBg="0"/>
      <p:bldP spid="341003" grpId="0" autoUpdateAnimBg="0"/>
      <p:bldP spid="341010" grpId="0" autoUpdateAnimBg="0"/>
      <p:bldP spid="341011" grpId="0" autoUpdateAnimBg="0"/>
      <p:bldP spid="34101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17F24628-7001-FC1C-E5A8-88928354D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70645"/>
            <a:ext cx="7118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3. 单重中断和多重中断的服务程序流程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342019" name="Group 3">
            <a:extLst>
              <a:ext uri="{FF2B5EF4-FFF2-40B4-BE49-F238E27FC236}">
                <a16:creationId xmlns:a16="http://schemas.microsoft.com/office/drawing/2014/main" id="{EB052FB8-72D1-7FA6-D6C3-B821411A1333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166939"/>
            <a:ext cx="1676400" cy="542925"/>
            <a:chOff x="960" y="1365"/>
            <a:chExt cx="1056" cy="342"/>
          </a:xfrm>
        </p:grpSpPr>
        <p:sp>
          <p:nvSpPr>
            <p:cNvPr id="39011" name="Text Box 4">
              <a:extLst>
                <a:ext uri="{FF2B5EF4-FFF2-40B4-BE49-F238E27FC236}">
                  <a16:creationId xmlns:a16="http://schemas.microsoft.com/office/drawing/2014/main" id="{234A8989-309C-27C9-D80E-A0B485F3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140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中断否？</a:t>
              </a:r>
            </a:p>
          </p:txBody>
        </p:sp>
        <p:sp>
          <p:nvSpPr>
            <p:cNvPr id="39012" name="AutoShape 5">
              <a:extLst>
                <a:ext uri="{FF2B5EF4-FFF2-40B4-BE49-F238E27FC236}">
                  <a16:creationId xmlns:a16="http://schemas.microsoft.com/office/drawing/2014/main" id="{6E8C9454-CF65-67B3-FDA6-50F8DDB49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65"/>
              <a:ext cx="1056" cy="34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42022" name="Group 6">
            <a:extLst>
              <a:ext uri="{FF2B5EF4-FFF2-40B4-BE49-F238E27FC236}">
                <a16:creationId xmlns:a16="http://schemas.microsoft.com/office/drawing/2014/main" id="{D046E770-7476-8BEC-6228-2B16852C16CD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224338"/>
            <a:ext cx="1905000" cy="2405062"/>
            <a:chOff x="912" y="2661"/>
            <a:chExt cx="1200" cy="1515"/>
          </a:xfrm>
        </p:grpSpPr>
        <p:sp>
          <p:nvSpPr>
            <p:cNvPr id="39003" name="Rectangle 7">
              <a:extLst>
                <a:ext uri="{FF2B5EF4-FFF2-40B4-BE49-F238E27FC236}">
                  <a16:creationId xmlns:a16="http://schemas.microsoft.com/office/drawing/2014/main" id="{D3464021-44B9-57B7-3EFA-D2A7C27CC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661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保护现场</a:t>
              </a:r>
            </a:p>
          </p:txBody>
        </p:sp>
        <p:sp>
          <p:nvSpPr>
            <p:cNvPr id="39004" name="Rectangle 8">
              <a:extLst>
                <a:ext uri="{FF2B5EF4-FFF2-40B4-BE49-F238E27FC236}">
                  <a16:creationId xmlns:a16="http://schemas.microsoft.com/office/drawing/2014/main" id="{18251D08-EDED-5066-6816-CC8558E0A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027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设备服务</a:t>
              </a:r>
            </a:p>
          </p:txBody>
        </p:sp>
        <p:sp>
          <p:nvSpPr>
            <p:cNvPr id="39005" name="Rectangle 9">
              <a:extLst>
                <a:ext uri="{FF2B5EF4-FFF2-40B4-BE49-F238E27FC236}">
                  <a16:creationId xmlns:a16="http://schemas.microsoft.com/office/drawing/2014/main" id="{E734D645-C229-1EC4-C9C3-DE6452F48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393"/>
              <a:ext cx="1152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恢复现场</a:t>
              </a:r>
            </a:p>
          </p:txBody>
        </p:sp>
        <p:sp>
          <p:nvSpPr>
            <p:cNvPr id="39006" name="Text Box 10">
              <a:extLst>
                <a:ext uri="{FF2B5EF4-FFF2-40B4-BE49-F238E27FC236}">
                  <a16:creationId xmlns:a16="http://schemas.microsoft.com/office/drawing/2014/main" id="{4DE2FB81-E8D8-7206-0AE0-6EECDB316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734"/>
              <a:ext cx="100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开中断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中断返回</a:t>
              </a:r>
            </a:p>
          </p:txBody>
        </p:sp>
        <p:sp>
          <p:nvSpPr>
            <p:cNvPr id="39007" name="Rectangle 11">
              <a:extLst>
                <a:ext uri="{FF2B5EF4-FFF2-40B4-BE49-F238E27FC236}">
                  <a16:creationId xmlns:a16="http://schemas.microsoft.com/office/drawing/2014/main" id="{9CEC0452-12DD-4399-DD72-DEF01B26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758"/>
              <a:ext cx="1152" cy="41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008" name="Line 12">
              <a:extLst>
                <a:ext uri="{FF2B5EF4-FFF2-40B4-BE49-F238E27FC236}">
                  <a16:creationId xmlns:a16="http://schemas.microsoft.com/office/drawing/2014/main" id="{68E3F4A2-3091-8634-1E1D-85C2D8220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52"/>
              <a:ext cx="0" cy="1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009" name="Line 13">
              <a:extLst>
                <a:ext uri="{FF2B5EF4-FFF2-40B4-BE49-F238E27FC236}">
                  <a16:creationId xmlns:a16="http://schemas.microsoft.com/office/drawing/2014/main" id="{8D60B799-418F-C13E-007C-85FBC5EB0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287"/>
              <a:ext cx="0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010" name="Line 14">
              <a:extLst>
                <a:ext uri="{FF2B5EF4-FFF2-40B4-BE49-F238E27FC236}">
                  <a16:creationId xmlns:a16="http://schemas.microsoft.com/office/drawing/2014/main" id="{DE7CDC88-1AFF-982A-FD06-1ED741F00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925"/>
              <a:ext cx="0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31" name="Group 15">
            <a:extLst>
              <a:ext uri="{FF2B5EF4-FFF2-40B4-BE49-F238E27FC236}">
                <a16:creationId xmlns:a16="http://schemas.microsoft.com/office/drawing/2014/main" id="{B6E20B1D-48C8-1991-CDEF-20F30DFD76A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771526"/>
            <a:ext cx="1828800" cy="1389063"/>
            <a:chOff x="912" y="486"/>
            <a:chExt cx="1152" cy="875"/>
          </a:xfrm>
        </p:grpSpPr>
        <p:sp>
          <p:nvSpPr>
            <p:cNvPr id="38998" name="Rectangle 16">
              <a:extLst>
                <a:ext uri="{FF2B5EF4-FFF2-40B4-BE49-F238E27FC236}">
                  <a16:creationId xmlns:a16="http://schemas.microsoft.com/office/drawing/2014/main" id="{6A324737-E263-C8F8-F0FA-708D8EAB2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633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取指令</a:t>
              </a:r>
            </a:p>
          </p:txBody>
        </p:sp>
        <p:sp>
          <p:nvSpPr>
            <p:cNvPr id="38999" name="Rectangle 17">
              <a:extLst>
                <a:ext uri="{FF2B5EF4-FFF2-40B4-BE49-F238E27FC236}">
                  <a16:creationId xmlns:a16="http://schemas.microsoft.com/office/drawing/2014/main" id="{9431ED52-2740-C0E7-46B4-77FD99257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999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执行指令</a:t>
              </a:r>
            </a:p>
          </p:txBody>
        </p:sp>
        <p:sp>
          <p:nvSpPr>
            <p:cNvPr id="39000" name="Line 18">
              <a:extLst>
                <a:ext uri="{FF2B5EF4-FFF2-40B4-BE49-F238E27FC236}">
                  <a16:creationId xmlns:a16="http://schemas.microsoft.com/office/drawing/2014/main" id="{317BB7BA-E24C-0411-FBA1-3633D4210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256"/>
              <a:ext cx="0" cy="1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001" name="Line 19">
              <a:extLst>
                <a:ext uri="{FF2B5EF4-FFF2-40B4-BE49-F238E27FC236}">
                  <a16:creationId xmlns:a16="http://schemas.microsoft.com/office/drawing/2014/main" id="{7F9DBE0B-584F-58BB-80F7-AE3F7E174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890"/>
              <a:ext cx="0" cy="1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002" name="Freeform 20">
              <a:extLst>
                <a:ext uri="{FF2B5EF4-FFF2-40B4-BE49-F238E27FC236}">
                  <a16:creationId xmlns:a16="http://schemas.microsoft.com/office/drawing/2014/main" id="{CC645EA8-887C-CEB3-ADC8-6B94EBF82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486"/>
              <a:ext cx="1" cy="147"/>
            </a:xfrm>
            <a:custGeom>
              <a:avLst/>
              <a:gdLst>
                <a:gd name="T0" fmla="*/ 0 w 1"/>
                <a:gd name="T1" fmla="*/ 0 h 147"/>
                <a:gd name="T2" fmla="*/ 0 w 1"/>
                <a:gd name="T3" fmla="*/ 147 h 1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7">
                  <a:moveTo>
                    <a:pt x="0" y="0"/>
                  </a:moveTo>
                  <a:lnTo>
                    <a:pt x="0" y="1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37" name="Group 21">
            <a:extLst>
              <a:ext uri="{FF2B5EF4-FFF2-40B4-BE49-F238E27FC236}">
                <a16:creationId xmlns:a16="http://schemas.microsoft.com/office/drawing/2014/main" id="{3EF18EC6-4D96-599E-2DEE-5FCBF30F9D6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198938"/>
            <a:ext cx="533400" cy="2379662"/>
            <a:chOff x="528" y="2645"/>
            <a:chExt cx="336" cy="1499"/>
          </a:xfrm>
        </p:grpSpPr>
        <p:sp>
          <p:nvSpPr>
            <p:cNvPr id="38993" name="Line 22">
              <a:extLst>
                <a:ext uri="{FF2B5EF4-FFF2-40B4-BE49-F238E27FC236}">
                  <a16:creationId xmlns:a16="http://schemas.microsoft.com/office/drawing/2014/main" id="{18102A94-461F-FB53-E49E-4CD67B3AD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2645"/>
              <a:ext cx="33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94" name="Line 23">
              <a:extLst>
                <a:ext uri="{FF2B5EF4-FFF2-40B4-BE49-F238E27FC236}">
                  <a16:creationId xmlns:a16="http://schemas.microsoft.com/office/drawing/2014/main" id="{98BA713A-935D-C229-B164-9519BC7CD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4144"/>
              <a:ext cx="33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95" name="Text Box 24">
              <a:extLst>
                <a:ext uri="{FF2B5EF4-FFF2-40B4-BE49-F238E27FC236}">
                  <a16:creationId xmlns:a16="http://schemas.microsoft.com/office/drawing/2014/main" id="{316F9DBF-6CD3-07B3-B27C-3798AE956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" y="2880"/>
              <a:ext cx="31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中断服务程序</a:t>
              </a:r>
            </a:p>
          </p:txBody>
        </p:sp>
        <p:sp>
          <p:nvSpPr>
            <p:cNvPr id="38996" name="Line 25">
              <a:extLst>
                <a:ext uri="{FF2B5EF4-FFF2-40B4-BE49-F238E27FC236}">
                  <a16:creationId xmlns:a16="http://schemas.microsoft.com/office/drawing/2014/main" id="{19BAFF75-532B-5D20-09C4-C4B49EBB0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930"/>
              <a:ext cx="0" cy="21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97" name="Line 26">
              <a:extLst>
                <a:ext uri="{FF2B5EF4-FFF2-40B4-BE49-F238E27FC236}">
                  <a16:creationId xmlns:a16="http://schemas.microsoft.com/office/drawing/2014/main" id="{405E59FA-2244-D4B9-2591-6A027BDAE3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72" y="2645"/>
              <a:ext cx="0" cy="21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43" name="Group 27">
            <a:extLst>
              <a:ext uri="{FF2B5EF4-FFF2-40B4-BE49-F238E27FC236}">
                <a16:creationId xmlns:a16="http://schemas.microsoft.com/office/drawing/2014/main" id="{3988A0D7-5399-1E5D-2DDC-143B3C5B54F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852739"/>
            <a:ext cx="1809750" cy="1220787"/>
            <a:chOff x="912" y="1797"/>
            <a:chExt cx="1140" cy="769"/>
          </a:xfrm>
        </p:grpSpPr>
        <p:sp>
          <p:nvSpPr>
            <p:cNvPr id="38991" name="Text Box 28">
              <a:extLst>
                <a:ext uri="{FF2B5EF4-FFF2-40B4-BE49-F238E27FC236}">
                  <a16:creationId xmlns:a16="http://schemas.microsoft.com/office/drawing/2014/main" id="{0EB66195-0939-D64A-C35D-27EFB99C6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797"/>
              <a:ext cx="1140" cy="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  </a:t>
              </a:r>
              <a:r>
                <a:rPr lang="zh-CN" altLang="en-US">
                  <a:latin typeface="Times New Roman" panose="02020603050405020304" pitchFamily="18" charset="0"/>
                </a:rPr>
                <a:t>中断响应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   程序断点进栈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        关中断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 向量地址      </a:t>
              </a:r>
              <a:r>
                <a:rPr lang="en-US" altLang="zh-CN">
                  <a:latin typeface="Times New Roman" panose="02020603050405020304" pitchFamily="18" charset="0"/>
                </a:rPr>
                <a:t>PC</a:t>
              </a:r>
            </a:p>
          </p:txBody>
        </p:sp>
        <p:sp>
          <p:nvSpPr>
            <p:cNvPr id="38992" name="Line 29">
              <a:extLst>
                <a:ext uri="{FF2B5EF4-FFF2-40B4-BE49-F238E27FC236}">
                  <a16:creationId xmlns:a16="http://schemas.microsoft.com/office/drawing/2014/main" id="{6636D447-7B8E-E8F8-39D0-5D4C9DFC1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5" y="2448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46" name="Group 30">
            <a:extLst>
              <a:ext uri="{FF2B5EF4-FFF2-40B4-BE49-F238E27FC236}">
                <a16:creationId xmlns:a16="http://schemas.microsoft.com/office/drawing/2014/main" id="{9D20132F-D428-2D3E-4E16-8C9B693CE596}"/>
              </a:ext>
            </a:extLst>
          </p:cNvPr>
          <p:cNvGrpSpPr>
            <a:grpSpLocks/>
          </p:cNvGrpSpPr>
          <p:nvPr/>
        </p:nvGrpSpPr>
        <p:grpSpPr bwMode="auto">
          <a:xfrm>
            <a:off x="2403475" y="2528888"/>
            <a:ext cx="2413000" cy="1700212"/>
            <a:chOff x="554" y="1593"/>
            <a:chExt cx="1520" cy="1071"/>
          </a:xfrm>
        </p:grpSpPr>
        <p:sp>
          <p:nvSpPr>
            <p:cNvPr id="38984" name="Line 31">
              <a:extLst>
                <a:ext uri="{FF2B5EF4-FFF2-40B4-BE49-F238E27FC236}">
                  <a16:creationId xmlns:a16="http://schemas.microsoft.com/office/drawing/2014/main" id="{368C826A-F04E-19B3-EB21-4A2A2FA6F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538"/>
              <a:ext cx="0" cy="1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8985" name="Group 32">
              <a:extLst>
                <a:ext uri="{FF2B5EF4-FFF2-40B4-BE49-F238E27FC236}">
                  <a16:creationId xmlns:a16="http://schemas.microsoft.com/office/drawing/2014/main" id="{45E68D29-6D7D-5EC9-FB03-4C5A507923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" y="1593"/>
              <a:ext cx="1520" cy="986"/>
              <a:chOff x="554" y="1593"/>
              <a:chExt cx="1520" cy="986"/>
            </a:xfrm>
          </p:grpSpPr>
          <p:sp>
            <p:nvSpPr>
              <p:cNvPr id="38986" name="Rectangle 33">
                <a:extLst>
                  <a:ext uri="{FF2B5EF4-FFF2-40B4-BE49-F238E27FC236}">
                    <a16:creationId xmlns:a16="http://schemas.microsoft.com/office/drawing/2014/main" id="{A121E533-9448-93B6-65FC-DC44F72F0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" y="1818"/>
                <a:ext cx="1152" cy="72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87" name="Line 34">
                <a:extLst>
                  <a:ext uri="{FF2B5EF4-FFF2-40B4-BE49-F238E27FC236}">
                    <a16:creationId xmlns:a16="http://schemas.microsoft.com/office/drawing/2014/main" id="{85751C72-1204-5010-3EFB-C12F37AC5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703"/>
                <a:ext cx="0" cy="1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988" name="Text Box 35">
                <a:extLst>
                  <a:ext uri="{FF2B5EF4-FFF2-40B4-BE49-F238E27FC236}">
                    <a16:creationId xmlns:a16="http://schemas.microsoft.com/office/drawing/2014/main" id="{E74C9FAE-8F90-5050-A45E-AA6261476C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" y="1875"/>
                <a:ext cx="310" cy="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中断周期</a:t>
                </a:r>
              </a:p>
            </p:txBody>
          </p:sp>
          <p:sp>
            <p:nvSpPr>
              <p:cNvPr id="38989" name="AutoShape 36">
                <a:extLst>
                  <a:ext uri="{FF2B5EF4-FFF2-40B4-BE49-F238E27FC236}">
                    <a16:creationId xmlns:a16="http://schemas.microsoft.com/office/drawing/2014/main" id="{988B0014-70CC-ABD6-7B6C-CF5897BDA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1789"/>
                <a:ext cx="96" cy="771"/>
              </a:xfrm>
              <a:prstGeom prst="leftBrace">
                <a:avLst>
                  <a:gd name="adj1" fmla="val 66927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90" name="Text Box 37">
                <a:extLst>
                  <a:ext uri="{FF2B5EF4-FFF2-40B4-BE49-F238E27FC236}">
                    <a16:creationId xmlns:a16="http://schemas.microsoft.com/office/drawing/2014/main" id="{D41D51B7-F9FC-8F47-6C8D-E32CC507E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593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是</a:t>
                </a:r>
              </a:p>
            </p:txBody>
          </p:sp>
        </p:grpSp>
      </p:grpSp>
      <p:grpSp>
        <p:nvGrpSpPr>
          <p:cNvPr id="342054" name="Group 38">
            <a:extLst>
              <a:ext uri="{FF2B5EF4-FFF2-40B4-BE49-F238E27FC236}">
                <a16:creationId xmlns:a16="http://schemas.microsoft.com/office/drawing/2014/main" id="{9D7D6919-D962-44F3-B657-3DDBFE7D1AD8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224339"/>
            <a:ext cx="1828800" cy="2420937"/>
            <a:chOff x="3360" y="2661"/>
            <a:chExt cx="1152" cy="1525"/>
          </a:xfrm>
        </p:grpSpPr>
        <p:sp>
          <p:nvSpPr>
            <p:cNvPr id="38971" name="Text Box 39">
              <a:extLst>
                <a:ext uri="{FF2B5EF4-FFF2-40B4-BE49-F238E27FC236}">
                  <a16:creationId xmlns:a16="http://schemas.microsoft.com/office/drawing/2014/main" id="{53047066-CC21-52A9-1D6F-70A27B04E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936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中断返回</a:t>
              </a:r>
            </a:p>
          </p:txBody>
        </p:sp>
        <p:sp>
          <p:nvSpPr>
            <p:cNvPr id="38972" name="Line 40">
              <a:extLst>
                <a:ext uri="{FF2B5EF4-FFF2-40B4-BE49-F238E27FC236}">
                  <a16:creationId xmlns:a16="http://schemas.microsoft.com/office/drawing/2014/main" id="{4D4A66DF-04EB-98D2-221F-3BB2B9103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22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8973" name="Group 41">
              <a:extLst>
                <a:ext uri="{FF2B5EF4-FFF2-40B4-BE49-F238E27FC236}">
                  <a16:creationId xmlns:a16="http://schemas.microsoft.com/office/drawing/2014/main" id="{0D375FDD-E01A-0868-6A31-A58281DB9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661"/>
              <a:ext cx="1152" cy="1519"/>
              <a:chOff x="3360" y="2661"/>
              <a:chExt cx="1152" cy="1519"/>
            </a:xfrm>
          </p:grpSpPr>
          <p:sp>
            <p:nvSpPr>
              <p:cNvPr id="38974" name="Rectangle 42">
                <a:extLst>
                  <a:ext uri="{FF2B5EF4-FFF2-40B4-BE49-F238E27FC236}">
                    <a16:creationId xmlns:a16="http://schemas.microsoft.com/office/drawing/2014/main" id="{4530E3E6-E144-B329-A46C-F103672D0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661"/>
                <a:ext cx="1152" cy="2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保护现场</a:t>
                </a:r>
              </a:p>
            </p:txBody>
          </p:sp>
          <p:sp>
            <p:nvSpPr>
              <p:cNvPr id="38975" name="Rectangle 43">
                <a:extLst>
                  <a:ext uri="{FF2B5EF4-FFF2-40B4-BE49-F238E27FC236}">
                    <a16:creationId xmlns:a16="http://schemas.microsoft.com/office/drawing/2014/main" id="{D10AF35D-C972-F3CD-3BB7-5F64F53F0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295"/>
                <a:ext cx="1152" cy="2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设备服务</a:t>
                </a:r>
              </a:p>
            </p:txBody>
          </p:sp>
          <p:sp>
            <p:nvSpPr>
              <p:cNvPr id="38976" name="Rectangle 44">
                <a:extLst>
                  <a:ext uri="{FF2B5EF4-FFF2-40B4-BE49-F238E27FC236}">
                    <a16:creationId xmlns:a16="http://schemas.microsoft.com/office/drawing/2014/main" id="{39B6203D-F0CF-C43D-7F7E-04D7E9225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629"/>
                <a:ext cx="1152" cy="2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恢复现场</a:t>
                </a:r>
              </a:p>
            </p:txBody>
          </p:sp>
          <p:sp>
            <p:nvSpPr>
              <p:cNvPr id="38977" name="Rectangle 45">
                <a:extLst>
                  <a:ext uri="{FF2B5EF4-FFF2-40B4-BE49-F238E27FC236}">
                    <a16:creationId xmlns:a16="http://schemas.microsoft.com/office/drawing/2014/main" id="{CB86A750-CAA9-2EE1-CA2D-99A3B3E8A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964"/>
                <a:ext cx="1152" cy="21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8978" name="Group 46">
                <a:extLst>
                  <a:ext uri="{FF2B5EF4-FFF2-40B4-BE49-F238E27FC236}">
                    <a16:creationId xmlns:a16="http://schemas.microsoft.com/office/drawing/2014/main" id="{C90077FF-AB46-BA0C-2D3C-A3509382B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976"/>
                <a:ext cx="1152" cy="250"/>
                <a:chOff x="3360" y="2976"/>
                <a:chExt cx="1152" cy="250"/>
              </a:xfrm>
            </p:grpSpPr>
            <p:sp>
              <p:nvSpPr>
                <p:cNvPr id="38982" name="Text Box 47">
                  <a:extLst>
                    <a:ext uri="{FF2B5EF4-FFF2-40B4-BE49-F238E27FC236}">
                      <a16:creationId xmlns:a16="http://schemas.microsoft.com/office/drawing/2014/main" id="{7157CDF0-A5A3-1991-BEB5-B601C53B78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73" y="2976"/>
                  <a:ext cx="5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开中断</a:t>
                  </a:r>
                </a:p>
              </p:txBody>
            </p:sp>
            <p:sp>
              <p:nvSpPr>
                <p:cNvPr id="38983" name="Rectangle 48">
                  <a:extLst>
                    <a:ext uri="{FF2B5EF4-FFF2-40B4-BE49-F238E27FC236}">
                      <a16:creationId xmlns:a16="http://schemas.microsoft.com/office/drawing/2014/main" id="{3282BDD0-AA68-D814-02BC-372A364311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0" y="2997"/>
                  <a:ext cx="1152" cy="2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8979" name="Line 49">
                <a:extLst>
                  <a:ext uri="{FF2B5EF4-FFF2-40B4-BE49-F238E27FC236}">
                    <a16:creationId xmlns:a16="http://schemas.microsoft.com/office/drawing/2014/main" id="{C3D5DC05-8A23-D6C9-CF0C-8CA903788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922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980" name="Line 50">
                <a:extLst>
                  <a:ext uri="{FF2B5EF4-FFF2-40B4-BE49-F238E27FC236}">
                    <a16:creationId xmlns:a16="http://schemas.microsoft.com/office/drawing/2014/main" id="{88302647-7D96-9A2B-DFB9-3785BEE09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544"/>
                <a:ext cx="0" cy="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981" name="Line 51">
                <a:extLst>
                  <a:ext uri="{FF2B5EF4-FFF2-40B4-BE49-F238E27FC236}">
                    <a16:creationId xmlns:a16="http://schemas.microsoft.com/office/drawing/2014/main" id="{3F1E9DFE-E2EB-7B65-7870-2D4A709E7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887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42068" name="Group 52">
            <a:extLst>
              <a:ext uri="{FF2B5EF4-FFF2-40B4-BE49-F238E27FC236}">
                <a16:creationId xmlns:a16="http://schemas.microsoft.com/office/drawing/2014/main" id="{848E5B61-4F95-7879-75B2-332B24383CB1}"/>
              </a:ext>
            </a:extLst>
          </p:cNvPr>
          <p:cNvGrpSpPr>
            <a:grpSpLocks/>
          </p:cNvGrpSpPr>
          <p:nvPr/>
        </p:nvGrpSpPr>
        <p:grpSpPr bwMode="auto">
          <a:xfrm>
            <a:off x="3336926" y="4724400"/>
            <a:ext cx="4968875" cy="1587500"/>
            <a:chOff x="1142" y="2976"/>
            <a:chExt cx="3130" cy="1000"/>
          </a:xfrm>
        </p:grpSpPr>
        <p:sp>
          <p:nvSpPr>
            <p:cNvPr id="38969" name="Text Box 53">
              <a:extLst>
                <a:ext uri="{FF2B5EF4-FFF2-40B4-BE49-F238E27FC236}">
                  <a16:creationId xmlns:a16="http://schemas.microsoft.com/office/drawing/2014/main" id="{6D2C36A6-D2DC-F5B9-0AD2-642EE6565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372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开中断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8970" name="Text Box 54">
              <a:extLst>
                <a:ext uri="{FF2B5EF4-FFF2-40B4-BE49-F238E27FC236}">
                  <a16:creationId xmlns:a16="http://schemas.microsoft.com/office/drawing/2014/main" id="{424D6938-9B3B-CC57-3F0B-42D16FC9B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97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开中断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42071" name="AutoShape 55">
            <a:extLst>
              <a:ext uri="{FF2B5EF4-FFF2-40B4-BE49-F238E27FC236}">
                <a16:creationId xmlns:a16="http://schemas.microsoft.com/office/drawing/2014/main" id="{3648A097-2304-B9A1-8571-C1701E17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569" y="2555876"/>
            <a:ext cx="589607" cy="1678543"/>
          </a:xfrm>
          <a:prstGeom prst="wedgeRoundRectCallout">
            <a:avLst>
              <a:gd name="adj1" fmla="val 81454"/>
              <a:gd name="adj2" fmla="val 22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08000" rIns="5400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中断隐指令</a:t>
            </a:r>
          </a:p>
        </p:txBody>
      </p:sp>
      <p:sp>
        <p:nvSpPr>
          <p:cNvPr id="342072" name="AutoShape 56">
            <a:extLst>
              <a:ext uri="{FF2B5EF4-FFF2-40B4-BE49-F238E27FC236}">
                <a16:creationId xmlns:a16="http://schemas.microsoft.com/office/drawing/2014/main" id="{BD40AB70-5E9C-56DD-2E30-4ED674298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659" y="2589214"/>
            <a:ext cx="609716" cy="1678543"/>
          </a:xfrm>
          <a:prstGeom prst="wedgeRoundRectCallout">
            <a:avLst>
              <a:gd name="adj1" fmla="val 81454"/>
              <a:gd name="adj2" fmla="val 227"/>
              <a:gd name="adj3" fmla="val 16667"/>
            </a:avLst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26000" rIns="5400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中断隐指令</a:t>
            </a:r>
          </a:p>
        </p:txBody>
      </p:sp>
      <p:grpSp>
        <p:nvGrpSpPr>
          <p:cNvPr id="342073" name="Group 57">
            <a:extLst>
              <a:ext uri="{FF2B5EF4-FFF2-40B4-BE49-F238E27FC236}">
                <a16:creationId xmlns:a16="http://schemas.microsoft.com/office/drawing/2014/main" id="{ABF83F5F-2075-9C12-10F3-D72A6AA5CA3A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838200"/>
            <a:ext cx="1600200" cy="1600200"/>
            <a:chOff x="1488" y="528"/>
            <a:chExt cx="1008" cy="1008"/>
          </a:xfrm>
        </p:grpSpPr>
        <p:sp>
          <p:nvSpPr>
            <p:cNvPr id="38967" name="Text Box 58">
              <a:extLst>
                <a:ext uri="{FF2B5EF4-FFF2-40B4-BE49-F238E27FC236}">
                  <a16:creationId xmlns:a16="http://schemas.microsoft.com/office/drawing/2014/main" id="{B022B67D-9843-D620-E88B-11EF5B5EC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05"/>
              <a:ext cx="2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8968" name="Freeform 59">
              <a:extLst>
                <a:ext uri="{FF2B5EF4-FFF2-40B4-BE49-F238E27FC236}">
                  <a16:creationId xmlns:a16="http://schemas.microsoft.com/office/drawing/2014/main" id="{4472B8D1-0EF5-B471-5832-71D82C340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528"/>
              <a:ext cx="1008" cy="1008"/>
            </a:xfrm>
            <a:custGeom>
              <a:avLst/>
              <a:gdLst>
                <a:gd name="T0" fmla="*/ 528 w 1008"/>
                <a:gd name="T1" fmla="*/ 1008 h 1008"/>
                <a:gd name="T2" fmla="*/ 1008 w 1008"/>
                <a:gd name="T3" fmla="*/ 1008 h 1008"/>
                <a:gd name="T4" fmla="*/ 1008 w 1008"/>
                <a:gd name="T5" fmla="*/ 0 h 1008"/>
                <a:gd name="T6" fmla="*/ 0 w 1008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008">
                  <a:moveTo>
                    <a:pt x="528" y="1008"/>
                  </a:moveTo>
                  <a:lnTo>
                    <a:pt x="1008" y="1008"/>
                  </a:lnTo>
                  <a:lnTo>
                    <a:pt x="1008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76" name="Group 60">
            <a:extLst>
              <a:ext uri="{FF2B5EF4-FFF2-40B4-BE49-F238E27FC236}">
                <a16:creationId xmlns:a16="http://schemas.microsoft.com/office/drawing/2014/main" id="{9C2A5946-C5E1-34EF-82EF-5471EB8FEF69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771526"/>
            <a:ext cx="1828800" cy="1389063"/>
            <a:chOff x="912" y="486"/>
            <a:chExt cx="1152" cy="875"/>
          </a:xfrm>
        </p:grpSpPr>
        <p:sp>
          <p:nvSpPr>
            <p:cNvPr id="38962" name="Rectangle 61">
              <a:extLst>
                <a:ext uri="{FF2B5EF4-FFF2-40B4-BE49-F238E27FC236}">
                  <a16:creationId xmlns:a16="http://schemas.microsoft.com/office/drawing/2014/main" id="{68BF4F06-ECE9-9AF2-F0AB-B7021A2D8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633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取指令</a:t>
              </a:r>
            </a:p>
          </p:txBody>
        </p:sp>
        <p:sp>
          <p:nvSpPr>
            <p:cNvPr id="38963" name="Rectangle 62">
              <a:extLst>
                <a:ext uri="{FF2B5EF4-FFF2-40B4-BE49-F238E27FC236}">
                  <a16:creationId xmlns:a16="http://schemas.microsoft.com/office/drawing/2014/main" id="{F85E8337-7A7D-5BD7-0443-FF9CB2B80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999"/>
              <a:ext cx="1152" cy="2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执行指令</a:t>
              </a:r>
            </a:p>
          </p:txBody>
        </p:sp>
        <p:sp>
          <p:nvSpPr>
            <p:cNvPr id="38964" name="Line 63">
              <a:extLst>
                <a:ext uri="{FF2B5EF4-FFF2-40B4-BE49-F238E27FC236}">
                  <a16:creationId xmlns:a16="http://schemas.microsoft.com/office/drawing/2014/main" id="{E1C76BA2-717C-4CE1-B846-7BC92F494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256"/>
              <a:ext cx="0" cy="1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65" name="Line 64">
              <a:extLst>
                <a:ext uri="{FF2B5EF4-FFF2-40B4-BE49-F238E27FC236}">
                  <a16:creationId xmlns:a16="http://schemas.microsoft.com/office/drawing/2014/main" id="{8A400C29-F41B-313A-815E-0A750C435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890"/>
              <a:ext cx="0" cy="1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66" name="Freeform 65">
              <a:extLst>
                <a:ext uri="{FF2B5EF4-FFF2-40B4-BE49-F238E27FC236}">
                  <a16:creationId xmlns:a16="http://schemas.microsoft.com/office/drawing/2014/main" id="{0B443BF4-94E6-C190-7BB5-23C17D604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486"/>
              <a:ext cx="1" cy="147"/>
            </a:xfrm>
            <a:custGeom>
              <a:avLst/>
              <a:gdLst>
                <a:gd name="T0" fmla="*/ 0 w 1"/>
                <a:gd name="T1" fmla="*/ 0 h 147"/>
                <a:gd name="T2" fmla="*/ 0 w 1"/>
                <a:gd name="T3" fmla="*/ 147 h 1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7">
                  <a:moveTo>
                    <a:pt x="0" y="0"/>
                  </a:moveTo>
                  <a:lnTo>
                    <a:pt x="0" y="1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82" name="Group 66">
            <a:extLst>
              <a:ext uri="{FF2B5EF4-FFF2-40B4-BE49-F238E27FC236}">
                <a16:creationId xmlns:a16="http://schemas.microsoft.com/office/drawing/2014/main" id="{CAA1F1C1-4A9B-5BC0-529A-52C416D43501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166939"/>
            <a:ext cx="1676400" cy="542925"/>
            <a:chOff x="960" y="1365"/>
            <a:chExt cx="1056" cy="342"/>
          </a:xfrm>
        </p:grpSpPr>
        <p:sp>
          <p:nvSpPr>
            <p:cNvPr id="38960" name="Text Box 67">
              <a:extLst>
                <a:ext uri="{FF2B5EF4-FFF2-40B4-BE49-F238E27FC236}">
                  <a16:creationId xmlns:a16="http://schemas.microsoft.com/office/drawing/2014/main" id="{96F0A5DB-4C99-BDC0-FD23-61D7CA326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140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中断否？</a:t>
              </a:r>
            </a:p>
          </p:txBody>
        </p:sp>
        <p:sp>
          <p:nvSpPr>
            <p:cNvPr id="38961" name="AutoShape 68">
              <a:extLst>
                <a:ext uri="{FF2B5EF4-FFF2-40B4-BE49-F238E27FC236}">
                  <a16:creationId xmlns:a16="http://schemas.microsoft.com/office/drawing/2014/main" id="{0A5FFF94-6470-C078-6316-60FF7DB9C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65"/>
              <a:ext cx="1056" cy="34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42085" name="Group 69">
            <a:extLst>
              <a:ext uri="{FF2B5EF4-FFF2-40B4-BE49-F238E27FC236}">
                <a16:creationId xmlns:a16="http://schemas.microsoft.com/office/drawing/2014/main" id="{A201A10A-BA44-602A-D04C-A79735051AE6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838200"/>
            <a:ext cx="1600200" cy="1600200"/>
            <a:chOff x="1488" y="528"/>
            <a:chExt cx="1008" cy="1008"/>
          </a:xfrm>
        </p:grpSpPr>
        <p:sp>
          <p:nvSpPr>
            <p:cNvPr id="38958" name="Text Box 70">
              <a:extLst>
                <a:ext uri="{FF2B5EF4-FFF2-40B4-BE49-F238E27FC236}">
                  <a16:creationId xmlns:a16="http://schemas.microsoft.com/office/drawing/2014/main" id="{06830220-8BEB-BFCD-17B1-097DC6068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05"/>
              <a:ext cx="2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8959" name="Freeform 71">
              <a:extLst>
                <a:ext uri="{FF2B5EF4-FFF2-40B4-BE49-F238E27FC236}">
                  <a16:creationId xmlns:a16="http://schemas.microsoft.com/office/drawing/2014/main" id="{6BEFF42E-8C45-E143-5F58-49D44568C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528"/>
              <a:ext cx="1008" cy="1008"/>
            </a:xfrm>
            <a:custGeom>
              <a:avLst/>
              <a:gdLst>
                <a:gd name="T0" fmla="*/ 528 w 1008"/>
                <a:gd name="T1" fmla="*/ 1008 h 1008"/>
                <a:gd name="T2" fmla="*/ 1008 w 1008"/>
                <a:gd name="T3" fmla="*/ 1008 h 1008"/>
                <a:gd name="T4" fmla="*/ 1008 w 1008"/>
                <a:gd name="T5" fmla="*/ 0 h 1008"/>
                <a:gd name="T6" fmla="*/ 0 w 1008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008">
                  <a:moveTo>
                    <a:pt x="528" y="1008"/>
                  </a:moveTo>
                  <a:lnTo>
                    <a:pt x="1008" y="1008"/>
                  </a:lnTo>
                  <a:lnTo>
                    <a:pt x="1008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88" name="Group 72">
            <a:extLst>
              <a:ext uri="{FF2B5EF4-FFF2-40B4-BE49-F238E27FC236}">
                <a16:creationId xmlns:a16="http://schemas.microsoft.com/office/drawing/2014/main" id="{B21678C0-8C84-4536-2180-B53AA2055CD6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52739"/>
            <a:ext cx="1752600" cy="1220787"/>
            <a:chOff x="3456" y="1797"/>
            <a:chExt cx="1104" cy="769"/>
          </a:xfrm>
        </p:grpSpPr>
        <p:sp>
          <p:nvSpPr>
            <p:cNvPr id="38956" name="Text Box 73">
              <a:extLst>
                <a:ext uri="{FF2B5EF4-FFF2-40B4-BE49-F238E27FC236}">
                  <a16:creationId xmlns:a16="http://schemas.microsoft.com/office/drawing/2014/main" id="{B595E010-D67D-3193-6173-AF46F38B2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797"/>
              <a:ext cx="1104" cy="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  </a:t>
              </a:r>
              <a:r>
                <a:rPr lang="zh-CN" altLang="en-US">
                  <a:latin typeface="Times New Roman" panose="02020603050405020304" pitchFamily="18" charset="0"/>
                </a:rPr>
                <a:t>中断响应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 程序断点进栈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      关中断</a:t>
              </a:r>
            </a:p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向量地址      </a:t>
              </a:r>
              <a:r>
                <a:rPr lang="en-US" altLang="zh-CN">
                  <a:latin typeface="Times New Roman" panose="02020603050405020304" pitchFamily="18" charset="0"/>
                </a:rPr>
                <a:t>PC</a:t>
              </a:r>
            </a:p>
          </p:txBody>
        </p:sp>
        <p:sp>
          <p:nvSpPr>
            <p:cNvPr id="38957" name="Line 74">
              <a:extLst>
                <a:ext uri="{FF2B5EF4-FFF2-40B4-BE49-F238E27FC236}">
                  <a16:creationId xmlns:a16="http://schemas.microsoft.com/office/drawing/2014/main" id="{B0FE996C-F51C-0400-5D30-FBD888DE8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448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091" name="Group 75">
            <a:extLst>
              <a:ext uri="{FF2B5EF4-FFF2-40B4-BE49-F238E27FC236}">
                <a16:creationId xmlns:a16="http://schemas.microsoft.com/office/drawing/2014/main" id="{B3AC3C7D-0221-2A50-ADB5-8A8C3527A472}"/>
              </a:ext>
            </a:extLst>
          </p:cNvPr>
          <p:cNvGrpSpPr>
            <a:grpSpLocks/>
          </p:cNvGrpSpPr>
          <p:nvPr/>
        </p:nvGrpSpPr>
        <p:grpSpPr bwMode="auto">
          <a:xfrm>
            <a:off x="6321425" y="2528888"/>
            <a:ext cx="2413000" cy="1700212"/>
            <a:chOff x="554" y="1593"/>
            <a:chExt cx="1520" cy="1071"/>
          </a:xfrm>
        </p:grpSpPr>
        <p:sp>
          <p:nvSpPr>
            <p:cNvPr id="38949" name="Line 76">
              <a:extLst>
                <a:ext uri="{FF2B5EF4-FFF2-40B4-BE49-F238E27FC236}">
                  <a16:creationId xmlns:a16="http://schemas.microsoft.com/office/drawing/2014/main" id="{9D1406DB-DE22-4891-4B9E-A77C27A40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538"/>
              <a:ext cx="0" cy="1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8950" name="Group 77">
              <a:extLst>
                <a:ext uri="{FF2B5EF4-FFF2-40B4-BE49-F238E27FC236}">
                  <a16:creationId xmlns:a16="http://schemas.microsoft.com/office/drawing/2014/main" id="{5B3199DC-3544-E8FF-8283-303B8B324A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" y="1593"/>
              <a:ext cx="1520" cy="986"/>
              <a:chOff x="554" y="1593"/>
              <a:chExt cx="1520" cy="986"/>
            </a:xfrm>
          </p:grpSpPr>
          <p:sp>
            <p:nvSpPr>
              <p:cNvPr id="38951" name="Rectangle 78">
                <a:extLst>
                  <a:ext uri="{FF2B5EF4-FFF2-40B4-BE49-F238E27FC236}">
                    <a16:creationId xmlns:a16="http://schemas.microsoft.com/office/drawing/2014/main" id="{7CAA0624-7460-AA14-20FB-CF6292DFD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" y="1818"/>
                <a:ext cx="1152" cy="72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52" name="Line 79">
                <a:extLst>
                  <a:ext uri="{FF2B5EF4-FFF2-40B4-BE49-F238E27FC236}">
                    <a16:creationId xmlns:a16="http://schemas.microsoft.com/office/drawing/2014/main" id="{76775642-7406-AEF9-3611-F0536EB09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703"/>
                <a:ext cx="0" cy="1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953" name="Text Box 80">
                <a:extLst>
                  <a:ext uri="{FF2B5EF4-FFF2-40B4-BE49-F238E27FC236}">
                    <a16:creationId xmlns:a16="http://schemas.microsoft.com/office/drawing/2014/main" id="{6D0B26C3-746F-CC8A-87A0-D996B51C3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" y="1875"/>
                <a:ext cx="310" cy="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中断周期</a:t>
                </a:r>
              </a:p>
            </p:txBody>
          </p:sp>
          <p:sp>
            <p:nvSpPr>
              <p:cNvPr id="38954" name="AutoShape 81">
                <a:extLst>
                  <a:ext uri="{FF2B5EF4-FFF2-40B4-BE49-F238E27FC236}">
                    <a16:creationId xmlns:a16="http://schemas.microsoft.com/office/drawing/2014/main" id="{B5A32939-9585-534B-37AB-86366F767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1789"/>
                <a:ext cx="96" cy="771"/>
              </a:xfrm>
              <a:prstGeom prst="leftBrace">
                <a:avLst>
                  <a:gd name="adj1" fmla="val 66927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55" name="Text Box 82">
                <a:extLst>
                  <a:ext uri="{FF2B5EF4-FFF2-40B4-BE49-F238E27FC236}">
                    <a16:creationId xmlns:a16="http://schemas.microsoft.com/office/drawing/2014/main" id="{0387D7A7-AD08-7D6D-036D-D1BC04DBB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593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是</a:t>
                </a:r>
              </a:p>
            </p:txBody>
          </p:sp>
        </p:grpSp>
      </p:grpSp>
      <p:grpSp>
        <p:nvGrpSpPr>
          <p:cNvPr id="342099" name="Group 83">
            <a:extLst>
              <a:ext uri="{FF2B5EF4-FFF2-40B4-BE49-F238E27FC236}">
                <a16:creationId xmlns:a16="http://schemas.microsoft.com/office/drawing/2014/main" id="{32EA81BE-3BA9-BC69-27CF-B0A400B9EA6A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198938"/>
            <a:ext cx="533400" cy="2379662"/>
            <a:chOff x="528" y="2645"/>
            <a:chExt cx="336" cy="1499"/>
          </a:xfrm>
        </p:grpSpPr>
        <p:sp>
          <p:nvSpPr>
            <p:cNvPr id="38944" name="Line 84">
              <a:extLst>
                <a:ext uri="{FF2B5EF4-FFF2-40B4-BE49-F238E27FC236}">
                  <a16:creationId xmlns:a16="http://schemas.microsoft.com/office/drawing/2014/main" id="{F8E22586-8FF8-B381-1626-DA656AD53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2645"/>
              <a:ext cx="33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45" name="Line 85">
              <a:extLst>
                <a:ext uri="{FF2B5EF4-FFF2-40B4-BE49-F238E27FC236}">
                  <a16:creationId xmlns:a16="http://schemas.microsoft.com/office/drawing/2014/main" id="{0581A1B8-1573-8344-5786-5B0A5A85B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4144"/>
              <a:ext cx="33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46" name="Text Box 86">
              <a:extLst>
                <a:ext uri="{FF2B5EF4-FFF2-40B4-BE49-F238E27FC236}">
                  <a16:creationId xmlns:a16="http://schemas.microsoft.com/office/drawing/2014/main" id="{9BD461FC-0F76-2CE5-4F42-2BB910796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" y="2880"/>
              <a:ext cx="31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中断服务程序</a:t>
              </a:r>
            </a:p>
          </p:txBody>
        </p:sp>
        <p:sp>
          <p:nvSpPr>
            <p:cNvPr id="38947" name="Line 87">
              <a:extLst>
                <a:ext uri="{FF2B5EF4-FFF2-40B4-BE49-F238E27FC236}">
                  <a16:creationId xmlns:a16="http://schemas.microsoft.com/office/drawing/2014/main" id="{0A87185C-5B0A-118B-2C47-30742C9AA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930"/>
              <a:ext cx="0" cy="21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48" name="Line 88">
              <a:extLst>
                <a:ext uri="{FF2B5EF4-FFF2-40B4-BE49-F238E27FC236}">
                  <a16:creationId xmlns:a16="http://schemas.microsoft.com/office/drawing/2014/main" id="{1F64CDA1-80DF-5B88-C169-5644E09D5D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72" y="2645"/>
              <a:ext cx="0" cy="21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42105" name="Group 89">
            <a:extLst>
              <a:ext uri="{FF2B5EF4-FFF2-40B4-BE49-F238E27FC236}">
                <a16:creationId xmlns:a16="http://schemas.microsoft.com/office/drawing/2014/main" id="{ECBCB326-62F5-634D-812C-10A0E29DB9DE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838200"/>
            <a:ext cx="1619250" cy="5943600"/>
            <a:chOff x="1488" y="528"/>
            <a:chExt cx="1020" cy="3744"/>
          </a:xfrm>
        </p:grpSpPr>
        <p:grpSp>
          <p:nvGrpSpPr>
            <p:cNvPr id="38940" name="Group 90">
              <a:extLst>
                <a:ext uri="{FF2B5EF4-FFF2-40B4-BE49-F238E27FC236}">
                  <a16:creationId xmlns:a16="http://schemas.microsoft.com/office/drawing/2014/main" id="{1B8EE6F6-221C-92F8-E286-CC3A3E39B1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528"/>
              <a:ext cx="1008" cy="3744"/>
              <a:chOff x="1488" y="528"/>
              <a:chExt cx="1008" cy="3744"/>
            </a:xfrm>
          </p:grpSpPr>
          <p:sp>
            <p:nvSpPr>
              <p:cNvPr id="38942" name="Freeform 91">
                <a:extLst>
                  <a:ext uri="{FF2B5EF4-FFF2-40B4-BE49-F238E27FC236}">
                    <a16:creationId xmlns:a16="http://schemas.microsoft.com/office/drawing/2014/main" id="{D1B9B598-6265-1055-C300-6DC6F29CA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176"/>
                <a:ext cx="3" cy="96"/>
              </a:xfrm>
              <a:custGeom>
                <a:avLst/>
                <a:gdLst>
                  <a:gd name="T0" fmla="*/ 3 w 3"/>
                  <a:gd name="T1" fmla="*/ 0 h 96"/>
                  <a:gd name="T2" fmla="*/ 0 w 3"/>
                  <a:gd name="T3" fmla="*/ 96 h 9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96">
                    <a:moveTo>
                      <a:pt x="3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med" len="med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943" name="Freeform 92">
                <a:extLst>
                  <a:ext uri="{FF2B5EF4-FFF2-40B4-BE49-F238E27FC236}">
                    <a16:creationId xmlns:a16="http://schemas.microsoft.com/office/drawing/2014/main" id="{EA8CB5DE-ED19-692B-DDA6-2C4D197FC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8" y="528"/>
                <a:ext cx="1008" cy="3744"/>
              </a:xfrm>
              <a:custGeom>
                <a:avLst/>
                <a:gdLst>
                  <a:gd name="T0" fmla="*/ 0 w 1008"/>
                  <a:gd name="T1" fmla="*/ 3892 h 3696"/>
                  <a:gd name="T2" fmla="*/ 1008 w 1008"/>
                  <a:gd name="T3" fmla="*/ 3892 h 3696"/>
                  <a:gd name="T4" fmla="*/ 1008 w 1008"/>
                  <a:gd name="T5" fmla="*/ 0 h 3696"/>
                  <a:gd name="T6" fmla="*/ 0 w 1008"/>
                  <a:gd name="T7" fmla="*/ 0 h 369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3696">
                    <a:moveTo>
                      <a:pt x="0" y="3696"/>
                    </a:moveTo>
                    <a:lnTo>
                      <a:pt x="1008" y="3696"/>
                    </a:lnTo>
                    <a:lnTo>
                      <a:pt x="1008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941" name="Line 93">
              <a:extLst>
                <a:ext uri="{FF2B5EF4-FFF2-40B4-BE49-F238E27FC236}">
                  <a16:creationId xmlns:a16="http://schemas.microsoft.com/office/drawing/2014/main" id="{FDCE17ED-B1B3-5A7E-00BC-F3CD62358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153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2110" name="Text Box 94">
            <a:extLst>
              <a:ext uri="{FF2B5EF4-FFF2-40B4-BE49-F238E27FC236}">
                <a16:creationId xmlns:a16="http://schemas.microsoft.com/office/drawing/2014/main" id="{320D80DB-14D7-7EBE-F11C-DCC64971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90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单重 </a:t>
            </a:r>
          </a:p>
        </p:txBody>
      </p:sp>
      <p:sp>
        <p:nvSpPr>
          <p:cNvPr id="342111" name="Text Box 95">
            <a:extLst>
              <a:ext uri="{FF2B5EF4-FFF2-40B4-BE49-F238E27FC236}">
                <a16:creationId xmlns:a16="http://schemas.microsoft.com/office/drawing/2014/main" id="{E783F9AF-AB59-2C62-3F5E-48C7835A7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990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多重 </a:t>
            </a:r>
          </a:p>
        </p:txBody>
      </p:sp>
      <p:grpSp>
        <p:nvGrpSpPr>
          <p:cNvPr id="342112" name="Group 96">
            <a:extLst>
              <a:ext uri="{FF2B5EF4-FFF2-40B4-BE49-F238E27FC236}">
                <a16:creationId xmlns:a16="http://schemas.microsoft.com/office/drawing/2014/main" id="{25C56D41-0271-EE83-F445-700FF3959AD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838200"/>
            <a:ext cx="1600200" cy="5943600"/>
            <a:chOff x="3936" y="528"/>
            <a:chExt cx="1008" cy="3744"/>
          </a:xfrm>
        </p:grpSpPr>
        <p:sp>
          <p:nvSpPr>
            <p:cNvPr id="38938" name="Freeform 97">
              <a:extLst>
                <a:ext uri="{FF2B5EF4-FFF2-40B4-BE49-F238E27FC236}">
                  <a16:creationId xmlns:a16="http://schemas.microsoft.com/office/drawing/2014/main" id="{EE7724EA-CC83-F4C5-A78B-EFF7E7FEC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528"/>
              <a:ext cx="1008" cy="3744"/>
            </a:xfrm>
            <a:custGeom>
              <a:avLst/>
              <a:gdLst>
                <a:gd name="T0" fmla="*/ 0 w 1008"/>
                <a:gd name="T1" fmla="*/ 3648 h 3744"/>
                <a:gd name="T2" fmla="*/ 0 w 1008"/>
                <a:gd name="T3" fmla="*/ 3744 h 3744"/>
                <a:gd name="T4" fmla="*/ 1008 w 1008"/>
                <a:gd name="T5" fmla="*/ 3744 h 3744"/>
                <a:gd name="T6" fmla="*/ 1008 w 1008"/>
                <a:gd name="T7" fmla="*/ 0 h 3744"/>
                <a:gd name="T8" fmla="*/ 0 w 1008"/>
                <a:gd name="T9" fmla="*/ 0 h 37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3744">
                  <a:moveTo>
                    <a:pt x="0" y="3648"/>
                  </a:moveTo>
                  <a:lnTo>
                    <a:pt x="0" y="3744"/>
                  </a:lnTo>
                  <a:lnTo>
                    <a:pt x="1008" y="3744"/>
                  </a:lnTo>
                  <a:lnTo>
                    <a:pt x="1008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9" name="Line 98">
              <a:extLst>
                <a:ext uri="{FF2B5EF4-FFF2-40B4-BE49-F238E27FC236}">
                  <a16:creationId xmlns:a16="http://schemas.microsoft.com/office/drawing/2014/main" id="{A5825ACB-6F1F-829B-7830-A4A71D206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3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34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4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4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4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2" dur="500"/>
                                        <p:tgtEl>
                                          <p:spTgt spid="34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34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34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34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34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3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2" dur="500"/>
                                        <p:tgtEl>
                                          <p:spTgt spid="34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4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71" grpId="0" animBg="1" autoUpdateAnimBg="0"/>
      <p:bldP spid="342072" grpId="0" animBg="1" autoUpdateAnimBg="0"/>
      <p:bldP spid="342110" grpId="0" autoUpdateAnimBg="0"/>
      <p:bldP spid="34211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FDEB99C2-1492-F6E2-9FBA-1AC1BFF7F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258764"/>
            <a:ext cx="6899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程序中断接口芯片 8259</a:t>
            </a:r>
            <a:r>
              <a:rPr lang="en-US" altLang="zh-CN" sz="3200">
                <a:latin typeface="Times New Roman" panose="02020603050405020304" pitchFamily="18" charset="0"/>
              </a:rPr>
              <a:t>A </a:t>
            </a:r>
            <a:r>
              <a:rPr lang="zh-CN" altLang="en-US" sz="3200">
                <a:latin typeface="Times New Roman" panose="02020603050405020304" pitchFamily="18" charset="0"/>
              </a:rPr>
              <a:t>的内部结构 </a:t>
            </a:r>
          </a:p>
        </p:txBody>
      </p:sp>
      <p:grpSp>
        <p:nvGrpSpPr>
          <p:cNvPr id="343044" name="Group 4">
            <a:extLst>
              <a:ext uri="{FF2B5EF4-FFF2-40B4-BE49-F238E27FC236}">
                <a16:creationId xmlns:a16="http://schemas.microsoft.com/office/drawing/2014/main" id="{39CCE862-47BD-75F2-45A7-A1E18B122007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957264"/>
            <a:ext cx="8313738" cy="5519737"/>
            <a:chOff x="230" y="603"/>
            <a:chExt cx="5237" cy="3477"/>
          </a:xfrm>
        </p:grpSpPr>
        <p:grpSp>
          <p:nvGrpSpPr>
            <p:cNvPr id="39942" name="Group 5">
              <a:extLst>
                <a:ext uri="{FF2B5EF4-FFF2-40B4-BE49-F238E27FC236}">
                  <a16:creationId xmlns:a16="http://schemas.microsoft.com/office/drawing/2014/main" id="{D1C7E9D0-8009-3AAC-E7A9-B7C9F784D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" y="603"/>
              <a:ext cx="5237" cy="3477"/>
              <a:chOff x="230" y="603"/>
              <a:chExt cx="5237" cy="3477"/>
            </a:xfrm>
          </p:grpSpPr>
          <p:grpSp>
            <p:nvGrpSpPr>
              <p:cNvPr id="39946" name="Group 6">
                <a:extLst>
                  <a:ext uri="{FF2B5EF4-FFF2-40B4-BE49-F238E27FC236}">
                    <a16:creationId xmlns:a16="http://schemas.microsoft.com/office/drawing/2014/main" id="{6C7F4A7D-B6E5-72AC-1035-38AC8EE066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" y="603"/>
                <a:ext cx="5237" cy="3477"/>
                <a:chOff x="230" y="603"/>
                <a:chExt cx="5237" cy="3477"/>
              </a:xfrm>
            </p:grpSpPr>
            <p:grpSp>
              <p:nvGrpSpPr>
                <p:cNvPr id="39948" name="Group 7">
                  <a:extLst>
                    <a:ext uri="{FF2B5EF4-FFF2-40B4-BE49-F238E27FC236}">
                      <a16:creationId xmlns:a16="http://schemas.microsoft.com/office/drawing/2014/main" id="{EEF0AC7B-0B7D-86AD-9105-8CCA77700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08" y="1325"/>
                  <a:ext cx="769" cy="442"/>
                  <a:chOff x="816" y="1190"/>
                  <a:chExt cx="769" cy="442"/>
                </a:xfrm>
              </p:grpSpPr>
              <p:sp>
                <p:nvSpPr>
                  <p:cNvPr id="40045" name="Text Box 8">
                    <a:extLst>
                      <a:ext uri="{FF2B5EF4-FFF2-40B4-BE49-F238E27FC236}">
                        <a16:creationId xmlns:a16="http://schemas.microsoft.com/office/drawing/2014/main" id="{D93567D2-C383-D35C-D33A-AA66FD4FDB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4" y="1190"/>
                    <a:ext cx="760" cy="4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内部总线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 缓冲器</a:t>
                    </a:r>
                  </a:p>
                </p:txBody>
              </p:sp>
              <p:sp>
                <p:nvSpPr>
                  <p:cNvPr id="40046" name="Rectangle 9">
                    <a:extLst>
                      <a:ext uri="{FF2B5EF4-FFF2-40B4-BE49-F238E27FC236}">
                        <a16:creationId xmlns:a16="http://schemas.microsoft.com/office/drawing/2014/main" id="{85998B77-B063-A76D-74A1-07F8A18A62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200"/>
                    <a:ext cx="769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49" name="Group 10">
                  <a:extLst>
                    <a:ext uri="{FF2B5EF4-FFF2-40B4-BE49-F238E27FC236}">
                      <a16:creationId xmlns:a16="http://schemas.microsoft.com/office/drawing/2014/main" id="{9204EC5B-783B-3AF9-926F-19BA488542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08" y="2279"/>
                  <a:ext cx="769" cy="442"/>
                  <a:chOff x="816" y="1766"/>
                  <a:chExt cx="769" cy="442"/>
                </a:xfrm>
              </p:grpSpPr>
              <p:sp>
                <p:nvSpPr>
                  <p:cNvPr id="40043" name="Text Box 11">
                    <a:extLst>
                      <a:ext uri="{FF2B5EF4-FFF2-40B4-BE49-F238E27FC236}">
                        <a16:creationId xmlns:a16="http://schemas.microsoft.com/office/drawing/2014/main" id="{4DD0FF7F-1CBE-7164-9BBA-2A1D8C18C55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26" y="1766"/>
                    <a:ext cx="562" cy="4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读 / 写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逻   辑</a:t>
                    </a:r>
                  </a:p>
                </p:txBody>
              </p:sp>
              <p:sp>
                <p:nvSpPr>
                  <p:cNvPr id="40044" name="Rectangle 12">
                    <a:extLst>
                      <a:ext uri="{FF2B5EF4-FFF2-40B4-BE49-F238E27FC236}">
                        <a16:creationId xmlns:a16="http://schemas.microsoft.com/office/drawing/2014/main" id="{2052511D-7D3F-B166-C5C2-4E5FE8E48C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776"/>
                    <a:ext cx="769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50" name="Group 13">
                  <a:extLst>
                    <a:ext uri="{FF2B5EF4-FFF2-40B4-BE49-F238E27FC236}">
                      <a16:creationId xmlns:a16="http://schemas.microsoft.com/office/drawing/2014/main" id="{3A31C39A-9C43-E2F1-7E93-8ED421E21F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08" y="3291"/>
                  <a:ext cx="804" cy="442"/>
                  <a:chOff x="902" y="2638"/>
                  <a:chExt cx="804" cy="442"/>
                </a:xfrm>
              </p:grpSpPr>
              <p:sp>
                <p:nvSpPr>
                  <p:cNvPr id="40041" name="Text Box 14">
                    <a:extLst>
                      <a:ext uri="{FF2B5EF4-FFF2-40B4-BE49-F238E27FC236}">
                        <a16:creationId xmlns:a16="http://schemas.microsoft.com/office/drawing/2014/main" id="{460E14FE-775D-632D-E8CA-53E341C7226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2" y="2638"/>
                    <a:ext cx="804" cy="4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级联缓冲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器/比较器</a:t>
                    </a:r>
                  </a:p>
                </p:txBody>
              </p:sp>
              <p:sp>
                <p:nvSpPr>
                  <p:cNvPr id="40042" name="Rectangle 15">
                    <a:extLst>
                      <a:ext uri="{FF2B5EF4-FFF2-40B4-BE49-F238E27FC236}">
                        <a16:creationId xmlns:a16="http://schemas.microsoft.com/office/drawing/2014/main" id="{787D8046-8703-FC34-26E4-508B41B228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640"/>
                    <a:ext cx="768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51" name="Group 16">
                  <a:extLst>
                    <a:ext uri="{FF2B5EF4-FFF2-40B4-BE49-F238E27FC236}">
                      <a16:creationId xmlns:a16="http://schemas.microsoft.com/office/drawing/2014/main" id="{323B6209-EC68-4AC0-C569-BDC0BFC689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24" y="1997"/>
                  <a:ext cx="599" cy="1344"/>
                  <a:chOff x="2822" y="1344"/>
                  <a:chExt cx="599" cy="1344"/>
                </a:xfrm>
              </p:grpSpPr>
              <p:sp>
                <p:nvSpPr>
                  <p:cNvPr id="40039" name="Text Box 17">
                    <a:extLst>
                      <a:ext uri="{FF2B5EF4-FFF2-40B4-BE49-F238E27FC236}">
                        <a16:creationId xmlns:a16="http://schemas.microsoft.com/office/drawing/2014/main" id="{F5AB3193-2FD8-2F9E-0046-CD24B9840C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22" y="1478"/>
                    <a:ext cx="599" cy="1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优先权</a:t>
                    </a:r>
                  </a:p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判别器</a:t>
                    </a:r>
                  </a:p>
                  <a:p>
                    <a:pPr eaLnBrk="1" hangingPunct="1"/>
                    <a:endParaRPr lang="zh-CN" altLang="en-US" sz="200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endParaRPr lang="zh-CN" altLang="en-US" sz="200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( </a:t>
                    </a:r>
                    <a:r>
                      <a:rPr lang="en-US" altLang="zh-CN" sz="2000">
                        <a:latin typeface="Times New Roman" panose="02020603050405020304" pitchFamily="18" charset="0"/>
                      </a:rPr>
                      <a:t>PR )</a:t>
                    </a:r>
                  </a:p>
                </p:txBody>
              </p:sp>
              <p:sp>
                <p:nvSpPr>
                  <p:cNvPr id="40040" name="Rectangle 18">
                    <a:extLst>
                      <a:ext uri="{FF2B5EF4-FFF2-40B4-BE49-F238E27FC236}">
                        <a16:creationId xmlns:a16="http://schemas.microsoft.com/office/drawing/2014/main" id="{1663F437-D208-DA2F-A8F3-4808D99549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344"/>
                    <a:ext cx="576" cy="134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52" name="Group 19">
                  <a:extLst>
                    <a:ext uri="{FF2B5EF4-FFF2-40B4-BE49-F238E27FC236}">
                      <a16:creationId xmlns:a16="http://schemas.microsoft.com/office/drawing/2014/main" id="{CD5DF6CF-8881-B9E3-9EBB-6D5EF8E9E4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1997"/>
                  <a:ext cx="576" cy="1344"/>
                  <a:chOff x="2064" y="1344"/>
                  <a:chExt cx="576" cy="1344"/>
                </a:xfrm>
              </p:grpSpPr>
              <p:sp>
                <p:nvSpPr>
                  <p:cNvPr id="40037" name="Text Box 20">
                    <a:extLst>
                      <a:ext uri="{FF2B5EF4-FFF2-40B4-BE49-F238E27FC236}">
                        <a16:creationId xmlns:a16="http://schemas.microsoft.com/office/drawing/2014/main" id="{57434DD4-AE34-CF27-43AF-DCFCA4D410E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2" y="1489"/>
                    <a:ext cx="489" cy="1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中断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服务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寄存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器</a:t>
                    </a:r>
                  </a:p>
                  <a:p>
                    <a:pPr eaLnBrk="1" hangingPunct="1"/>
                    <a:r>
                      <a:rPr lang="en-US" altLang="zh-CN" sz="2000">
                        <a:latin typeface="Times New Roman" panose="02020603050405020304" pitchFamily="18" charset="0"/>
                      </a:rPr>
                      <a:t>(ISR)</a:t>
                    </a:r>
                  </a:p>
                </p:txBody>
              </p:sp>
              <p:sp>
                <p:nvSpPr>
                  <p:cNvPr id="40038" name="Rectangle 21">
                    <a:extLst>
                      <a:ext uri="{FF2B5EF4-FFF2-40B4-BE49-F238E27FC236}">
                        <a16:creationId xmlns:a16="http://schemas.microsoft.com/office/drawing/2014/main" id="{984231E9-E778-D0B7-6D55-F59003CE4D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1344"/>
                    <a:ext cx="576" cy="134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53" name="Group 22">
                  <a:extLst>
                    <a:ext uri="{FF2B5EF4-FFF2-40B4-BE49-F238E27FC236}">
                      <a16:creationId xmlns:a16="http://schemas.microsoft.com/office/drawing/2014/main" id="{D8D0DC7F-5AA4-96E3-EA63-C28E0D3284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72" y="1997"/>
                  <a:ext cx="576" cy="1344"/>
                  <a:chOff x="3552" y="1344"/>
                  <a:chExt cx="576" cy="1344"/>
                </a:xfrm>
              </p:grpSpPr>
              <p:sp>
                <p:nvSpPr>
                  <p:cNvPr id="40035" name="Text Box 23">
                    <a:extLst>
                      <a:ext uri="{FF2B5EF4-FFF2-40B4-BE49-F238E27FC236}">
                        <a16:creationId xmlns:a16="http://schemas.microsoft.com/office/drawing/2014/main" id="{CD82A664-455F-FD93-2E35-7E2A564408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4" y="1489"/>
                    <a:ext cx="516" cy="1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中断</a:t>
                    </a:r>
                  </a:p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请求</a:t>
                    </a:r>
                  </a:p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寄存</a:t>
                    </a:r>
                  </a:p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 </a:t>
                    </a:r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器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(</a:t>
                    </a:r>
                    <a:r>
                      <a:rPr lang="en-US" altLang="zh-CN" sz="2000">
                        <a:latin typeface="Times New Roman" panose="02020603050405020304" pitchFamily="18" charset="0"/>
                      </a:rPr>
                      <a:t>IRR)</a:t>
                    </a:r>
                  </a:p>
                </p:txBody>
              </p:sp>
              <p:sp>
                <p:nvSpPr>
                  <p:cNvPr id="40036" name="Rectangle 24">
                    <a:extLst>
                      <a:ext uri="{FF2B5EF4-FFF2-40B4-BE49-F238E27FC236}">
                        <a16:creationId xmlns:a16="http://schemas.microsoft.com/office/drawing/2014/main" id="{B57B0951-95E7-3D98-2D8F-2ADDE13D32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344"/>
                    <a:ext cx="576" cy="134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9954" name="Group 25">
                  <a:extLst>
                    <a:ext uri="{FF2B5EF4-FFF2-40B4-BE49-F238E27FC236}">
                      <a16:creationId xmlns:a16="http://schemas.microsoft.com/office/drawing/2014/main" id="{A0836FE2-6C5B-B00F-B9E3-6779B78982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3533"/>
                  <a:ext cx="2448" cy="480"/>
                  <a:chOff x="2064" y="2880"/>
                  <a:chExt cx="2448" cy="480"/>
                </a:xfrm>
              </p:grpSpPr>
              <p:sp>
                <p:nvSpPr>
                  <p:cNvPr id="40033" name="Text Box 26">
                    <a:extLst>
                      <a:ext uri="{FF2B5EF4-FFF2-40B4-BE49-F238E27FC236}">
                        <a16:creationId xmlns:a16="http://schemas.microsoft.com/office/drawing/2014/main" id="{9D9B85FB-E558-8EE9-3D16-0241C1C233D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93" y="2918"/>
                    <a:ext cx="1243" cy="4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中断屏蔽寄存器</a:t>
                    </a:r>
                  </a:p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      （</a:t>
                    </a:r>
                    <a:r>
                      <a:rPr lang="en-US" altLang="zh-CN" sz="2000">
                        <a:latin typeface="Times New Roman" panose="02020603050405020304" pitchFamily="18" charset="0"/>
                      </a:rPr>
                      <a:t>IMR）</a:t>
                    </a:r>
                  </a:p>
                </p:txBody>
              </p:sp>
              <p:sp>
                <p:nvSpPr>
                  <p:cNvPr id="40034" name="Rectangle 27">
                    <a:extLst>
                      <a:ext uri="{FF2B5EF4-FFF2-40B4-BE49-F238E27FC236}">
                        <a16:creationId xmlns:a16="http://schemas.microsoft.com/office/drawing/2014/main" id="{9F0275A7-D41B-D79C-6C48-B5E38931BF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2880"/>
                    <a:ext cx="2448" cy="48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9955" name="Rectangle 28">
                  <a:extLst>
                    <a:ext uri="{FF2B5EF4-FFF2-40B4-BE49-F238E27FC236}">
                      <a16:creationId xmlns:a16="http://schemas.microsoft.com/office/drawing/2014/main" id="{D14A315F-BE07-7BC4-2FB8-21E8A1656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941"/>
                  <a:ext cx="96" cy="30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56" name="Rectangle 29">
                  <a:extLst>
                    <a:ext uri="{FF2B5EF4-FFF2-40B4-BE49-F238E27FC236}">
                      <a16:creationId xmlns:a16="http://schemas.microsoft.com/office/drawing/2014/main" id="{D06068BE-5E2D-FAB5-98A4-F015F35FA8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709"/>
                  <a:ext cx="2736" cy="9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57" name="AutoShape 30">
                  <a:extLst>
                    <a:ext uri="{FF2B5EF4-FFF2-40B4-BE49-F238E27FC236}">
                      <a16:creationId xmlns:a16="http://schemas.microsoft.com/office/drawing/2014/main" id="{C0F093C6-7FA5-3C60-D1CD-A5327D37F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805"/>
                  <a:ext cx="144" cy="192"/>
                </a:xfrm>
                <a:prstGeom prst="upArrow">
                  <a:avLst>
                    <a:gd name="adj1" fmla="val 50000"/>
                    <a:gd name="adj2" fmla="val 33333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58" name="AutoShape 31">
                  <a:extLst>
                    <a:ext uri="{FF2B5EF4-FFF2-40B4-BE49-F238E27FC236}">
                      <a16:creationId xmlns:a16="http://schemas.microsoft.com/office/drawing/2014/main" id="{3FF4AB13-4162-414B-F9F1-1125116F0A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1805"/>
                  <a:ext cx="144" cy="192"/>
                </a:xfrm>
                <a:prstGeom prst="upArrow">
                  <a:avLst>
                    <a:gd name="adj1" fmla="val 50000"/>
                    <a:gd name="adj2" fmla="val 33333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59" name="Line 32">
                  <a:extLst>
                    <a:ext uri="{FF2B5EF4-FFF2-40B4-BE49-F238E27FC236}">
                      <a16:creationId xmlns:a16="http://schemas.microsoft.com/office/drawing/2014/main" id="{48AB0B2B-2522-EA6F-27C7-115BA0F07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805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0" name="Line 33">
                  <a:extLst>
                    <a:ext uri="{FF2B5EF4-FFF2-40B4-BE49-F238E27FC236}">
                      <a16:creationId xmlns:a16="http://schemas.microsoft.com/office/drawing/2014/main" id="{8DB221BF-B53D-C004-252F-0426EEE765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1805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1" name="Line 34">
                  <a:extLst>
                    <a:ext uri="{FF2B5EF4-FFF2-40B4-BE49-F238E27FC236}">
                      <a16:creationId xmlns:a16="http://schemas.microsoft.com/office/drawing/2014/main" id="{637908B4-D77A-4F91-387E-F1C6EC62C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1805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2" name="AutoShape 35">
                  <a:extLst>
                    <a:ext uri="{FF2B5EF4-FFF2-40B4-BE49-F238E27FC236}">
                      <a16:creationId xmlns:a16="http://schemas.microsoft.com/office/drawing/2014/main" id="{DDA0E22F-D869-1E60-20AE-E9A604C0D9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3725"/>
                  <a:ext cx="240" cy="144"/>
                </a:xfrm>
                <a:prstGeom prst="leftRightArrow">
                  <a:avLst>
                    <a:gd name="adj1" fmla="val 50000"/>
                    <a:gd name="adj2" fmla="val 33333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63" name="AutoShape 36">
                  <a:extLst>
                    <a:ext uri="{FF2B5EF4-FFF2-40B4-BE49-F238E27FC236}">
                      <a16:creationId xmlns:a16="http://schemas.microsoft.com/office/drawing/2014/main" id="{3290D7F2-E985-6D14-709F-30A9C0F53F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479"/>
                  <a:ext cx="288" cy="144"/>
                </a:xfrm>
                <a:prstGeom prst="leftRightArrow">
                  <a:avLst>
                    <a:gd name="adj1" fmla="val 50000"/>
                    <a:gd name="adj2" fmla="val 4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64" name="Freeform 37">
                  <a:extLst>
                    <a:ext uri="{FF2B5EF4-FFF2-40B4-BE49-F238E27FC236}">
                      <a16:creationId xmlns:a16="http://schemas.microsoft.com/office/drawing/2014/main" id="{8152B759-7AC5-5ECA-71E1-3F77CC5E90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6" y="2189"/>
                  <a:ext cx="288" cy="1296"/>
                </a:xfrm>
                <a:custGeom>
                  <a:avLst/>
                  <a:gdLst>
                    <a:gd name="T0" fmla="*/ 288 w 288"/>
                    <a:gd name="T1" fmla="*/ 0 h 1296"/>
                    <a:gd name="T2" fmla="*/ 192 w 288"/>
                    <a:gd name="T3" fmla="*/ 0 h 1296"/>
                    <a:gd name="T4" fmla="*/ 192 w 288"/>
                    <a:gd name="T5" fmla="*/ 1296 h 1296"/>
                    <a:gd name="T6" fmla="*/ 0 w 288"/>
                    <a:gd name="T7" fmla="*/ 1296 h 129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8" h="1296">
                      <a:moveTo>
                        <a:pt x="288" y="0"/>
                      </a:moveTo>
                      <a:lnTo>
                        <a:pt x="192" y="0"/>
                      </a:lnTo>
                      <a:lnTo>
                        <a:pt x="192" y="1296"/>
                      </a:lnTo>
                      <a:lnTo>
                        <a:pt x="0" y="1296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5" name="Line 38">
                  <a:extLst>
                    <a:ext uri="{FF2B5EF4-FFF2-40B4-BE49-F238E27FC236}">
                      <a16:creationId xmlns:a16="http://schemas.microsoft.com/office/drawing/2014/main" id="{74708201-4C23-1BF8-884F-D3DA935C8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76" y="2477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39966" name="Group 39">
                  <a:extLst>
                    <a:ext uri="{FF2B5EF4-FFF2-40B4-BE49-F238E27FC236}">
                      <a16:creationId xmlns:a16="http://schemas.microsoft.com/office/drawing/2014/main" id="{9EA6C829-EA73-9511-A94B-D879F6AC57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92" y="1181"/>
                  <a:ext cx="1968" cy="336"/>
                  <a:chOff x="2256" y="1056"/>
                  <a:chExt cx="1968" cy="336"/>
                </a:xfrm>
              </p:grpSpPr>
              <p:sp>
                <p:nvSpPr>
                  <p:cNvPr id="40031" name="Text Box 40">
                    <a:extLst>
                      <a:ext uri="{FF2B5EF4-FFF2-40B4-BE49-F238E27FC236}">
                        <a16:creationId xmlns:a16="http://schemas.microsoft.com/office/drawing/2014/main" id="{F382ABBC-06C1-7A40-3E9A-03F35D69CF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8" y="1102"/>
                    <a:ext cx="76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000">
                        <a:latin typeface="Times New Roman" panose="02020603050405020304" pitchFamily="18" charset="0"/>
                      </a:rPr>
                      <a:t>控制逻辑</a:t>
                    </a:r>
                  </a:p>
                </p:txBody>
              </p:sp>
              <p:sp>
                <p:nvSpPr>
                  <p:cNvPr id="40032" name="Rectangle 41">
                    <a:extLst>
                      <a:ext uri="{FF2B5EF4-FFF2-40B4-BE49-F238E27FC236}">
                        <a16:creationId xmlns:a16="http://schemas.microsoft.com/office/drawing/2014/main" id="{3644286E-1B14-61C8-1FC9-33EB292360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1056"/>
                    <a:ext cx="1968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9967" name="Line 42">
                  <a:extLst>
                    <a:ext uri="{FF2B5EF4-FFF2-40B4-BE49-F238E27FC236}">
                      <a16:creationId xmlns:a16="http://schemas.microsoft.com/office/drawing/2014/main" id="{2348E74A-4388-D2ED-1BCC-B7BB4F7EC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416" y="1517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8" name="Line 43">
                  <a:extLst>
                    <a:ext uri="{FF2B5EF4-FFF2-40B4-BE49-F238E27FC236}">
                      <a16:creationId xmlns:a16="http://schemas.microsoft.com/office/drawing/2014/main" id="{C45F41C2-9FB8-EE2C-B1E5-C02101F420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600" y="1517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69" name="Line 44">
                  <a:extLst>
                    <a:ext uri="{FF2B5EF4-FFF2-40B4-BE49-F238E27FC236}">
                      <a16:creationId xmlns:a16="http://schemas.microsoft.com/office/drawing/2014/main" id="{DD4A07BD-4DE5-B6A4-C48A-B55A48ED6F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2880" y="1517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70" name="Line 45">
                  <a:extLst>
                    <a:ext uri="{FF2B5EF4-FFF2-40B4-BE49-F238E27FC236}">
                      <a16:creationId xmlns:a16="http://schemas.microsoft.com/office/drawing/2014/main" id="{169472D1-21BD-275D-6930-F56C4A9F2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224" y="989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71" name="Text Box 46">
                  <a:extLst>
                    <a:ext uri="{FF2B5EF4-FFF2-40B4-BE49-F238E27FC236}">
                      <a16:creationId xmlns:a16="http://schemas.microsoft.com/office/drawing/2014/main" id="{D921AF4D-9E7C-2E9D-8386-C80FDFC1E8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32" y="758"/>
                  <a:ext cx="4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INT</a:t>
                  </a:r>
                </a:p>
              </p:txBody>
            </p:sp>
            <p:sp>
              <p:nvSpPr>
                <p:cNvPr id="39972" name="Line 47">
                  <a:extLst>
                    <a:ext uri="{FF2B5EF4-FFF2-40B4-BE49-F238E27FC236}">
                      <a16:creationId xmlns:a16="http://schemas.microsoft.com/office/drawing/2014/main" id="{9BE035EC-D47E-E69B-1C85-1FB0DF959D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8" y="941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73" name="Oval 48">
                  <a:extLst>
                    <a:ext uri="{FF2B5EF4-FFF2-40B4-BE49-F238E27FC236}">
                      <a16:creationId xmlns:a16="http://schemas.microsoft.com/office/drawing/2014/main" id="{986640AD-3397-AB11-01AF-B3ED8534A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4" y="1133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9974" name="Group 49">
                  <a:extLst>
                    <a:ext uri="{FF2B5EF4-FFF2-40B4-BE49-F238E27FC236}">
                      <a16:creationId xmlns:a16="http://schemas.microsoft.com/office/drawing/2014/main" id="{7550C53B-0E5C-7D50-443E-EE03351EF1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74" y="710"/>
                  <a:ext cx="490" cy="252"/>
                  <a:chOff x="2438" y="585"/>
                  <a:chExt cx="490" cy="252"/>
                </a:xfrm>
              </p:grpSpPr>
              <p:sp>
                <p:nvSpPr>
                  <p:cNvPr id="40029" name="Text Box 50">
                    <a:extLst>
                      <a:ext uri="{FF2B5EF4-FFF2-40B4-BE49-F238E27FC236}">
                        <a16:creationId xmlns:a16="http://schemas.microsoft.com/office/drawing/2014/main" id="{869DFD5B-1543-3B55-E7CF-ED798D577E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38" y="585"/>
                    <a:ext cx="490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Times New Roman" panose="02020603050405020304" pitchFamily="18" charset="0"/>
                      </a:rPr>
                      <a:t>INTA</a:t>
                    </a:r>
                  </a:p>
                </p:txBody>
              </p:sp>
              <p:sp>
                <p:nvSpPr>
                  <p:cNvPr id="40030" name="Line 51">
                    <a:extLst>
                      <a:ext uri="{FF2B5EF4-FFF2-40B4-BE49-F238E27FC236}">
                        <a16:creationId xmlns:a16="http://schemas.microsoft.com/office/drawing/2014/main" id="{8ADB1CD7-688A-F52B-663A-B2AEF74ECD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6" y="624"/>
                    <a:ext cx="38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75" name="AutoShape 52">
                  <a:extLst>
                    <a:ext uri="{FF2B5EF4-FFF2-40B4-BE49-F238E27FC236}">
                      <a16:creationId xmlns:a16="http://schemas.microsoft.com/office/drawing/2014/main" id="{A264A7EC-5CA7-C7BA-FBC9-25563B34C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479"/>
                  <a:ext cx="288" cy="144"/>
                </a:xfrm>
                <a:prstGeom prst="leftRightArrow">
                  <a:avLst>
                    <a:gd name="adj1" fmla="val 50000"/>
                    <a:gd name="adj2" fmla="val 4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76" name="Oval 53">
                  <a:extLst>
                    <a:ext uri="{FF2B5EF4-FFF2-40B4-BE49-F238E27FC236}">
                      <a16:creationId xmlns:a16="http://schemas.microsoft.com/office/drawing/2014/main" id="{7CE8E58C-FE8E-5675-FCBF-318FD7E69A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333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77" name="Oval 54">
                  <a:extLst>
                    <a:ext uri="{FF2B5EF4-FFF2-40B4-BE49-F238E27FC236}">
                      <a16:creationId xmlns:a16="http://schemas.microsoft.com/office/drawing/2014/main" id="{9C09BE8D-19A7-A23B-266C-9C9007B82B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477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78" name="Line 55">
                  <a:extLst>
                    <a:ext uri="{FF2B5EF4-FFF2-40B4-BE49-F238E27FC236}">
                      <a16:creationId xmlns:a16="http://schemas.microsoft.com/office/drawing/2014/main" id="{0C8B1BB6-2E25-45A9-6858-9BDBBE5E1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357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79" name="Line 56">
                  <a:extLst>
                    <a:ext uri="{FF2B5EF4-FFF2-40B4-BE49-F238E27FC236}">
                      <a16:creationId xmlns:a16="http://schemas.microsoft.com/office/drawing/2014/main" id="{12E8AEA9-4F07-C96B-6A5C-327506B32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500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0" name="Line 57">
                  <a:extLst>
                    <a:ext uri="{FF2B5EF4-FFF2-40B4-BE49-F238E27FC236}">
                      <a16:creationId xmlns:a16="http://schemas.microsoft.com/office/drawing/2014/main" id="{94F00785-E775-E05A-3363-F037E3B18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621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1" name="Line 58">
                  <a:extLst>
                    <a:ext uri="{FF2B5EF4-FFF2-40B4-BE49-F238E27FC236}">
                      <a16:creationId xmlns:a16="http://schemas.microsoft.com/office/drawing/2014/main" id="{6B426BF2-C7FF-A3ED-4D41-311856930E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341"/>
                  <a:ext cx="23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2" name="Line 59">
                  <a:extLst>
                    <a:ext uri="{FF2B5EF4-FFF2-40B4-BE49-F238E27FC236}">
                      <a16:creationId xmlns:a16="http://schemas.microsoft.com/office/drawing/2014/main" id="{05AA7628-AD20-EB8C-822B-7F8FD8421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485"/>
                  <a:ext cx="23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3" name="Line 60">
                  <a:extLst>
                    <a:ext uri="{FF2B5EF4-FFF2-40B4-BE49-F238E27FC236}">
                      <a16:creationId xmlns:a16="http://schemas.microsoft.com/office/drawing/2014/main" id="{3760992B-0C94-2BC1-F09D-71C3CEAC96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629"/>
                  <a:ext cx="23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4" name="Oval 61">
                  <a:extLst>
                    <a:ext uri="{FF2B5EF4-FFF2-40B4-BE49-F238E27FC236}">
                      <a16:creationId xmlns:a16="http://schemas.microsoft.com/office/drawing/2014/main" id="{083A49B4-DE75-42FD-4B03-4929E6489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725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85" name="Freeform 62">
                  <a:extLst>
                    <a:ext uri="{FF2B5EF4-FFF2-40B4-BE49-F238E27FC236}">
                      <a16:creationId xmlns:a16="http://schemas.microsoft.com/office/drawing/2014/main" id="{C06D3BD7-1EF8-9ADE-B2E9-D9337D27AF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" y="3773"/>
                  <a:ext cx="607" cy="192"/>
                </a:xfrm>
                <a:custGeom>
                  <a:avLst/>
                  <a:gdLst>
                    <a:gd name="T0" fmla="*/ 1228 w 480"/>
                    <a:gd name="T1" fmla="*/ 0 h 192"/>
                    <a:gd name="T2" fmla="*/ 1228 w 480"/>
                    <a:gd name="T3" fmla="*/ 192 h 192"/>
                    <a:gd name="T4" fmla="*/ 0 w 480"/>
                    <a:gd name="T5" fmla="*/ 192 h 19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80" h="192">
                      <a:moveTo>
                        <a:pt x="480" y="0"/>
                      </a:moveTo>
                      <a:lnTo>
                        <a:pt x="480" y="192"/>
                      </a:lnTo>
                      <a:lnTo>
                        <a:pt x="0" y="192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86" name="Text Box 63">
                  <a:extLst>
                    <a:ext uri="{FF2B5EF4-FFF2-40B4-BE49-F238E27FC236}">
                      <a16:creationId xmlns:a16="http://schemas.microsoft.com/office/drawing/2014/main" id="{1A469447-DF00-0846-EA21-86862A4419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" y="1440"/>
                  <a:ext cx="54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7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~D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39987" name="Text Box 64">
                  <a:extLst>
                    <a:ext uri="{FF2B5EF4-FFF2-40B4-BE49-F238E27FC236}">
                      <a16:creationId xmlns:a16="http://schemas.microsoft.com/office/drawing/2014/main" id="{61C42D2F-6D1E-8D31-5F78-1EF7BAE471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2534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grpSp>
              <p:nvGrpSpPr>
                <p:cNvPr id="39988" name="Group 65">
                  <a:extLst>
                    <a:ext uri="{FF2B5EF4-FFF2-40B4-BE49-F238E27FC236}">
                      <a16:creationId xmlns:a16="http://schemas.microsoft.com/office/drawing/2014/main" id="{630F4660-ECC1-63F7-DA3F-5D51C613AA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2189"/>
                  <a:ext cx="348" cy="250"/>
                  <a:chOff x="432" y="2064"/>
                  <a:chExt cx="348" cy="250"/>
                </a:xfrm>
              </p:grpSpPr>
              <p:sp>
                <p:nvSpPr>
                  <p:cNvPr id="40027" name="Text Box 66">
                    <a:extLst>
                      <a:ext uri="{FF2B5EF4-FFF2-40B4-BE49-F238E27FC236}">
                        <a16:creationId xmlns:a16="http://schemas.microsoft.com/office/drawing/2014/main" id="{9BEECFC0-1F4F-12C0-BAA8-B32376B0FFB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064"/>
                    <a:ext cx="34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Times New Roman" panose="02020603050405020304" pitchFamily="18" charset="0"/>
                      </a:rPr>
                      <a:t>RD</a:t>
                    </a:r>
                  </a:p>
                </p:txBody>
              </p:sp>
              <p:sp>
                <p:nvSpPr>
                  <p:cNvPr id="40028" name="Line 67">
                    <a:extLst>
                      <a:ext uri="{FF2B5EF4-FFF2-40B4-BE49-F238E27FC236}">
                        <a16:creationId xmlns:a16="http://schemas.microsoft.com/office/drawing/2014/main" id="{AB51E658-FB7F-0CA6-B276-2FECB92E64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80" y="2112"/>
                    <a:ext cx="24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989" name="Group 68">
                  <a:extLst>
                    <a:ext uri="{FF2B5EF4-FFF2-40B4-BE49-F238E27FC236}">
                      <a16:creationId xmlns:a16="http://schemas.microsoft.com/office/drawing/2014/main" id="{98F3BD91-376A-7507-B800-4FC6B0F248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" y="2381"/>
                  <a:ext cx="377" cy="252"/>
                  <a:chOff x="384" y="2256"/>
                  <a:chExt cx="377" cy="252"/>
                </a:xfrm>
              </p:grpSpPr>
              <p:sp>
                <p:nvSpPr>
                  <p:cNvPr id="40025" name="Text Box 69">
                    <a:extLst>
                      <a:ext uri="{FF2B5EF4-FFF2-40B4-BE49-F238E27FC236}">
                        <a16:creationId xmlns:a16="http://schemas.microsoft.com/office/drawing/2014/main" id="{01B7FF20-0F04-312A-96FD-DE3C66D5D2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" y="2256"/>
                    <a:ext cx="37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Times New Roman" panose="02020603050405020304" pitchFamily="18" charset="0"/>
                      </a:rPr>
                      <a:t>WR</a:t>
                    </a:r>
                  </a:p>
                </p:txBody>
              </p:sp>
              <p:sp>
                <p:nvSpPr>
                  <p:cNvPr id="40026" name="Line 70">
                    <a:extLst>
                      <a:ext uri="{FF2B5EF4-FFF2-40B4-BE49-F238E27FC236}">
                        <a16:creationId xmlns:a16="http://schemas.microsoft.com/office/drawing/2014/main" id="{835EFAAD-1A5A-C0D3-E7C2-618DCCEF08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" y="2304"/>
                    <a:ext cx="28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90" name="Oval 71">
                  <a:extLst>
                    <a:ext uri="{FF2B5EF4-FFF2-40B4-BE49-F238E27FC236}">
                      <a16:creationId xmlns:a16="http://schemas.microsoft.com/office/drawing/2014/main" id="{BE68BAB5-8A16-D3BB-A52F-A5F7EA5AD2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1" y="2717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991" name="Freeform 72">
                  <a:extLst>
                    <a:ext uri="{FF2B5EF4-FFF2-40B4-BE49-F238E27FC236}">
                      <a16:creationId xmlns:a16="http://schemas.microsoft.com/office/drawing/2014/main" id="{242AD313-A5A3-00BF-A18C-F577C00FC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" y="2765"/>
                  <a:ext cx="480" cy="96"/>
                </a:xfrm>
                <a:custGeom>
                  <a:avLst/>
                  <a:gdLst>
                    <a:gd name="T0" fmla="*/ 480 w 480"/>
                    <a:gd name="T1" fmla="*/ 0 h 192"/>
                    <a:gd name="T2" fmla="*/ 480 w 480"/>
                    <a:gd name="T3" fmla="*/ 12 h 192"/>
                    <a:gd name="T4" fmla="*/ 0 w 480"/>
                    <a:gd name="T5" fmla="*/ 12 h 19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80" h="192">
                      <a:moveTo>
                        <a:pt x="480" y="0"/>
                      </a:moveTo>
                      <a:lnTo>
                        <a:pt x="480" y="192"/>
                      </a:lnTo>
                      <a:lnTo>
                        <a:pt x="0" y="192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92" name="Line 73">
                  <a:extLst>
                    <a:ext uri="{FF2B5EF4-FFF2-40B4-BE49-F238E27FC236}">
                      <a16:creationId xmlns:a16="http://schemas.microsoft.com/office/drawing/2014/main" id="{87E422E4-6DCB-4AF0-0CDD-3D73706B1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861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39993" name="Group 74">
                  <a:extLst>
                    <a:ext uri="{FF2B5EF4-FFF2-40B4-BE49-F238E27FC236}">
                      <a16:creationId xmlns:a16="http://schemas.microsoft.com/office/drawing/2014/main" id="{C4FEBD45-E459-A6C6-C232-2750FE74DC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2755"/>
                  <a:ext cx="321" cy="250"/>
                  <a:chOff x="432" y="2630"/>
                  <a:chExt cx="321" cy="250"/>
                </a:xfrm>
              </p:grpSpPr>
              <p:sp>
                <p:nvSpPr>
                  <p:cNvPr id="40023" name="Text Box 75">
                    <a:extLst>
                      <a:ext uri="{FF2B5EF4-FFF2-40B4-BE49-F238E27FC236}">
                        <a16:creationId xmlns:a16="http://schemas.microsoft.com/office/drawing/2014/main" id="{5656178B-4841-3B8C-287C-9319D4E7BB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630"/>
                    <a:ext cx="32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Times New Roman" panose="02020603050405020304" pitchFamily="18" charset="0"/>
                      </a:rPr>
                      <a:t>CS</a:t>
                    </a:r>
                  </a:p>
                </p:txBody>
              </p:sp>
              <p:sp>
                <p:nvSpPr>
                  <p:cNvPr id="40024" name="Line 76">
                    <a:extLst>
                      <a:ext uri="{FF2B5EF4-FFF2-40B4-BE49-F238E27FC236}">
                        <a16:creationId xmlns:a16="http://schemas.microsoft.com/office/drawing/2014/main" id="{A039C993-D0C1-4E19-EFA4-3BC9E2C055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80" y="2688"/>
                    <a:ext cx="24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94" name="Text Box 77">
                  <a:extLst>
                    <a:ext uri="{FF2B5EF4-FFF2-40B4-BE49-F238E27FC236}">
                      <a16:creationId xmlns:a16="http://schemas.microsoft.com/office/drawing/2014/main" id="{5B069C30-E83B-3C6A-C947-CB7951CBB9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" y="3139"/>
                  <a:ext cx="4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CAS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39995" name="Text Box 78">
                  <a:extLst>
                    <a:ext uri="{FF2B5EF4-FFF2-40B4-BE49-F238E27FC236}">
                      <a16:creationId xmlns:a16="http://schemas.microsoft.com/office/drawing/2014/main" id="{EF7E3323-88BF-D43E-1951-290C027E21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" y="3331"/>
                  <a:ext cx="4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CAS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9996" name="Text Box 79">
                  <a:extLst>
                    <a:ext uri="{FF2B5EF4-FFF2-40B4-BE49-F238E27FC236}">
                      <a16:creationId xmlns:a16="http://schemas.microsoft.com/office/drawing/2014/main" id="{FD3C7663-3287-6836-89B7-09ACD23D72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" y="3523"/>
                  <a:ext cx="48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CAS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9997" name="Text Box 80">
                  <a:extLst>
                    <a:ext uri="{FF2B5EF4-FFF2-40B4-BE49-F238E27FC236}">
                      <a16:creationId xmlns:a16="http://schemas.microsoft.com/office/drawing/2014/main" id="{248FF7D0-CBB7-8794-DAA8-0CC587987F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" y="3830"/>
                  <a:ext cx="57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SP/EN</a:t>
                  </a:r>
                </a:p>
              </p:txBody>
            </p:sp>
            <p:sp>
              <p:nvSpPr>
                <p:cNvPr id="39998" name="Line 81">
                  <a:extLst>
                    <a:ext uri="{FF2B5EF4-FFF2-40B4-BE49-F238E27FC236}">
                      <a16:creationId xmlns:a16="http://schemas.microsoft.com/office/drawing/2014/main" id="{A9E3457D-876F-E70B-AD6A-D54ABAA12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3869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99" name="Line 82">
                  <a:extLst>
                    <a:ext uri="{FF2B5EF4-FFF2-40B4-BE49-F238E27FC236}">
                      <a16:creationId xmlns:a16="http://schemas.microsoft.com/office/drawing/2014/main" id="{98A30D88-4B43-AEDD-B9AB-3F036AEBDF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3869"/>
                  <a:ext cx="23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0" name="Line 83">
                  <a:extLst>
                    <a:ext uri="{FF2B5EF4-FFF2-40B4-BE49-F238E27FC236}">
                      <a16:creationId xmlns:a16="http://schemas.microsoft.com/office/drawing/2014/main" id="{7B9EDB5F-E46D-02E7-2F83-8357A84C9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40" y="3341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1" name="Line 84">
                  <a:extLst>
                    <a:ext uri="{FF2B5EF4-FFF2-40B4-BE49-F238E27FC236}">
                      <a16:creationId xmlns:a16="http://schemas.microsoft.com/office/drawing/2014/main" id="{2D5B0250-E3FD-B148-A28C-0D6AAE062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0" y="3341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2" name="Line 85">
                  <a:extLst>
                    <a:ext uri="{FF2B5EF4-FFF2-40B4-BE49-F238E27FC236}">
                      <a16:creationId xmlns:a16="http://schemas.microsoft.com/office/drawing/2014/main" id="{B491B399-AE76-04DF-CA9D-C07760354A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60" y="3341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3" name="Line 86">
                  <a:extLst>
                    <a:ext uri="{FF2B5EF4-FFF2-40B4-BE49-F238E27FC236}">
                      <a16:creationId xmlns:a16="http://schemas.microsoft.com/office/drawing/2014/main" id="{17F7BEAC-2A23-26A3-FC2C-244D8063A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093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4" name="Text Box 87">
                  <a:extLst>
                    <a:ext uri="{FF2B5EF4-FFF2-40B4-BE49-F238E27FC236}">
                      <a16:creationId xmlns:a16="http://schemas.microsoft.com/office/drawing/2014/main" id="{7075BC0C-FBFD-D0E4-4E5C-29CCD7042D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26" y="1939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40005" name="Line 88">
                  <a:extLst>
                    <a:ext uri="{FF2B5EF4-FFF2-40B4-BE49-F238E27FC236}">
                      <a16:creationId xmlns:a16="http://schemas.microsoft.com/office/drawing/2014/main" id="{4EE3DCC2-99FC-0F24-67B1-162B5B3D7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257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6" name="Line 89">
                  <a:extLst>
                    <a:ext uri="{FF2B5EF4-FFF2-40B4-BE49-F238E27FC236}">
                      <a16:creationId xmlns:a16="http://schemas.microsoft.com/office/drawing/2014/main" id="{07964A5A-0327-34E6-CABA-7E1BE3526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42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7" name="Line 90">
                  <a:extLst>
                    <a:ext uri="{FF2B5EF4-FFF2-40B4-BE49-F238E27FC236}">
                      <a16:creationId xmlns:a16="http://schemas.microsoft.com/office/drawing/2014/main" id="{CC3FF7E4-2E14-93AE-E90F-B7D8094371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586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8" name="Line 91">
                  <a:extLst>
                    <a:ext uri="{FF2B5EF4-FFF2-40B4-BE49-F238E27FC236}">
                      <a16:creationId xmlns:a16="http://schemas.microsoft.com/office/drawing/2014/main" id="{0909C297-66E4-B44D-545F-B865E0D78E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751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09" name="Line 92">
                  <a:extLst>
                    <a:ext uri="{FF2B5EF4-FFF2-40B4-BE49-F238E27FC236}">
                      <a16:creationId xmlns:a16="http://schemas.microsoft.com/office/drawing/2014/main" id="{767AE291-A5EC-2A54-E889-EFEB35FEF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915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10" name="Line 93">
                  <a:extLst>
                    <a:ext uri="{FF2B5EF4-FFF2-40B4-BE49-F238E27FC236}">
                      <a16:creationId xmlns:a16="http://schemas.microsoft.com/office/drawing/2014/main" id="{D0B2804C-1247-830B-E23D-2C5FB78C36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308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11" name="Line 94">
                  <a:extLst>
                    <a:ext uri="{FF2B5EF4-FFF2-40B4-BE49-F238E27FC236}">
                      <a16:creationId xmlns:a16="http://schemas.microsoft.com/office/drawing/2014/main" id="{F28A5DD3-FA68-C2D6-3F98-1FC9B3C19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3245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12" name="Text Box 95">
                  <a:extLst>
                    <a:ext uri="{FF2B5EF4-FFF2-40B4-BE49-F238E27FC236}">
                      <a16:creationId xmlns:a16="http://schemas.microsoft.com/office/drawing/2014/main" id="{44954B61-65F1-B9ED-FFFE-58DCB7002E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26" y="2105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0013" name="Text Box 96">
                  <a:extLst>
                    <a:ext uri="{FF2B5EF4-FFF2-40B4-BE49-F238E27FC236}">
                      <a16:creationId xmlns:a16="http://schemas.microsoft.com/office/drawing/2014/main" id="{0DD8405C-92C0-EEA3-3829-C3F37E05DC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2271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0014" name="Text Box 97">
                  <a:extLst>
                    <a:ext uri="{FF2B5EF4-FFF2-40B4-BE49-F238E27FC236}">
                      <a16:creationId xmlns:a16="http://schemas.microsoft.com/office/drawing/2014/main" id="{29DC8235-841C-9A94-3171-B7C8B66BB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2437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0015" name="Text Box 98">
                  <a:extLst>
                    <a:ext uri="{FF2B5EF4-FFF2-40B4-BE49-F238E27FC236}">
                      <a16:creationId xmlns:a16="http://schemas.microsoft.com/office/drawing/2014/main" id="{5141B1AC-257C-EF8C-1DCF-B9A5ABE143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2603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0016" name="Text Box 99">
                  <a:extLst>
                    <a:ext uri="{FF2B5EF4-FFF2-40B4-BE49-F238E27FC236}">
                      <a16:creationId xmlns:a16="http://schemas.microsoft.com/office/drawing/2014/main" id="{EBEEEB87-9C2F-9B8B-82F8-3C0CA3D6D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2765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40017" name="Text Box 100">
                  <a:extLst>
                    <a:ext uri="{FF2B5EF4-FFF2-40B4-BE49-F238E27FC236}">
                      <a16:creationId xmlns:a16="http://schemas.microsoft.com/office/drawing/2014/main" id="{B5E7C00F-2F06-94B9-2E7B-5C33CD6CEB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2935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40018" name="Text Box 101">
                  <a:extLst>
                    <a:ext uri="{FF2B5EF4-FFF2-40B4-BE49-F238E27FC236}">
                      <a16:creationId xmlns:a16="http://schemas.microsoft.com/office/drawing/2014/main" id="{FFEED851-39B8-06BB-C1CA-B796D6EAF7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6" y="3101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IR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40019" name="AutoShape 102">
                  <a:extLst>
                    <a:ext uri="{FF2B5EF4-FFF2-40B4-BE49-F238E27FC236}">
                      <a16:creationId xmlns:a16="http://schemas.microsoft.com/office/drawing/2014/main" id="{8F210EC6-F6BE-2CC2-6013-FE344E34E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6" y="2573"/>
                  <a:ext cx="336" cy="192"/>
                </a:xfrm>
                <a:prstGeom prst="leftArrow">
                  <a:avLst>
                    <a:gd name="adj1" fmla="val 50000"/>
                    <a:gd name="adj2" fmla="val 4375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0020" name="AutoShape 103">
                  <a:extLst>
                    <a:ext uri="{FF2B5EF4-FFF2-40B4-BE49-F238E27FC236}">
                      <a16:creationId xmlns:a16="http://schemas.microsoft.com/office/drawing/2014/main" id="{2AAC57AC-7621-0E2B-C236-0BAEFB0D27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2573"/>
                  <a:ext cx="336" cy="192"/>
                </a:xfrm>
                <a:prstGeom prst="leftRightArrow">
                  <a:avLst>
                    <a:gd name="adj1" fmla="val 50000"/>
                    <a:gd name="adj2" fmla="val 35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0021" name="Line 104">
                  <a:extLst>
                    <a:ext uri="{FF2B5EF4-FFF2-40B4-BE49-F238E27FC236}">
                      <a16:creationId xmlns:a16="http://schemas.microsoft.com/office/drawing/2014/main" id="{69D06271-2C5F-B9AC-C055-017A7F6552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845"/>
                  <a:ext cx="144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22" name="Text Box 105">
                  <a:extLst>
                    <a:ext uri="{FF2B5EF4-FFF2-40B4-BE49-F238E27FC236}">
                      <a16:creationId xmlns:a16="http://schemas.microsoft.com/office/drawing/2014/main" id="{B1327759-4F64-176A-6A91-F001F27ABA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6" y="603"/>
                  <a:ext cx="7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内部总线</a:t>
                  </a:r>
                </a:p>
              </p:txBody>
            </p:sp>
          </p:grpSp>
          <p:sp>
            <p:nvSpPr>
              <p:cNvPr id="39947" name="Line 106">
                <a:extLst>
                  <a:ext uri="{FF2B5EF4-FFF2-40B4-BE49-F238E27FC236}">
                    <a16:creationId xmlns:a16="http://schemas.microsoft.com/office/drawing/2014/main" id="{29825197-49AD-B5DD-2BDE-06D4A1E30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716"/>
                <a:ext cx="0" cy="82"/>
              </a:xfrm>
              <a:prstGeom prst="line">
                <a:avLst/>
              </a:prstGeom>
              <a:noFill/>
              <a:ln w="28575">
                <a:solidFill>
                  <a:srgbClr val="0000D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943" name="Line 107">
              <a:extLst>
                <a:ext uri="{FF2B5EF4-FFF2-40B4-BE49-F238E27FC236}">
                  <a16:creationId xmlns:a16="http://schemas.microsoft.com/office/drawing/2014/main" id="{999684E9-7F6E-CC43-935A-FBD7460ED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4028"/>
              <a:ext cx="77" cy="0"/>
            </a:xfrm>
            <a:prstGeom prst="line">
              <a:avLst/>
            </a:prstGeom>
            <a:noFill/>
            <a:ln w="76200">
              <a:solidFill>
                <a:srgbClr val="00007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44" name="Line 108">
              <a:extLst>
                <a:ext uri="{FF2B5EF4-FFF2-40B4-BE49-F238E27FC236}">
                  <a16:creationId xmlns:a16="http://schemas.microsoft.com/office/drawing/2014/main" id="{F37F8686-017C-51CF-456D-08CF590A8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952"/>
              <a:ext cx="77" cy="0"/>
            </a:xfrm>
            <a:prstGeom prst="line">
              <a:avLst/>
            </a:prstGeom>
            <a:noFill/>
            <a:ln w="76200">
              <a:solidFill>
                <a:srgbClr val="0000E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45" name="Line 109">
              <a:extLst>
                <a:ext uri="{FF2B5EF4-FFF2-40B4-BE49-F238E27FC236}">
                  <a16:creationId xmlns:a16="http://schemas.microsoft.com/office/drawing/2014/main" id="{B05198EB-A925-A700-30E2-4B432054D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713"/>
              <a:ext cx="0" cy="84"/>
            </a:xfrm>
            <a:prstGeom prst="line">
              <a:avLst/>
            </a:prstGeom>
            <a:noFill/>
            <a:ln w="76200">
              <a:solidFill>
                <a:srgbClr val="00007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CB2D120D-FE6B-FB05-D0F4-99E2DC729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9250"/>
            <a:ext cx="74310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主程序和服务程序抢占 </a:t>
            </a:r>
            <a:r>
              <a:rPr lang="en-US" altLang="zh-CN" sz="3600">
                <a:latin typeface="Times New Roman" panose="02020603050405020304" pitchFamily="18" charset="0"/>
              </a:rPr>
              <a:t>CPU </a:t>
            </a:r>
            <a:r>
              <a:rPr lang="zh-CN" altLang="en-US" sz="3600">
                <a:latin typeface="Times New Roman" panose="02020603050405020304" pitchFamily="18" charset="0"/>
              </a:rPr>
              <a:t>示意图</a:t>
            </a:r>
          </a:p>
        </p:txBody>
      </p:sp>
      <p:grpSp>
        <p:nvGrpSpPr>
          <p:cNvPr id="344067" name="Group 3">
            <a:extLst>
              <a:ext uri="{FF2B5EF4-FFF2-40B4-BE49-F238E27FC236}">
                <a16:creationId xmlns:a16="http://schemas.microsoft.com/office/drawing/2014/main" id="{0ABBDE5A-B47C-FC21-1FD9-37C51AD43260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3505200"/>
            <a:ext cx="8093075" cy="2152650"/>
            <a:chOff x="374" y="2782"/>
            <a:chExt cx="5098" cy="1356"/>
          </a:xfrm>
        </p:grpSpPr>
        <p:grpSp>
          <p:nvGrpSpPr>
            <p:cNvPr id="40980" name="Group 4">
              <a:extLst>
                <a:ext uri="{FF2B5EF4-FFF2-40B4-BE49-F238E27FC236}">
                  <a16:creationId xmlns:a16="http://schemas.microsoft.com/office/drawing/2014/main" id="{73E49622-749D-FDDB-F855-6B3FCA8C5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782"/>
              <a:ext cx="3792" cy="1356"/>
              <a:chOff x="1680" y="2782"/>
              <a:chExt cx="3792" cy="1356"/>
            </a:xfrm>
          </p:grpSpPr>
          <p:sp>
            <p:nvSpPr>
              <p:cNvPr id="40982" name="Freeform 5">
                <a:extLst>
                  <a:ext uri="{FF2B5EF4-FFF2-40B4-BE49-F238E27FC236}">
                    <a16:creationId xmlns:a16="http://schemas.microsoft.com/office/drawing/2014/main" id="{5CF9F2E7-22FB-260E-4EA0-F58CD3FD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3072"/>
                <a:ext cx="3792" cy="528"/>
              </a:xfrm>
              <a:custGeom>
                <a:avLst/>
                <a:gdLst>
                  <a:gd name="T0" fmla="*/ 0 w 3792"/>
                  <a:gd name="T1" fmla="*/ 528 h 528"/>
                  <a:gd name="T2" fmla="*/ 0 w 3792"/>
                  <a:gd name="T3" fmla="*/ 0 h 528"/>
                  <a:gd name="T4" fmla="*/ 912 w 3792"/>
                  <a:gd name="T5" fmla="*/ 0 h 528"/>
                  <a:gd name="T6" fmla="*/ 912 w 3792"/>
                  <a:gd name="T7" fmla="*/ 528 h 528"/>
                  <a:gd name="T8" fmla="*/ 1296 w 3792"/>
                  <a:gd name="T9" fmla="*/ 528 h 528"/>
                  <a:gd name="T10" fmla="*/ 1296 w 3792"/>
                  <a:gd name="T11" fmla="*/ 0 h 528"/>
                  <a:gd name="T12" fmla="*/ 2208 w 3792"/>
                  <a:gd name="T13" fmla="*/ 0 h 528"/>
                  <a:gd name="T14" fmla="*/ 2208 w 3792"/>
                  <a:gd name="T15" fmla="*/ 528 h 528"/>
                  <a:gd name="T16" fmla="*/ 2592 w 3792"/>
                  <a:gd name="T17" fmla="*/ 528 h 528"/>
                  <a:gd name="T18" fmla="*/ 2592 w 3792"/>
                  <a:gd name="T19" fmla="*/ 0 h 528"/>
                  <a:gd name="T20" fmla="*/ 3792 w 3792"/>
                  <a:gd name="T21" fmla="*/ 0 h 5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92" h="528">
                    <a:moveTo>
                      <a:pt x="0" y="528"/>
                    </a:moveTo>
                    <a:lnTo>
                      <a:pt x="0" y="0"/>
                    </a:lnTo>
                    <a:lnTo>
                      <a:pt x="912" y="0"/>
                    </a:lnTo>
                    <a:lnTo>
                      <a:pt x="912" y="528"/>
                    </a:lnTo>
                    <a:lnTo>
                      <a:pt x="1296" y="528"/>
                    </a:lnTo>
                    <a:lnTo>
                      <a:pt x="1296" y="0"/>
                    </a:lnTo>
                    <a:lnTo>
                      <a:pt x="2208" y="0"/>
                    </a:lnTo>
                    <a:lnTo>
                      <a:pt x="2208" y="528"/>
                    </a:lnTo>
                    <a:lnTo>
                      <a:pt x="2592" y="528"/>
                    </a:lnTo>
                    <a:lnTo>
                      <a:pt x="2592" y="0"/>
                    </a:lnTo>
                    <a:lnTo>
                      <a:pt x="379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983" name="Text Box 6">
                <a:extLst>
                  <a:ext uri="{FF2B5EF4-FFF2-40B4-BE49-F238E27FC236}">
                    <a16:creationId xmlns:a16="http://schemas.microsoft.com/office/drawing/2014/main" id="{8020EE54-EE9B-A6DE-0A01-1822FD495F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78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准备工作</a:t>
                </a:r>
              </a:p>
            </p:txBody>
          </p:sp>
          <p:sp>
            <p:nvSpPr>
              <p:cNvPr id="40984" name="Text Box 7">
                <a:extLst>
                  <a:ext uri="{FF2B5EF4-FFF2-40B4-BE49-F238E27FC236}">
                    <a16:creationId xmlns:a16="http://schemas.microsoft.com/office/drawing/2014/main" id="{1F2A6F7A-D7C9-44BE-A962-BBEF0F10A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0" y="2784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准备工作</a:t>
                </a:r>
              </a:p>
            </p:txBody>
          </p:sp>
          <p:sp>
            <p:nvSpPr>
              <p:cNvPr id="40985" name="Text Box 8">
                <a:extLst>
                  <a:ext uri="{FF2B5EF4-FFF2-40B4-BE49-F238E27FC236}">
                    <a16:creationId xmlns:a16="http://schemas.microsoft.com/office/drawing/2014/main" id="{54C58724-7FF0-9AFB-282C-6695EB5CC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" y="2784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准备工作</a:t>
                </a:r>
              </a:p>
            </p:txBody>
          </p:sp>
          <p:sp>
            <p:nvSpPr>
              <p:cNvPr id="40986" name="Text Box 9">
                <a:extLst>
                  <a:ext uri="{FF2B5EF4-FFF2-40B4-BE49-F238E27FC236}">
                    <a16:creationId xmlns:a16="http://schemas.microsoft.com/office/drawing/2014/main" id="{62A63974-E55C-37F7-F932-67FD9323D8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3646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传送数据</a:t>
                </a:r>
              </a:p>
            </p:txBody>
          </p:sp>
          <p:sp>
            <p:nvSpPr>
              <p:cNvPr id="40987" name="Text Box 10">
                <a:extLst>
                  <a:ext uri="{FF2B5EF4-FFF2-40B4-BE49-F238E27FC236}">
                    <a16:creationId xmlns:a16="http://schemas.microsoft.com/office/drawing/2014/main" id="{EB06B6A8-C155-18EE-42F8-B03FFF8FE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2" y="3648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传送数据</a:t>
                </a:r>
              </a:p>
            </p:txBody>
          </p:sp>
          <p:sp>
            <p:nvSpPr>
              <p:cNvPr id="40988" name="Text Box 11">
                <a:extLst>
                  <a:ext uri="{FF2B5EF4-FFF2-40B4-BE49-F238E27FC236}">
                    <a16:creationId xmlns:a16="http://schemas.microsoft.com/office/drawing/2014/main" id="{3A4095C2-F3E7-F10C-510B-FCD876BDB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5" y="3886"/>
                <a:ext cx="9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发中断请求</a:t>
                </a:r>
              </a:p>
            </p:txBody>
          </p:sp>
          <p:sp>
            <p:nvSpPr>
              <p:cNvPr id="40989" name="Text Box 12">
                <a:extLst>
                  <a:ext uri="{FF2B5EF4-FFF2-40B4-BE49-F238E27FC236}">
                    <a16:creationId xmlns:a16="http://schemas.microsoft.com/office/drawing/2014/main" id="{02A421BE-3D34-D3A7-C625-4BE7C30F7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3888"/>
                <a:ext cx="9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发中断请求</a:t>
                </a:r>
              </a:p>
            </p:txBody>
          </p:sp>
          <p:sp>
            <p:nvSpPr>
              <p:cNvPr id="40990" name="Line 13">
                <a:extLst>
                  <a:ext uri="{FF2B5EF4-FFF2-40B4-BE49-F238E27FC236}">
                    <a16:creationId xmlns:a16="http://schemas.microsoft.com/office/drawing/2014/main" id="{18B0807E-7972-5464-2EA8-7438D13DC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3408"/>
                <a:ext cx="48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991" name="Line 14">
                <a:extLst>
                  <a:ext uri="{FF2B5EF4-FFF2-40B4-BE49-F238E27FC236}">
                    <a16:creationId xmlns:a16="http://schemas.microsoft.com/office/drawing/2014/main" id="{78852BCE-F6F5-6812-8CA4-D2FB5FCF7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3408"/>
                <a:ext cx="48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0981" name="Text Box 15">
              <a:extLst>
                <a:ext uri="{FF2B5EF4-FFF2-40B4-BE49-F238E27FC236}">
                  <a16:creationId xmlns:a16="http://schemas.microsoft.com/office/drawing/2014/main" id="{E63D9625-D527-0853-E532-9BE13EA60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3033"/>
              <a:ext cx="33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</a:p>
          </p:txBody>
        </p:sp>
      </p:grpSp>
      <p:sp>
        <p:nvSpPr>
          <p:cNvPr id="344080" name="Text Box 16">
            <a:extLst>
              <a:ext uri="{FF2B5EF4-FFF2-40B4-BE49-F238E27FC236}">
                <a16:creationId xmlns:a16="http://schemas.microsoft.com/office/drawing/2014/main" id="{22712B36-0EED-2EF9-4A0E-D89E4451B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6" y="5781675"/>
            <a:ext cx="73310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宏观 </a:t>
            </a:r>
            <a:r>
              <a:rPr lang="zh-CN" altLang="en-US" sz="2800">
                <a:latin typeface="Times New Roman" panose="02020603050405020304" pitchFamily="18" charset="0"/>
              </a:rPr>
              <a:t>上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和 </a:t>
            </a:r>
            <a:r>
              <a:rPr lang="en-US" altLang="zh-CN" sz="2800">
                <a:latin typeface="Times New Roman" panose="02020603050405020304" pitchFamily="18" charset="0"/>
              </a:rPr>
              <a:t>I/O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并行 </a:t>
            </a:r>
            <a:r>
              <a:rPr lang="zh-CN" altLang="en-US" sz="2800">
                <a:latin typeface="Times New Roman" panose="02020603050405020304" pitchFamily="18" charset="0"/>
              </a:rPr>
              <a:t>工作</a:t>
            </a:r>
          </a:p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微观 </a:t>
            </a:r>
            <a:r>
              <a:rPr lang="zh-CN" altLang="en-US" sz="2800">
                <a:latin typeface="Times New Roman" panose="02020603050405020304" pitchFamily="18" charset="0"/>
              </a:rPr>
              <a:t>上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中断现行程序 </a:t>
            </a:r>
            <a:r>
              <a:rPr lang="zh-CN" altLang="en-US" sz="2800">
                <a:latin typeface="Times New Roman" panose="02020603050405020304" pitchFamily="18" charset="0"/>
              </a:rPr>
              <a:t>为 </a:t>
            </a:r>
            <a:r>
              <a:rPr lang="en-US" altLang="zh-CN" sz="2800">
                <a:latin typeface="Times New Roman" panose="02020603050405020304" pitchFamily="18" charset="0"/>
              </a:rPr>
              <a:t>I/O </a:t>
            </a:r>
            <a:r>
              <a:rPr lang="zh-CN" altLang="en-US" sz="2800">
                <a:latin typeface="Times New Roman" panose="02020603050405020304" pitchFamily="18" charset="0"/>
              </a:rPr>
              <a:t>服务</a:t>
            </a:r>
          </a:p>
        </p:txBody>
      </p:sp>
      <p:grpSp>
        <p:nvGrpSpPr>
          <p:cNvPr id="344081" name="Group 17">
            <a:extLst>
              <a:ext uri="{FF2B5EF4-FFF2-40B4-BE49-F238E27FC236}">
                <a16:creationId xmlns:a16="http://schemas.microsoft.com/office/drawing/2014/main" id="{C8AE59E1-BD97-0FD7-BCDD-D99D1047E638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1295400"/>
            <a:ext cx="8313738" cy="2014538"/>
            <a:chOff x="230" y="816"/>
            <a:chExt cx="5237" cy="1269"/>
          </a:xfrm>
        </p:grpSpPr>
        <p:grpSp>
          <p:nvGrpSpPr>
            <p:cNvPr id="40968" name="Group 18">
              <a:extLst>
                <a:ext uri="{FF2B5EF4-FFF2-40B4-BE49-F238E27FC236}">
                  <a16:creationId xmlns:a16="http://schemas.microsoft.com/office/drawing/2014/main" id="{CC3110FE-4319-0B68-5ED7-F75662109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" y="816"/>
              <a:ext cx="5237" cy="1269"/>
              <a:chOff x="230" y="816"/>
              <a:chExt cx="5237" cy="1269"/>
            </a:xfrm>
          </p:grpSpPr>
          <p:grpSp>
            <p:nvGrpSpPr>
              <p:cNvPr id="40971" name="Group 19">
                <a:extLst>
                  <a:ext uri="{FF2B5EF4-FFF2-40B4-BE49-F238E27FC236}">
                    <a16:creationId xmlns:a16="http://schemas.microsoft.com/office/drawing/2014/main" id="{BFF2C1BA-2CE5-4C67-2274-B08D4596E2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816"/>
                <a:ext cx="4795" cy="1269"/>
                <a:chOff x="672" y="1296"/>
                <a:chExt cx="4795" cy="1269"/>
              </a:xfrm>
            </p:grpSpPr>
            <p:sp>
              <p:nvSpPr>
                <p:cNvPr id="40973" name="Freeform 20">
                  <a:extLst>
                    <a:ext uri="{FF2B5EF4-FFF2-40B4-BE49-F238E27FC236}">
                      <a16:creationId xmlns:a16="http://schemas.microsoft.com/office/drawing/2014/main" id="{9A184E19-E42C-E429-0CAA-D8B15912E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" y="1586"/>
                  <a:ext cx="4785" cy="531"/>
                </a:xfrm>
                <a:custGeom>
                  <a:avLst/>
                  <a:gdLst>
                    <a:gd name="T0" fmla="*/ 0 w 4785"/>
                    <a:gd name="T1" fmla="*/ 3 h 531"/>
                    <a:gd name="T2" fmla="*/ 981 w 4785"/>
                    <a:gd name="T3" fmla="*/ 3 h 531"/>
                    <a:gd name="T4" fmla="*/ 981 w 4785"/>
                    <a:gd name="T5" fmla="*/ 531 h 531"/>
                    <a:gd name="T6" fmla="*/ 1173 w 4785"/>
                    <a:gd name="T7" fmla="*/ 531 h 531"/>
                    <a:gd name="T8" fmla="*/ 1173 w 4785"/>
                    <a:gd name="T9" fmla="*/ 3 h 531"/>
                    <a:gd name="T10" fmla="*/ 1941 w 4785"/>
                    <a:gd name="T11" fmla="*/ 3 h 531"/>
                    <a:gd name="T12" fmla="*/ 1941 w 4785"/>
                    <a:gd name="T13" fmla="*/ 531 h 531"/>
                    <a:gd name="T14" fmla="*/ 2313 w 4785"/>
                    <a:gd name="T15" fmla="*/ 531 h 531"/>
                    <a:gd name="T16" fmla="*/ 2313 w 4785"/>
                    <a:gd name="T17" fmla="*/ 0 h 531"/>
                    <a:gd name="T18" fmla="*/ 3254 w 4785"/>
                    <a:gd name="T19" fmla="*/ 3 h 531"/>
                    <a:gd name="T20" fmla="*/ 3254 w 4785"/>
                    <a:gd name="T21" fmla="*/ 518 h 531"/>
                    <a:gd name="T22" fmla="*/ 3618 w 4785"/>
                    <a:gd name="T23" fmla="*/ 518 h 531"/>
                    <a:gd name="T24" fmla="*/ 3618 w 4785"/>
                    <a:gd name="T25" fmla="*/ 3 h 531"/>
                    <a:gd name="T26" fmla="*/ 4785 w 4785"/>
                    <a:gd name="T27" fmla="*/ 3 h 5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4785" h="531">
                      <a:moveTo>
                        <a:pt x="0" y="3"/>
                      </a:moveTo>
                      <a:lnTo>
                        <a:pt x="981" y="3"/>
                      </a:lnTo>
                      <a:lnTo>
                        <a:pt x="981" y="531"/>
                      </a:lnTo>
                      <a:lnTo>
                        <a:pt x="1173" y="531"/>
                      </a:lnTo>
                      <a:lnTo>
                        <a:pt x="1173" y="3"/>
                      </a:lnTo>
                      <a:lnTo>
                        <a:pt x="1941" y="3"/>
                      </a:lnTo>
                      <a:lnTo>
                        <a:pt x="1941" y="531"/>
                      </a:lnTo>
                      <a:lnTo>
                        <a:pt x="2313" y="531"/>
                      </a:lnTo>
                      <a:lnTo>
                        <a:pt x="2313" y="0"/>
                      </a:lnTo>
                      <a:lnTo>
                        <a:pt x="3254" y="3"/>
                      </a:lnTo>
                      <a:lnTo>
                        <a:pt x="3254" y="518"/>
                      </a:lnTo>
                      <a:lnTo>
                        <a:pt x="3618" y="518"/>
                      </a:lnTo>
                      <a:lnTo>
                        <a:pt x="3618" y="3"/>
                      </a:lnTo>
                      <a:lnTo>
                        <a:pt x="4785" y="3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974" name="Text Box 21">
                  <a:extLst>
                    <a:ext uri="{FF2B5EF4-FFF2-40B4-BE49-F238E27FC236}">
                      <a16:creationId xmlns:a16="http://schemas.microsoft.com/office/drawing/2014/main" id="{8A93F9A8-FE6A-EDD8-D010-66C17E5DA8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6" y="1296"/>
                  <a:ext cx="59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主程序</a:t>
                  </a:r>
                </a:p>
              </p:txBody>
            </p:sp>
            <p:sp>
              <p:nvSpPr>
                <p:cNvPr id="40975" name="Text Box 22">
                  <a:extLst>
                    <a:ext uri="{FF2B5EF4-FFF2-40B4-BE49-F238E27FC236}">
                      <a16:creationId xmlns:a16="http://schemas.microsoft.com/office/drawing/2014/main" id="{752EB942-1479-B645-2A1C-E1F986B50A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7" y="1344"/>
                  <a:ext cx="124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继续执行主程序</a:t>
                  </a:r>
                </a:p>
              </p:txBody>
            </p:sp>
            <p:sp>
              <p:nvSpPr>
                <p:cNvPr id="40976" name="Text Box 23">
                  <a:extLst>
                    <a:ext uri="{FF2B5EF4-FFF2-40B4-BE49-F238E27FC236}">
                      <a16:creationId xmlns:a16="http://schemas.microsoft.com/office/drawing/2014/main" id="{8FD819D8-D8BB-96C1-24B8-2AA71A70E9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74" y="2112"/>
                  <a:ext cx="7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启动外设</a:t>
                  </a:r>
                </a:p>
              </p:txBody>
            </p:sp>
            <p:sp>
              <p:nvSpPr>
                <p:cNvPr id="40977" name="Text Box 24">
                  <a:extLst>
                    <a:ext uri="{FF2B5EF4-FFF2-40B4-BE49-F238E27FC236}">
                      <a16:creationId xmlns:a16="http://schemas.microsoft.com/office/drawing/2014/main" id="{9F71B1ED-88D3-D330-83D8-BC8B61D063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74" y="2123"/>
                  <a:ext cx="1076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   </a:t>
                  </a:r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服务程序</a:t>
                  </a: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（传送数据）</a:t>
                  </a:r>
                </a:p>
              </p:txBody>
            </p:sp>
            <p:sp>
              <p:nvSpPr>
                <p:cNvPr id="40978" name="Text Box 25">
                  <a:extLst>
                    <a:ext uri="{FF2B5EF4-FFF2-40B4-BE49-F238E27FC236}">
                      <a16:creationId xmlns:a16="http://schemas.microsoft.com/office/drawing/2014/main" id="{8411915D-5513-53A7-6CC3-77B40426F6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70" y="2114"/>
                  <a:ext cx="1076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   </a:t>
                  </a:r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服务程序</a:t>
                  </a: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（传送数据）</a:t>
                  </a:r>
                </a:p>
              </p:txBody>
            </p:sp>
            <p:sp>
              <p:nvSpPr>
                <p:cNvPr id="40979" name="Text Box 26">
                  <a:extLst>
                    <a:ext uri="{FF2B5EF4-FFF2-40B4-BE49-F238E27FC236}">
                      <a16:creationId xmlns:a16="http://schemas.microsoft.com/office/drawing/2014/main" id="{A6182C7D-1071-170B-CA29-124E966925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4" y="1336"/>
                  <a:ext cx="124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继续执行主程序</a:t>
                  </a:r>
                </a:p>
              </p:txBody>
            </p:sp>
          </p:grpSp>
          <p:sp>
            <p:nvSpPr>
              <p:cNvPr id="40972" name="Text Box 27">
                <a:extLst>
                  <a:ext uri="{FF2B5EF4-FFF2-40B4-BE49-F238E27FC236}">
                    <a16:creationId xmlns:a16="http://schemas.microsoft.com/office/drawing/2014/main" id="{8C1A78FE-9DBD-7030-6BB8-A2F12A1B9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" y="1017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</a:p>
            </p:txBody>
          </p:sp>
        </p:grpSp>
        <p:sp>
          <p:nvSpPr>
            <p:cNvPr id="40969" name="Freeform 28">
              <a:extLst>
                <a:ext uri="{FF2B5EF4-FFF2-40B4-BE49-F238E27FC236}">
                  <a16:creationId xmlns:a16="http://schemas.microsoft.com/office/drawing/2014/main" id="{0FD8E9D6-AFEE-5196-ABB7-5BD6FFB49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1635"/>
              <a:ext cx="116" cy="233"/>
            </a:xfrm>
            <a:custGeom>
              <a:avLst/>
              <a:gdLst>
                <a:gd name="T0" fmla="*/ 0 w 391"/>
                <a:gd name="T1" fmla="*/ 2 h 2"/>
                <a:gd name="T2" fmla="*/ 391 w 39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1" h="2">
                  <a:moveTo>
                    <a:pt x="0" y="2"/>
                  </a:moveTo>
                  <a:lnTo>
                    <a:pt x="391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0" name="Freeform 29">
              <a:extLst>
                <a:ext uri="{FF2B5EF4-FFF2-40B4-BE49-F238E27FC236}">
                  <a16:creationId xmlns:a16="http://schemas.microsoft.com/office/drawing/2014/main" id="{43F16ACD-C7EE-32EC-F50A-62FF4E7F1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" y="1625"/>
              <a:ext cx="116" cy="233"/>
            </a:xfrm>
            <a:custGeom>
              <a:avLst/>
              <a:gdLst>
                <a:gd name="T0" fmla="*/ 0 w 385"/>
                <a:gd name="T1" fmla="*/ 0 h 1"/>
                <a:gd name="T2" fmla="*/ 385 w 38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5" h="1">
                  <a:moveTo>
                    <a:pt x="0" y="0"/>
                  </a:moveTo>
                  <a:lnTo>
                    <a:pt x="385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8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D622C5A-2B9C-2559-8264-E1A2012DC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317" y="-53975"/>
            <a:ext cx="964684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b="1" dirty="0"/>
              <a:t>VI  DMA </a:t>
            </a:r>
            <a:r>
              <a:rPr lang="zh-CN" altLang="en-US" b="1" dirty="0"/>
              <a:t>方式 （</a:t>
            </a:r>
            <a:r>
              <a:rPr lang="en-US" altLang="zh-CN" b="1" dirty="0"/>
              <a:t>Direct Memory Access)</a:t>
            </a:r>
            <a:endParaRPr lang="zh-CN" altLang="en-US" b="1" dirty="0"/>
          </a:p>
        </p:txBody>
      </p:sp>
      <p:sp>
        <p:nvSpPr>
          <p:cNvPr id="345091" name="Text Box 3">
            <a:extLst>
              <a:ext uri="{FF2B5EF4-FFF2-40B4-BE49-F238E27FC236}">
                <a16:creationId xmlns:a16="http://schemas.microsoft.com/office/drawing/2014/main" id="{9DF8CFF3-782F-5B37-DDAC-4CD074245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0"/>
            <a:ext cx="510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一、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方式的特点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45092" name="Text Box 4">
            <a:extLst>
              <a:ext uri="{FF2B5EF4-FFF2-40B4-BE49-F238E27FC236}">
                <a16:creationId xmlns:a16="http://schemas.microsoft.com/office/drawing/2014/main" id="{43165EA8-C0A0-1DAE-9A36-0B8D199CA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971676"/>
            <a:ext cx="6478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和程序中断两种方式的数据通路</a:t>
            </a:r>
          </a:p>
        </p:txBody>
      </p:sp>
      <p:grpSp>
        <p:nvGrpSpPr>
          <p:cNvPr id="345138" name="Group 50">
            <a:extLst>
              <a:ext uri="{FF2B5EF4-FFF2-40B4-BE49-F238E27FC236}">
                <a16:creationId xmlns:a16="http://schemas.microsoft.com/office/drawing/2014/main" id="{98AE9D85-6F52-3127-42CA-0CC6FD6EC094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667000"/>
            <a:ext cx="6324600" cy="3805238"/>
            <a:chOff x="912" y="1680"/>
            <a:chExt cx="3984" cy="2397"/>
          </a:xfrm>
        </p:grpSpPr>
        <p:grpSp>
          <p:nvGrpSpPr>
            <p:cNvPr id="41991" name="Group 49">
              <a:extLst>
                <a:ext uri="{FF2B5EF4-FFF2-40B4-BE49-F238E27FC236}">
                  <a16:creationId xmlns:a16="http://schemas.microsoft.com/office/drawing/2014/main" id="{CA459C51-20DD-EDD1-D5F3-A270C852A3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592"/>
              <a:ext cx="816" cy="770"/>
              <a:chOff x="1728" y="2592"/>
              <a:chExt cx="816" cy="770"/>
            </a:xfrm>
          </p:grpSpPr>
          <p:sp>
            <p:nvSpPr>
              <p:cNvPr id="42025" name="Rectangle 7">
                <a:extLst>
                  <a:ext uri="{FF2B5EF4-FFF2-40B4-BE49-F238E27FC236}">
                    <a16:creationId xmlns:a16="http://schemas.microsoft.com/office/drawing/2014/main" id="{203F8B26-0617-E8D1-2CCC-9B8FE321C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594"/>
                <a:ext cx="816" cy="7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26" name="Text Box 8">
                <a:extLst>
                  <a:ext uri="{FF2B5EF4-FFF2-40B4-BE49-F238E27FC236}">
                    <a16:creationId xmlns:a16="http://schemas.microsoft.com/office/drawing/2014/main" id="{81216160-5757-49F6-E344-C0432B3FC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592"/>
                <a:ext cx="7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54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</a:p>
            </p:txBody>
          </p:sp>
        </p:grpSp>
        <p:grpSp>
          <p:nvGrpSpPr>
            <p:cNvPr id="41992" name="Group 48">
              <a:extLst>
                <a:ext uri="{FF2B5EF4-FFF2-40B4-BE49-F238E27FC236}">
                  <a16:creationId xmlns:a16="http://schemas.microsoft.com/office/drawing/2014/main" id="{64E95BC3-A89D-E6AA-0BD7-D81604F3D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680"/>
              <a:ext cx="3984" cy="2397"/>
              <a:chOff x="912" y="1680"/>
              <a:chExt cx="3984" cy="2397"/>
            </a:xfrm>
          </p:grpSpPr>
          <p:sp>
            <p:nvSpPr>
              <p:cNvPr id="41993" name="Text Box 10">
                <a:extLst>
                  <a:ext uri="{FF2B5EF4-FFF2-40B4-BE49-F238E27FC236}">
                    <a16:creationId xmlns:a16="http://schemas.microsoft.com/office/drawing/2014/main" id="{F2CA6945-A481-344F-BCB8-9804002D2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" y="2640"/>
                <a:ext cx="277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主</a:t>
                </a:r>
              </a:p>
              <a:p>
                <a:pPr eaLnBrk="1" hangingPunct="1"/>
                <a:endParaRPr lang="zh-CN" altLang="en-US" sz="200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存</a:t>
                </a:r>
              </a:p>
            </p:txBody>
          </p:sp>
          <p:sp>
            <p:nvSpPr>
              <p:cNvPr id="41994" name="Rectangle 11">
                <a:extLst>
                  <a:ext uri="{FF2B5EF4-FFF2-40B4-BE49-F238E27FC236}">
                    <a16:creationId xmlns:a16="http://schemas.microsoft.com/office/drawing/2014/main" id="{56DDD1B6-D779-8AA1-6A4D-046A8D4BC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546"/>
                <a:ext cx="528" cy="8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995" name="Text Box 12">
                <a:extLst>
                  <a:ext uri="{FF2B5EF4-FFF2-40B4-BE49-F238E27FC236}">
                    <a16:creationId xmlns:a16="http://schemas.microsoft.com/office/drawing/2014/main" id="{78FDED9B-C28B-C31B-28EE-F5A86C246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" y="2879"/>
                <a:ext cx="464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36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ACC</a:t>
                </a:r>
              </a:p>
            </p:txBody>
          </p:sp>
          <p:sp>
            <p:nvSpPr>
              <p:cNvPr id="41996" name="Rectangle 13">
                <a:extLst>
                  <a:ext uri="{FF2B5EF4-FFF2-40B4-BE49-F238E27FC236}">
                    <a16:creationId xmlns:a16="http://schemas.microsoft.com/office/drawing/2014/main" id="{8EA10209-0A72-3372-587C-096AE73AC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882"/>
                <a:ext cx="480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997" name="Text Box 14">
                <a:extLst>
                  <a:ext uri="{FF2B5EF4-FFF2-40B4-BE49-F238E27FC236}">
                    <a16:creationId xmlns:a16="http://schemas.microsoft.com/office/drawing/2014/main" id="{880B009E-D5AE-C43B-58FA-8A3BB2AAA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3"/>
                <a:ext cx="8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中断接口</a:t>
                </a:r>
              </a:p>
            </p:txBody>
          </p:sp>
          <p:sp>
            <p:nvSpPr>
              <p:cNvPr id="41998" name="Rectangle 15">
                <a:extLst>
                  <a:ext uri="{FF2B5EF4-FFF2-40B4-BE49-F238E27FC236}">
                    <a16:creationId xmlns:a16="http://schemas.microsoft.com/office/drawing/2014/main" id="{8B385EE9-EEC7-7B77-74DF-175A200A2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498"/>
                <a:ext cx="864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999" name="Text Box 16">
                <a:extLst>
                  <a:ext uri="{FF2B5EF4-FFF2-40B4-BE49-F238E27FC236}">
                    <a16:creationId xmlns:a16="http://schemas.microsoft.com/office/drawing/2014/main" id="{CEAB3393-A74C-7BDA-88FB-9AC13BF279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9" y="3155"/>
                <a:ext cx="86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接口</a:t>
                </a:r>
              </a:p>
            </p:txBody>
          </p:sp>
          <p:sp>
            <p:nvSpPr>
              <p:cNvPr id="42000" name="Rectangle 17">
                <a:extLst>
                  <a:ext uri="{FF2B5EF4-FFF2-40B4-BE49-F238E27FC236}">
                    <a16:creationId xmlns:a16="http://schemas.microsoft.com/office/drawing/2014/main" id="{9E22C41C-CA0E-F792-5842-1D70E57B0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3162"/>
                <a:ext cx="864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1" name="Text Box 18">
                <a:extLst>
                  <a:ext uri="{FF2B5EF4-FFF2-40B4-BE49-F238E27FC236}">
                    <a16:creationId xmlns:a16="http://schemas.microsoft.com/office/drawing/2014/main" id="{E17E8FB4-A24F-3B6C-F3ED-28FE85E38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2" y="2632"/>
                <a:ext cx="331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I/O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设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备</a:t>
                </a:r>
              </a:p>
            </p:txBody>
          </p:sp>
          <p:sp>
            <p:nvSpPr>
              <p:cNvPr id="42002" name="Rectangle 19">
                <a:extLst>
                  <a:ext uri="{FF2B5EF4-FFF2-40B4-BE49-F238E27FC236}">
                    <a16:creationId xmlns:a16="http://schemas.microsoft.com/office/drawing/2014/main" id="{6BD4FF9E-95A9-2896-64C2-88D8A1ACE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450"/>
                <a:ext cx="480" cy="9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3" name="Rectangle 20">
                <a:extLst>
                  <a:ext uri="{FF2B5EF4-FFF2-40B4-BE49-F238E27FC236}">
                    <a16:creationId xmlns:a16="http://schemas.microsoft.com/office/drawing/2014/main" id="{9CBD6F4A-F72E-D453-1F85-DA05EEA1F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122"/>
                <a:ext cx="96" cy="33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4" name="Rectangle 21">
                <a:extLst>
                  <a:ext uri="{FF2B5EF4-FFF2-40B4-BE49-F238E27FC236}">
                    <a16:creationId xmlns:a16="http://schemas.microsoft.com/office/drawing/2014/main" id="{DAB52B3A-F9E4-3AA0-2239-FDD69A71E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410"/>
                <a:ext cx="576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5" name="Rectangle 22">
                <a:extLst>
                  <a:ext uri="{FF2B5EF4-FFF2-40B4-BE49-F238E27FC236}">
                    <a16:creationId xmlns:a16="http://schemas.microsoft.com/office/drawing/2014/main" id="{3A31A509-2B06-7DD5-4106-4A3D97460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978"/>
                <a:ext cx="96" cy="52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6" name="Rectangle 23">
                <a:extLst>
                  <a:ext uri="{FF2B5EF4-FFF2-40B4-BE49-F238E27FC236}">
                    <a16:creationId xmlns:a16="http://schemas.microsoft.com/office/drawing/2014/main" id="{0C55FE4B-1B16-96D7-62ED-3CAA61931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930"/>
                <a:ext cx="864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7" name="AutoShape 24">
                <a:extLst>
                  <a:ext uri="{FF2B5EF4-FFF2-40B4-BE49-F238E27FC236}">
                    <a16:creationId xmlns:a16="http://schemas.microsoft.com/office/drawing/2014/main" id="{1499344C-9811-C173-6CA0-ECD854071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738"/>
                <a:ext cx="168" cy="288"/>
              </a:xfrm>
              <a:prstGeom prst="upArrow">
                <a:avLst>
                  <a:gd name="adj1" fmla="val 50000"/>
                  <a:gd name="adj2" fmla="val 4285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8" name="Rectangle 25">
                <a:extLst>
                  <a:ext uri="{FF2B5EF4-FFF2-40B4-BE49-F238E27FC236}">
                    <a16:creationId xmlns:a16="http://schemas.microsoft.com/office/drawing/2014/main" id="{EECF0825-5A7C-6557-1C2A-C71C061BA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162"/>
                <a:ext cx="96" cy="33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9" name="Rectangle 26">
                <a:extLst>
                  <a:ext uri="{FF2B5EF4-FFF2-40B4-BE49-F238E27FC236}">
                    <a16:creationId xmlns:a16="http://schemas.microsoft.com/office/drawing/2014/main" id="{04A7C1FB-ADCB-392B-D84B-865720137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114"/>
                <a:ext cx="1440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0" name="AutoShape 27">
                <a:extLst>
                  <a:ext uri="{FF2B5EF4-FFF2-40B4-BE49-F238E27FC236}">
                    <a16:creationId xmlns:a16="http://schemas.microsoft.com/office/drawing/2014/main" id="{89F8429F-19DD-FC2B-6191-7CBF0942C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114"/>
                <a:ext cx="170" cy="768"/>
              </a:xfrm>
              <a:prstGeom prst="downArrow">
                <a:avLst>
                  <a:gd name="adj1" fmla="val 50000"/>
                  <a:gd name="adj2" fmla="val 8058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1" name="AutoShape 28">
                <a:extLst>
                  <a:ext uri="{FF2B5EF4-FFF2-40B4-BE49-F238E27FC236}">
                    <a16:creationId xmlns:a16="http://schemas.microsoft.com/office/drawing/2014/main" id="{E7C4636D-5B72-E3B4-5353-1879F9A6F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930"/>
                <a:ext cx="528" cy="144"/>
              </a:xfrm>
              <a:prstGeom prst="leftRightArrow">
                <a:avLst>
                  <a:gd name="adj1" fmla="val 50000"/>
                  <a:gd name="adj2" fmla="val 7333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2" name="AutoShape 29">
                <a:extLst>
                  <a:ext uri="{FF2B5EF4-FFF2-40B4-BE49-F238E27FC236}">
                    <a16:creationId xmlns:a16="http://schemas.microsoft.com/office/drawing/2014/main" id="{5B65BEC1-5B65-DC3D-FDEF-82D27F002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546"/>
                <a:ext cx="432" cy="144"/>
              </a:xfrm>
              <a:prstGeom prst="leftRightArrow">
                <a:avLst>
                  <a:gd name="adj1" fmla="val 50000"/>
                  <a:gd name="adj2" fmla="val 600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3" name="AutoShape 30">
                <a:extLst>
                  <a:ext uri="{FF2B5EF4-FFF2-40B4-BE49-F238E27FC236}">
                    <a16:creationId xmlns:a16="http://schemas.microsoft.com/office/drawing/2014/main" id="{973E5A55-52AA-684C-1346-F91EDF41E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218"/>
                <a:ext cx="432" cy="144"/>
              </a:xfrm>
              <a:prstGeom prst="leftRightArrow">
                <a:avLst>
                  <a:gd name="adj1" fmla="val 50000"/>
                  <a:gd name="adj2" fmla="val 600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4" name="AutoShape 31">
                <a:extLst>
                  <a:ext uri="{FF2B5EF4-FFF2-40B4-BE49-F238E27FC236}">
                    <a16:creationId xmlns:a16="http://schemas.microsoft.com/office/drawing/2014/main" id="{73321C07-142E-9B02-4C65-E6D292E08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410"/>
                <a:ext cx="192" cy="432"/>
              </a:xfrm>
              <a:prstGeom prst="upArrow">
                <a:avLst>
                  <a:gd name="adj1" fmla="val 50000"/>
                  <a:gd name="adj2" fmla="val 56250"/>
                </a:avLst>
              </a:prstGeom>
              <a:solidFill>
                <a:srgbClr val="C28F3E"/>
              </a:solidFill>
              <a:ln w="9525">
                <a:solidFill>
                  <a:srgbClr val="C28F3E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5" name="Rectangle 32">
                <a:extLst>
                  <a:ext uri="{FF2B5EF4-FFF2-40B4-BE49-F238E27FC236}">
                    <a16:creationId xmlns:a16="http://schemas.microsoft.com/office/drawing/2014/main" id="{3EEABB0F-D3AB-FA6B-AB2A-2F94344FA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751"/>
                <a:ext cx="2400" cy="96"/>
              </a:xfrm>
              <a:prstGeom prst="rect">
                <a:avLst/>
              </a:prstGeom>
              <a:solidFill>
                <a:srgbClr val="C28F3E"/>
              </a:solidFill>
              <a:ln w="9525">
                <a:solidFill>
                  <a:srgbClr val="C28F3E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2016" name="AutoShape 33">
                <a:extLst>
                  <a:ext uri="{FF2B5EF4-FFF2-40B4-BE49-F238E27FC236}">
                    <a16:creationId xmlns:a16="http://schemas.microsoft.com/office/drawing/2014/main" id="{84B23976-50C9-70F2-457F-24214FBA1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410"/>
                <a:ext cx="170" cy="432"/>
              </a:xfrm>
              <a:prstGeom prst="upArrow">
                <a:avLst>
                  <a:gd name="adj1" fmla="val 50000"/>
                  <a:gd name="adj2" fmla="val 63529"/>
                </a:avLst>
              </a:prstGeom>
              <a:solidFill>
                <a:srgbClr val="C28F3E"/>
              </a:solidFill>
              <a:ln w="9525">
                <a:solidFill>
                  <a:srgbClr val="C28F3E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17" name="Text Box 34">
                <a:extLst>
                  <a:ext uri="{FF2B5EF4-FFF2-40B4-BE49-F238E27FC236}">
                    <a16:creationId xmlns:a16="http://schemas.microsoft.com/office/drawing/2014/main" id="{F8561880-A5BA-EB9E-6B17-3CD348ACA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680"/>
                <a:ext cx="172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中断方式数据传送通路</a:t>
                </a:r>
              </a:p>
            </p:txBody>
          </p:sp>
          <p:sp>
            <p:nvSpPr>
              <p:cNvPr id="42018" name="Line 35">
                <a:extLst>
                  <a:ext uri="{FF2B5EF4-FFF2-40B4-BE49-F238E27FC236}">
                    <a16:creationId xmlns:a16="http://schemas.microsoft.com/office/drawing/2014/main" id="{76FE6834-0903-43A4-22F4-C59973022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3" y="1922"/>
                <a:ext cx="1587" cy="0"/>
              </a:xfrm>
              <a:prstGeom prst="line">
                <a:avLst/>
              </a:prstGeom>
              <a:noFill/>
              <a:ln w="28575">
                <a:solidFill>
                  <a:srgbClr val="C28F3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19" name="Line 36">
                <a:extLst>
                  <a:ext uri="{FF2B5EF4-FFF2-40B4-BE49-F238E27FC236}">
                    <a16:creationId xmlns:a16="http://schemas.microsoft.com/office/drawing/2014/main" id="{6D5A56DC-5561-89B4-C030-1E40ABC84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922"/>
                <a:ext cx="0" cy="1056"/>
              </a:xfrm>
              <a:prstGeom prst="line">
                <a:avLst/>
              </a:prstGeom>
              <a:noFill/>
              <a:ln w="28575">
                <a:solidFill>
                  <a:srgbClr val="C28F3E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20" name="Line 37">
                <a:extLst>
                  <a:ext uri="{FF2B5EF4-FFF2-40B4-BE49-F238E27FC236}">
                    <a16:creationId xmlns:a16="http://schemas.microsoft.com/office/drawing/2014/main" id="{5C4922C9-F40E-0717-6AA6-0C32CDC5E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922"/>
                <a:ext cx="432" cy="430"/>
              </a:xfrm>
              <a:prstGeom prst="line">
                <a:avLst/>
              </a:prstGeom>
              <a:noFill/>
              <a:ln w="28575">
                <a:solidFill>
                  <a:srgbClr val="C28F3E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21" name="Freeform 38">
                <a:extLst>
                  <a:ext uri="{FF2B5EF4-FFF2-40B4-BE49-F238E27FC236}">
                    <a16:creationId xmlns:a16="http://schemas.microsoft.com/office/drawing/2014/main" id="{7795B51D-5693-2EA8-E73B-3AD61C690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920"/>
                <a:ext cx="384" cy="1058"/>
              </a:xfrm>
              <a:custGeom>
                <a:avLst/>
                <a:gdLst>
                  <a:gd name="T0" fmla="*/ 0 w 383"/>
                  <a:gd name="T1" fmla="*/ 0 h 1042"/>
                  <a:gd name="T2" fmla="*/ 387 w 383"/>
                  <a:gd name="T3" fmla="*/ 1107 h 104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3" h="1042">
                    <a:moveTo>
                      <a:pt x="0" y="0"/>
                    </a:moveTo>
                    <a:lnTo>
                      <a:pt x="383" y="1042"/>
                    </a:lnTo>
                  </a:path>
                </a:pathLst>
              </a:custGeom>
              <a:noFill/>
              <a:ln w="28575" cmpd="sng">
                <a:solidFill>
                  <a:srgbClr val="C28F3E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22" name="Text Box 39">
                <a:extLst>
                  <a:ext uri="{FF2B5EF4-FFF2-40B4-BE49-F238E27FC236}">
                    <a16:creationId xmlns:a16="http://schemas.microsoft.com/office/drawing/2014/main" id="{3D92F496-0028-54F6-A9BB-AE1BA8FE1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187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输入指令</a:t>
                </a:r>
              </a:p>
            </p:txBody>
          </p:sp>
          <p:sp>
            <p:nvSpPr>
              <p:cNvPr id="42023" name="Text Box 40">
                <a:extLst>
                  <a:ext uri="{FF2B5EF4-FFF2-40B4-BE49-F238E27FC236}">
                    <a16:creationId xmlns:a16="http://schemas.microsoft.com/office/drawing/2014/main" id="{97C964A3-36D3-C23C-32A4-5EA9D91C5F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4" y="3477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输出指令</a:t>
                </a:r>
              </a:p>
            </p:txBody>
          </p:sp>
          <p:sp>
            <p:nvSpPr>
              <p:cNvPr id="42024" name="Text Box 41">
                <a:extLst>
                  <a:ext uri="{FF2B5EF4-FFF2-40B4-BE49-F238E27FC236}">
                    <a16:creationId xmlns:a16="http://schemas.microsoft.com/office/drawing/2014/main" id="{10B3D04C-0C9F-AC38-94CF-3B456A0D2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2" y="3827"/>
                <a:ext cx="17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方式数据传送通路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4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autoUpdateAnimBg="0"/>
      <p:bldP spid="34509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6CA44C49-7D75-BC7B-CD5A-5CB4D83A6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73050"/>
            <a:ext cx="7353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与主存交换数据的三种方式</a:t>
            </a:r>
          </a:p>
        </p:txBody>
      </p:sp>
      <p:sp>
        <p:nvSpPr>
          <p:cNvPr id="346115" name="Text Box 3">
            <a:extLst>
              <a:ext uri="{FF2B5EF4-FFF2-40B4-BE49-F238E27FC236}">
                <a16:creationId xmlns:a16="http://schemas.microsoft.com/office/drawing/2014/main" id="{9B8C60F7-C762-0890-F7B6-2191C26E0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1133476"/>
            <a:ext cx="5197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停止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访问主存</a:t>
            </a:r>
          </a:p>
        </p:txBody>
      </p:sp>
      <p:sp>
        <p:nvSpPr>
          <p:cNvPr id="346116" name="Text Box 4">
            <a:extLst>
              <a:ext uri="{FF2B5EF4-FFF2-40B4-BE49-F238E27FC236}">
                <a16:creationId xmlns:a16="http://schemas.microsoft.com/office/drawing/2014/main" id="{1AF3220B-CAE9-6F8E-02B0-253D643DA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6" y="1768476"/>
            <a:ext cx="3521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控制简单</a:t>
            </a:r>
          </a:p>
        </p:txBody>
      </p:sp>
      <p:sp>
        <p:nvSpPr>
          <p:cNvPr id="346117" name="Text Box 5">
            <a:extLst>
              <a:ext uri="{FF2B5EF4-FFF2-40B4-BE49-F238E27FC236}">
                <a16:creationId xmlns:a16="http://schemas.microsoft.com/office/drawing/2014/main" id="{30451BDF-1BAA-616B-3603-D7F365650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6" y="2403476"/>
            <a:ext cx="5883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处于不工作状态或保持状态</a:t>
            </a:r>
          </a:p>
        </p:txBody>
      </p:sp>
      <p:sp>
        <p:nvSpPr>
          <p:cNvPr id="346118" name="Text Box 6">
            <a:extLst>
              <a:ext uri="{FF2B5EF4-FFF2-40B4-BE49-F238E27FC236}">
                <a16:creationId xmlns:a16="http://schemas.microsoft.com/office/drawing/2014/main" id="{348D04A0-46B9-E037-7C98-398A9D831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6" y="3038476"/>
            <a:ext cx="6188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未充分发挥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对主存的利用率</a:t>
            </a:r>
          </a:p>
        </p:txBody>
      </p:sp>
      <p:grpSp>
        <p:nvGrpSpPr>
          <p:cNvPr id="346150" name="Group 38">
            <a:extLst>
              <a:ext uri="{FF2B5EF4-FFF2-40B4-BE49-F238E27FC236}">
                <a16:creationId xmlns:a16="http://schemas.microsoft.com/office/drawing/2014/main" id="{81053DD3-8552-7FBA-84F4-4081A2F5C122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3810000"/>
            <a:ext cx="8331200" cy="2438400"/>
            <a:chOff x="230" y="2400"/>
            <a:chExt cx="5248" cy="1536"/>
          </a:xfrm>
        </p:grpSpPr>
        <p:grpSp>
          <p:nvGrpSpPr>
            <p:cNvPr id="43018" name="Group 8">
              <a:extLst>
                <a:ext uri="{FF2B5EF4-FFF2-40B4-BE49-F238E27FC236}">
                  <a16:creationId xmlns:a16="http://schemas.microsoft.com/office/drawing/2014/main" id="{070B729D-97A8-CA1F-C186-8722336767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" y="2400"/>
              <a:ext cx="5248" cy="1536"/>
              <a:chOff x="230" y="2400"/>
              <a:chExt cx="5248" cy="1536"/>
            </a:xfrm>
          </p:grpSpPr>
          <p:sp>
            <p:nvSpPr>
              <p:cNvPr id="43020" name="Text Box 9">
                <a:extLst>
                  <a:ext uri="{FF2B5EF4-FFF2-40B4-BE49-F238E27FC236}">
                    <a16:creationId xmlns:a16="http://schemas.microsoft.com/office/drawing/2014/main" id="{4E1143EF-DE19-4B0A-C773-E19FD25BF6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" y="2400"/>
                <a:ext cx="10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主存工作时间</a:t>
                </a:r>
              </a:p>
            </p:txBody>
          </p:sp>
          <p:sp>
            <p:nvSpPr>
              <p:cNvPr id="43021" name="Line 10">
                <a:extLst>
                  <a:ext uri="{FF2B5EF4-FFF2-40B4-BE49-F238E27FC236}">
                    <a16:creationId xmlns:a16="http://schemas.microsoft.com/office/drawing/2014/main" id="{931141A6-A874-43B9-7042-11710C063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2" name="Line 11">
                <a:extLst>
                  <a:ext uri="{FF2B5EF4-FFF2-40B4-BE49-F238E27FC236}">
                    <a16:creationId xmlns:a16="http://schemas.microsoft.com/office/drawing/2014/main" id="{04105D5D-C834-A61A-6012-D8503ED70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544"/>
                <a:ext cx="38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3" name="Line 12">
                <a:extLst>
                  <a:ext uri="{FF2B5EF4-FFF2-40B4-BE49-F238E27FC236}">
                    <a16:creationId xmlns:a16="http://schemas.microsoft.com/office/drawing/2014/main" id="{A04568C6-BCC5-3C7A-0D94-AB307AEC2A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688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4" name="Line 13">
                <a:extLst>
                  <a:ext uri="{FF2B5EF4-FFF2-40B4-BE49-F238E27FC236}">
                    <a16:creationId xmlns:a16="http://schemas.microsoft.com/office/drawing/2014/main" id="{F2D3FFD0-F2AC-45C5-DFAB-D37D75D62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49"/>
                <a:ext cx="1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5" name="Line 14">
                <a:extLst>
                  <a:ext uri="{FF2B5EF4-FFF2-40B4-BE49-F238E27FC236}">
                    <a16:creationId xmlns:a16="http://schemas.microsoft.com/office/drawing/2014/main" id="{100E997A-1FF6-2998-C852-6AF842CD69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957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6" name="Text Box 15">
                <a:extLst>
                  <a:ext uri="{FF2B5EF4-FFF2-40B4-BE49-F238E27FC236}">
                    <a16:creationId xmlns:a16="http://schemas.microsoft.com/office/drawing/2014/main" id="{D0D15729-D03A-1708-B6E6-2D82C74E15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3" y="2918"/>
                <a:ext cx="125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不执行程序</a:t>
                </a:r>
              </a:p>
            </p:txBody>
          </p:sp>
          <p:sp>
            <p:nvSpPr>
              <p:cNvPr id="43027" name="Line 16">
                <a:extLst>
                  <a:ext uri="{FF2B5EF4-FFF2-40B4-BE49-F238E27FC236}">
                    <a16:creationId xmlns:a16="http://schemas.microsoft.com/office/drawing/2014/main" id="{2FA82B7D-BCA8-53C4-7B09-E37C3F5FD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149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8" name="Line 17">
                <a:extLst>
                  <a:ext uri="{FF2B5EF4-FFF2-40B4-BE49-F238E27FC236}">
                    <a16:creationId xmlns:a16="http://schemas.microsoft.com/office/drawing/2014/main" id="{ED903DA9-A309-9B58-6086-B455F3343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957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29" name="Line 18">
                <a:extLst>
                  <a:ext uri="{FF2B5EF4-FFF2-40B4-BE49-F238E27FC236}">
                    <a16:creationId xmlns:a16="http://schemas.microsoft.com/office/drawing/2014/main" id="{9D0C88F9-006B-C4B7-3B01-8521DF46F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3053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0" name="Line 19">
                <a:extLst>
                  <a:ext uri="{FF2B5EF4-FFF2-40B4-BE49-F238E27FC236}">
                    <a16:creationId xmlns:a16="http://schemas.microsoft.com/office/drawing/2014/main" id="{DE1424AB-EFFE-9491-B05D-1FF986019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032" y="3053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1" name="Line 20">
                <a:extLst>
                  <a:ext uri="{FF2B5EF4-FFF2-40B4-BE49-F238E27FC236}">
                    <a16:creationId xmlns:a16="http://schemas.microsoft.com/office/drawing/2014/main" id="{23181233-0808-75DA-BD64-D91B7EE71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2" name="Text Box 21">
                <a:extLst>
                  <a:ext uri="{FF2B5EF4-FFF2-40B4-BE49-F238E27FC236}">
                    <a16:creationId xmlns:a16="http://schemas.microsoft.com/office/drawing/2014/main" id="{0C327EE6-8937-89D3-599A-A04166BAF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542"/>
                <a:ext cx="9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不工作</a:t>
                </a:r>
              </a:p>
            </p:txBody>
          </p:sp>
          <p:sp>
            <p:nvSpPr>
              <p:cNvPr id="43033" name="Line 22">
                <a:extLst>
                  <a:ext uri="{FF2B5EF4-FFF2-40B4-BE49-F238E27FC236}">
                    <a16:creationId xmlns:a16="http://schemas.microsoft.com/office/drawing/2014/main" id="{83A774ED-163C-7F69-4D68-79AD16421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63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4" name="Line 23">
                <a:extLst>
                  <a:ext uri="{FF2B5EF4-FFF2-40B4-BE49-F238E27FC236}">
                    <a16:creationId xmlns:a16="http://schemas.microsoft.com/office/drawing/2014/main" id="{0B34C578-DBF7-FD9D-EC26-466179917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48" y="363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5" name="Text Box 24">
                <a:extLst>
                  <a:ext uri="{FF2B5EF4-FFF2-40B4-BE49-F238E27FC236}">
                    <a16:creationId xmlns:a16="http://schemas.microsoft.com/office/drawing/2014/main" id="{82ADDE7D-FDF7-1D03-0BC1-5578F47608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542"/>
                <a:ext cx="9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不工作</a:t>
                </a:r>
              </a:p>
            </p:txBody>
          </p:sp>
          <p:sp>
            <p:nvSpPr>
              <p:cNvPr id="43036" name="Line 25">
                <a:extLst>
                  <a:ext uri="{FF2B5EF4-FFF2-40B4-BE49-F238E27FC236}">
                    <a16:creationId xmlns:a16="http://schemas.microsoft.com/office/drawing/2014/main" id="{C1FBF452-A783-C56D-7308-96FFE2FF2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7" name="Line 26">
                <a:extLst>
                  <a:ext uri="{FF2B5EF4-FFF2-40B4-BE49-F238E27FC236}">
                    <a16:creationId xmlns:a16="http://schemas.microsoft.com/office/drawing/2014/main" id="{169ED3A6-736A-8199-A3E6-91C267406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3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38" name="Text Box 27">
                <a:extLst>
                  <a:ext uri="{FF2B5EF4-FFF2-40B4-BE49-F238E27FC236}">
                    <a16:creationId xmlns:a16="http://schemas.microsoft.com/office/drawing/2014/main" id="{74DF9635-D7CA-A801-73CB-BA40828DF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3638"/>
                <a:ext cx="8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工作</a:t>
                </a:r>
              </a:p>
            </p:txBody>
          </p:sp>
          <p:sp>
            <p:nvSpPr>
              <p:cNvPr id="43039" name="Line 28">
                <a:extLst>
                  <a:ext uri="{FF2B5EF4-FFF2-40B4-BE49-F238E27FC236}">
                    <a16:creationId xmlns:a16="http://schemas.microsoft.com/office/drawing/2014/main" id="{9737BF60-2A2B-81FC-B94B-5CCCBA1C2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373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40" name="Line 29">
                <a:extLst>
                  <a:ext uri="{FF2B5EF4-FFF2-40B4-BE49-F238E27FC236}">
                    <a16:creationId xmlns:a16="http://schemas.microsoft.com/office/drawing/2014/main" id="{8FD240F8-1A52-1CB2-672A-C9CC2C3CC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592" y="373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041" name="Text Box 30">
                <a:extLst>
                  <a:ext uri="{FF2B5EF4-FFF2-40B4-BE49-F238E27FC236}">
                    <a16:creationId xmlns:a16="http://schemas.microsoft.com/office/drawing/2014/main" id="{D0D55B3A-6197-BE5E-09B4-69C671AE9C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" y="2832"/>
                <a:ext cx="921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CPU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控制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并使用主存</a:t>
                </a:r>
              </a:p>
            </p:txBody>
          </p:sp>
          <p:sp>
            <p:nvSpPr>
              <p:cNvPr id="43042" name="Text Box 31">
                <a:extLst>
                  <a:ext uri="{FF2B5EF4-FFF2-40B4-BE49-F238E27FC236}">
                    <a16:creationId xmlns:a16="http://schemas.microsoft.com/office/drawing/2014/main" id="{B0C9A406-A1FC-54C4-DDCE-B0195A56FF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" y="3446"/>
                <a:ext cx="921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控制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并使用主存</a:t>
                </a:r>
              </a:p>
            </p:txBody>
          </p:sp>
          <p:sp>
            <p:nvSpPr>
              <p:cNvPr id="43043" name="Text Box 32">
                <a:extLst>
                  <a:ext uri="{FF2B5EF4-FFF2-40B4-BE49-F238E27FC236}">
                    <a16:creationId xmlns:a16="http://schemas.microsoft.com/office/drawing/2014/main" id="{5CE2D52F-09DB-B207-CA69-F6F4E5CB70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8" y="240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43044" name="Line 33">
                <a:extLst>
                  <a:ext uri="{FF2B5EF4-FFF2-40B4-BE49-F238E27FC236}">
                    <a16:creationId xmlns:a16="http://schemas.microsoft.com/office/drawing/2014/main" id="{91BD506D-97E3-1998-B381-8B5ED58A3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5" name="Line 34">
                <a:extLst>
                  <a:ext uri="{FF2B5EF4-FFF2-40B4-BE49-F238E27FC236}">
                    <a16:creationId xmlns:a16="http://schemas.microsoft.com/office/drawing/2014/main" id="{81381CFD-6BCB-87CB-61C4-22E0E5C43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3019" name="Line 35">
              <a:extLst>
                <a:ext uri="{FF2B5EF4-FFF2-40B4-BE49-F238E27FC236}">
                  <a16:creationId xmlns:a16="http://schemas.microsoft.com/office/drawing/2014/main" id="{7BC0D1C3-9A59-D41E-1E9E-2AC4BD8068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3636"/>
              <a:ext cx="144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 type="stealth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autoUpdateAnimBg="0"/>
      <p:bldP spid="346116" grpId="0" autoUpdateAnimBg="0"/>
      <p:bldP spid="346117" grpId="0" autoUpdateAnimBg="0"/>
      <p:bldP spid="34611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EC87148E-B0E1-873C-A562-0FF88E50C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6850"/>
            <a:ext cx="632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(2) 周期挪用（或周期窃取）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47139" name="Text Box 3">
            <a:extLst>
              <a:ext uri="{FF2B5EF4-FFF2-40B4-BE49-F238E27FC236}">
                <a16:creationId xmlns:a16="http://schemas.microsoft.com/office/drawing/2014/main" id="{8B76C9AA-04B9-DC86-FB0A-B60A29180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990601"/>
            <a:ext cx="4337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访问主存有三种可能</a:t>
            </a:r>
          </a:p>
        </p:txBody>
      </p:sp>
      <p:sp>
        <p:nvSpPr>
          <p:cNvPr id="347140" name="Text Box 4">
            <a:extLst>
              <a:ext uri="{FF2B5EF4-FFF2-40B4-BE49-F238E27FC236}">
                <a16:creationId xmlns:a16="http://schemas.microsoft.com/office/drawing/2014/main" id="{3D979A51-32CE-665D-ADD6-0AEF7717A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1576388"/>
            <a:ext cx="3003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此时不访存</a:t>
            </a:r>
          </a:p>
        </p:txBody>
      </p:sp>
      <p:sp>
        <p:nvSpPr>
          <p:cNvPr id="347141" name="Text Box 5">
            <a:extLst>
              <a:ext uri="{FF2B5EF4-FFF2-40B4-BE49-F238E27FC236}">
                <a16:creationId xmlns:a16="http://schemas.microsoft.com/office/drawing/2014/main" id="{459176EE-6147-24FB-0775-819086019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2163763"/>
            <a:ext cx="2646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正在访存</a:t>
            </a:r>
          </a:p>
        </p:txBody>
      </p:sp>
      <p:sp>
        <p:nvSpPr>
          <p:cNvPr id="347142" name="Text Box 6">
            <a:extLst>
              <a:ext uri="{FF2B5EF4-FFF2-40B4-BE49-F238E27FC236}">
                <a16:creationId xmlns:a16="http://schemas.microsoft.com/office/drawing/2014/main" id="{DDE8AA67-A1D3-1388-428F-DA5366164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2751138"/>
            <a:ext cx="473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与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同时请求访存</a:t>
            </a:r>
          </a:p>
        </p:txBody>
      </p:sp>
      <p:sp>
        <p:nvSpPr>
          <p:cNvPr id="347143" name="Text Box 7">
            <a:extLst>
              <a:ext uri="{FF2B5EF4-FFF2-40B4-BE49-F238E27FC236}">
                <a16:creationId xmlns:a16="http://schemas.microsoft.com/office/drawing/2014/main" id="{41C50049-8A08-1262-43C1-422FC4BEC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38513"/>
            <a:ext cx="558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此时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将总线控制权让给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DMA</a:t>
            </a:r>
          </a:p>
        </p:txBody>
      </p:sp>
      <p:grpSp>
        <p:nvGrpSpPr>
          <p:cNvPr id="347174" name="Group 38">
            <a:extLst>
              <a:ext uri="{FF2B5EF4-FFF2-40B4-BE49-F238E27FC236}">
                <a16:creationId xmlns:a16="http://schemas.microsoft.com/office/drawing/2014/main" id="{51A21B7D-1DAD-0830-4C7A-8C263568F0F9}"/>
              </a:ext>
            </a:extLst>
          </p:cNvPr>
          <p:cNvGrpSpPr>
            <a:grpSpLocks/>
          </p:cNvGrpSpPr>
          <p:nvPr/>
        </p:nvGrpSpPr>
        <p:grpSpPr bwMode="auto">
          <a:xfrm>
            <a:off x="1889126" y="4267200"/>
            <a:ext cx="8347075" cy="2133600"/>
            <a:chOff x="230" y="2688"/>
            <a:chExt cx="5258" cy="1344"/>
          </a:xfrm>
        </p:grpSpPr>
        <p:sp>
          <p:nvSpPr>
            <p:cNvPr id="44043" name="Text Box 9">
              <a:extLst>
                <a:ext uri="{FF2B5EF4-FFF2-40B4-BE49-F238E27FC236}">
                  <a16:creationId xmlns:a16="http://schemas.microsoft.com/office/drawing/2014/main" id="{22913F7B-E261-2EDC-1A60-3FF043AE2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" y="2688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主存工作时间</a:t>
              </a:r>
            </a:p>
          </p:txBody>
        </p:sp>
        <p:sp>
          <p:nvSpPr>
            <p:cNvPr id="44044" name="Line 10">
              <a:extLst>
                <a:ext uri="{FF2B5EF4-FFF2-40B4-BE49-F238E27FC236}">
                  <a16:creationId xmlns:a16="http://schemas.microsoft.com/office/drawing/2014/main" id="{5634F8BB-B7F2-27CF-73D0-4F2EB9E69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0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45" name="Line 11">
              <a:extLst>
                <a:ext uri="{FF2B5EF4-FFF2-40B4-BE49-F238E27FC236}">
                  <a16:creationId xmlns:a16="http://schemas.microsoft.com/office/drawing/2014/main" id="{429E0394-ED32-D28F-59C8-437EA260B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832"/>
              <a:ext cx="38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46" name="Line 12">
              <a:extLst>
                <a:ext uri="{FF2B5EF4-FFF2-40B4-BE49-F238E27FC236}">
                  <a16:creationId xmlns:a16="http://schemas.microsoft.com/office/drawing/2014/main" id="{915E4304-6820-10C8-C2AC-EE32EF48C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985"/>
              <a:ext cx="0" cy="9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47" name="Text Box 13">
              <a:extLst>
                <a:ext uri="{FF2B5EF4-FFF2-40B4-BE49-F238E27FC236}">
                  <a16:creationId xmlns:a16="http://schemas.microsoft.com/office/drawing/2014/main" id="{CBBF3F75-E760-8671-897F-992455D72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3062"/>
              <a:ext cx="92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 CPU</a:t>
              </a:r>
              <a:r>
                <a:rPr lang="zh-CN" altLang="en-US" sz="2000">
                  <a:latin typeface="Times New Roman" panose="02020603050405020304" pitchFamily="18" charset="0"/>
                </a:rPr>
                <a:t>控制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并使用主存</a:t>
              </a:r>
            </a:p>
          </p:txBody>
        </p:sp>
        <p:sp>
          <p:nvSpPr>
            <p:cNvPr id="44048" name="Text Box 14">
              <a:extLst>
                <a:ext uri="{FF2B5EF4-FFF2-40B4-BE49-F238E27FC236}">
                  <a16:creationId xmlns:a16="http://schemas.microsoft.com/office/drawing/2014/main" id="{B0632992-A295-AB11-F3B7-EA48DAE08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3590"/>
              <a:ext cx="92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 DMA</a:t>
              </a:r>
              <a:r>
                <a:rPr lang="zh-CN" altLang="en-US" sz="2000">
                  <a:latin typeface="Times New Roman" panose="02020603050405020304" pitchFamily="18" charset="0"/>
                </a:rPr>
                <a:t>控制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并使用主存</a:t>
              </a:r>
            </a:p>
          </p:txBody>
        </p:sp>
        <p:sp>
          <p:nvSpPr>
            <p:cNvPr id="44049" name="Text Box 15">
              <a:extLst>
                <a:ext uri="{FF2B5EF4-FFF2-40B4-BE49-F238E27FC236}">
                  <a16:creationId xmlns:a16="http://schemas.microsoft.com/office/drawing/2014/main" id="{6C37D245-338D-9BE1-246C-67BACD20C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72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4050" name="Line 16">
              <a:extLst>
                <a:ext uri="{FF2B5EF4-FFF2-40B4-BE49-F238E27FC236}">
                  <a16:creationId xmlns:a16="http://schemas.microsoft.com/office/drawing/2014/main" id="{945AFCE3-B9C6-A93B-74EB-22CB874C0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1" name="Line 17">
              <a:extLst>
                <a:ext uri="{FF2B5EF4-FFF2-40B4-BE49-F238E27FC236}">
                  <a16:creationId xmlns:a16="http://schemas.microsoft.com/office/drawing/2014/main" id="{0AC68C7D-EA8C-F01A-F94E-6879C1461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2" name="Line 18">
              <a:extLst>
                <a:ext uri="{FF2B5EF4-FFF2-40B4-BE49-F238E27FC236}">
                  <a16:creationId xmlns:a16="http://schemas.microsoft.com/office/drawing/2014/main" id="{FB135536-7313-06F3-C296-8117B7916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3" name="Line 19">
              <a:extLst>
                <a:ext uri="{FF2B5EF4-FFF2-40B4-BE49-F238E27FC236}">
                  <a16:creationId xmlns:a16="http://schemas.microsoft.com/office/drawing/2014/main" id="{F8507B41-DC9A-3973-F393-C4E8D129B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4" name="Line 20">
              <a:extLst>
                <a:ext uri="{FF2B5EF4-FFF2-40B4-BE49-F238E27FC236}">
                  <a16:creationId xmlns:a16="http://schemas.microsoft.com/office/drawing/2014/main" id="{33E1443E-E93E-3653-5BCC-9B52DAD26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5" name="Line 21">
              <a:extLst>
                <a:ext uri="{FF2B5EF4-FFF2-40B4-BE49-F238E27FC236}">
                  <a16:creationId xmlns:a16="http://schemas.microsoft.com/office/drawing/2014/main" id="{563CCAFC-6002-9C1D-3A4B-0F5A54DBF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6" name="Line 22">
              <a:extLst>
                <a:ext uri="{FF2B5EF4-FFF2-40B4-BE49-F238E27FC236}">
                  <a16:creationId xmlns:a16="http://schemas.microsoft.com/office/drawing/2014/main" id="{DE18C10C-F8EA-C063-8DFD-8C1AA7E4B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7" name="Line 23">
              <a:extLst>
                <a:ext uri="{FF2B5EF4-FFF2-40B4-BE49-F238E27FC236}">
                  <a16:creationId xmlns:a16="http://schemas.microsoft.com/office/drawing/2014/main" id="{E7FA4985-D68F-31F6-174A-B7BE08040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8" name="Line 24">
              <a:extLst>
                <a:ext uri="{FF2B5EF4-FFF2-40B4-BE49-F238E27FC236}">
                  <a16:creationId xmlns:a16="http://schemas.microsoft.com/office/drawing/2014/main" id="{ADFB26EC-C525-2CFC-5E04-8CFBC31FF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9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59" name="Line 25">
              <a:extLst>
                <a:ext uri="{FF2B5EF4-FFF2-40B4-BE49-F238E27FC236}">
                  <a16:creationId xmlns:a16="http://schemas.microsoft.com/office/drawing/2014/main" id="{36DE613F-7927-ED6B-96ED-AA21ED677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0" name="Line 26">
              <a:extLst>
                <a:ext uri="{FF2B5EF4-FFF2-40B4-BE49-F238E27FC236}">
                  <a16:creationId xmlns:a16="http://schemas.microsoft.com/office/drawing/2014/main" id="{8A2CCE43-B700-D010-678D-338543ADB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1" name="Line 27">
              <a:extLst>
                <a:ext uri="{FF2B5EF4-FFF2-40B4-BE49-F238E27FC236}">
                  <a16:creationId xmlns:a16="http://schemas.microsoft.com/office/drawing/2014/main" id="{50883E82-3ADE-D6C9-025E-926FE28A0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2" name="Line 28">
              <a:extLst>
                <a:ext uri="{FF2B5EF4-FFF2-40B4-BE49-F238E27FC236}">
                  <a16:creationId xmlns:a16="http://schemas.microsoft.com/office/drawing/2014/main" id="{8718460C-5196-04A8-29D3-17100DE83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3" name="Line 29">
              <a:extLst>
                <a:ext uri="{FF2B5EF4-FFF2-40B4-BE49-F238E27FC236}">
                  <a16:creationId xmlns:a16="http://schemas.microsoft.com/office/drawing/2014/main" id="{1979CFE4-E1FB-AA08-F557-92B3CC7E1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4" name="Line 30">
              <a:extLst>
                <a:ext uri="{FF2B5EF4-FFF2-40B4-BE49-F238E27FC236}">
                  <a16:creationId xmlns:a16="http://schemas.microsoft.com/office/drawing/2014/main" id="{760B3A7A-8083-1AB7-7BE3-58CB2D40C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9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5" name="Line 31">
              <a:extLst>
                <a:ext uri="{FF2B5EF4-FFF2-40B4-BE49-F238E27FC236}">
                  <a16:creationId xmlns:a16="http://schemas.microsoft.com/office/drawing/2014/main" id="{64712F1D-80F7-7528-6877-6DFD8EB07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6" name="Line 32">
              <a:extLst>
                <a:ext uri="{FF2B5EF4-FFF2-40B4-BE49-F238E27FC236}">
                  <a16:creationId xmlns:a16="http://schemas.microsoft.com/office/drawing/2014/main" id="{9B48066D-4E0B-50AD-60DD-1F2E52E91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3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7" name="Line 33">
              <a:extLst>
                <a:ext uri="{FF2B5EF4-FFF2-40B4-BE49-F238E27FC236}">
                  <a16:creationId xmlns:a16="http://schemas.microsoft.com/office/drawing/2014/main" id="{53E28459-B0B3-10F1-57E0-C07053F26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8" name="Line 34">
              <a:extLst>
                <a:ext uri="{FF2B5EF4-FFF2-40B4-BE49-F238E27FC236}">
                  <a16:creationId xmlns:a16="http://schemas.microsoft.com/office/drawing/2014/main" id="{B021A4BC-089B-F373-C551-7E33EBA41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69" name="Line 35">
              <a:extLst>
                <a:ext uri="{FF2B5EF4-FFF2-40B4-BE49-F238E27FC236}">
                  <a16:creationId xmlns:a16="http://schemas.microsoft.com/office/drawing/2014/main" id="{D2684B56-3E6D-0E0D-34CA-C5F652A2A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 autoUpdateAnimBg="0"/>
      <p:bldP spid="347140" grpId="0" autoUpdateAnimBg="0"/>
      <p:bldP spid="347141" grpId="0" autoUpdateAnimBg="0"/>
      <p:bldP spid="347142" grpId="0" autoUpdateAnimBg="0"/>
      <p:bldP spid="34714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9510AAE6-DC61-78DE-0ADF-DEEEEDAB2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1000"/>
            <a:ext cx="632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(3)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与 </a:t>
            </a:r>
            <a:r>
              <a:rPr lang="en-US" altLang="zh-CN" sz="3600">
                <a:latin typeface="Times New Roman" panose="02020603050405020304" pitchFamily="18" charset="0"/>
              </a:rPr>
              <a:t>CPU </a:t>
            </a:r>
            <a:r>
              <a:rPr lang="zh-CN" altLang="en-US" sz="3600">
                <a:latin typeface="Times New Roman" panose="02020603050405020304" pitchFamily="18" charset="0"/>
              </a:rPr>
              <a:t>交替访问</a:t>
            </a:r>
          </a:p>
        </p:txBody>
      </p:sp>
      <p:grpSp>
        <p:nvGrpSpPr>
          <p:cNvPr id="348197" name="Group 37">
            <a:extLst>
              <a:ext uri="{FF2B5EF4-FFF2-40B4-BE49-F238E27FC236}">
                <a16:creationId xmlns:a16="http://schemas.microsoft.com/office/drawing/2014/main" id="{6FF14203-E504-CA4D-F161-4C26C55BBB75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3048000"/>
            <a:ext cx="8347075" cy="2895600"/>
            <a:chOff x="240" y="1920"/>
            <a:chExt cx="5258" cy="1824"/>
          </a:xfrm>
        </p:grpSpPr>
        <p:sp>
          <p:nvSpPr>
            <p:cNvPr id="45070" name="Text Box 4">
              <a:extLst>
                <a:ext uri="{FF2B5EF4-FFF2-40B4-BE49-F238E27FC236}">
                  <a16:creationId xmlns:a16="http://schemas.microsoft.com/office/drawing/2014/main" id="{348D0FBD-563B-1829-382B-777F6543E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20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主存工作时间</a:t>
              </a:r>
            </a:p>
          </p:txBody>
        </p:sp>
        <p:sp>
          <p:nvSpPr>
            <p:cNvPr id="45071" name="Line 5">
              <a:extLst>
                <a:ext uri="{FF2B5EF4-FFF2-40B4-BE49-F238E27FC236}">
                  <a16:creationId xmlns:a16="http://schemas.microsoft.com/office/drawing/2014/main" id="{8217C8ED-B8D8-61D5-A4C0-0B66723E4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1941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2" name="Line 6">
              <a:extLst>
                <a:ext uri="{FF2B5EF4-FFF2-40B4-BE49-F238E27FC236}">
                  <a16:creationId xmlns:a16="http://schemas.microsoft.com/office/drawing/2014/main" id="{14B2261E-ADBB-06DA-9ACE-789F2CEC9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2064"/>
              <a:ext cx="38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3" name="Line 7">
              <a:extLst>
                <a:ext uri="{FF2B5EF4-FFF2-40B4-BE49-F238E27FC236}">
                  <a16:creationId xmlns:a16="http://schemas.microsoft.com/office/drawing/2014/main" id="{F21048F2-26FB-F6C4-4A50-0666A4B74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211"/>
              <a:ext cx="10" cy="14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4" name="Text Box 8">
              <a:extLst>
                <a:ext uri="{FF2B5EF4-FFF2-40B4-BE49-F238E27FC236}">
                  <a16:creationId xmlns:a16="http://schemas.microsoft.com/office/drawing/2014/main" id="{2DD38AEF-E039-3291-0D00-3B9289812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486"/>
              <a:ext cx="92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控制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并使用主存</a:t>
              </a:r>
            </a:p>
          </p:txBody>
        </p:sp>
        <p:sp>
          <p:nvSpPr>
            <p:cNvPr id="45075" name="Text Box 9">
              <a:extLst>
                <a:ext uri="{FF2B5EF4-FFF2-40B4-BE49-F238E27FC236}">
                  <a16:creationId xmlns:a16="http://schemas.microsoft.com/office/drawing/2014/main" id="{ABC0427B-A37E-B3A1-4B3D-6B7BCE71A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" y="3302"/>
              <a:ext cx="92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  <a:r>
                <a:rPr lang="zh-CN" altLang="en-US" sz="2000">
                  <a:latin typeface="Times New Roman" panose="02020603050405020304" pitchFamily="18" charset="0"/>
                </a:rPr>
                <a:t>控制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并使用主存</a:t>
              </a:r>
            </a:p>
          </p:txBody>
        </p:sp>
        <p:sp>
          <p:nvSpPr>
            <p:cNvPr id="45076" name="Text Box 10">
              <a:extLst>
                <a:ext uri="{FF2B5EF4-FFF2-40B4-BE49-F238E27FC236}">
                  <a16:creationId xmlns:a16="http://schemas.microsoft.com/office/drawing/2014/main" id="{3CF6BFD0-4CD1-D319-946A-84CA666F9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8" y="1958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5077" name="Line 11">
              <a:extLst>
                <a:ext uri="{FF2B5EF4-FFF2-40B4-BE49-F238E27FC236}">
                  <a16:creationId xmlns:a16="http://schemas.microsoft.com/office/drawing/2014/main" id="{6D695B67-22A5-EA8A-7F6F-74E489B2D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8" name="Line 12">
              <a:extLst>
                <a:ext uri="{FF2B5EF4-FFF2-40B4-BE49-F238E27FC236}">
                  <a16:creationId xmlns:a16="http://schemas.microsoft.com/office/drawing/2014/main" id="{811278A2-C624-0387-EECD-152FCC866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9" name="Line 13">
              <a:extLst>
                <a:ext uri="{FF2B5EF4-FFF2-40B4-BE49-F238E27FC236}">
                  <a16:creationId xmlns:a16="http://schemas.microsoft.com/office/drawing/2014/main" id="{C146F237-E7BE-2584-CB40-8DC1B80F0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0" name="Line 14">
              <a:extLst>
                <a:ext uri="{FF2B5EF4-FFF2-40B4-BE49-F238E27FC236}">
                  <a16:creationId xmlns:a16="http://schemas.microsoft.com/office/drawing/2014/main" id="{FC945AF5-5093-9145-C68B-B42B46E48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1" name="Line 15">
              <a:extLst>
                <a:ext uri="{FF2B5EF4-FFF2-40B4-BE49-F238E27FC236}">
                  <a16:creationId xmlns:a16="http://schemas.microsoft.com/office/drawing/2014/main" id="{F63A389D-E85D-DBC3-F9A9-9619DADBF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2" name="Line 16">
              <a:extLst>
                <a:ext uri="{FF2B5EF4-FFF2-40B4-BE49-F238E27FC236}">
                  <a16:creationId xmlns:a16="http://schemas.microsoft.com/office/drawing/2014/main" id="{DE715622-AC9D-5321-747E-624D03020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8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3" name="Line 17">
              <a:extLst>
                <a:ext uri="{FF2B5EF4-FFF2-40B4-BE49-F238E27FC236}">
                  <a16:creationId xmlns:a16="http://schemas.microsoft.com/office/drawing/2014/main" id="{428AA13C-2D1A-AD08-3FFD-623F08E65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4" name="Line 18">
              <a:extLst>
                <a:ext uri="{FF2B5EF4-FFF2-40B4-BE49-F238E27FC236}">
                  <a16:creationId xmlns:a16="http://schemas.microsoft.com/office/drawing/2014/main" id="{5FC2B002-3C6B-6B0B-0A78-022E3BE6D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5" name="Line 19">
              <a:extLst>
                <a:ext uri="{FF2B5EF4-FFF2-40B4-BE49-F238E27FC236}">
                  <a16:creationId xmlns:a16="http://schemas.microsoft.com/office/drawing/2014/main" id="{BEC51A15-1888-8680-857E-DE7E16DB9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6" name="Line 20">
              <a:extLst>
                <a:ext uri="{FF2B5EF4-FFF2-40B4-BE49-F238E27FC236}">
                  <a16:creationId xmlns:a16="http://schemas.microsoft.com/office/drawing/2014/main" id="{8D4D3041-843A-AE9B-7C87-7A564CE38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7" name="Line 21">
              <a:extLst>
                <a:ext uri="{FF2B5EF4-FFF2-40B4-BE49-F238E27FC236}">
                  <a16:creationId xmlns:a16="http://schemas.microsoft.com/office/drawing/2014/main" id="{7A30B6B3-9A7D-6E84-C667-777C1EC2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8" name="Line 22">
              <a:extLst>
                <a:ext uri="{FF2B5EF4-FFF2-40B4-BE49-F238E27FC236}">
                  <a16:creationId xmlns:a16="http://schemas.microsoft.com/office/drawing/2014/main" id="{9AE8C6F7-5824-DDAB-D3C7-DDD92406E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9" name="Line 23">
              <a:extLst>
                <a:ext uri="{FF2B5EF4-FFF2-40B4-BE49-F238E27FC236}">
                  <a16:creationId xmlns:a16="http://schemas.microsoft.com/office/drawing/2014/main" id="{7B1C13A5-84B0-F866-4949-96F78B660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90" name="Line 24">
              <a:extLst>
                <a:ext uri="{FF2B5EF4-FFF2-40B4-BE49-F238E27FC236}">
                  <a16:creationId xmlns:a16="http://schemas.microsoft.com/office/drawing/2014/main" id="{4ED825DB-391E-894E-1C8A-62FCFFDB6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91" name="Line 25">
              <a:extLst>
                <a:ext uri="{FF2B5EF4-FFF2-40B4-BE49-F238E27FC236}">
                  <a16:creationId xmlns:a16="http://schemas.microsoft.com/office/drawing/2014/main" id="{D4D1DBBD-A33F-513A-C1E1-47A25C7B6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8186" name="Text Box 26">
            <a:extLst>
              <a:ext uri="{FF2B5EF4-FFF2-40B4-BE49-F238E27FC236}">
                <a16:creationId xmlns:a16="http://schemas.microsoft.com/office/drawing/2014/main" id="{CD5431C0-928C-09B3-E186-06A5B8CC6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6" y="1347788"/>
            <a:ext cx="230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工作周期</a:t>
            </a:r>
          </a:p>
        </p:txBody>
      </p:sp>
      <p:grpSp>
        <p:nvGrpSpPr>
          <p:cNvPr id="348187" name="Group 27">
            <a:extLst>
              <a:ext uri="{FF2B5EF4-FFF2-40B4-BE49-F238E27FC236}">
                <a16:creationId xmlns:a16="http://schemas.microsoft.com/office/drawing/2014/main" id="{EF4BA366-0CDE-B5AF-D096-97812DDE8D9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119188"/>
            <a:ext cx="4038600" cy="938212"/>
            <a:chOff x="2208" y="705"/>
            <a:chExt cx="2544" cy="591"/>
          </a:xfrm>
        </p:grpSpPr>
        <p:sp>
          <p:nvSpPr>
            <p:cNvPr id="45068" name="Text Box 28">
              <a:extLst>
                <a:ext uri="{FF2B5EF4-FFF2-40B4-BE49-F238E27FC236}">
                  <a16:creationId xmlns:a16="http://schemas.microsoft.com/office/drawing/2014/main" id="{1B9836D1-CD2D-C978-84FB-FB1E85D07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705"/>
              <a:ext cx="2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 </a:t>
              </a:r>
              <a:r>
                <a:rPr lang="zh-CN" altLang="en-US" sz="2400">
                  <a:latin typeface="Times New Roman" panose="02020603050405020304" pitchFamily="18" charset="0"/>
                </a:rPr>
                <a:t>专供 </a:t>
              </a:r>
              <a:r>
                <a:rPr lang="en-US" altLang="zh-CN" sz="2400">
                  <a:latin typeface="Times New Roman" panose="02020603050405020304" pitchFamily="18" charset="0"/>
                </a:rPr>
                <a:t>DMA </a:t>
              </a:r>
              <a:r>
                <a:rPr lang="zh-CN" altLang="en-US" sz="2400">
                  <a:latin typeface="Times New Roman" panose="02020603050405020304" pitchFamily="18" charset="0"/>
                </a:rPr>
                <a:t>访存</a:t>
              </a:r>
            </a:p>
          </p:txBody>
        </p:sp>
        <p:sp>
          <p:nvSpPr>
            <p:cNvPr id="45069" name="Text Box 29">
              <a:extLst>
                <a:ext uri="{FF2B5EF4-FFF2-40B4-BE49-F238E27FC236}">
                  <a16:creationId xmlns:a16="http://schemas.microsoft.com/office/drawing/2014/main" id="{EEBCE3B0-B3A9-C667-3546-BF927C271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08"/>
              <a:ext cx="2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 </a:t>
              </a:r>
              <a:r>
                <a:rPr lang="zh-CN" altLang="en-US" sz="2400">
                  <a:latin typeface="Times New Roman" panose="02020603050405020304" pitchFamily="18" charset="0"/>
                </a:rPr>
                <a:t>专供  </a:t>
              </a: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en-US" altLang="zh-CN" sz="14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访存</a:t>
              </a:r>
            </a:p>
          </p:txBody>
        </p:sp>
      </p:grpSp>
      <p:sp>
        <p:nvSpPr>
          <p:cNvPr id="348190" name="AutoShape 30">
            <a:extLst>
              <a:ext uri="{FF2B5EF4-FFF2-40B4-BE49-F238E27FC236}">
                <a16:creationId xmlns:a16="http://schemas.microsoft.com/office/drawing/2014/main" id="{1D043A89-B648-D2BF-7EF4-8C54A092234D}"/>
              </a:ext>
            </a:extLst>
          </p:cNvPr>
          <p:cNvSpPr>
            <a:spLocks/>
          </p:cNvSpPr>
          <p:nvPr/>
        </p:nvSpPr>
        <p:spPr bwMode="auto">
          <a:xfrm>
            <a:off x="4876800" y="1295400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91" name="Text Box 31">
            <a:extLst>
              <a:ext uri="{FF2B5EF4-FFF2-40B4-BE49-F238E27FC236}">
                <a16:creationId xmlns:a16="http://schemas.microsoft.com/office/drawing/2014/main" id="{52B3E892-E36A-4F1E-39EF-2B9C812EE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2254251"/>
            <a:ext cx="695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所有指令执行过程中的一个基准时间</a:t>
            </a:r>
          </a:p>
        </p:txBody>
      </p:sp>
      <p:sp>
        <p:nvSpPr>
          <p:cNvPr id="348192" name="Line 32">
            <a:extLst>
              <a:ext uri="{FF2B5EF4-FFF2-40B4-BE49-F238E27FC236}">
                <a16:creationId xmlns:a16="http://schemas.microsoft.com/office/drawing/2014/main" id="{12F6B114-8F08-2BC7-79A0-C890103C2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752600"/>
            <a:ext cx="0" cy="609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8194" name="Text Box 34">
            <a:extLst>
              <a:ext uri="{FF2B5EF4-FFF2-40B4-BE49-F238E27FC236}">
                <a16:creationId xmlns:a16="http://schemas.microsoft.com/office/drawing/2014/main" id="{AD521402-3F92-1AA4-4BB5-D6100E53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6092826"/>
            <a:ext cx="7345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不需要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申请建立和归还 </a:t>
            </a:r>
            <a:r>
              <a:rPr lang="zh-CN" altLang="en-US" sz="2800">
                <a:latin typeface="Times New Roman" panose="02020603050405020304" pitchFamily="18" charset="0"/>
              </a:rPr>
              <a:t>总线的使用权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4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4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4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6" grpId="0" autoUpdateAnimBg="0"/>
      <p:bldP spid="348191" grpId="0" autoUpdateAnimBg="0"/>
      <p:bldP spid="34819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ED540FA9-7AF2-81FC-FF45-FD3826ADC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196850"/>
            <a:ext cx="5978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接口的功能和组成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49187" name="Text Box 3">
            <a:extLst>
              <a:ext uri="{FF2B5EF4-FFF2-40B4-BE49-F238E27FC236}">
                <a16:creationId xmlns:a16="http://schemas.microsoft.com/office/drawing/2014/main" id="{CE106061-9D1F-790B-E096-E837BE372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009650"/>
            <a:ext cx="3289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lang="en-US" altLang="zh-CN" sz="3200">
                <a:latin typeface="Times New Roman" panose="02020603050405020304" pitchFamily="18" charset="0"/>
              </a:rPr>
              <a:t>DMA </a:t>
            </a:r>
            <a:r>
              <a:rPr lang="zh-CN" altLang="en-US" sz="3200">
                <a:latin typeface="Times New Roman" panose="02020603050405020304" pitchFamily="18" charset="0"/>
              </a:rPr>
              <a:t>接口功能</a:t>
            </a:r>
          </a:p>
        </p:txBody>
      </p:sp>
      <p:sp>
        <p:nvSpPr>
          <p:cNvPr id="349188" name="Text Box 4">
            <a:extLst>
              <a:ext uri="{FF2B5EF4-FFF2-40B4-BE49-F238E27FC236}">
                <a16:creationId xmlns:a16="http://schemas.microsoft.com/office/drawing/2014/main" id="{C874B028-BFE3-1A33-B976-0340C726A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817688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向 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申请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传送</a:t>
            </a:r>
          </a:p>
        </p:txBody>
      </p:sp>
      <p:sp>
        <p:nvSpPr>
          <p:cNvPr id="349189" name="Text Box 5">
            <a:extLst>
              <a:ext uri="{FF2B5EF4-FFF2-40B4-BE49-F238E27FC236}">
                <a16:creationId xmlns:a16="http://schemas.microsoft.com/office/drawing/2014/main" id="{980328C5-AFEC-625D-EB70-E963A1EAF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566988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处理总线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控制权的转交</a:t>
            </a:r>
          </a:p>
        </p:txBody>
      </p:sp>
      <p:sp>
        <p:nvSpPr>
          <p:cNvPr id="349190" name="Text Box 6">
            <a:extLst>
              <a:ext uri="{FF2B5EF4-FFF2-40B4-BE49-F238E27FC236}">
                <a16:creationId xmlns:a16="http://schemas.microsoft.com/office/drawing/2014/main" id="{B6430F77-8EB1-7A4E-633E-B983867F7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16288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(3)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管理 </a:t>
            </a:r>
            <a:r>
              <a:rPr lang="zh-CN" altLang="en-US" sz="2800">
                <a:latin typeface="Times New Roman" panose="02020603050405020304" pitchFamily="18" charset="0"/>
              </a:rPr>
              <a:t>系统总线、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控制 </a:t>
            </a:r>
            <a:r>
              <a:rPr lang="zh-CN" altLang="en-US" sz="2800">
                <a:latin typeface="Times New Roman" panose="02020603050405020304" pitchFamily="18" charset="0"/>
              </a:rPr>
              <a:t>数据传送</a:t>
            </a:r>
          </a:p>
        </p:txBody>
      </p:sp>
      <p:sp>
        <p:nvSpPr>
          <p:cNvPr id="349191" name="Text Box 7">
            <a:extLst>
              <a:ext uri="{FF2B5EF4-FFF2-40B4-BE49-F238E27FC236}">
                <a16:creationId xmlns:a16="http://schemas.microsoft.com/office/drawing/2014/main" id="{2AAFE171-F828-E12C-A0C0-351E8771E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064001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(4)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确定 </a:t>
            </a:r>
            <a:r>
              <a:rPr lang="zh-CN" altLang="en-US" sz="2800">
                <a:latin typeface="Times New Roman" panose="02020603050405020304" pitchFamily="18" charset="0"/>
              </a:rPr>
              <a:t>数据传送的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首地址和长度</a:t>
            </a:r>
          </a:p>
        </p:txBody>
      </p:sp>
      <p:sp>
        <p:nvSpPr>
          <p:cNvPr id="349192" name="Text Box 8">
            <a:extLst>
              <a:ext uri="{FF2B5EF4-FFF2-40B4-BE49-F238E27FC236}">
                <a16:creationId xmlns:a16="http://schemas.microsoft.com/office/drawing/2014/main" id="{14E7181C-1DAB-D7A5-D47B-7946C1DC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62601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(5)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传送结束时，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给出操作完成信号</a:t>
            </a:r>
          </a:p>
        </p:txBody>
      </p:sp>
      <p:sp>
        <p:nvSpPr>
          <p:cNvPr id="349193" name="Text Box 9">
            <a:extLst>
              <a:ext uri="{FF2B5EF4-FFF2-40B4-BE49-F238E27FC236}">
                <a16:creationId xmlns:a16="http://schemas.microsoft.com/office/drawing/2014/main" id="{D7632781-DC89-EB8A-D32D-CE9327169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476" y="4835526"/>
            <a:ext cx="6308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修正 </a:t>
            </a:r>
            <a:r>
              <a:rPr lang="zh-CN" altLang="en-US" sz="2800">
                <a:latin typeface="Times New Roman" panose="02020603050405020304" pitchFamily="18" charset="0"/>
              </a:rPr>
              <a:t>传送过程中的数据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地址</a:t>
            </a:r>
            <a:r>
              <a:rPr lang="zh-CN" altLang="en-US" sz="2800">
                <a:latin typeface="Times New Roman" panose="02020603050405020304" pitchFamily="18" charset="0"/>
              </a:rPr>
              <a:t> 和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长度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autoUpdateAnimBg="0"/>
      <p:bldP spid="349188" grpId="0" autoUpdateAnimBg="0"/>
      <p:bldP spid="349189" grpId="0" autoUpdateAnimBg="0"/>
      <p:bldP spid="349190" grpId="0" autoUpdateAnimBg="0"/>
      <p:bldP spid="349191" grpId="0" autoUpdateAnimBg="0"/>
      <p:bldP spid="349192" grpId="0" autoUpdateAnimBg="0"/>
      <p:bldP spid="34919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10" name="Group 2">
            <a:extLst>
              <a:ext uri="{FF2B5EF4-FFF2-40B4-BE49-F238E27FC236}">
                <a16:creationId xmlns:a16="http://schemas.microsoft.com/office/drawing/2014/main" id="{71D7B8FF-6881-3C8F-4FFA-DEACA3F6D9A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203325"/>
            <a:ext cx="8610600" cy="4457700"/>
            <a:chOff x="240" y="758"/>
            <a:chExt cx="5424" cy="2808"/>
          </a:xfrm>
        </p:grpSpPr>
        <p:sp>
          <p:nvSpPr>
            <p:cNvPr id="47161" name="Text Box 3">
              <a:extLst>
                <a:ext uri="{FF2B5EF4-FFF2-40B4-BE49-F238E27FC236}">
                  <a16:creationId xmlns:a16="http://schemas.microsoft.com/office/drawing/2014/main" id="{12BD9EE2-8CC3-4657-7F1F-6BF7C5F76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1" y="3298"/>
              <a:ext cx="8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</a:p>
          </p:txBody>
        </p:sp>
        <p:grpSp>
          <p:nvGrpSpPr>
            <p:cNvPr id="47162" name="Group 4">
              <a:extLst>
                <a:ext uri="{FF2B5EF4-FFF2-40B4-BE49-F238E27FC236}">
                  <a16:creationId xmlns:a16="http://schemas.microsoft.com/office/drawing/2014/main" id="{23F3C30B-BDCD-CF5A-3065-85AF35689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58"/>
              <a:ext cx="5424" cy="2808"/>
              <a:chOff x="240" y="758"/>
              <a:chExt cx="5424" cy="2808"/>
            </a:xfrm>
          </p:grpSpPr>
          <p:sp>
            <p:nvSpPr>
              <p:cNvPr id="47163" name="Rectangle 5">
                <a:extLst>
                  <a:ext uri="{FF2B5EF4-FFF2-40B4-BE49-F238E27FC236}">
                    <a16:creationId xmlns:a16="http://schemas.microsoft.com/office/drawing/2014/main" id="{11223305-587B-5A78-9EBD-E2487BD40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541"/>
                <a:ext cx="3547" cy="202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7164" name="Group 6">
                <a:extLst>
                  <a:ext uri="{FF2B5EF4-FFF2-40B4-BE49-F238E27FC236}">
                    <a16:creationId xmlns:a16="http://schemas.microsoft.com/office/drawing/2014/main" id="{621AB261-40B2-5C39-AE40-8EC76D2586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495"/>
                <a:ext cx="528" cy="2071"/>
                <a:chOff x="288" y="1200"/>
                <a:chExt cx="528" cy="2160"/>
              </a:xfrm>
            </p:grpSpPr>
            <p:sp>
              <p:nvSpPr>
                <p:cNvPr id="47171" name="Text Box 7">
                  <a:extLst>
                    <a:ext uri="{FF2B5EF4-FFF2-40B4-BE49-F238E27FC236}">
                      <a16:creationId xmlns:a16="http://schemas.microsoft.com/office/drawing/2014/main" id="{2DC6332B-0028-8669-9D80-C2FD7BCF5E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</a:t>
                  </a: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存</a:t>
                  </a:r>
                </a:p>
              </p:txBody>
            </p:sp>
            <p:sp>
              <p:nvSpPr>
                <p:cNvPr id="47172" name="Rectangle 8">
                  <a:extLst>
                    <a:ext uri="{FF2B5EF4-FFF2-40B4-BE49-F238E27FC236}">
                      <a16:creationId xmlns:a16="http://schemas.microsoft.com/office/drawing/2014/main" id="{CEDA965C-A163-BA6C-8F3A-B5046DBD56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7165" name="Group 9">
                <a:extLst>
                  <a:ext uri="{FF2B5EF4-FFF2-40B4-BE49-F238E27FC236}">
                    <a16:creationId xmlns:a16="http://schemas.microsoft.com/office/drawing/2014/main" id="{2601A605-C094-D06A-0703-3704976E52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495"/>
                <a:ext cx="528" cy="2071"/>
                <a:chOff x="816" y="1200"/>
                <a:chExt cx="528" cy="2160"/>
              </a:xfrm>
            </p:grpSpPr>
            <p:sp>
              <p:nvSpPr>
                <p:cNvPr id="47169" name="Text Box 10">
                  <a:extLst>
                    <a:ext uri="{FF2B5EF4-FFF2-40B4-BE49-F238E27FC236}">
                      <a16:creationId xmlns:a16="http://schemas.microsoft.com/office/drawing/2014/main" id="{3959BA30-72FF-CCDC-6ACF-DDD7B1C561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3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70" name="Rectangle 11">
                  <a:extLst>
                    <a:ext uri="{FF2B5EF4-FFF2-40B4-BE49-F238E27FC236}">
                      <a16:creationId xmlns:a16="http://schemas.microsoft.com/office/drawing/2014/main" id="{C1B66477-512C-2D8D-4F8B-4D27C564F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7166" name="AutoShape 12">
                <a:extLst>
                  <a:ext uri="{FF2B5EF4-FFF2-40B4-BE49-F238E27FC236}">
                    <a16:creationId xmlns:a16="http://schemas.microsoft.com/office/drawing/2014/main" id="{696EC356-6845-02C4-711F-BFD57B87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758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67" name="AutoShape 13">
                <a:extLst>
                  <a:ext uri="{FF2B5EF4-FFF2-40B4-BE49-F238E27FC236}">
                    <a16:creationId xmlns:a16="http://schemas.microsoft.com/office/drawing/2014/main" id="{11E6A488-ACBC-D826-E044-F37BDF8A4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850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68" name="AutoShape 14">
                <a:extLst>
                  <a:ext uri="{FF2B5EF4-FFF2-40B4-BE49-F238E27FC236}">
                    <a16:creationId xmlns:a16="http://schemas.microsoft.com/office/drawing/2014/main" id="{44572DE9-E663-F11C-AAE0-00F46AF28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850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47107" name="Text Box 15">
            <a:extLst>
              <a:ext uri="{FF2B5EF4-FFF2-40B4-BE49-F238E27FC236}">
                <a16:creationId xmlns:a16="http://schemas.microsoft.com/office/drawing/2014/main" id="{E660EBFF-6C42-F582-A8BB-28BFB1E0E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09" y="101476"/>
            <a:ext cx="4130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</a:t>
            </a:r>
            <a:r>
              <a:rPr lang="en-US" altLang="zh-CN" sz="3600" dirty="0">
                <a:latin typeface="Times New Roman" panose="02020603050405020304" pitchFamily="18" charset="0"/>
              </a:rPr>
              <a:t>DMA </a:t>
            </a:r>
            <a:r>
              <a:rPr lang="zh-CN" altLang="en-US" sz="3600" dirty="0">
                <a:latin typeface="Times New Roman" panose="02020603050405020304" pitchFamily="18" charset="0"/>
              </a:rPr>
              <a:t>接口组成</a:t>
            </a:r>
          </a:p>
        </p:txBody>
      </p:sp>
      <p:grpSp>
        <p:nvGrpSpPr>
          <p:cNvPr id="350224" name="Group 16">
            <a:extLst>
              <a:ext uri="{FF2B5EF4-FFF2-40B4-BE49-F238E27FC236}">
                <a16:creationId xmlns:a16="http://schemas.microsoft.com/office/drawing/2014/main" id="{F40B3DF9-3527-8A40-879C-DB2F82C23469}"/>
              </a:ext>
            </a:extLst>
          </p:cNvPr>
          <p:cNvGrpSpPr>
            <a:grpSpLocks/>
          </p:cNvGrpSpPr>
          <p:nvPr/>
        </p:nvGrpSpPr>
        <p:grpSpPr bwMode="auto">
          <a:xfrm>
            <a:off x="4876801" y="2665414"/>
            <a:ext cx="868363" cy="2338387"/>
            <a:chOff x="2112" y="1679"/>
            <a:chExt cx="547" cy="1473"/>
          </a:xfrm>
        </p:grpSpPr>
        <p:sp>
          <p:nvSpPr>
            <p:cNvPr id="47159" name="Text Box 17">
              <a:extLst>
                <a:ext uri="{FF2B5EF4-FFF2-40B4-BE49-F238E27FC236}">
                  <a16:creationId xmlns:a16="http://schemas.microsoft.com/office/drawing/2014/main" id="{8AFFC328-37CF-BB3B-560A-C5A91FD5D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848"/>
              <a:ext cx="499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控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制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逻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辑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47160" name="Rectangle 18">
              <a:extLst>
                <a:ext uri="{FF2B5EF4-FFF2-40B4-BE49-F238E27FC236}">
                  <a16:creationId xmlns:a16="http://schemas.microsoft.com/office/drawing/2014/main" id="{D0112201-FA80-3894-8C94-F52D7B7A0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79"/>
              <a:ext cx="528" cy="147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0227" name="Group 19">
            <a:extLst>
              <a:ext uri="{FF2B5EF4-FFF2-40B4-BE49-F238E27FC236}">
                <a16:creationId xmlns:a16="http://schemas.microsoft.com/office/drawing/2014/main" id="{00A401E7-1DCC-B917-C69A-E78237DB1445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2665414"/>
            <a:ext cx="838200" cy="2338387"/>
            <a:chOff x="3120" y="1679"/>
            <a:chExt cx="528" cy="1473"/>
          </a:xfrm>
        </p:grpSpPr>
        <p:sp>
          <p:nvSpPr>
            <p:cNvPr id="47157" name="Text Box 20">
              <a:extLst>
                <a:ext uri="{FF2B5EF4-FFF2-40B4-BE49-F238E27FC236}">
                  <a16:creationId xmlns:a16="http://schemas.microsoft.com/office/drawing/2014/main" id="{5DA2BF6F-620E-F58B-53A6-CAD504155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84"/>
              <a:ext cx="357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中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断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机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构</a:t>
              </a:r>
            </a:p>
          </p:txBody>
        </p:sp>
        <p:sp>
          <p:nvSpPr>
            <p:cNvPr id="47158" name="Rectangle 21">
              <a:extLst>
                <a:ext uri="{FF2B5EF4-FFF2-40B4-BE49-F238E27FC236}">
                  <a16:creationId xmlns:a16="http://schemas.microsoft.com/office/drawing/2014/main" id="{83EEE297-BD53-2FF2-523D-768FBE5EE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679"/>
              <a:ext cx="528" cy="147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0230" name="Group 22">
            <a:extLst>
              <a:ext uri="{FF2B5EF4-FFF2-40B4-BE49-F238E27FC236}">
                <a16:creationId xmlns:a16="http://schemas.microsoft.com/office/drawing/2014/main" id="{699C14EA-5B50-5641-107D-49BC54C7FD85}"/>
              </a:ext>
            </a:extLst>
          </p:cNvPr>
          <p:cNvGrpSpPr>
            <a:grpSpLocks/>
          </p:cNvGrpSpPr>
          <p:nvPr/>
        </p:nvGrpSpPr>
        <p:grpSpPr bwMode="auto">
          <a:xfrm>
            <a:off x="7824789" y="6096000"/>
            <a:ext cx="701675" cy="438150"/>
            <a:chOff x="3921" y="3840"/>
            <a:chExt cx="442" cy="276"/>
          </a:xfrm>
        </p:grpSpPr>
        <p:sp>
          <p:nvSpPr>
            <p:cNvPr id="47155" name="Text Box 23">
              <a:extLst>
                <a:ext uri="{FF2B5EF4-FFF2-40B4-BE49-F238E27FC236}">
                  <a16:creationId xmlns:a16="http://schemas.microsoft.com/office/drawing/2014/main" id="{DA05AE19-4B55-5312-FE5A-66104124F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" y="384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</a:t>
              </a:r>
            </a:p>
          </p:txBody>
        </p:sp>
        <p:sp>
          <p:nvSpPr>
            <p:cNvPr id="47156" name="Rectangle 24">
              <a:extLst>
                <a:ext uri="{FF2B5EF4-FFF2-40B4-BE49-F238E27FC236}">
                  <a16:creationId xmlns:a16="http://schemas.microsoft.com/office/drawing/2014/main" id="{CE3B4EFD-9E8D-C63B-ABFC-E9D9949A5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840"/>
              <a:ext cx="432" cy="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50233" name="AutoShape 25">
            <a:extLst>
              <a:ext uri="{FF2B5EF4-FFF2-40B4-BE49-F238E27FC236}">
                <a16:creationId xmlns:a16="http://schemas.microsoft.com/office/drawing/2014/main" id="{1703FB7B-BE83-140F-A9FF-459E8332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562600"/>
            <a:ext cx="228600" cy="533400"/>
          </a:xfrm>
          <a:prstGeom prst="upDownArrow">
            <a:avLst>
              <a:gd name="adj1" fmla="val 50000"/>
              <a:gd name="adj2" fmla="val 46667"/>
            </a:avLst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50234" name="Group 26">
            <a:extLst>
              <a:ext uri="{FF2B5EF4-FFF2-40B4-BE49-F238E27FC236}">
                <a16:creationId xmlns:a16="http://schemas.microsoft.com/office/drawing/2014/main" id="{89B686B0-99B1-77EF-831A-AC95C4F9A962}"/>
              </a:ext>
            </a:extLst>
          </p:cNvPr>
          <p:cNvGrpSpPr>
            <a:grpSpLocks/>
          </p:cNvGrpSpPr>
          <p:nvPr/>
        </p:nvGrpSpPr>
        <p:grpSpPr bwMode="auto">
          <a:xfrm>
            <a:off x="4262438" y="1349375"/>
            <a:ext cx="919162" cy="1316038"/>
            <a:chOff x="1725" y="850"/>
            <a:chExt cx="579" cy="829"/>
          </a:xfrm>
        </p:grpSpPr>
        <p:sp>
          <p:nvSpPr>
            <p:cNvPr id="47153" name="Line 27">
              <a:extLst>
                <a:ext uri="{FF2B5EF4-FFF2-40B4-BE49-F238E27FC236}">
                  <a16:creationId xmlns:a16="http://schemas.microsoft.com/office/drawing/2014/main" id="{20EDC770-688A-9A4F-A2EF-686F158F98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850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54" name="Text Box 28">
              <a:extLst>
                <a:ext uri="{FF2B5EF4-FFF2-40B4-BE49-F238E27FC236}">
                  <a16:creationId xmlns:a16="http://schemas.microsoft.com/office/drawing/2014/main" id="{D4875175-F3FF-8736-8B10-EAAFEFE2E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089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HLDA</a:t>
              </a:r>
            </a:p>
          </p:txBody>
        </p:sp>
      </p:grpSp>
      <p:grpSp>
        <p:nvGrpSpPr>
          <p:cNvPr id="350237" name="Group 29">
            <a:extLst>
              <a:ext uri="{FF2B5EF4-FFF2-40B4-BE49-F238E27FC236}">
                <a16:creationId xmlns:a16="http://schemas.microsoft.com/office/drawing/2014/main" id="{00702742-AFDB-FF8E-0FA6-9CBE00146609}"/>
              </a:ext>
            </a:extLst>
          </p:cNvPr>
          <p:cNvGrpSpPr>
            <a:grpSpLocks/>
          </p:cNvGrpSpPr>
          <p:nvPr/>
        </p:nvGrpSpPr>
        <p:grpSpPr bwMode="auto">
          <a:xfrm>
            <a:off x="8678863" y="2665413"/>
            <a:ext cx="685800" cy="438150"/>
            <a:chOff x="4507" y="1679"/>
            <a:chExt cx="432" cy="276"/>
          </a:xfrm>
        </p:grpSpPr>
        <p:sp>
          <p:nvSpPr>
            <p:cNvPr id="47151" name="Text Box 30">
              <a:extLst>
                <a:ext uri="{FF2B5EF4-FFF2-40B4-BE49-F238E27FC236}">
                  <a16:creationId xmlns:a16="http://schemas.microsoft.com/office/drawing/2014/main" id="{8718BCF9-D399-44F9-CBD1-12E0BABC8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" y="1680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AR</a:t>
              </a:r>
            </a:p>
          </p:txBody>
        </p:sp>
        <p:sp>
          <p:nvSpPr>
            <p:cNvPr id="47152" name="Rectangle 31">
              <a:extLst>
                <a:ext uri="{FF2B5EF4-FFF2-40B4-BE49-F238E27FC236}">
                  <a16:creationId xmlns:a16="http://schemas.microsoft.com/office/drawing/2014/main" id="{22262138-CA7D-8D3D-4B24-AA8359C2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1679"/>
              <a:ext cx="432" cy="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0240" name="Group 32">
            <a:extLst>
              <a:ext uri="{FF2B5EF4-FFF2-40B4-BE49-F238E27FC236}">
                <a16:creationId xmlns:a16="http://schemas.microsoft.com/office/drawing/2014/main" id="{71272834-87BB-6476-0E79-3659C1C15979}"/>
              </a:ext>
            </a:extLst>
          </p:cNvPr>
          <p:cNvGrpSpPr>
            <a:grpSpLocks/>
          </p:cNvGrpSpPr>
          <p:nvPr/>
        </p:nvGrpSpPr>
        <p:grpSpPr bwMode="auto">
          <a:xfrm>
            <a:off x="8678863" y="3541713"/>
            <a:ext cx="685800" cy="438150"/>
            <a:chOff x="4507" y="2231"/>
            <a:chExt cx="432" cy="276"/>
          </a:xfrm>
        </p:grpSpPr>
        <p:sp>
          <p:nvSpPr>
            <p:cNvPr id="47149" name="Text Box 33">
              <a:extLst>
                <a:ext uri="{FF2B5EF4-FFF2-40B4-BE49-F238E27FC236}">
                  <a16:creationId xmlns:a16="http://schemas.microsoft.com/office/drawing/2014/main" id="{522304BF-B90B-4184-86C2-E8456C292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246"/>
              <a:ext cx="37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WC</a:t>
              </a:r>
            </a:p>
          </p:txBody>
        </p:sp>
        <p:sp>
          <p:nvSpPr>
            <p:cNvPr id="47150" name="Rectangle 34">
              <a:extLst>
                <a:ext uri="{FF2B5EF4-FFF2-40B4-BE49-F238E27FC236}">
                  <a16:creationId xmlns:a16="http://schemas.microsoft.com/office/drawing/2014/main" id="{5879C538-8B87-B6CC-6236-F904FD78F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2231"/>
              <a:ext cx="432" cy="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0243" name="Group 35">
            <a:extLst>
              <a:ext uri="{FF2B5EF4-FFF2-40B4-BE49-F238E27FC236}">
                <a16:creationId xmlns:a16="http://schemas.microsoft.com/office/drawing/2014/main" id="{36C25126-F913-3CB8-CA36-622EE608C3B7}"/>
              </a:ext>
            </a:extLst>
          </p:cNvPr>
          <p:cNvGrpSpPr>
            <a:grpSpLocks/>
          </p:cNvGrpSpPr>
          <p:nvPr/>
        </p:nvGrpSpPr>
        <p:grpSpPr bwMode="auto">
          <a:xfrm>
            <a:off x="8667750" y="4418013"/>
            <a:ext cx="736600" cy="438150"/>
            <a:chOff x="4500" y="2783"/>
            <a:chExt cx="464" cy="276"/>
          </a:xfrm>
        </p:grpSpPr>
        <p:sp>
          <p:nvSpPr>
            <p:cNvPr id="47147" name="Text Box 36">
              <a:extLst>
                <a:ext uri="{FF2B5EF4-FFF2-40B4-BE49-F238E27FC236}">
                  <a16:creationId xmlns:a16="http://schemas.microsoft.com/office/drawing/2014/main" id="{C18090BA-9D8F-97C0-1953-6C77E145A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278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DAR</a:t>
              </a:r>
            </a:p>
          </p:txBody>
        </p:sp>
        <p:sp>
          <p:nvSpPr>
            <p:cNvPr id="47148" name="Rectangle 37">
              <a:extLst>
                <a:ext uri="{FF2B5EF4-FFF2-40B4-BE49-F238E27FC236}">
                  <a16:creationId xmlns:a16="http://schemas.microsoft.com/office/drawing/2014/main" id="{ED3D9C12-15E1-EA32-F4E2-1E94EC378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2783"/>
              <a:ext cx="432" cy="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0246" name="Group 38">
            <a:extLst>
              <a:ext uri="{FF2B5EF4-FFF2-40B4-BE49-F238E27FC236}">
                <a16:creationId xmlns:a16="http://schemas.microsoft.com/office/drawing/2014/main" id="{7930D3CD-0D28-7FF5-5984-9A5428AC11F2}"/>
              </a:ext>
            </a:extLst>
          </p:cNvPr>
          <p:cNvGrpSpPr>
            <a:grpSpLocks/>
          </p:cNvGrpSpPr>
          <p:nvPr/>
        </p:nvGrpSpPr>
        <p:grpSpPr bwMode="auto">
          <a:xfrm>
            <a:off x="5410204" y="1349375"/>
            <a:ext cx="728663" cy="1316038"/>
            <a:chOff x="2448" y="850"/>
            <a:chExt cx="459" cy="829"/>
          </a:xfrm>
        </p:grpSpPr>
        <p:sp>
          <p:nvSpPr>
            <p:cNvPr id="47145" name="Line 39">
              <a:extLst>
                <a:ext uri="{FF2B5EF4-FFF2-40B4-BE49-F238E27FC236}">
                  <a16:creationId xmlns:a16="http://schemas.microsoft.com/office/drawing/2014/main" id="{B9DAA1A5-44E6-7E59-A35B-70753691B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850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46" name="Text Box 40">
              <a:extLst>
                <a:ext uri="{FF2B5EF4-FFF2-40B4-BE49-F238E27FC236}">
                  <a16:creationId xmlns:a16="http://schemas.microsoft.com/office/drawing/2014/main" id="{8958F008-07BF-FB4D-04F2-2994343FC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89"/>
              <a:ext cx="4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HRQ</a:t>
              </a:r>
            </a:p>
          </p:txBody>
        </p:sp>
      </p:grpSp>
      <p:grpSp>
        <p:nvGrpSpPr>
          <p:cNvPr id="350249" name="Group 41">
            <a:extLst>
              <a:ext uri="{FF2B5EF4-FFF2-40B4-BE49-F238E27FC236}">
                <a16:creationId xmlns:a16="http://schemas.microsoft.com/office/drawing/2014/main" id="{AEF75600-A21E-6076-A68B-F6F841936625}"/>
              </a:ext>
            </a:extLst>
          </p:cNvPr>
          <p:cNvGrpSpPr>
            <a:grpSpLocks/>
          </p:cNvGrpSpPr>
          <p:nvPr/>
        </p:nvGrpSpPr>
        <p:grpSpPr bwMode="auto">
          <a:xfrm>
            <a:off x="6880226" y="1349375"/>
            <a:ext cx="542925" cy="1316038"/>
            <a:chOff x="3374" y="850"/>
            <a:chExt cx="342" cy="829"/>
          </a:xfrm>
        </p:grpSpPr>
        <p:sp>
          <p:nvSpPr>
            <p:cNvPr id="47143" name="Line 42">
              <a:extLst>
                <a:ext uri="{FF2B5EF4-FFF2-40B4-BE49-F238E27FC236}">
                  <a16:creationId xmlns:a16="http://schemas.microsoft.com/office/drawing/2014/main" id="{855E29DD-E2FC-6621-F23A-39C58A7FF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850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44" name="Text Box 43">
              <a:extLst>
                <a:ext uri="{FF2B5EF4-FFF2-40B4-BE49-F238E27FC236}">
                  <a16:creationId xmlns:a16="http://schemas.microsoft.com/office/drawing/2014/main" id="{5C23CDA5-6CDB-9DE2-62B0-02466D3A2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896"/>
              <a:ext cx="31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中断请求</a:t>
              </a:r>
            </a:p>
          </p:txBody>
        </p:sp>
      </p:grpSp>
      <p:grpSp>
        <p:nvGrpSpPr>
          <p:cNvPr id="350252" name="Group 44">
            <a:extLst>
              <a:ext uri="{FF2B5EF4-FFF2-40B4-BE49-F238E27FC236}">
                <a16:creationId xmlns:a16="http://schemas.microsoft.com/office/drawing/2014/main" id="{09B0446B-FC11-E13B-AC15-4D519EA28A56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1349376"/>
            <a:ext cx="641350" cy="3756025"/>
            <a:chOff x="4128" y="850"/>
            <a:chExt cx="404" cy="2348"/>
          </a:xfrm>
        </p:grpSpPr>
        <p:sp>
          <p:nvSpPr>
            <p:cNvPr id="47138" name="AutoShape 45">
              <a:extLst>
                <a:ext uri="{FF2B5EF4-FFF2-40B4-BE49-F238E27FC236}">
                  <a16:creationId xmlns:a16="http://schemas.microsoft.com/office/drawing/2014/main" id="{FEDB1D1D-32E6-8FED-7710-3E6A88A21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850"/>
              <a:ext cx="122" cy="2348"/>
            </a:xfrm>
            <a:prstGeom prst="upDownArrow">
              <a:avLst>
                <a:gd name="adj1" fmla="val 68750"/>
                <a:gd name="adj2" fmla="val 147819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39" name="AutoShape 46">
              <a:extLst>
                <a:ext uri="{FF2B5EF4-FFF2-40B4-BE49-F238E27FC236}">
                  <a16:creationId xmlns:a16="http://schemas.microsoft.com/office/drawing/2014/main" id="{C6066166-7494-FA71-D30B-6EFAAA995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25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40" name="AutoShape 47">
              <a:extLst>
                <a:ext uri="{FF2B5EF4-FFF2-40B4-BE49-F238E27FC236}">
                  <a16:creationId xmlns:a16="http://schemas.microsoft.com/office/drawing/2014/main" id="{89D386C7-F86E-3621-45BB-072D785E1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77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41" name="AutoShape 48">
              <a:extLst>
                <a:ext uri="{FF2B5EF4-FFF2-40B4-BE49-F238E27FC236}">
                  <a16:creationId xmlns:a16="http://schemas.microsoft.com/office/drawing/2014/main" id="{2FF7653D-4209-3696-018F-0BDF75B41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02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42" name="Text Box 49">
              <a:extLst>
                <a:ext uri="{FF2B5EF4-FFF2-40B4-BE49-F238E27FC236}">
                  <a16:creationId xmlns:a16="http://schemas.microsoft.com/office/drawing/2014/main" id="{39B5D82E-AE13-D440-1EC1-DF5CBF209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2" y="960"/>
              <a:ext cx="310" cy="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</p:grpSp>
      <p:grpSp>
        <p:nvGrpSpPr>
          <p:cNvPr id="350258" name="Group 50">
            <a:extLst>
              <a:ext uri="{FF2B5EF4-FFF2-40B4-BE49-F238E27FC236}">
                <a16:creationId xmlns:a16="http://schemas.microsoft.com/office/drawing/2014/main" id="{DDD005BD-ECA9-1713-C293-C4B0B7708849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1349375"/>
            <a:ext cx="685800" cy="1316038"/>
            <a:chOff x="4656" y="850"/>
            <a:chExt cx="432" cy="829"/>
          </a:xfrm>
        </p:grpSpPr>
        <p:sp>
          <p:nvSpPr>
            <p:cNvPr id="47136" name="AutoShape 51">
              <a:extLst>
                <a:ext uri="{FF2B5EF4-FFF2-40B4-BE49-F238E27FC236}">
                  <a16:creationId xmlns:a16="http://schemas.microsoft.com/office/drawing/2014/main" id="{A61F6AE7-EC3C-C2CE-4D91-3300788E5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850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37" name="Text Box 52">
              <a:extLst>
                <a:ext uri="{FF2B5EF4-FFF2-40B4-BE49-F238E27FC236}">
                  <a16:creationId xmlns:a16="http://schemas.microsoft.com/office/drawing/2014/main" id="{F65FAE3E-E45C-F06A-C518-EED5F2580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8" y="960"/>
              <a:ext cx="310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地址线</a:t>
              </a:r>
            </a:p>
          </p:txBody>
        </p:sp>
      </p:grpSp>
      <p:sp>
        <p:nvSpPr>
          <p:cNvPr id="350261" name="Text Box 53">
            <a:extLst>
              <a:ext uri="{FF2B5EF4-FFF2-40B4-BE49-F238E27FC236}">
                <a16:creationId xmlns:a16="http://schemas.microsoft.com/office/drawing/2014/main" id="{0B0EC068-DDD0-1CE9-2890-991E25FD9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26" y="2751138"/>
            <a:ext cx="45561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350262" name="Text Box 54">
            <a:extLst>
              <a:ext uri="{FF2B5EF4-FFF2-40B4-BE49-F238E27FC236}">
                <a16:creationId xmlns:a16="http://schemas.microsoft.com/office/drawing/2014/main" id="{56924915-E4AB-658D-7E9E-4CA29DE29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26" y="3557589"/>
            <a:ext cx="455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+1</a:t>
            </a:r>
          </a:p>
        </p:txBody>
      </p:sp>
      <p:grpSp>
        <p:nvGrpSpPr>
          <p:cNvPr id="350263" name="Group 55">
            <a:extLst>
              <a:ext uri="{FF2B5EF4-FFF2-40B4-BE49-F238E27FC236}">
                <a16:creationId xmlns:a16="http://schemas.microsoft.com/office/drawing/2014/main" id="{A43B195A-6240-0974-60C6-406056CBF96C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062289"/>
            <a:ext cx="2165350" cy="479425"/>
            <a:chOff x="3648" y="1929"/>
            <a:chExt cx="1364" cy="302"/>
          </a:xfrm>
        </p:grpSpPr>
        <p:sp>
          <p:nvSpPr>
            <p:cNvPr id="47134" name="Freeform 56">
              <a:extLst>
                <a:ext uri="{FF2B5EF4-FFF2-40B4-BE49-F238E27FC236}">
                  <a16:creationId xmlns:a16="http://schemas.microsoft.com/office/drawing/2014/main" id="{885089AB-83B2-41E3-DB1A-600A5D5F0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39"/>
              <a:ext cx="1056" cy="92"/>
            </a:xfrm>
            <a:custGeom>
              <a:avLst/>
              <a:gdLst>
                <a:gd name="T0" fmla="*/ 924 w 1104"/>
                <a:gd name="T1" fmla="*/ 81 h 96"/>
                <a:gd name="T2" fmla="*/ 924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5" name="Text Box 57">
              <a:extLst>
                <a:ext uri="{FF2B5EF4-FFF2-40B4-BE49-F238E27FC236}">
                  <a16:creationId xmlns:a16="http://schemas.microsoft.com/office/drawing/2014/main" id="{B9443B1E-E2FF-23EF-5E3E-EF4A4CDF7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929"/>
              <a:ext cx="6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溢出信号</a:t>
              </a:r>
            </a:p>
          </p:txBody>
        </p:sp>
      </p:grpSp>
      <p:grpSp>
        <p:nvGrpSpPr>
          <p:cNvPr id="350266" name="Group 58">
            <a:extLst>
              <a:ext uri="{FF2B5EF4-FFF2-40B4-BE49-F238E27FC236}">
                <a16:creationId xmlns:a16="http://schemas.microsoft.com/office/drawing/2014/main" id="{38136CE0-1BEA-AC4C-844F-142568594525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5003801"/>
            <a:ext cx="2362200" cy="1184275"/>
            <a:chOff x="2448" y="3152"/>
            <a:chExt cx="1488" cy="746"/>
          </a:xfrm>
        </p:grpSpPr>
        <p:sp>
          <p:nvSpPr>
            <p:cNvPr id="47132" name="Freeform 59">
              <a:extLst>
                <a:ext uri="{FF2B5EF4-FFF2-40B4-BE49-F238E27FC236}">
                  <a16:creationId xmlns:a16="http://schemas.microsoft.com/office/drawing/2014/main" id="{37C52FC4-527E-F09B-2569-18EFE0CDF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152"/>
              <a:ext cx="1488" cy="736"/>
            </a:xfrm>
            <a:custGeom>
              <a:avLst/>
              <a:gdLst>
                <a:gd name="T0" fmla="*/ 1488 w 1488"/>
                <a:gd name="T1" fmla="*/ 648 h 768"/>
                <a:gd name="T2" fmla="*/ 0 w 1488"/>
                <a:gd name="T3" fmla="*/ 648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3" name="Text Box 60">
              <a:extLst>
                <a:ext uri="{FF2B5EF4-FFF2-40B4-BE49-F238E27FC236}">
                  <a16:creationId xmlns:a16="http://schemas.microsoft.com/office/drawing/2014/main" id="{0BF0EE53-7232-4ACB-5683-62C8FD97A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648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DREQ</a:t>
              </a:r>
            </a:p>
          </p:txBody>
        </p:sp>
      </p:grpSp>
      <p:grpSp>
        <p:nvGrpSpPr>
          <p:cNvPr id="350269" name="Group 61">
            <a:extLst>
              <a:ext uri="{FF2B5EF4-FFF2-40B4-BE49-F238E27FC236}">
                <a16:creationId xmlns:a16="http://schemas.microsoft.com/office/drawing/2014/main" id="{B509A367-6B4A-E0B8-5202-A04080E01730}"/>
              </a:ext>
            </a:extLst>
          </p:cNvPr>
          <p:cNvGrpSpPr>
            <a:grpSpLocks/>
          </p:cNvGrpSpPr>
          <p:nvPr/>
        </p:nvGrpSpPr>
        <p:grpSpPr bwMode="auto">
          <a:xfrm>
            <a:off x="4300538" y="5003801"/>
            <a:ext cx="3524250" cy="1503363"/>
            <a:chOff x="1716" y="3152"/>
            <a:chExt cx="2220" cy="947"/>
          </a:xfrm>
        </p:grpSpPr>
        <p:sp>
          <p:nvSpPr>
            <p:cNvPr id="47130" name="Freeform 62">
              <a:extLst>
                <a:ext uri="{FF2B5EF4-FFF2-40B4-BE49-F238E27FC236}">
                  <a16:creationId xmlns:a16="http://schemas.microsoft.com/office/drawing/2014/main" id="{D18AA69E-F37C-C35D-8FDA-6FC898DF0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152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660 h 960"/>
                <a:gd name="T4" fmla="*/ 1680 w 1680"/>
                <a:gd name="T5" fmla="*/ 660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1" name="Text Box 63">
              <a:extLst>
                <a:ext uri="{FF2B5EF4-FFF2-40B4-BE49-F238E27FC236}">
                  <a16:creationId xmlns:a16="http://schemas.microsoft.com/office/drawing/2014/main" id="{F25A1E39-C0E6-AF22-D498-37CF38571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849"/>
              <a:ext cx="5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DACK</a:t>
              </a:r>
            </a:p>
          </p:txBody>
        </p:sp>
      </p:grpSp>
      <p:grpSp>
        <p:nvGrpSpPr>
          <p:cNvPr id="350272" name="Group 64">
            <a:extLst>
              <a:ext uri="{FF2B5EF4-FFF2-40B4-BE49-F238E27FC236}">
                <a16:creationId xmlns:a16="http://schemas.microsoft.com/office/drawing/2014/main" id="{84816432-6271-2098-B536-32ABF27D7549}"/>
              </a:ext>
            </a:extLst>
          </p:cNvPr>
          <p:cNvGrpSpPr>
            <a:grpSpLocks/>
          </p:cNvGrpSpPr>
          <p:nvPr/>
        </p:nvGrpSpPr>
        <p:grpSpPr bwMode="auto">
          <a:xfrm>
            <a:off x="7824788" y="5105400"/>
            <a:ext cx="685800" cy="438150"/>
            <a:chOff x="3931" y="3216"/>
            <a:chExt cx="432" cy="276"/>
          </a:xfrm>
        </p:grpSpPr>
        <p:sp>
          <p:nvSpPr>
            <p:cNvPr id="47128" name="Text Box 65">
              <a:extLst>
                <a:ext uri="{FF2B5EF4-FFF2-40B4-BE49-F238E27FC236}">
                  <a16:creationId xmlns:a16="http://schemas.microsoft.com/office/drawing/2014/main" id="{D6597553-4232-3A8D-5B8F-A0B74E735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" y="3234"/>
              <a:ext cx="3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BR</a:t>
              </a:r>
            </a:p>
          </p:txBody>
        </p:sp>
        <p:sp>
          <p:nvSpPr>
            <p:cNvPr id="47129" name="Rectangle 66">
              <a:extLst>
                <a:ext uri="{FF2B5EF4-FFF2-40B4-BE49-F238E27FC236}">
                  <a16:creationId xmlns:a16="http://schemas.microsoft.com/office/drawing/2014/main" id="{8F11E7F9-18AC-476A-876F-D436B997C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216"/>
              <a:ext cx="432" cy="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5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5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7" dur="500"/>
                                        <p:tgtEl>
                                          <p:spTgt spid="35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35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35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3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35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35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61" grpId="0" autoUpdateAnimBg="0"/>
      <p:bldP spid="35026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C04DB409-9BA7-3DDB-C532-B8D4B817A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273050"/>
            <a:ext cx="4602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三、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的工作过程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351235" name="Text Box 3">
            <a:extLst>
              <a:ext uri="{FF2B5EF4-FFF2-40B4-BE49-F238E27FC236}">
                <a16:creationId xmlns:a16="http://schemas.microsoft.com/office/drawing/2014/main" id="{F2FBCB17-595C-D37D-83E0-626230000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009650"/>
            <a:ext cx="3295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lang="en-US" altLang="zh-CN" sz="3200">
                <a:latin typeface="Times New Roman" panose="02020603050405020304" pitchFamily="18" charset="0"/>
              </a:rPr>
              <a:t>DMA </a:t>
            </a:r>
            <a:r>
              <a:rPr lang="zh-CN" altLang="en-US" sz="3200">
                <a:latin typeface="Times New Roman" panose="02020603050405020304" pitchFamily="18" charset="0"/>
              </a:rPr>
              <a:t>传送过程</a:t>
            </a:r>
          </a:p>
        </p:txBody>
      </p:sp>
      <p:sp>
        <p:nvSpPr>
          <p:cNvPr id="351236" name="Text Box 4">
            <a:extLst>
              <a:ext uri="{FF2B5EF4-FFF2-40B4-BE49-F238E27FC236}">
                <a16:creationId xmlns:a16="http://schemas.microsoft.com/office/drawing/2014/main" id="{CBA68D9B-8B66-D223-C210-3F505E3AE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1676401"/>
            <a:ext cx="481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预处理、数据传送、后处理</a:t>
            </a:r>
          </a:p>
        </p:txBody>
      </p:sp>
      <p:sp>
        <p:nvSpPr>
          <p:cNvPr id="351237" name="Text Box 5">
            <a:extLst>
              <a:ext uri="{FF2B5EF4-FFF2-40B4-BE49-F238E27FC236}">
                <a16:creationId xmlns:a16="http://schemas.microsoft.com/office/drawing/2014/main" id="{968739C3-8B93-82A2-4BC2-C0EBF35DA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363788"/>
            <a:ext cx="199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预处理</a:t>
            </a:r>
          </a:p>
        </p:txBody>
      </p:sp>
      <p:sp>
        <p:nvSpPr>
          <p:cNvPr id="351238" name="Text Box 6">
            <a:extLst>
              <a:ext uri="{FF2B5EF4-FFF2-40B4-BE49-F238E27FC236}">
                <a16:creationId xmlns:a16="http://schemas.microsoft.com/office/drawing/2014/main" id="{A0BC1AFD-9384-BBB6-20CC-DB8FCB7D4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25" y="3052763"/>
            <a:ext cx="5899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通过几条输入输出指令预置如下信息</a:t>
            </a:r>
          </a:p>
        </p:txBody>
      </p:sp>
      <p:sp>
        <p:nvSpPr>
          <p:cNvPr id="351239" name="Text Box 7">
            <a:extLst>
              <a:ext uri="{FF2B5EF4-FFF2-40B4-BE49-F238E27FC236}">
                <a16:creationId xmlns:a16="http://schemas.microsoft.com/office/drawing/2014/main" id="{D0A747D2-F913-3EB4-2644-0E62A5374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25" y="3740151"/>
            <a:ext cx="6523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通知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控制逻辑传送方向（入/出）</a:t>
            </a:r>
          </a:p>
        </p:txBody>
      </p:sp>
      <p:grpSp>
        <p:nvGrpSpPr>
          <p:cNvPr id="351240" name="Group 8">
            <a:extLst>
              <a:ext uri="{FF2B5EF4-FFF2-40B4-BE49-F238E27FC236}">
                <a16:creationId xmlns:a16="http://schemas.microsoft.com/office/drawing/2014/main" id="{15B54007-088D-8211-D343-D9399670F1E3}"/>
              </a:ext>
            </a:extLst>
          </p:cNvPr>
          <p:cNvGrpSpPr>
            <a:grpSpLocks/>
          </p:cNvGrpSpPr>
          <p:nvPr/>
        </p:nvGrpSpPr>
        <p:grpSpPr bwMode="auto">
          <a:xfrm>
            <a:off x="3413125" y="4429126"/>
            <a:ext cx="4692650" cy="519113"/>
            <a:chOff x="1190" y="2790"/>
            <a:chExt cx="2956" cy="327"/>
          </a:xfrm>
        </p:grpSpPr>
        <p:sp>
          <p:nvSpPr>
            <p:cNvPr id="48145" name="Text Box 9">
              <a:extLst>
                <a:ext uri="{FF2B5EF4-FFF2-40B4-BE49-F238E27FC236}">
                  <a16:creationId xmlns:a16="http://schemas.microsoft.com/office/drawing/2014/main" id="{B835F853-7E4E-105D-A0A0-EB3997498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2790"/>
              <a:ext cx="29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zh-CN" altLang="en-US" sz="2800">
                  <a:latin typeface="Times New Roman" panose="02020603050405020304" pitchFamily="18" charset="0"/>
                </a:rPr>
                <a:t> 设备地址        </a:t>
              </a:r>
              <a:r>
                <a:rPr lang="en-US" altLang="zh-CN" sz="2800">
                  <a:latin typeface="Times New Roman" panose="02020603050405020304" pitchFamily="18" charset="0"/>
                </a:rPr>
                <a:t>DMA </a:t>
              </a:r>
              <a:r>
                <a:rPr lang="zh-CN" altLang="en-US" sz="2800">
                  <a:latin typeface="Times New Roman" panose="02020603050405020304" pitchFamily="18" charset="0"/>
                </a:rPr>
                <a:t>的 </a:t>
              </a:r>
              <a:r>
                <a:rPr lang="en-US" altLang="zh-CN" sz="2800">
                  <a:latin typeface="Times New Roman" panose="02020603050405020304" pitchFamily="18" charset="0"/>
                </a:rPr>
                <a:t>DAR</a:t>
              </a:r>
            </a:p>
          </p:txBody>
        </p:sp>
        <p:sp>
          <p:nvSpPr>
            <p:cNvPr id="48146" name="Line 10">
              <a:extLst>
                <a:ext uri="{FF2B5EF4-FFF2-40B4-BE49-F238E27FC236}">
                  <a16:creationId xmlns:a16="http://schemas.microsoft.com/office/drawing/2014/main" id="{C7BE10A0-F116-6A36-4A65-C37553CF4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51243" name="Group 11">
            <a:extLst>
              <a:ext uri="{FF2B5EF4-FFF2-40B4-BE49-F238E27FC236}">
                <a16:creationId xmlns:a16="http://schemas.microsoft.com/office/drawing/2014/main" id="{F6B3B688-661C-73BD-E018-02C8A5AF0F4A}"/>
              </a:ext>
            </a:extLst>
          </p:cNvPr>
          <p:cNvGrpSpPr>
            <a:grpSpLocks/>
          </p:cNvGrpSpPr>
          <p:nvPr/>
        </p:nvGrpSpPr>
        <p:grpSpPr bwMode="auto">
          <a:xfrm>
            <a:off x="3413126" y="5116513"/>
            <a:ext cx="4435475" cy="519112"/>
            <a:chOff x="1190" y="3223"/>
            <a:chExt cx="2794" cy="327"/>
          </a:xfrm>
        </p:grpSpPr>
        <p:sp>
          <p:nvSpPr>
            <p:cNvPr id="48143" name="Text Box 12">
              <a:extLst>
                <a:ext uri="{FF2B5EF4-FFF2-40B4-BE49-F238E27FC236}">
                  <a16:creationId xmlns:a16="http://schemas.microsoft.com/office/drawing/2014/main" id="{EE309AB7-1B73-E7D9-B7DA-ACAD19A77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3223"/>
              <a:ext cx="27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zh-CN" altLang="en-US" sz="2800">
                  <a:latin typeface="Times New Roman" panose="02020603050405020304" pitchFamily="18" charset="0"/>
                </a:rPr>
                <a:t> 主存地址        </a:t>
              </a:r>
              <a:r>
                <a:rPr lang="en-US" altLang="zh-CN" sz="2800">
                  <a:latin typeface="Times New Roman" panose="02020603050405020304" pitchFamily="18" charset="0"/>
                </a:rPr>
                <a:t>DMA </a:t>
              </a:r>
              <a:r>
                <a:rPr lang="zh-CN" altLang="en-US" sz="2800">
                  <a:latin typeface="Times New Roman" panose="02020603050405020304" pitchFamily="18" charset="0"/>
                </a:rPr>
                <a:t>的 </a:t>
              </a:r>
              <a:r>
                <a:rPr lang="en-US" altLang="zh-CN" sz="2800">
                  <a:latin typeface="Times New Roman" panose="02020603050405020304" pitchFamily="18" charset="0"/>
                </a:rPr>
                <a:t>AR</a:t>
              </a:r>
            </a:p>
          </p:txBody>
        </p:sp>
        <p:sp>
          <p:nvSpPr>
            <p:cNvPr id="48144" name="Line 13">
              <a:extLst>
                <a:ext uri="{FF2B5EF4-FFF2-40B4-BE49-F238E27FC236}">
                  <a16:creationId xmlns:a16="http://schemas.microsoft.com/office/drawing/2014/main" id="{012EEDFD-2E5B-F84E-74D4-BF96FC1EC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40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51246" name="Group 14">
            <a:extLst>
              <a:ext uri="{FF2B5EF4-FFF2-40B4-BE49-F238E27FC236}">
                <a16:creationId xmlns:a16="http://schemas.microsoft.com/office/drawing/2014/main" id="{61C170D1-49DC-17E0-5AC8-3251DD750C68}"/>
              </a:ext>
            </a:extLst>
          </p:cNvPr>
          <p:cNvGrpSpPr>
            <a:grpSpLocks/>
          </p:cNvGrpSpPr>
          <p:nvPr/>
        </p:nvGrpSpPr>
        <p:grpSpPr bwMode="auto">
          <a:xfrm>
            <a:off x="3413125" y="5805488"/>
            <a:ext cx="4533900" cy="519112"/>
            <a:chOff x="1190" y="3657"/>
            <a:chExt cx="2856" cy="327"/>
          </a:xfrm>
        </p:grpSpPr>
        <p:sp>
          <p:nvSpPr>
            <p:cNvPr id="48141" name="Text Box 15">
              <a:extLst>
                <a:ext uri="{FF2B5EF4-FFF2-40B4-BE49-F238E27FC236}">
                  <a16:creationId xmlns:a16="http://schemas.microsoft.com/office/drawing/2014/main" id="{6A7AB378-6457-799B-830B-10CD3C35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3657"/>
              <a:ext cx="28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zh-CN" altLang="en-US" sz="2800">
                  <a:latin typeface="Times New Roman" panose="02020603050405020304" pitchFamily="18" charset="0"/>
                </a:rPr>
                <a:t> 传送字数        </a:t>
              </a:r>
              <a:r>
                <a:rPr lang="en-US" altLang="zh-CN" sz="2800">
                  <a:latin typeface="Times New Roman" panose="02020603050405020304" pitchFamily="18" charset="0"/>
                </a:rPr>
                <a:t>DMA </a:t>
              </a:r>
              <a:r>
                <a:rPr lang="zh-CN" altLang="en-US" sz="2800">
                  <a:latin typeface="Times New Roman" panose="02020603050405020304" pitchFamily="18" charset="0"/>
                </a:rPr>
                <a:t>的 </a:t>
              </a:r>
              <a:r>
                <a:rPr lang="en-US" altLang="zh-CN" sz="2800">
                  <a:latin typeface="Times New Roman" panose="02020603050405020304" pitchFamily="18" charset="0"/>
                </a:rPr>
                <a:t>WC</a:t>
              </a:r>
            </a:p>
          </p:txBody>
        </p:sp>
        <p:sp>
          <p:nvSpPr>
            <p:cNvPr id="48142" name="Line 16">
              <a:extLst>
                <a:ext uri="{FF2B5EF4-FFF2-40B4-BE49-F238E27FC236}">
                  <a16:creationId xmlns:a16="http://schemas.microsoft.com/office/drawing/2014/main" id="{6B60CBAF-B90B-5AD7-15F1-70913661C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4" y="384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autoUpdateAnimBg="0"/>
      <p:bldP spid="351236" grpId="0" autoUpdateAnimBg="0"/>
      <p:bldP spid="351237" grpId="0" autoUpdateAnimBg="0"/>
      <p:bldP spid="351238" grpId="0" autoUpdateAnimBg="0"/>
      <p:bldP spid="35123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258" name="Group 2">
            <a:extLst>
              <a:ext uri="{FF2B5EF4-FFF2-40B4-BE49-F238E27FC236}">
                <a16:creationId xmlns:a16="http://schemas.microsoft.com/office/drawing/2014/main" id="{535887E5-1188-D412-793C-56CCA1E7B6E2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1219200"/>
            <a:ext cx="3063875" cy="1752600"/>
            <a:chOff x="758" y="624"/>
            <a:chExt cx="1930" cy="1104"/>
          </a:xfrm>
        </p:grpSpPr>
        <p:sp>
          <p:nvSpPr>
            <p:cNvPr id="49198" name="Text Box 3">
              <a:extLst>
                <a:ext uri="{FF2B5EF4-FFF2-40B4-BE49-F238E27FC236}">
                  <a16:creationId xmlns:a16="http://schemas.microsoft.com/office/drawing/2014/main" id="{01D8E71C-1598-7ED7-1AC4-4D12B445A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670"/>
              <a:ext cx="1082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预处理</a:t>
              </a:r>
              <a:r>
                <a:rPr lang="zh-CN" altLang="en-US" sz="2000">
                  <a:latin typeface="Times New Roman" panose="02020603050405020304" pitchFamily="18" charset="0"/>
                </a:rPr>
                <a:t>：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主存起始地址</a:t>
              </a:r>
              <a:endParaRPr lang="en-US" altLang="zh-CN" sz="20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设备地址 </a:t>
              </a:r>
              <a:r>
                <a:rPr lang="en-US" altLang="zh-CN" sz="2000">
                  <a:latin typeface="Times New Roman" panose="02020603050405020304" pitchFamily="18" charset="0"/>
                </a:rPr>
                <a:t>     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传送数据个数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启动设备</a:t>
              </a:r>
            </a:p>
          </p:txBody>
        </p:sp>
        <p:grpSp>
          <p:nvGrpSpPr>
            <p:cNvPr id="49199" name="Group 4">
              <a:extLst>
                <a:ext uri="{FF2B5EF4-FFF2-40B4-BE49-F238E27FC236}">
                  <a16:creationId xmlns:a16="http://schemas.microsoft.com/office/drawing/2014/main" id="{AA10CB86-5663-5BB9-F500-1DAEE6337E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864"/>
              <a:ext cx="729" cy="250"/>
              <a:chOff x="2640" y="1430"/>
              <a:chExt cx="729" cy="250"/>
            </a:xfrm>
          </p:grpSpPr>
          <p:sp>
            <p:nvSpPr>
              <p:cNvPr id="49207" name="Text Box 5">
                <a:extLst>
                  <a:ext uri="{FF2B5EF4-FFF2-40B4-BE49-F238E27FC236}">
                    <a16:creationId xmlns:a16="http://schemas.microsoft.com/office/drawing/2014/main" id="{305543B8-B4DC-2873-5620-6ECE3D3EC1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</p:txBody>
          </p:sp>
          <p:sp>
            <p:nvSpPr>
              <p:cNvPr id="49208" name="Line 6">
                <a:extLst>
                  <a:ext uri="{FF2B5EF4-FFF2-40B4-BE49-F238E27FC236}">
                    <a16:creationId xmlns:a16="http://schemas.microsoft.com/office/drawing/2014/main" id="{34C8E0F0-D9B2-C894-7F5E-F4A6E82AC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9200" name="Group 7">
              <a:extLst>
                <a:ext uri="{FF2B5EF4-FFF2-40B4-BE49-F238E27FC236}">
                  <a16:creationId xmlns:a16="http://schemas.microsoft.com/office/drawing/2014/main" id="{2FF93401-ADCE-50B1-74BA-EE2CA08C9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056"/>
              <a:ext cx="729" cy="250"/>
              <a:chOff x="2640" y="1430"/>
              <a:chExt cx="729" cy="250"/>
            </a:xfrm>
          </p:grpSpPr>
          <p:sp>
            <p:nvSpPr>
              <p:cNvPr id="49205" name="Text Box 8">
                <a:extLst>
                  <a:ext uri="{FF2B5EF4-FFF2-40B4-BE49-F238E27FC236}">
                    <a16:creationId xmlns:a16="http://schemas.microsoft.com/office/drawing/2014/main" id="{EF876BD3-2033-B213-7AFB-C3EA3AA05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</p:txBody>
          </p:sp>
          <p:sp>
            <p:nvSpPr>
              <p:cNvPr id="49206" name="Line 9">
                <a:extLst>
                  <a:ext uri="{FF2B5EF4-FFF2-40B4-BE49-F238E27FC236}">
                    <a16:creationId xmlns:a16="http://schemas.microsoft.com/office/drawing/2014/main" id="{B84B7CF1-18B1-C2C5-BEE1-9E15AB6C6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9201" name="Group 10">
              <a:extLst>
                <a:ext uri="{FF2B5EF4-FFF2-40B4-BE49-F238E27FC236}">
                  <a16:creationId xmlns:a16="http://schemas.microsoft.com/office/drawing/2014/main" id="{E7D8966F-097A-C5E8-45F0-01168877B1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1286"/>
              <a:ext cx="729" cy="250"/>
              <a:chOff x="2640" y="1430"/>
              <a:chExt cx="729" cy="250"/>
            </a:xfrm>
          </p:grpSpPr>
          <p:sp>
            <p:nvSpPr>
              <p:cNvPr id="49203" name="Text Box 11">
                <a:extLst>
                  <a:ext uri="{FF2B5EF4-FFF2-40B4-BE49-F238E27FC236}">
                    <a16:creationId xmlns:a16="http://schemas.microsoft.com/office/drawing/2014/main" id="{99FBCCA8-7A2E-1907-1463-B7E8B62FF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</p:txBody>
          </p:sp>
          <p:sp>
            <p:nvSpPr>
              <p:cNvPr id="49204" name="Line 12">
                <a:extLst>
                  <a:ext uri="{FF2B5EF4-FFF2-40B4-BE49-F238E27FC236}">
                    <a16:creationId xmlns:a16="http://schemas.microsoft.com/office/drawing/2014/main" id="{2CCC9722-7BCC-B5C2-BE1A-C66856A14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9202" name="Rectangle 13">
              <a:extLst>
                <a:ext uri="{FF2B5EF4-FFF2-40B4-BE49-F238E27FC236}">
                  <a16:creationId xmlns:a16="http://schemas.microsoft.com/office/drawing/2014/main" id="{08AAF9E0-FDFE-F551-F96C-DCC259760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624"/>
              <a:ext cx="1920" cy="110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52270" name="Group 14">
            <a:extLst>
              <a:ext uri="{FF2B5EF4-FFF2-40B4-BE49-F238E27FC236}">
                <a16:creationId xmlns:a16="http://schemas.microsoft.com/office/drawing/2014/main" id="{A21D99DB-AFEB-0723-B320-72F0F90694FA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3225800"/>
            <a:ext cx="3063875" cy="1143000"/>
            <a:chOff x="758" y="1920"/>
            <a:chExt cx="1930" cy="720"/>
          </a:xfrm>
        </p:grpSpPr>
        <p:sp>
          <p:nvSpPr>
            <p:cNvPr id="49196" name="Rectangle 15">
              <a:extLst>
                <a:ext uri="{FF2B5EF4-FFF2-40B4-BE49-F238E27FC236}">
                  <a16:creationId xmlns:a16="http://schemas.microsoft.com/office/drawing/2014/main" id="{2E04C711-7028-3CE8-2B87-848347D5F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19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97" name="Text Box 16">
              <a:extLst>
                <a:ext uri="{FF2B5EF4-FFF2-40B4-BE49-F238E27FC236}">
                  <a16:creationId xmlns:a16="http://schemas.microsoft.com/office/drawing/2014/main" id="{9317F481-568D-9E75-0E41-AC073D377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1966"/>
              <a:ext cx="172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数据传送</a:t>
              </a:r>
              <a:r>
                <a:rPr lang="zh-CN" altLang="en-US" sz="2000">
                  <a:latin typeface="Times New Roman" panose="02020603050405020304" pitchFamily="18" charset="0"/>
                </a:rPr>
                <a:t>：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继续执行主程序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同时完成一批数据传送</a:t>
              </a:r>
            </a:p>
          </p:txBody>
        </p:sp>
      </p:grpSp>
      <p:grpSp>
        <p:nvGrpSpPr>
          <p:cNvPr id="352273" name="Group 17">
            <a:extLst>
              <a:ext uri="{FF2B5EF4-FFF2-40B4-BE49-F238E27FC236}">
                <a16:creationId xmlns:a16="http://schemas.microsoft.com/office/drawing/2014/main" id="{B36F2819-1C18-EA46-0421-8469FD537FEA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4622800"/>
            <a:ext cx="3063875" cy="1143000"/>
            <a:chOff x="758" y="2784"/>
            <a:chExt cx="1930" cy="720"/>
          </a:xfrm>
        </p:grpSpPr>
        <p:sp>
          <p:nvSpPr>
            <p:cNvPr id="49194" name="Rectangle 18">
              <a:extLst>
                <a:ext uri="{FF2B5EF4-FFF2-40B4-BE49-F238E27FC236}">
                  <a16:creationId xmlns:a16="http://schemas.microsoft.com/office/drawing/2014/main" id="{63807DDB-1973-B536-02E3-BF24C3B08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84"/>
              <a:ext cx="19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95" name="Text Box 19">
              <a:extLst>
                <a:ext uri="{FF2B5EF4-FFF2-40B4-BE49-F238E27FC236}">
                  <a16:creationId xmlns:a16="http://schemas.microsoft.com/office/drawing/2014/main" id="{737A946C-603C-707A-8C74-D9BD3B1B7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830"/>
              <a:ext cx="13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后处理</a:t>
              </a:r>
              <a:r>
                <a:rPr lang="zh-CN" altLang="en-US" sz="2000">
                  <a:latin typeface="Times New Roman" panose="02020603050405020304" pitchFamily="18" charset="0"/>
                </a:rPr>
                <a:t>：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中断服务程序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做 </a:t>
              </a:r>
              <a:r>
                <a:rPr lang="en-US" altLang="zh-CN" sz="2000">
                  <a:latin typeface="Times New Roman" panose="02020603050405020304" pitchFamily="18" charset="0"/>
                </a:rPr>
                <a:t>DMA </a:t>
              </a:r>
              <a:r>
                <a:rPr lang="zh-CN" altLang="en-US" sz="2000">
                  <a:latin typeface="Times New Roman" panose="02020603050405020304" pitchFamily="18" charset="0"/>
                </a:rPr>
                <a:t>结束处理</a:t>
              </a:r>
            </a:p>
          </p:txBody>
        </p:sp>
      </p:grpSp>
      <p:grpSp>
        <p:nvGrpSpPr>
          <p:cNvPr id="352276" name="Group 20">
            <a:extLst>
              <a:ext uri="{FF2B5EF4-FFF2-40B4-BE49-F238E27FC236}">
                <a16:creationId xmlns:a16="http://schemas.microsoft.com/office/drawing/2014/main" id="{70067326-9F94-24F0-375A-22BB28959BD4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6019800"/>
            <a:ext cx="3063875" cy="533400"/>
            <a:chOff x="758" y="3648"/>
            <a:chExt cx="1930" cy="336"/>
          </a:xfrm>
        </p:grpSpPr>
        <p:sp>
          <p:nvSpPr>
            <p:cNvPr id="49192" name="Rectangle 21">
              <a:extLst>
                <a:ext uri="{FF2B5EF4-FFF2-40B4-BE49-F238E27FC236}">
                  <a16:creationId xmlns:a16="http://schemas.microsoft.com/office/drawing/2014/main" id="{76C47A98-49A6-A4FA-73A9-64C8AA4F7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648"/>
              <a:ext cx="192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93" name="Text Box 22">
              <a:extLst>
                <a:ext uri="{FF2B5EF4-FFF2-40B4-BE49-F238E27FC236}">
                  <a16:creationId xmlns:a16="http://schemas.microsoft.com/office/drawing/2014/main" id="{335F982A-2012-556D-990E-40C57C6DD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3694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继续执行主程序</a:t>
              </a:r>
            </a:p>
          </p:txBody>
        </p:sp>
      </p:grpSp>
      <p:sp>
        <p:nvSpPr>
          <p:cNvPr id="352279" name="Line 23">
            <a:extLst>
              <a:ext uri="{FF2B5EF4-FFF2-40B4-BE49-F238E27FC236}">
                <a16:creationId xmlns:a16="http://schemas.microsoft.com/office/drawing/2014/main" id="{AB00408E-650C-CD27-4793-83D386DC3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2971800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2280" name="Line 24">
            <a:extLst>
              <a:ext uri="{FF2B5EF4-FFF2-40B4-BE49-F238E27FC236}">
                <a16:creationId xmlns:a16="http://schemas.microsoft.com/office/drawing/2014/main" id="{ADCE2CE6-2C31-28F0-D1D9-E5D155A2F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4359275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2281" name="Line 25">
            <a:extLst>
              <a:ext uri="{FF2B5EF4-FFF2-40B4-BE49-F238E27FC236}">
                <a16:creationId xmlns:a16="http://schemas.microsoft.com/office/drawing/2014/main" id="{16C7C7D0-51BD-BCA2-B9B8-C254ED10B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5753100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2282" name="Text Box 26">
            <a:extLst>
              <a:ext uri="{FF2B5EF4-FFF2-40B4-BE49-F238E27FC236}">
                <a16:creationId xmlns:a16="http://schemas.microsoft.com/office/drawing/2014/main" id="{242C003C-7FF4-FD42-C767-1C602D13C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838201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49162" name="Text Box 27">
            <a:extLst>
              <a:ext uri="{FF2B5EF4-FFF2-40B4-BE49-F238E27FC236}">
                <a16:creationId xmlns:a16="http://schemas.microsoft.com/office/drawing/2014/main" id="{D715F1D5-B6A5-7904-68EF-A641F7A54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364"/>
            <a:ext cx="4648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(2) DMA </a:t>
            </a:r>
            <a:r>
              <a:rPr lang="zh-CN" altLang="en-US" sz="3200">
                <a:latin typeface="Times New Roman" panose="02020603050405020304" pitchFamily="18" charset="0"/>
              </a:rPr>
              <a:t>传送过程示意</a:t>
            </a:r>
          </a:p>
        </p:txBody>
      </p:sp>
      <p:grpSp>
        <p:nvGrpSpPr>
          <p:cNvPr id="352284" name="Group 28">
            <a:extLst>
              <a:ext uri="{FF2B5EF4-FFF2-40B4-BE49-F238E27FC236}">
                <a16:creationId xmlns:a16="http://schemas.microsoft.com/office/drawing/2014/main" id="{F2BE1D06-7172-6FBA-390F-1938FDA6676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01638"/>
            <a:ext cx="3886200" cy="6303962"/>
            <a:chOff x="2976" y="253"/>
            <a:chExt cx="2448" cy="3971"/>
          </a:xfrm>
        </p:grpSpPr>
        <p:grpSp>
          <p:nvGrpSpPr>
            <p:cNvPr id="49166" name="Group 29">
              <a:extLst>
                <a:ext uri="{FF2B5EF4-FFF2-40B4-BE49-F238E27FC236}">
                  <a16:creationId xmlns:a16="http://schemas.microsoft.com/office/drawing/2014/main" id="{3EE81E49-F0F3-C4AE-9FCB-00C692DD5E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2" y="470"/>
              <a:ext cx="2242" cy="3754"/>
              <a:chOff x="3192" y="470"/>
              <a:chExt cx="2242" cy="3754"/>
            </a:xfrm>
          </p:grpSpPr>
          <p:grpSp>
            <p:nvGrpSpPr>
              <p:cNvPr id="49168" name="Group 30">
                <a:extLst>
                  <a:ext uri="{FF2B5EF4-FFF2-40B4-BE49-F238E27FC236}">
                    <a16:creationId xmlns:a16="http://schemas.microsoft.com/office/drawing/2014/main" id="{3B081C87-1693-F436-2A72-084127F12D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6" y="864"/>
                <a:ext cx="1392" cy="480"/>
                <a:chOff x="3456" y="624"/>
                <a:chExt cx="1392" cy="480"/>
              </a:xfrm>
            </p:grpSpPr>
            <p:sp>
              <p:nvSpPr>
                <p:cNvPr id="49190" name="Text Box 31">
                  <a:extLst>
                    <a:ext uri="{FF2B5EF4-FFF2-40B4-BE49-F238E27FC236}">
                      <a16:creationId xmlns:a16="http://schemas.microsoft.com/office/drawing/2014/main" id="{5786CBCD-47E4-BCD9-F933-21F35FAC48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4" y="718"/>
                  <a:ext cx="92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允许传送？</a:t>
                  </a:r>
                </a:p>
              </p:txBody>
            </p:sp>
            <p:sp>
              <p:nvSpPr>
                <p:cNvPr id="49191" name="AutoShape 32">
                  <a:extLst>
                    <a:ext uri="{FF2B5EF4-FFF2-40B4-BE49-F238E27FC236}">
                      <a16:creationId xmlns:a16="http://schemas.microsoft.com/office/drawing/2014/main" id="{3C7DEA55-1E58-DF66-E44F-64779A1090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624"/>
                  <a:ext cx="1392" cy="480"/>
                </a:xfrm>
                <a:prstGeom prst="diamond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9" name="Group 33">
                <a:extLst>
                  <a:ext uri="{FF2B5EF4-FFF2-40B4-BE49-F238E27FC236}">
                    <a16:creationId xmlns:a16="http://schemas.microsoft.com/office/drawing/2014/main" id="{90BEFB44-3783-46A0-930E-3092AA91F5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8" y="1616"/>
                <a:ext cx="1996" cy="910"/>
                <a:chOff x="3168" y="1248"/>
                <a:chExt cx="1996" cy="910"/>
              </a:xfrm>
            </p:grpSpPr>
            <p:sp>
              <p:nvSpPr>
                <p:cNvPr id="49188" name="Rectangle 34">
                  <a:extLst>
                    <a:ext uri="{FF2B5EF4-FFF2-40B4-BE49-F238E27FC236}">
                      <a16:creationId xmlns:a16="http://schemas.microsoft.com/office/drawing/2014/main" id="{DBB44C80-F293-ABE8-BFB1-F22DF38ECD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8" y="1248"/>
                  <a:ext cx="1920" cy="91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9189" name="Text Box 35">
                  <a:extLst>
                    <a:ext uri="{FF2B5EF4-FFF2-40B4-BE49-F238E27FC236}">
                      <a16:creationId xmlns:a16="http://schemas.microsoft.com/office/drawing/2014/main" id="{13623E79-3A0B-CB8A-590A-617CD8A210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8" y="1296"/>
                  <a:ext cx="1996" cy="8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主存地址送总线</a:t>
                  </a: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数据送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I/O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设备（或主存 ）</a:t>
                  </a:r>
                </a:p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修改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 主存地址</a:t>
                  </a:r>
                </a:p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修改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 字计数器</a:t>
                  </a:r>
                </a:p>
              </p:txBody>
            </p:sp>
          </p:grpSp>
          <p:grpSp>
            <p:nvGrpSpPr>
              <p:cNvPr id="49170" name="Group 36">
                <a:extLst>
                  <a:ext uri="{FF2B5EF4-FFF2-40B4-BE49-F238E27FC236}">
                    <a16:creationId xmlns:a16="http://schemas.microsoft.com/office/drawing/2014/main" id="{62E09856-3CFE-48BB-F6C5-81F8BE4561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8" y="2799"/>
                <a:ext cx="1488" cy="768"/>
                <a:chOff x="3696" y="2352"/>
                <a:chExt cx="1488" cy="768"/>
              </a:xfrm>
            </p:grpSpPr>
            <p:sp>
              <p:nvSpPr>
                <p:cNvPr id="49186" name="Text Box 37">
                  <a:extLst>
                    <a:ext uri="{FF2B5EF4-FFF2-40B4-BE49-F238E27FC236}">
                      <a16:creationId xmlns:a16="http://schemas.microsoft.com/office/drawing/2014/main" id="{DF5D1326-CA65-2CCD-644C-6F8BA807D2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22" y="2505"/>
                  <a:ext cx="921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  数据块</a:t>
                  </a: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传送结束？</a:t>
                  </a:r>
                </a:p>
              </p:txBody>
            </p:sp>
            <p:sp>
              <p:nvSpPr>
                <p:cNvPr id="49187" name="AutoShape 38">
                  <a:extLst>
                    <a:ext uri="{FF2B5EF4-FFF2-40B4-BE49-F238E27FC236}">
                      <a16:creationId xmlns:a16="http://schemas.microsoft.com/office/drawing/2014/main" id="{FB4F3431-CA3F-D699-15E7-8021E69D3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2352"/>
                  <a:ext cx="1488" cy="768"/>
                </a:xfrm>
                <a:prstGeom prst="diamond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1" name="Group 39">
                <a:extLst>
                  <a:ext uri="{FF2B5EF4-FFF2-40B4-BE49-F238E27FC236}">
                    <a16:creationId xmlns:a16="http://schemas.microsoft.com/office/drawing/2014/main" id="{12C717A1-66B0-C5FE-CEB6-D4CF794334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8" y="3840"/>
                <a:ext cx="1920" cy="384"/>
                <a:chOff x="3216" y="3600"/>
                <a:chExt cx="1920" cy="384"/>
              </a:xfrm>
            </p:grpSpPr>
            <p:sp>
              <p:nvSpPr>
                <p:cNvPr id="49184" name="Rectangle 40">
                  <a:extLst>
                    <a:ext uri="{FF2B5EF4-FFF2-40B4-BE49-F238E27FC236}">
                      <a16:creationId xmlns:a16="http://schemas.microsoft.com/office/drawing/2014/main" id="{C08A8AD4-3602-A30C-D907-9A60E64CD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3600"/>
                  <a:ext cx="1920" cy="38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9185" name="Text Box 41">
                  <a:extLst>
                    <a:ext uri="{FF2B5EF4-FFF2-40B4-BE49-F238E27FC236}">
                      <a16:creationId xmlns:a16="http://schemas.microsoft.com/office/drawing/2014/main" id="{C67DA34F-C123-E445-9A22-F3BC5F68B7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3657"/>
                  <a:ext cx="161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向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申请 </a:t>
                  </a:r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程序中断</a:t>
                  </a:r>
                  <a:endPara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172" name="Line 42">
                <a:extLst>
                  <a:ext uri="{FF2B5EF4-FFF2-40B4-BE49-F238E27FC236}">
                    <a16:creationId xmlns:a16="http://schemas.microsoft.com/office/drawing/2014/main" id="{C8461B51-CEDE-B120-17D3-65407C099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3" name="Line 43">
                <a:extLst>
                  <a:ext uri="{FF2B5EF4-FFF2-40B4-BE49-F238E27FC236}">
                    <a16:creationId xmlns:a16="http://schemas.microsoft.com/office/drawing/2014/main" id="{B29C3EE6-E580-D55E-8C3B-D420798F4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2531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4" name="Line 44">
                <a:extLst>
                  <a:ext uri="{FF2B5EF4-FFF2-40B4-BE49-F238E27FC236}">
                    <a16:creationId xmlns:a16="http://schemas.microsoft.com/office/drawing/2014/main" id="{E3E35DFC-6113-44C2-6A3E-19D7CA13D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35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5" name="Line 45">
                <a:extLst>
                  <a:ext uri="{FF2B5EF4-FFF2-40B4-BE49-F238E27FC236}">
                    <a16:creationId xmlns:a16="http://schemas.microsoft.com/office/drawing/2014/main" id="{AF5ABB20-62AA-EEE5-2E09-B28BC70E5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57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6" name="Freeform 46">
                <a:extLst>
                  <a:ext uri="{FF2B5EF4-FFF2-40B4-BE49-F238E27FC236}">
                    <a16:creationId xmlns:a16="http://schemas.microsoft.com/office/drawing/2014/main" id="{EAC7FA83-3D03-EFD2-88F8-60A4BE2B7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3183"/>
                <a:ext cx="492" cy="3"/>
              </a:xfrm>
              <a:custGeom>
                <a:avLst/>
                <a:gdLst>
                  <a:gd name="T0" fmla="*/ 492 w 492"/>
                  <a:gd name="T1" fmla="*/ 0 h 3"/>
                  <a:gd name="T2" fmla="*/ 0 w 492"/>
                  <a:gd name="T3" fmla="*/ 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2" h="3">
                    <a:moveTo>
                      <a:pt x="492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7" name="Freeform 47">
                <a:extLst>
                  <a:ext uri="{FF2B5EF4-FFF2-40B4-BE49-F238E27FC236}">
                    <a16:creationId xmlns:a16="http://schemas.microsoft.com/office/drawing/2014/main" id="{C0081C17-6821-35E3-B471-EF90CCB49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720"/>
                <a:ext cx="1230" cy="2466"/>
              </a:xfrm>
              <a:custGeom>
                <a:avLst/>
                <a:gdLst>
                  <a:gd name="T0" fmla="*/ 0 w 1230"/>
                  <a:gd name="T1" fmla="*/ 2466 h 2466"/>
                  <a:gd name="T2" fmla="*/ 6 w 1230"/>
                  <a:gd name="T3" fmla="*/ 0 h 2466"/>
                  <a:gd name="T4" fmla="*/ 1230 w 1230"/>
                  <a:gd name="T5" fmla="*/ 0 h 24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30" h="2466">
                    <a:moveTo>
                      <a:pt x="0" y="2466"/>
                    </a:moveTo>
                    <a:lnTo>
                      <a:pt x="6" y="0"/>
                    </a:lnTo>
                    <a:lnTo>
                      <a:pt x="123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8" name="Line 48">
                <a:extLst>
                  <a:ext uri="{FF2B5EF4-FFF2-40B4-BE49-F238E27FC236}">
                    <a16:creationId xmlns:a16="http://schemas.microsoft.com/office/drawing/2014/main" id="{24FB7A3B-9813-5030-89A4-D5DA78F39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8" y="110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179" name="Text Box 49">
                <a:extLst>
                  <a:ext uri="{FF2B5EF4-FFF2-40B4-BE49-F238E27FC236}">
                    <a16:creationId xmlns:a16="http://schemas.microsoft.com/office/drawing/2014/main" id="{4F5A8224-F070-5D5D-4DB3-1A49EA176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" y="470"/>
                <a:ext cx="8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请求</a:t>
                </a:r>
              </a:p>
            </p:txBody>
          </p:sp>
          <p:sp>
            <p:nvSpPr>
              <p:cNvPr id="49180" name="Text Box 50">
                <a:extLst>
                  <a:ext uri="{FF2B5EF4-FFF2-40B4-BE49-F238E27FC236}">
                    <a16:creationId xmlns:a16="http://schemas.microsoft.com/office/drawing/2014/main" id="{017DCF83-19DB-87FF-DC0B-6FB0B8B711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0" y="86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否</a:t>
                </a:r>
              </a:p>
            </p:txBody>
          </p:sp>
          <p:sp>
            <p:nvSpPr>
              <p:cNvPr id="49181" name="Text Box 51">
                <a:extLst>
                  <a:ext uri="{FF2B5EF4-FFF2-40B4-BE49-F238E27FC236}">
                    <a16:creationId xmlns:a16="http://schemas.microsoft.com/office/drawing/2014/main" id="{80249698-EF5A-E9F6-9B99-46E9D3B81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0" y="2878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否</a:t>
                </a:r>
              </a:p>
            </p:txBody>
          </p:sp>
          <p:sp>
            <p:nvSpPr>
              <p:cNvPr id="49182" name="Text Box 52">
                <a:extLst>
                  <a:ext uri="{FF2B5EF4-FFF2-40B4-BE49-F238E27FC236}">
                    <a16:creationId xmlns:a16="http://schemas.microsoft.com/office/drawing/2014/main" id="{CF22767A-EEBF-FBD1-906D-033511BFC0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2" y="134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是</a:t>
                </a:r>
              </a:p>
            </p:txBody>
          </p:sp>
          <p:sp>
            <p:nvSpPr>
              <p:cNvPr id="49183" name="Text Box 53">
                <a:extLst>
                  <a:ext uri="{FF2B5EF4-FFF2-40B4-BE49-F238E27FC236}">
                    <a16:creationId xmlns:a16="http://schemas.microsoft.com/office/drawing/2014/main" id="{6834179E-744E-897A-40D2-56FF94A6D5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4" y="355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是</a:t>
                </a:r>
              </a:p>
            </p:txBody>
          </p:sp>
        </p:grpSp>
        <p:sp>
          <p:nvSpPr>
            <p:cNvPr id="49167" name="Text Box 54">
              <a:extLst>
                <a:ext uri="{FF2B5EF4-FFF2-40B4-BE49-F238E27FC236}">
                  <a16:creationId xmlns:a16="http://schemas.microsoft.com/office/drawing/2014/main" id="{E83957BB-E3BC-7107-85F8-0B9545F0C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53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数据传送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35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3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5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3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3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35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3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8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7">
            <a:extLst>
              <a:ext uri="{FF2B5EF4-FFF2-40B4-BE49-F238E27FC236}">
                <a16:creationId xmlns:a16="http://schemas.microsoft.com/office/drawing/2014/main" id="{84320CB4-8F14-1E8C-34BB-01C1021D1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28600"/>
            <a:ext cx="624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(3) 数据传送过程（输入）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6DDFED9-D082-398F-63E4-6BEA4B61E5CA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207566"/>
            <a:ext cx="8610600" cy="5322888"/>
            <a:chOff x="240" y="902"/>
            <a:chExt cx="5424" cy="335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BEA6D2B-E7B6-A22F-3CCB-526803279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8" y="3312"/>
              <a:ext cx="432" cy="276"/>
              <a:chOff x="3978" y="3312"/>
              <a:chExt cx="432" cy="276"/>
            </a:xfrm>
          </p:grpSpPr>
          <p:sp>
            <p:nvSpPr>
              <p:cNvPr id="35" name="Text Box 4">
                <a:extLst>
                  <a:ext uri="{FF2B5EF4-FFF2-40B4-BE49-F238E27FC236}">
                    <a16:creationId xmlns:a16="http://schemas.microsoft.com/office/drawing/2014/main" id="{384871A7-E27B-D145-B99D-BA656D3DA8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360"/>
                <a:ext cx="32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2000" t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BR</a:t>
                </a:r>
              </a:p>
            </p:txBody>
          </p:sp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211608E7-54F4-61CF-5B65-A765BEE3B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3312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A037E9B6-A425-2303-ADB8-E1442EBB6E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02"/>
              <a:ext cx="5424" cy="3353"/>
              <a:chOff x="240" y="902"/>
              <a:chExt cx="5424" cy="3353"/>
            </a:xfrm>
          </p:grpSpPr>
          <p:grpSp>
            <p:nvGrpSpPr>
              <p:cNvPr id="5" name="Group 7">
                <a:extLst>
                  <a:ext uri="{FF2B5EF4-FFF2-40B4-BE49-F238E27FC236}">
                    <a16:creationId xmlns:a16="http://schemas.microsoft.com/office/drawing/2014/main" id="{189CEAE1-6CB0-CB5A-3666-7D586B1570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3979"/>
                <a:ext cx="436" cy="276"/>
                <a:chOff x="3928" y="3979"/>
                <a:chExt cx="436" cy="276"/>
              </a:xfrm>
            </p:grpSpPr>
            <p:sp>
              <p:nvSpPr>
                <p:cNvPr id="33" name="Text Box 8">
                  <a:extLst>
                    <a:ext uri="{FF2B5EF4-FFF2-40B4-BE49-F238E27FC236}">
                      <a16:creationId xmlns:a16="http://schemas.microsoft.com/office/drawing/2014/main" id="{42AE95E9-564F-90AA-463B-42AFAE9C1D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8" y="3989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设备</a:t>
                  </a:r>
                </a:p>
              </p:txBody>
            </p:sp>
            <p:sp>
              <p:nvSpPr>
                <p:cNvPr id="34" name="Rectangle 9">
                  <a:extLst>
                    <a:ext uri="{FF2B5EF4-FFF2-40B4-BE49-F238E27FC236}">
                      <a16:creationId xmlns:a16="http://schemas.microsoft.com/office/drawing/2014/main" id="{A25910CD-A699-3695-287D-09015F39F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1" y="3979"/>
                  <a:ext cx="432" cy="27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" name="Text Box 10">
                <a:extLst>
                  <a:ext uri="{FF2B5EF4-FFF2-40B4-BE49-F238E27FC236}">
                    <a16:creationId xmlns:a16="http://schemas.microsoft.com/office/drawing/2014/main" id="{76B8CC26-1E00-966A-B437-DA8B9103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992"/>
                <a:ext cx="499" cy="1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控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制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逻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辑</a:t>
                </a:r>
              </a:p>
            </p:txBody>
          </p:sp>
          <p:sp>
            <p:nvSpPr>
              <p:cNvPr id="7" name="Rectangle 11">
                <a:extLst>
                  <a:ext uri="{FF2B5EF4-FFF2-40B4-BE49-F238E27FC236}">
                    <a16:creationId xmlns:a16="http://schemas.microsoft.com/office/drawing/2014/main" id="{410A89CD-36E2-6668-E5CB-894CE1E90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" name="Text Box 12">
                <a:extLst>
                  <a:ext uri="{FF2B5EF4-FFF2-40B4-BE49-F238E27FC236}">
                    <a16:creationId xmlns:a16="http://schemas.microsoft.com/office/drawing/2014/main" id="{3F084746-E83F-FFD8-3F17-B8039090AC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128"/>
                <a:ext cx="357" cy="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中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断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机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构</a:t>
                </a:r>
              </a:p>
            </p:txBody>
          </p:sp>
          <p:sp>
            <p:nvSpPr>
              <p:cNvPr id="9" name="Rectangle 13">
                <a:extLst>
                  <a:ext uri="{FF2B5EF4-FFF2-40B4-BE49-F238E27FC236}">
                    <a16:creationId xmlns:a16="http://schemas.microsoft.com/office/drawing/2014/main" id="{535A98F6-3DBB-EC8F-DD0C-D398F38D0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" name="Text Box 14">
                <a:extLst>
                  <a:ext uri="{FF2B5EF4-FFF2-40B4-BE49-F238E27FC236}">
                    <a16:creationId xmlns:a16="http://schemas.microsoft.com/office/drawing/2014/main" id="{AFA6C3BE-7937-C8E5-4B6B-F3DE06171D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AR</a:t>
                </a:r>
              </a:p>
            </p:txBody>
          </p:sp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F3796BEB-2606-50EC-2C9E-065FF93E3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88803125-5B08-3E0D-A8F2-35CB9D4AF0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WC</a:t>
                </a:r>
              </a:p>
            </p:txBody>
          </p:sp>
          <p:sp>
            <p:nvSpPr>
              <p:cNvPr id="13" name="Rectangle 17">
                <a:extLst>
                  <a:ext uri="{FF2B5EF4-FFF2-40B4-BE49-F238E27FC236}">
                    <a16:creationId xmlns:a16="http://schemas.microsoft.com/office/drawing/2014/main" id="{3EBF6229-7882-B752-8B6C-DB9A60CFA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4F9EE6C3-21D2-A8AF-EC63-BCC604ECA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7" y="2932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DAR</a:t>
                </a: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E6637F3-AA8A-BB11-F7CC-66509155C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927"/>
                <a:ext cx="432" cy="27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" name="Rectangle 20">
                <a:extLst>
                  <a:ext uri="{FF2B5EF4-FFF2-40B4-BE49-F238E27FC236}">
                    <a16:creationId xmlns:a16="http://schemas.microsoft.com/office/drawing/2014/main" id="{77970AE6-F11D-B511-F3FD-F322AA312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28"/>
                <a:ext cx="3547" cy="198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" name="Text Box 21">
                <a:extLst>
                  <a:ext uri="{FF2B5EF4-FFF2-40B4-BE49-F238E27FC236}">
                    <a16:creationId xmlns:a16="http://schemas.microsoft.com/office/drawing/2014/main" id="{071397FC-655B-C23A-6E61-A0D9A41F9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1" y="3442"/>
                <a:ext cx="8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接口</a:t>
                </a:r>
              </a:p>
            </p:txBody>
          </p:sp>
          <p:grpSp>
            <p:nvGrpSpPr>
              <p:cNvPr id="18" name="Group 22">
                <a:extLst>
                  <a:ext uri="{FF2B5EF4-FFF2-40B4-BE49-F238E27FC236}">
                    <a16:creationId xmlns:a16="http://schemas.microsoft.com/office/drawing/2014/main" id="{6E6BD08E-871A-B4E9-E3AD-EE0296A69F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39"/>
                <a:ext cx="528" cy="2071"/>
                <a:chOff x="288" y="1200"/>
                <a:chExt cx="528" cy="2160"/>
              </a:xfrm>
            </p:grpSpPr>
            <p:sp>
              <p:nvSpPr>
                <p:cNvPr id="31" name="Text Box 23">
                  <a:extLst>
                    <a:ext uri="{FF2B5EF4-FFF2-40B4-BE49-F238E27FC236}">
                      <a16:creationId xmlns:a16="http://schemas.microsoft.com/office/drawing/2014/main" id="{E6E339A2-F957-4D69-1003-2B55BCCE03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</a:t>
                  </a: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存</a:t>
                  </a:r>
                </a:p>
              </p:txBody>
            </p:sp>
            <p:sp>
              <p:nvSpPr>
                <p:cNvPr id="32" name="Rectangle 24">
                  <a:extLst>
                    <a:ext uri="{FF2B5EF4-FFF2-40B4-BE49-F238E27FC236}">
                      <a16:creationId xmlns:a16="http://schemas.microsoft.com/office/drawing/2014/main" id="{7926C8C2-6F08-22A9-D594-0947AFF4F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9" name="Group 25">
                <a:extLst>
                  <a:ext uri="{FF2B5EF4-FFF2-40B4-BE49-F238E27FC236}">
                    <a16:creationId xmlns:a16="http://schemas.microsoft.com/office/drawing/2014/main" id="{3513BFAC-EB73-4E90-3452-3A4F027CAB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639"/>
                <a:ext cx="528" cy="2071"/>
                <a:chOff x="816" y="1200"/>
                <a:chExt cx="528" cy="2160"/>
              </a:xfrm>
            </p:grpSpPr>
            <p:sp>
              <p:nvSpPr>
                <p:cNvPr id="29" name="Text Box 26">
                  <a:extLst>
                    <a:ext uri="{FF2B5EF4-FFF2-40B4-BE49-F238E27FC236}">
                      <a16:creationId xmlns:a16="http://schemas.microsoft.com/office/drawing/2014/main" id="{0DD6AFF9-E5D5-8FF1-FB26-64502DF6E0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46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7">
                  <a:extLst>
                    <a:ext uri="{FF2B5EF4-FFF2-40B4-BE49-F238E27FC236}">
                      <a16:creationId xmlns:a16="http://schemas.microsoft.com/office/drawing/2014/main" id="{2EE45432-1837-21FD-747C-2AFE79862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" name="AutoShape 28">
                <a:extLst>
                  <a:ext uri="{FF2B5EF4-FFF2-40B4-BE49-F238E27FC236}">
                    <a16:creationId xmlns:a16="http://schemas.microsoft.com/office/drawing/2014/main" id="{D5E6B234-8F60-618A-1070-567F2EBE4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02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" name="AutoShape 29">
                <a:extLst>
                  <a:ext uri="{FF2B5EF4-FFF2-40B4-BE49-F238E27FC236}">
                    <a16:creationId xmlns:a16="http://schemas.microsoft.com/office/drawing/2014/main" id="{6799AFC0-14B5-482E-09F4-A5A076510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869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" name="AutoShape 30">
                <a:extLst>
                  <a:ext uri="{FF2B5EF4-FFF2-40B4-BE49-F238E27FC236}">
                    <a16:creationId xmlns:a16="http://schemas.microsoft.com/office/drawing/2014/main" id="{3A6C7DF0-59AC-CEC2-F227-DA9689F3C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421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AutoShape 31">
                <a:extLst>
                  <a:ext uri="{FF2B5EF4-FFF2-40B4-BE49-F238E27FC236}">
                    <a16:creationId xmlns:a16="http://schemas.microsoft.com/office/drawing/2014/main" id="{D55483FF-6C78-83DC-9837-32828952A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46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" name="Text Box 32">
                <a:extLst>
                  <a:ext uri="{FF2B5EF4-FFF2-40B4-BE49-F238E27FC236}">
                    <a16:creationId xmlns:a16="http://schemas.microsoft.com/office/drawing/2014/main" id="{31215962-0405-A4A4-E2BC-AF2F2A3E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1877"/>
                <a:ext cx="287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+1</a:t>
                </a:r>
              </a:p>
            </p:txBody>
          </p:sp>
          <p:sp>
            <p:nvSpPr>
              <p:cNvPr id="25" name="Text Box 33">
                <a:extLst>
                  <a:ext uri="{FF2B5EF4-FFF2-40B4-BE49-F238E27FC236}">
                    <a16:creationId xmlns:a16="http://schemas.microsoft.com/office/drawing/2014/main" id="{EBA94E94-F9C6-BAEA-9B12-FE3CD0A4D9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2385"/>
                <a:ext cx="2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+1</a:t>
                </a:r>
              </a:p>
            </p:txBody>
          </p:sp>
          <p:sp>
            <p:nvSpPr>
              <p:cNvPr id="26" name="AutoShape 34">
                <a:extLst>
                  <a:ext uri="{FF2B5EF4-FFF2-40B4-BE49-F238E27FC236}">
                    <a16:creationId xmlns:a16="http://schemas.microsoft.com/office/drawing/2014/main" id="{87E039F6-D6C6-1A34-F139-345155F01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" name="AutoShape 35">
                <a:extLst>
                  <a:ext uri="{FF2B5EF4-FFF2-40B4-BE49-F238E27FC236}">
                    <a16:creationId xmlns:a16="http://schemas.microsoft.com/office/drawing/2014/main" id="{7A86502B-E704-4EAE-AA4D-96D3E9953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" name="AutoShape 36">
                <a:extLst>
                  <a:ext uri="{FF2B5EF4-FFF2-40B4-BE49-F238E27FC236}">
                    <a16:creationId xmlns:a16="http://schemas.microsoft.com/office/drawing/2014/main" id="{DDD8AAAE-E28E-A970-729C-03CC70067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08"/>
                <a:ext cx="240" cy="2304"/>
              </a:xfrm>
              <a:prstGeom prst="upDownArrow">
                <a:avLst>
                  <a:gd name="adj1" fmla="val 38333"/>
                  <a:gd name="adj2" fmla="val 696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37" name="Group 38">
            <a:extLst>
              <a:ext uri="{FF2B5EF4-FFF2-40B4-BE49-F238E27FC236}">
                <a16:creationId xmlns:a16="http://schemas.microsoft.com/office/drawing/2014/main" id="{B2987BBE-6C28-4146-5CD7-D1D8CCD07101}"/>
              </a:ext>
            </a:extLst>
          </p:cNvPr>
          <p:cNvGrpSpPr>
            <a:grpSpLocks/>
          </p:cNvGrpSpPr>
          <p:nvPr/>
        </p:nvGrpSpPr>
        <p:grpSpPr bwMode="auto">
          <a:xfrm>
            <a:off x="5310188" y="5033441"/>
            <a:ext cx="2362200" cy="1184275"/>
            <a:chOff x="2448" y="3296"/>
            <a:chExt cx="1488" cy="746"/>
          </a:xfrm>
        </p:grpSpPr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5623E4FF-C881-8DD2-56C4-C998CBCD8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296"/>
              <a:ext cx="1488" cy="736"/>
            </a:xfrm>
            <a:custGeom>
              <a:avLst/>
              <a:gdLst>
                <a:gd name="T0" fmla="*/ 1488 w 1488"/>
                <a:gd name="T1" fmla="*/ 648 h 768"/>
                <a:gd name="T2" fmla="*/ 0 w 1488"/>
                <a:gd name="T3" fmla="*/ 648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7A271BDA-3A49-B24B-4776-63C3228CC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792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DREQ</a:t>
              </a:r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413AFB08-A6A1-1DD2-3D58-21D4950DF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8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41" name="Group 42">
            <a:extLst>
              <a:ext uri="{FF2B5EF4-FFF2-40B4-BE49-F238E27FC236}">
                <a16:creationId xmlns:a16="http://schemas.microsoft.com/office/drawing/2014/main" id="{AF28125C-6967-CD91-9021-0633FEFDA0C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353616"/>
            <a:ext cx="762000" cy="1316038"/>
            <a:chOff x="2448" y="994"/>
            <a:chExt cx="480" cy="829"/>
          </a:xfrm>
        </p:grpSpPr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DA80EF0A-F05B-1673-DF9B-16FB57D2A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233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HRQ</a:t>
              </a:r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F3D475E5-754F-DC64-8160-C6145DC38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44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9F56B49C-BA2C-2310-26D7-1EBF9C782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5" name="Group 46">
            <a:extLst>
              <a:ext uri="{FF2B5EF4-FFF2-40B4-BE49-F238E27FC236}">
                <a16:creationId xmlns:a16="http://schemas.microsoft.com/office/drawing/2014/main" id="{3A2878C3-9B60-CA3E-5E9E-66A6BE0E69E6}"/>
              </a:ext>
            </a:extLst>
          </p:cNvPr>
          <p:cNvGrpSpPr>
            <a:grpSpLocks/>
          </p:cNvGrpSpPr>
          <p:nvPr/>
        </p:nvGrpSpPr>
        <p:grpSpPr bwMode="auto">
          <a:xfrm>
            <a:off x="4110038" y="1353616"/>
            <a:ext cx="919162" cy="1316038"/>
            <a:chOff x="1725" y="994"/>
            <a:chExt cx="579" cy="829"/>
          </a:xfrm>
        </p:grpSpPr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F2CA0667-04B9-3188-F3D9-FCCC6DF7C8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Text Box 48">
              <a:extLst>
                <a:ext uri="{FF2B5EF4-FFF2-40B4-BE49-F238E27FC236}">
                  <a16:creationId xmlns:a16="http://schemas.microsoft.com/office/drawing/2014/main" id="{E882EF61-6C73-FB1B-04C5-2B5DE6E00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233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HLDA</a:t>
              </a: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7AE5EE24-0301-61C5-89DC-BF978CEE6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4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④</a:t>
              </a:r>
            </a:p>
          </p:txBody>
        </p:sp>
      </p:grpSp>
      <p:grpSp>
        <p:nvGrpSpPr>
          <p:cNvPr id="49" name="Group 50">
            <a:extLst>
              <a:ext uri="{FF2B5EF4-FFF2-40B4-BE49-F238E27FC236}">
                <a16:creationId xmlns:a16="http://schemas.microsoft.com/office/drawing/2014/main" id="{CDC7EEDC-99B3-2FE8-4A32-6EB950D0CE2C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353616"/>
            <a:ext cx="641350" cy="1316038"/>
            <a:chOff x="4656" y="994"/>
            <a:chExt cx="404" cy="829"/>
          </a:xfrm>
        </p:grpSpPr>
        <p:sp>
          <p:nvSpPr>
            <p:cNvPr id="50" name="AutoShape 51">
              <a:extLst>
                <a:ext uri="{FF2B5EF4-FFF2-40B4-BE49-F238E27FC236}">
                  <a16:creationId xmlns:a16="http://schemas.microsoft.com/office/drawing/2014/main" id="{F9E7F92A-2A00-20D2-041F-36DE4011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994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Text Box 52">
              <a:extLst>
                <a:ext uri="{FF2B5EF4-FFF2-40B4-BE49-F238E27FC236}">
                  <a16:creationId xmlns:a16="http://schemas.microsoft.com/office/drawing/2014/main" id="{7001F1AD-5CC6-AC15-41A0-03B955EC4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43"/>
              <a:ext cx="30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地址线</a:t>
              </a:r>
            </a:p>
          </p:txBody>
        </p:sp>
        <p:sp>
          <p:nvSpPr>
            <p:cNvPr id="52" name="Text Box 53">
              <a:extLst>
                <a:ext uri="{FF2B5EF4-FFF2-40B4-BE49-F238E27FC236}">
                  <a16:creationId xmlns:a16="http://schemas.microsoft.com/office/drawing/2014/main" id="{0A7A1E24-8459-95F5-EF24-95C42DEEF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52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⑤</a:t>
              </a:r>
            </a:p>
          </p:txBody>
        </p:sp>
      </p:grpSp>
      <p:grpSp>
        <p:nvGrpSpPr>
          <p:cNvPr id="53" name="Group 54">
            <a:extLst>
              <a:ext uri="{FF2B5EF4-FFF2-40B4-BE49-F238E27FC236}">
                <a16:creationId xmlns:a16="http://schemas.microsoft.com/office/drawing/2014/main" id="{E57A0D8E-6970-1DA1-7DB2-B03FBBAC8179}"/>
              </a:ext>
            </a:extLst>
          </p:cNvPr>
          <p:cNvGrpSpPr>
            <a:grpSpLocks/>
          </p:cNvGrpSpPr>
          <p:nvPr/>
        </p:nvGrpSpPr>
        <p:grpSpPr bwMode="auto">
          <a:xfrm>
            <a:off x="4148138" y="5008041"/>
            <a:ext cx="3524250" cy="1503363"/>
            <a:chOff x="1716" y="3296"/>
            <a:chExt cx="2220" cy="947"/>
          </a:xfrm>
        </p:grpSpPr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BD9DF95C-ADCD-1FBE-A7B3-0BE752A4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96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660 h 960"/>
                <a:gd name="T4" fmla="*/ 1680 w 1680"/>
                <a:gd name="T5" fmla="*/ 660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56">
              <a:extLst>
                <a:ext uri="{FF2B5EF4-FFF2-40B4-BE49-F238E27FC236}">
                  <a16:creationId xmlns:a16="http://schemas.microsoft.com/office/drawing/2014/main" id="{81642452-6469-2BBD-8877-CD7930E23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993"/>
              <a:ext cx="5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DACK</a:t>
              </a:r>
            </a:p>
          </p:txBody>
        </p:sp>
        <p:sp>
          <p:nvSpPr>
            <p:cNvPr id="56" name="Text Box 57">
              <a:extLst>
                <a:ext uri="{FF2B5EF4-FFF2-40B4-BE49-F238E27FC236}">
                  <a16:creationId xmlns:a16="http://schemas.microsoft.com/office/drawing/2014/main" id="{2D552AB0-E769-E059-84E7-4FE1C580B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79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⑥</a:t>
              </a:r>
            </a:p>
          </p:txBody>
        </p:sp>
      </p:grpSp>
      <p:grpSp>
        <p:nvGrpSpPr>
          <p:cNvPr id="57" name="Group 58">
            <a:extLst>
              <a:ext uri="{FF2B5EF4-FFF2-40B4-BE49-F238E27FC236}">
                <a16:creationId xmlns:a16="http://schemas.microsoft.com/office/drawing/2014/main" id="{1626DBEC-A17E-7BD6-0A31-98774C010E98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5490641"/>
            <a:ext cx="744538" cy="609600"/>
            <a:chOff x="4032" y="3600"/>
            <a:chExt cx="469" cy="384"/>
          </a:xfrm>
        </p:grpSpPr>
        <p:sp>
          <p:nvSpPr>
            <p:cNvPr id="58" name="Text Box 59">
              <a:extLst>
                <a:ext uri="{FF2B5EF4-FFF2-40B4-BE49-F238E27FC236}">
                  <a16:creationId xmlns:a16="http://schemas.microsoft.com/office/drawing/2014/main" id="{0472CB7D-D100-85A4-3D04-7B199C65C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73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59" name="AutoShape 60">
              <a:extLst>
                <a:ext uri="{FF2B5EF4-FFF2-40B4-BE49-F238E27FC236}">
                  <a16:creationId xmlns:a16="http://schemas.microsoft.com/office/drawing/2014/main" id="{67F9F32D-A958-4209-7AC5-374FC6D41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00"/>
              <a:ext cx="192" cy="38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0" name="Group 61">
            <a:extLst>
              <a:ext uri="{FF2B5EF4-FFF2-40B4-BE49-F238E27FC236}">
                <a16:creationId xmlns:a16="http://schemas.microsoft.com/office/drawing/2014/main" id="{BCB09DCD-F885-9DEC-51B9-FEEBD38FDF3E}"/>
              </a:ext>
            </a:extLst>
          </p:cNvPr>
          <p:cNvGrpSpPr>
            <a:grpSpLocks/>
          </p:cNvGrpSpPr>
          <p:nvPr/>
        </p:nvGrpSpPr>
        <p:grpSpPr bwMode="auto">
          <a:xfrm>
            <a:off x="8170863" y="1452041"/>
            <a:ext cx="515937" cy="1143000"/>
            <a:chOff x="4283" y="1056"/>
            <a:chExt cx="325" cy="720"/>
          </a:xfrm>
        </p:grpSpPr>
        <p:sp>
          <p:nvSpPr>
            <p:cNvPr id="61" name="Text Box 62">
              <a:extLst>
                <a:ext uri="{FF2B5EF4-FFF2-40B4-BE49-F238E27FC236}">
                  <a16:creationId xmlns:a16="http://schemas.microsoft.com/office/drawing/2014/main" id="{E61DC844-4A38-AA65-3DF2-0A38477B3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1056"/>
              <a:ext cx="30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  <p:sp>
          <p:nvSpPr>
            <p:cNvPr id="62" name="Text Box 63">
              <a:extLst>
                <a:ext uri="{FF2B5EF4-FFF2-40B4-BE49-F238E27FC236}">
                  <a16:creationId xmlns:a16="http://schemas.microsoft.com/office/drawing/2014/main" id="{0AF5CF31-580C-66EA-4E8D-326E2B258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" y="152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⑦</a:t>
              </a:r>
            </a:p>
          </p:txBody>
        </p:sp>
      </p:grpSp>
      <p:grpSp>
        <p:nvGrpSpPr>
          <p:cNvPr id="63" name="Group 64">
            <a:extLst>
              <a:ext uri="{FF2B5EF4-FFF2-40B4-BE49-F238E27FC236}">
                <a16:creationId xmlns:a16="http://schemas.microsoft.com/office/drawing/2014/main" id="{3475D219-EAB7-1301-7D7F-DF07A1E0880F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066529"/>
            <a:ext cx="2171700" cy="479425"/>
            <a:chOff x="3648" y="2073"/>
            <a:chExt cx="1368" cy="302"/>
          </a:xfrm>
        </p:grpSpPr>
        <p:sp>
          <p:nvSpPr>
            <p:cNvPr id="50176" name="Freeform 65">
              <a:extLst>
                <a:ext uri="{FF2B5EF4-FFF2-40B4-BE49-F238E27FC236}">
                  <a16:creationId xmlns:a16="http://schemas.microsoft.com/office/drawing/2014/main" id="{A66CBBB6-2DBA-D0DF-53A7-B5FF76D4E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283"/>
              <a:ext cx="1056" cy="92"/>
            </a:xfrm>
            <a:custGeom>
              <a:avLst/>
              <a:gdLst>
                <a:gd name="T0" fmla="*/ 924 w 1104"/>
                <a:gd name="T1" fmla="*/ 81 h 96"/>
                <a:gd name="T2" fmla="*/ 924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77" name="Text Box 66">
              <a:extLst>
                <a:ext uri="{FF2B5EF4-FFF2-40B4-BE49-F238E27FC236}">
                  <a16:creationId xmlns:a16="http://schemas.microsoft.com/office/drawing/2014/main" id="{10ADB52B-D981-7AC8-F766-D4CF8E0AE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73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溢出信号</a:t>
              </a:r>
            </a:p>
          </p:txBody>
        </p:sp>
      </p:grpSp>
      <p:grpSp>
        <p:nvGrpSpPr>
          <p:cNvPr id="50178" name="Group 67">
            <a:extLst>
              <a:ext uri="{FF2B5EF4-FFF2-40B4-BE49-F238E27FC236}">
                <a16:creationId xmlns:a16="http://schemas.microsoft.com/office/drawing/2014/main" id="{98ED2ED5-9FC8-78D3-AA7E-49DA4C683999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1353616"/>
            <a:ext cx="542925" cy="1316038"/>
            <a:chOff x="3374" y="994"/>
            <a:chExt cx="342" cy="829"/>
          </a:xfrm>
        </p:grpSpPr>
        <p:sp>
          <p:nvSpPr>
            <p:cNvPr id="50180" name="Line 68">
              <a:extLst>
                <a:ext uri="{FF2B5EF4-FFF2-40B4-BE49-F238E27FC236}">
                  <a16:creationId xmlns:a16="http://schemas.microsoft.com/office/drawing/2014/main" id="{184A0E68-B5D8-51DF-D856-DCAA0200C5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81" name="Text Box 69">
              <a:extLst>
                <a:ext uri="{FF2B5EF4-FFF2-40B4-BE49-F238E27FC236}">
                  <a16:creationId xmlns:a16="http://schemas.microsoft.com/office/drawing/2014/main" id="{41E8A37A-AC7B-CD2E-2831-B1547FA88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0"/>
              <a:ext cx="308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中断请求</a:t>
              </a:r>
            </a:p>
          </p:txBody>
        </p:sp>
      </p:grpSp>
      <p:grpSp>
        <p:nvGrpSpPr>
          <p:cNvPr id="50182" name="Group 70">
            <a:extLst>
              <a:ext uri="{FF2B5EF4-FFF2-40B4-BE49-F238E27FC236}">
                <a16:creationId xmlns:a16="http://schemas.microsoft.com/office/drawing/2014/main" id="{F4E9B9CC-137E-F09C-53D7-431C53403751}"/>
              </a:ext>
            </a:extLst>
          </p:cNvPr>
          <p:cNvGrpSpPr>
            <a:grpSpLocks/>
          </p:cNvGrpSpPr>
          <p:nvPr/>
        </p:nvGrpSpPr>
        <p:grpSpPr bwMode="auto">
          <a:xfrm>
            <a:off x="8531225" y="2669654"/>
            <a:ext cx="1285875" cy="1314450"/>
            <a:chOff x="4507" y="1823"/>
            <a:chExt cx="810" cy="828"/>
          </a:xfrm>
        </p:grpSpPr>
        <p:grpSp>
          <p:nvGrpSpPr>
            <p:cNvPr id="50183" name="Group 71">
              <a:extLst>
                <a:ext uri="{FF2B5EF4-FFF2-40B4-BE49-F238E27FC236}">
                  <a16:creationId xmlns:a16="http://schemas.microsoft.com/office/drawing/2014/main" id="{6B56C097-E56A-8B4E-B178-977562AF4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1823"/>
              <a:ext cx="432" cy="276"/>
              <a:chOff x="4507" y="1823"/>
              <a:chExt cx="432" cy="276"/>
            </a:xfrm>
          </p:grpSpPr>
          <p:sp>
            <p:nvSpPr>
              <p:cNvPr id="50189" name="Rectangle 72">
                <a:extLst>
                  <a:ext uri="{FF2B5EF4-FFF2-40B4-BE49-F238E27FC236}">
                    <a16:creationId xmlns:a16="http://schemas.microsoft.com/office/drawing/2014/main" id="{9DE87B6F-A488-2741-09A3-F22DE990E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0190" name="Text Box 73">
                <a:extLst>
                  <a:ext uri="{FF2B5EF4-FFF2-40B4-BE49-F238E27FC236}">
                    <a16:creationId xmlns:a16="http://schemas.microsoft.com/office/drawing/2014/main" id="{CD9DA790-0ED4-E5A6-2DD2-C0C241FF55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AR</a:t>
                </a:r>
              </a:p>
            </p:txBody>
          </p:sp>
        </p:grpSp>
        <p:grpSp>
          <p:nvGrpSpPr>
            <p:cNvPr id="50184" name="Group 74">
              <a:extLst>
                <a:ext uri="{FF2B5EF4-FFF2-40B4-BE49-F238E27FC236}">
                  <a16:creationId xmlns:a16="http://schemas.microsoft.com/office/drawing/2014/main" id="{EF5397DE-17C2-A690-4649-4D2ABF591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2375"/>
              <a:ext cx="437" cy="276"/>
              <a:chOff x="4507" y="2375"/>
              <a:chExt cx="437" cy="276"/>
            </a:xfrm>
          </p:grpSpPr>
          <p:sp>
            <p:nvSpPr>
              <p:cNvPr id="50187" name="Rectangle 75">
                <a:extLst>
                  <a:ext uri="{FF2B5EF4-FFF2-40B4-BE49-F238E27FC236}">
                    <a16:creationId xmlns:a16="http://schemas.microsoft.com/office/drawing/2014/main" id="{E4FCE88E-7897-8A2E-0A6E-D5CE5931A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0188" name="Text Box 76">
                <a:extLst>
                  <a:ext uri="{FF2B5EF4-FFF2-40B4-BE49-F238E27FC236}">
                    <a16:creationId xmlns:a16="http://schemas.microsoft.com/office/drawing/2014/main" id="{6F5DA2DC-3BE0-5235-AA3C-85F823710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WC</a:t>
                </a:r>
              </a:p>
            </p:txBody>
          </p:sp>
        </p:grpSp>
        <p:sp>
          <p:nvSpPr>
            <p:cNvPr id="50185" name="Text Box 77">
              <a:extLst>
                <a:ext uri="{FF2B5EF4-FFF2-40B4-BE49-F238E27FC236}">
                  <a16:creationId xmlns:a16="http://schemas.microsoft.com/office/drawing/2014/main" id="{756ECAC6-7CA3-3BCB-6895-250D0BA6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1877"/>
              <a:ext cx="28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50186" name="Text Box 78">
              <a:extLst>
                <a:ext uri="{FF2B5EF4-FFF2-40B4-BE49-F238E27FC236}">
                  <a16:creationId xmlns:a16="http://schemas.microsoft.com/office/drawing/2014/main" id="{1838357C-16B0-9B04-470B-71032F8D4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385"/>
              <a:ext cx="2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</p:grpSp>
      <p:grpSp>
        <p:nvGrpSpPr>
          <p:cNvPr id="50191" name="Group 80">
            <a:extLst>
              <a:ext uri="{FF2B5EF4-FFF2-40B4-BE49-F238E27FC236}">
                <a16:creationId xmlns:a16="http://schemas.microsoft.com/office/drawing/2014/main" id="{A7B433C7-0C6E-233F-516A-40772CA8004E}"/>
              </a:ext>
            </a:extLst>
          </p:cNvPr>
          <p:cNvGrpSpPr>
            <a:grpSpLocks/>
          </p:cNvGrpSpPr>
          <p:nvPr/>
        </p:nvGrpSpPr>
        <p:grpSpPr bwMode="auto">
          <a:xfrm>
            <a:off x="7686675" y="5033441"/>
            <a:ext cx="685800" cy="438150"/>
            <a:chOff x="3931" y="3312"/>
            <a:chExt cx="432" cy="276"/>
          </a:xfrm>
        </p:grpSpPr>
        <p:sp>
          <p:nvSpPr>
            <p:cNvPr id="50192" name="Rectangle 81">
              <a:extLst>
                <a:ext uri="{FF2B5EF4-FFF2-40B4-BE49-F238E27FC236}">
                  <a16:creationId xmlns:a16="http://schemas.microsoft.com/office/drawing/2014/main" id="{3998B8AE-A131-C1D5-81B8-D695AB71F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0193" name="Text Box 82">
              <a:extLst>
                <a:ext uri="{FF2B5EF4-FFF2-40B4-BE49-F238E27FC236}">
                  <a16:creationId xmlns:a16="http://schemas.microsoft.com/office/drawing/2014/main" id="{790800D6-26E5-5616-ED16-ABF007B09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50194" name="Group 83">
            <a:extLst>
              <a:ext uri="{FF2B5EF4-FFF2-40B4-BE49-F238E27FC236}">
                <a16:creationId xmlns:a16="http://schemas.microsoft.com/office/drawing/2014/main" id="{1A5DB731-0BE3-7324-8AB1-C5C15900EC0E}"/>
              </a:ext>
            </a:extLst>
          </p:cNvPr>
          <p:cNvGrpSpPr>
            <a:grpSpLocks/>
          </p:cNvGrpSpPr>
          <p:nvPr/>
        </p:nvGrpSpPr>
        <p:grpSpPr bwMode="auto">
          <a:xfrm>
            <a:off x="7686675" y="5036616"/>
            <a:ext cx="723900" cy="469900"/>
            <a:chOff x="3912" y="3296"/>
            <a:chExt cx="456" cy="296"/>
          </a:xfrm>
        </p:grpSpPr>
        <p:sp>
          <p:nvSpPr>
            <p:cNvPr id="50195" name="Rectangle 84">
              <a:extLst>
                <a:ext uri="{FF2B5EF4-FFF2-40B4-BE49-F238E27FC236}">
                  <a16:creationId xmlns:a16="http://schemas.microsoft.com/office/drawing/2014/main" id="{F24B7D68-C354-CBB3-A156-5C9D85D7B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296"/>
              <a:ext cx="456" cy="296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0196" name="Text Box 85">
              <a:extLst>
                <a:ext uri="{FF2B5EF4-FFF2-40B4-BE49-F238E27FC236}">
                  <a16:creationId xmlns:a16="http://schemas.microsoft.com/office/drawing/2014/main" id="{6EF58E0B-8D13-D383-11B4-80E06FDB8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312"/>
              <a:ext cx="345" cy="255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50272" name="Group 86">
            <a:extLst>
              <a:ext uri="{FF2B5EF4-FFF2-40B4-BE49-F238E27FC236}">
                <a16:creationId xmlns:a16="http://schemas.microsoft.com/office/drawing/2014/main" id="{4C115B8B-B66A-5238-6738-C21163CDE5F9}"/>
              </a:ext>
            </a:extLst>
          </p:cNvPr>
          <p:cNvGrpSpPr>
            <a:grpSpLocks/>
          </p:cNvGrpSpPr>
          <p:nvPr/>
        </p:nvGrpSpPr>
        <p:grpSpPr bwMode="auto">
          <a:xfrm>
            <a:off x="7686675" y="5036616"/>
            <a:ext cx="685800" cy="438150"/>
            <a:chOff x="3924" y="3303"/>
            <a:chExt cx="432" cy="276"/>
          </a:xfrm>
        </p:grpSpPr>
        <p:sp>
          <p:nvSpPr>
            <p:cNvPr id="50273" name="Rectangle 87">
              <a:extLst>
                <a:ext uri="{FF2B5EF4-FFF2-40B4-BE49-F238E27FC236}">
                  <a16:creationId xmlns:a16="http://schemas.microsoft.com/office/drawing/2014/main" id="{7542ABF3-B899-DD8E-16BC-93A5531C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303"/>
              <a:ext cx="432" cy="276"/>
            </a:xfrm>
            <a:prstGeom prst="rect">
              <a:avLst/>
            </a:prstGeom>
            <a:solidFill>
              <a:schemeClr val="folHlink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0274" name="Text Box 88">
              <a:extLst>
                <a:ext uri="{FF2B5EF4-FFF2-40B4-BE49-F238E27FC236}">
                  <a16:creationId xmlns:a16="http://schemas.microsoft.com/office/drawing/2014/main" id="{2EE6D7E1-BF7D-1B2C-D07A-A2C8433F2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30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50275" name="Group 89">
            <a:extLst>
              <a:ext uri="{FF2B5EF4-FFF2-40B4-BE49-F238E27FC236}">
                <a16:creationId xmlns:a16="http://schemas.microsoft.com/office/drawing/2014/main" id="{5253305A-80D4-3AEB-CED6-CEB516AB7427}"/>
              </a:ext>
            </a:extLst>
          </p:cNvPr>
          <p:cNvGrpSpPr>
            <a:grpSpLocks/>
          </p:cNvGrpSpPr>
          <p:nvPr/>
        </p:nvGrpSpPr>
        <p:grpSpPr bwMode="auto">
          <a:xfrm>
            <a:off x="7672388" y="5028679"/>
            <a:ext cx="723900" cy="469900"/>
            <a:chOff x="3912" y="3296"/>
            <a:chExt cx="456" cy="296"/>
          </a:xfrm>
        </p:grpSpPr>
        <p:sp>
          <p:nvSpPr>
            <p:cNvPr id="50276" name="Rectangle 90">
              <a:extLst>
                <a:ext uri="{FF2B5EF4-FFF2-40B4-BE49-F238E27FC236}">
                  <a16:creationId xmlns:a16="http://schemas.microsoft.com/office/drawing/2014/main" id="{263C676B-4362-64C7-E3AB-A82EC2CAB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296"/>
              <a:ext cx="456" cy="296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0277" name="Text Box 91">
              <a:extLst>
                <a:ext uri="{FF2B5EF4-FFF2-40B4-BE49-F238E27FC236}">
                  <a16:creationId xmlns:a16="http://schemas.microsoft.com/office/drawing/2014/main" id="{35823C27-AEA0-9DFC-3683-60CC43608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312"/>
              <a:ext cx="345" cy="255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50278" name="Group 92">
            <a:extLst>
              <a:ext uri="{FF2B5EF4-FFF2-40B4-BE49-F238E27FC236}">
                <a16:creationId xmlns:a16="http://schemas.microsoft.com/office/drawing/2014/main" id="{2E9501D5-E2DB-44AC-02DE-9EF89A2856B6}"/>
              </a:ext>
            </a:extLst>
          </p:cNvPr>
          <p:cNvGrpSpPr>
            <a:grpSpLocks/>
          </p:cNvGrpSpPr>
          <p:nvPr/>
        </p:nvGrpSpPr>
        <p:grpSpPr bwMode="auto">
          <a:xfrm>
            <a:off x="7686675" y="5036616"/>
            <a:ext cx="685800" cy="438150"/>
            <a:chOff x="3924" y="3303"/>
            <a:chExt cx="432" cy="276"/>
          </a:xfrm>
        </p:grpSpPr>
        <p:sp>
          <p:nvSpPr>
            <p:cNvPr id="50279" name="Rectangle 93">
              <a:extLst>
                <a:ext uri="{FF2B5EF4-FFF2-40B4-BE49-F238E27FC236}">
                  <a16:creationId xmlns:a16="http://schemas.microsoft.com/office/drawing/2014/main" id="{6AE2380C-9DF6-6C69-94AF-013A25E3E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303"/>
              <a:ext cx="432" cy="276"/>
            </a:xfrm>
            <a:prstGeom prst="rect">
              <a:avLst/>
            </a:prstGeom>
            <a:solidFill>
              <a:schemeClr val="folHlink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0280" name="Text Box 94">
              <a:extLst>
                <a:ext uri="{FF2B5EF4-FFF2-40B4-BE49-F238E27FC236}">
                  <a16:creationId xmlns:a16="http://schemas.microsoft.com/office/drawing/2014/main" id="{D28B3241-9BC4-F7E0-56EF-94106F6A3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30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4" name="Text Box 81">
            <a:extLst>
              <a:ext uri="{FF2B5EF4-FFF2-40B4-BE49-F238E27FC236}">
                <a16:creationId xmlns:a16="http://schemas.microsoft.com/office/drawing/2014/main" id="{C03642B0-91D7-2C5D-38DD-8B34FB77F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39514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(4) 数据传送过程（输出）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CE58812-DF2C-1FFE-C123-623D8F885002}"/>
              </a:ext>
            </a:extLst>
          </p:cNvPr>
          <p:cNvGrpSpPr>
            <a:grpSpLocks/>
          </p:cNvGrpSpPr>
          <p:nvPr/>
        </p:nvGrpSpPr>
        <p:grpSpPr bwMode="auto">
          <a:xfrm>
            <a:off x="1703512" y="1178024"/>
            <a:ext cx="8610600" cy="5322888"/>
            <a:chOff x="240" y="902"/>
            <a:chExt cx="5424" cy="335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2D47C28-AAE5-4A70-D872-A9DB499BE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8" y="3312"/>
              <a:ext cx="432" cy="276"/>
              <a:chOff x="3978" y="3312"/>
              <a:chExt cx="432" cy="276"/>
            </a:xfrm>
          </p:grpSpPr>
          <p:sp>
            <p:nvSpPr>
              <p:cNvPr id="35" name="Text Box 4">
                <a:extLst>
                  <a:ext uri="{FF2B5EF4-FFF2-40B4-BE49-F238E27FC236}">
                    <a16:creationId xmlns:a16="http://schemas.microsoft.com/office/drawing/2014/main" id="{E3C71C54-2012-95B1-DA5D-9FC903AE33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360"/>
                <a:ext cx="32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2000" t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BR</a:t>
                </a:r>
              </a:p>
            </p:txBody>
          </p:sp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9E8788F6-62FC-4D83-9FAB-1BB7A4936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3312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5389B32-0A88-0451-31BA-342E2CBDE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02"/>
              <a:ext cx="5424" cy="3353"/>
              <a:chOff x="240" y="902"/>
              <a:chExt cx="5424" cy="3353"/>
            </a:xfrm>
          </p:grpSpPr>
          <p:grpSp>
            <p:nvGrpSpPr>
              <p:cNvPr id="5" name="Group 7">
                <a:extLst>
                  <a:ext uri="{FF2B5EF4-FFF2-40B4-BE49-F238E27FC236}">
                    <a16:creationId xmlns:a16="http://schemas.microsoft.com/office/drawing/2014/main" id="{BD7BD7D8-4C93-2F4C-DB42-E92FD9DF3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3979"/>
                <a:ext cx="436" cy="276"/>
                <a:chOff x="3928" y="3979"/>
                <a:chExt cx="436" cy="276"/>
              </a:xfrm>
            </p:grpSpPr>
            <p:sp>
              <p:nvSpPr>
                <p:cNvPr id="33" name="Text Box 8">
                  <a:extLst>
                    <a:ext uri="{FF2B5EF4-FFF2-40B4-BE49-F238E27FC236}">
                      <a16:creationId xmlns:a16="http://schemas.microsoft.com/office/drawing/2014/main" id="{7008E4A8-111A-17F2-92B1-3D1F013EEF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8" y="3989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设备</a:t>
                  </a:r>
                </a:p>
              </p:txBody>
            </p:sp>
            <p:sp>
              <p:nvSpPr>
                <p:cNvPr id="34" name="Rectangle 9">
                  <a:extLst>
                    <a:ext uri="{FF2B5EF4-FFF2-40B4-BE49-F238E27FC236}">
                      <a16:creationId xmlns:a16="http://schemas.microsoft.com/office/drawing/2014/main" id="{660E06A0-4DB9-4C04-D110-94FA16395F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1" y="3979"/>
                  <a:ext cx="432" cy="27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" name="Text Box 10">
                <a:extLst>
                  <a:ext uri="{FF2B5EF4-FFF2-40B4-BE49-F238E27FC236}">
                    <a16:creationId xmlns:a16="http://schemas.microsoft.com/office/drawing/2014/main" id="{D6D886AB-2722-6A48-DE4E-26CEF4576E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992"/>
                <a:ext cx="499" cy="1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控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制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逻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辑</a:t>
                </a:r>
              </a:p>
            </p:txBody>
          </p:sp>
          <p:sp>
            <p:nvSpPr>
              <p:cNvPr id="7" name="Rectangle 11">
                <a:extLst>
                  <a:ext uri="{FF2B5EF4-FFF2-40B4-BE49-F238E27FC236}">
                    <a16:creationId xmlns:a16="http://schemas.microsoft.com/office/drawing/2014/main" id="{8517B49C-9DDB-1BBF-0B26-022C3A879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" name="Text Box 12">
                <a:extLst>
                  <a:ext uri="{FF2B5EF4-FFF2-40B4-BE49-F238E27FC236}">
                    <a16:creationId xmlns:a16="http://schemas.microsoft.com/office/drawing/2014/main" id="{FABCC9CC-F200-9C60-57A8-175E78BFF2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128"/>
                <a:ext cx="357" cy="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中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断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机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 构</a:t>
                </a:r>
              </a:p>
            </p:txBody>
          </p:sp>
          <p:sp>
            <p:nvSpPr>
              <p:cNvPr id="9" name="Rectangle 13">
                <a:extLst>
                  <a:ext uri="{FF2B5EF4-FFF2-40B4-BE49-F238E27FC236}">
                    <a16:creationId xmlns:a16="http://schemas.microsoft.com/office/drawing/2014/main" id="{A6FC271F-3D32-8D44-4A21-05ECB568B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" name="Text Box 14">
                <a:extLst>
                  <a:ext uri="{FF2B5EF4-FFF2-40B4-BE49-F238E27FC236}">
                    <a16:creationId xmlns:a16="http://schemas.microsoft.com/office/drawing/2014/main" id="{23FEE445-69FC-7605-F4C0-490C578BD1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AR</a:t>
                </a:r>
              </a:p>
            </p:txBody>
          </p:sp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0B21A924-A025-ECFC-04A7-B60503EFB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CBC54560-88FF-8EFC-BB90-18B026D960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WC</a:t>
                </a:r>
              </a:p>
            </p:txBody>
          </p:sp>
          <p:sp>
            <p:nvSpPr>
              <p:cNvPr id="13" name="Rectangle 17">
                <a:extLst>
                  <a:ext uri="{FF2B5EF4-FFF2-40B4-BE49-F238E27FC236}">
                    <a16:creationId xmlns:a16="http://schemas.microsoft.com/office/drawing/2014/main" id="{BFDE8AEB-79AD-0DDA-BC31-DC6EDFA28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F5CF37E2-B323-E660-C6FC-A37B202D15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7" y="2932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DAR</a:t>
                </a: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BAE2F920-B828-F950-F988-9C9560DF2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927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" name="Rectangle 20">
                <a:extLst>
                  <a:ext uri="{FF2B5EF4-FFF2-40B4-BE49-F238E27FC236}">
                    <a16:creationId xmlns:a16="http://schemas.microsoft.com/office/drawing/2014/main" id="{91799236-1D21-2133-DFF6-9D2E3942A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28"/>
                <a:ext cx="3547" cy="198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" name="Text Box 21">
                <a:extLst>
                  <a:ext uri="{FF2B5EF4-FFF2-40B4-BE49-F238E27FC236}">
                    <a16:creationId xmlns:a16="http://schemas.microsoft.com/office/drawing/2014/main" id="{188C837A-7B5B-95BF-1FFC-803E2B1E8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1" y="3442"/>
                <a:ext cx="8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接口</a:t>
                </a:r>
              </a:p>
            </p:txBody>
          </p:sp>
          <p:grpSp>
            <p:nvGrpSpPr>
              <p:cNvPr id="18" name="Group 22">
                <a:extLst>
                  <a:ext uri="{FF2B5EF4-FFF2-40B4-BE49-F238E27FC236}">
                    <a16:creationId xmlns:a16="http://schemas.microsoft.com/office/drawing/2014/main" id="{A92B08A9-1802-7899-63EF-88CD5731B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39"/>
                <a:ext cx="528" cy="2071"/>
                <a:chOff x="288" y="1200"/>
                <a:chExt cx="528" cy="2160"/>
              </a:xfrm>
            </p:grpSpPr>
            <p:sp>
              <p:nvSpPr>
                <p:cNvPr id="31" name="Text Box 23">
                  <a:extLst>
                    <a:ext uri="{FF2B5EF4-FFF2-40B4-BE49-F238E27FC236}">
                      <a16:creationId xmlns:a16="http://schemas.microsoft.com/office/drawing/2014/main" id="{744F382A-B2A7-B174-0DE4-D0343812ED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</a:t>
                  </a: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存</a:t>
                  </a:r>
                </a:p>
              </p:txBody>
            </p:sp>
            <p:sp>
              <p:nvSpPr>
                <p:cNvPr id="32" name="Rectangle 24">
                  <a:extLst>
                    <a:ext uri="{FF2B5EF4-FFF2-40B4-BE49-F238E27FC236}">
                      <a16:creationId xmlns:a16="http://schemas.microsoft.com/office/drawing/2014/main" id="{417B5EF4-B771-9A80-8056-8BA73327A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9" name="Group 25">
                <a:extLst>
                  <a:ext uri="{FF2B5EF4-FFF2-40B4-BE49-F238E27FC236}">
                    <a16:creationId xmlns:a16="http://schemas.microsoft.com/office/drawing/2014/main" id="{16AA1980-7159-DB48-FABE-323B0BAE98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639"/>
                <a:ext cx="528" cy="2071"/>
                <a:chOff x="816" y="1200"/>
                <a:chExt cx="528" cy="2160"/>
              </a:xfrm>
            </p:grpSpPr>
            <p:sp>
              <p:nvSpPr>
                <p:cNvPr id="29" name="Text Box 26">
                  <a:extLst>
                    <a:ext uri="{FF2B5EF4-FFF2-40B4-BE49-F238E27FC236}">
                      <a16:creationId xmlns:a16="http://schemas.microsoft.com/office/drawing/2014/main" id="{D169695C-BF6B-6253-5EA4-57DC94EE8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46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7">
                  <a:extLst>
                    <a:ext uri="{FF2B5EF4-FFF2-40B4-BE49-F238E27FC236}">
                      <a16:creationId xmlns:a16="http://schemas.microsoft.com/office/drawing/2014/main" id="{70ACC1E5-F36E-081D-5226-D206E3EF54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" name="AutoShape 28">
                <a:extLst>
                  <a:ext uri="{FF2B5EF4-FFF2-40B4-BE49-F238E27FC236}">
                    <a16:creationId xmlns:a16="http://schemas.microsoft.com/office/drawing/2014/main" id="{945041F1-1D82-4D7D-5D88-B77DAE50E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02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" name="AutoShape 29">
                <a:extLst>
                  <a:ext uri="{FF2B5EF4-FFF2-40B4-BE49-F238E27FC236}">
                    <a16:creationId xmlns:a16="http://schemas.microsoft.com/office/drawing/2014/main" id="{4B24FB43-91CF-E40F-9569-1AEB1C1A5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869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" name="AutoShape 30">
                <a:extLst>
                  <a:ext uri="{FF2B5EF4-FFF2-40B4-BE49-F238E27FC236}">
                    <a16:creationId xmlns:a16="http://schemas.microsoft.com/office/drawing/2014/main" id="{1728FB32-6F76-0CC1-3567-E6FB4AFEE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421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AutoShape 31">
                <a:extLst>
                  <a:ext uri="{FF2B5EF4-FFF2-40B4-BE49-F238E27FC236}">
                    <a16:creationId xmlns:a16="http://schemas.microsoft.com/office/drawing/2014/main" id="{84916E5D-CB9C-55E3-C58A-87609DFD3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46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" name="Text Box 32">
                <a:extLst>
                  <a:ext uri="{FF2B5EF4-FFF2-40B4-BE49-F238E27FC236}">
                    <a16:creationId xmlns:a16="http://schemas.microsoft.com/office/drawing/2014/main" id="{DCF752DC-021B-FC87-22E6-368F252FD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1877"/>
                <a:ext cx="287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+1</a:t>
                </a:r>
              </a:p>
            </p:txBody>
          </p:sp>
          <p:sp>
            <p:nvSpPr>
              <p:cNvPr id="25" name="Text Box 33">
                <a:extLst>
                  <a:ext uri="{FF2B5EF4-FFF2-40B4-BE49-F238E27FC236}">
                    <a16:creationId xmlns:a16="http://schemas.microsoft.com/office/drawing/2014/main" id="{91151D70-A57D-FB86-0992-F2757613C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2385"/>
                <a:ext cx="2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+1</a:t>
                </a:r>
              </a:p>
            </p:txBody>
          </p:sp>
          <p:sp>
            <p:nvSpPr>
              <p:cNvPr id="26" name="AutoShape 34">
                <a:extLst>
                  <a:ext uri="{FF2B5EF4-FFF2-40B4-BE49-F238E27FC236}">
                    <a16:creationId xmlns:a16="http://schemas.microsoft.com/office/drawing/2014/main" id="{67A2F69A-5D15-9A39-1CB3-37DA5993D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" name="AutoShape 35">
                <a:extLst>
                  <a:ext uri="{FF2B5EF4-FFF2-40B4-BE49-F238E27FC236}">
                    <a16:creationId xmlns:a16="http://schemas.microsoft.com/office/drawing/2014/main" id="{E3860588-3DA4-CC4E-7DDB-09AE53EF1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" name="AutoShape 36">
                <a:extLst>
                  <a:ext uri="{FF2B5EF4-FFF2-40B4-BE49-F238E27FC236}">
                    <a16:creationId xmlns:a16="http://schemas.microsoft.com/office/drawing/2014/main" id="{CDA8BC96-3A74-80B1-BFD5-E94414509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08"/>
                <a:ext cx="240" cy="2304"/>
              </a:xfrm>
              <a:prstGeom prst="upDownArrow">
                <a:avLst>
                  <a:gd name="adj1" fmla="val 38333"/>
                  <a:gd name="adj2" fmla="val 696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B0FE9529-FA5D-D19F-26C8-F08CE05B73C9}"/>
              </a:ext>
            </a:extLst>
          </p:cNvPr>
          <p:cNvGrpSpPr>
            <a:grpSpLocks/>
          </p:cNvGrpSpPr>
          <p:nvPr/>
        </p:nvGrpSpPr>
        <p:grpSpPr bwMode="auto">
          <a:xfrm>
            <a:off x="7637587" y="5003899"/>
            <a:ext cx="685800" cy="438150"/>
            <a:chOff x="3931" y="3312"/>
            <a:chExt cx="432" cy="276"/>
          </a:xfrm>
        </p:grpSpPr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1B1E5894-33C0-A631-22E9-8EBD99CF8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1071F101-066A-DC7F-A491-EEF766AAE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B20096AF-FE11-F989-4029-3E3368DA7F5A}"/>
              </a:ext>
            </a:extLst>
          </p:cNvPr>
          <p:cNvGrpSpPr>
            <a:grpSpLocks/>
          </p:cNvGrpSpPr>
          <p:nvPr/>
        </p:nvGrpSpPr>
        <p:grpSpPr bwMode="auto">
          <a:xfrm>
            <a:off x="5261100" y="5003899"/>
            <a:ext cx="2362200" cy="1184275"/>
            <a:chOff x="2448" y="3296"/>
            <a:chExt cx="1488" cy="746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74A13B79-3A30-7014-1A9A-3E26F7511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296"/>
              <a:ext cx="1488" cy="736"/>
            </a:xfrm>
            <a:custGeom>
              <a:avLst/>
              <a:gdLst>
                <a:gd name="T0" fmla="*/ 1488 w 1488"/>
                <a:gd name="T1" fmla="*/ 648 h 768"/>
                <a:gd name="T2" fmla="*/ 0 w 1488"/>
                <a:gd name="T3" fmla="*/ 648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CF10CC94-8E49-D5D1-1FCF-1FF0C5CE0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792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DREQ</a:t>
              </a:r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024BFD9C-D829-824A-B6BA-E27B96E39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8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26402DF3-EF6E-BA6E-9D61-84A64D902227}"/>
              </a:ext>
            </a:extLst>
          </p:cNvPr>
          <p:cNvGrpSpPr>
            <a:grpSpLocks/>
          </p:cNvGrpSpPr>
          <p:nvPr/>
        </p:nvGrpSpPr>
        <p:grpSpPr bwMode="auto">
          <a:xfrm>
            <a:off x="5208712" y="1324074"/>
            <a:ext cx="762000" cy="1316038"/>
            <a:chOff x="2448" y="994"/>
            <a:chExt cx="480" cy="829"/>
          </a:xfrm>
        </p:grpSpPr>
        <p:sp>
          <p:nvSpPr>
            <p:cNvPr id="45" name="Text Box 45">
              <a:extLst>
                <a:ext uri="{FF2B5EF4-FFF2-40B4-BE49-F238E27FC236}">
                  <a16:creationId xmlns:a16="http://schemas.microsoft.com/office/drawing/2014/main" id="{D9B02D4D-7E65-CA1F-AEF6-A548E8272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233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HRQ</a:t>
              </a:r>
            </a:p>
          </p:txBody>
        </p:sp>
        <p:sp>
          <p:nvSpPr>
            <p:cNvPr id="46" name="Text Box 46">
              <a:extLst>
                <a:ext uri="{FF2B5EF4-FFF2-40B4-BE49-F238E27FC236}">
                  <a16:creationId xmlns:a16="http://schemas.microsoft.com/office/drawing/2014/main" id="{163AD687-A1F6-B6EE-8EB1-867E97966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44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7093558E-F6E5-BB5D-9953-B061034D0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68DF23CF-4E42-8F18-9A72-92A5563BF466}"/>
              </a:ext>
            </a:extLst>
          </p:cNvPr>
          <p:cNvGrpSpPr>
            <a:grpSpLocks/>
          </p:cNvGrpSpPr>
          <p:nvPr/>
        </p:nvGrpSpPr>
        <p:grpSpPr bwMode="auto">
          <a:xfrm>
            <a:off x="4060950" y="1324074"/>
            <a:ext cx="919162" cy="1316038"/>
            <a:chOff x="1725" y="994"/>
            <a:chExt cx="579" cy="829"/>
          </a:xfrm>
        </p:grpSpPr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583D6505-1744-B92E-F4B6-E968344653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1D20D5A5-336C-D14E-9E1F-6A732E57C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233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HLDA</a:t>
              </a:r>
            </a:p>
          </p:txBody>
        </p:sp>
        <p:sp>
          <p:nvSpPr>
            <p:cNvPr id="51" name="Text Box 51">
              <a:extLst>
                <a:ext uri="{FF2B5EF4-FFF2-40B4-BE49-F238E27FC236}">
                  <a16:creationId xmlns:a16="http://schemas.microsoft.com/office/drawing/2014/main" id="{494486E4-E7B3-9B5F-D467-F37AFDB2C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4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④</a:t>
              </a:r>
            </a:p>
          </p:txBody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1B478906-3B05-EC7F-41CA-71ECD1848EF8}"/>
              </a:ext>
            </a:extLst>
          </p:cNvPr>
          <p:cNvGrpSpPr>
            <a:grpSpLocks/>
          </p:cNvGrpSpPr>
          <p:nvPr/>
        </p:nvGrpSpPr>
        <p:grpSpPr bwMode="auto">
          <a:xfrm>
            <a:off x="8713912" y="1324074"/>
            <a:ext cx="641350" cy="1316038"/>
            <a:chOff x="4656" y="994"/>
            <a:chExt cx="404" cy="829"/>
          </a:xfrm>
        </p:grpSpPr>
        <p:sp>
          <p:nvSpPr>
            <p:cNvPr id="53" name="AutoShape 53">
              <a:extLst>
                <a:ext uri="{FF2B5EF4-FFF2-40B4-BE49-F238E27FC236}">
                  <a16:creationId xmlns:a16="http://schemas.microsoft.com/office/drawing/2014/main" id="{7BC3347D-BDB6-A5EB-5CDE-B5C7D193A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994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" name="Text Box 54">
              <a:extLst>
                <a:ext uri="{FF2B5EF4-FFF2-40B4-BE49-F238E27FC236}">
                  <a16:creationId xmlns:a16="http://schemas.microsoft.com/office/drawing/2014/main" id="{C20C0D19-B1E0-83DF-B63A-5994BADAE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43"/>
              <a:ext cx="30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地址线</a:t>
              </a:r>
            </a:p>
          </p:txBody>
        </p:sp>
        <p:sp>
          <p:nvSpPr>
            <p:cNvPr id="55" name="Text Box 55">
              <a:extLst>
                <a:ext uri="{FF2B5EF4-FFF2-40B4-BE49-F238E27FC236}">
                  <a16:creationId xmlns:a16="http://schemas.microsoft.com/office/drawing/2014/main" id="{09C690A5-D56B-EC85-B82E-BA9A64C75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52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⑤</a:t>
              </a:r>
            </a:p>
          </p:txBody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11BB94D6-6BBE-0532-C67B-6F8B509FFF70}"/>
              </a:ext>
            </a:extLst>
          </p:cNvPr>
          <p:cNvGrpSpPr>
            <a:grpSpLocks/>
          </p:cNvGrpSpPr>
          <p:nvPr/>
        </p:nvGrpSpPr>
        <p:grpSpPr bwMode="auto">
          <a:xfrm>
            <a:off x="4099050" y="4978499"/>
            <a:ext cx="3524250" cy="1503363"/>
            <a:chOff x="1716" y="3296"/>
            <a:chExt cx="2220" cy="947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A88015E7-4878-FCFD-E4B5-6152C2202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96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660 h 960"/>
                <a:gd name="T4" fmla="*/ 1680 w 1680"/>
                <a:gd name="T5" fmla="*/ 660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" name="Text Box 58">
              <a:extLst>
                <a:ext uri="{FF2B5EF4-FFF2-40B4-BE49-F238E27FC236}">
                  <a16:creationId xmlns:a16="http://schemas.microsoft.com/office/drawing/2014/main" id="{B5851C8E-6958-A339-456F-188FC7072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993"/>
              <a:ext cx="5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DACK</a:t>
              </a:r>
            </a:p>
          </p:txBody>
        </p:sp>
        <p:sp>
          <p:nvSpPr>
            <p:cNvPr id="59" name="Text Box 59">
              <a:extLst>
                <a:ext uri="{FF2B5EF4-FFF2-40B4-BE49-F238E27FC236}">
                  <a16:creationId xmlns:a16="http://schemas.microsoft.com/office/drawing/2014/main" id="{3CA117BC-8216-7DEC-170F-7B2F6D140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792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⑥</a:t>
              </a: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FB501FF5-611F-E175-A56D-CEBC5AD31A05}"/>
              </a:ext>
            </a:extLst>
          </p:cNvPr>
          <p:cNvGrpSpPr>
            <a:grpSpLocks/>
          </p:cNvGrpSpPr>
          <p:nvPr/>
        </p:nvGrpSpPr>
        <p:grpSpPr bwMode="auto">
          <a:xfrm>
            <a:off x="7816975" y="5461099"/>
            <a:ext cx="744537" cy="609600"/>
            <a:chOff x="4032" y="3600"/>
            <a:chExt cx="469" cy="384"/>
          </a:xfrm>
        </p:grpSpPr>
        <p:sp>
          <p:nvSpPr>
            <p:cNvPr id="61" name="Text Box 61">
              <a:extLst>
                <a:ext uri="{FF2B5EF4-FFF2-40B4-BE49-F238E27FC236}">
                  <a16:creationId xmlns:a16="http://schemas.microsoft.com/office/drawing/2014/main" id="{CE9BA4AE-8BB4-742A-D7B5-3D0C84256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73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62" name="AutoShape 62">
              <a:extLst>
                <a:ext uri="{FF2B5EF4-FFF2-40B4-BE49-F238E27FC236}">
                  <a16:creationId xmlns:a16="http://schemas.microsoft.com/office/drawing/2014/main" id="{F422FB24-811B-46B4-AA10-D8CC8A64DC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032" y="3600"/>
              <a:ext cx="192" cy="38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64C4C057-3DDB-8A55-37C3-D51890979293}"/>
              </a:ext>
            </a:extLst>
          </p:cNvPr>
          <p:cNvGrpSpPr>
            <a:grpSpLocks/>
          </p:cNvGrpSpPr>
          <p:nvPr/>
        </p:nvGrpSpPr>
        <p:grpSpPr bwMode="auto">
          <a:xfrm>
            <a:off x="8121775" y="1422499"/>
            <a:ext cx="515937" cy="1143000"/>
            <a:chOff x="4283" y="1056"/>
            <a:chExt cx="325" cy="720"/>
          </a:xfrm>
        </p:grpSpPr>
        <p:sp>
          <p:nvSpPr>
            <p:cNvPr id="354368" name="Text Box 64">
              <a:extLst>
                <a:ext uri="{FF2B5EF4-FFF2-40B4-BE49-F238E27FC236}">
                  <a16:creationId xmlns:a16="http://schemas.microsoft.com/office/drawing/2014/main" id="{4EF0701A-B1D0-610D-B745-FFBB19BB6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1056"/>
              <a:ext cx="30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  <p:sp>
          <p:nvSpPr>
            <p:cNvPr id="354369" name="Text Box 65">
              <a:extLst>
                <a:ext uri="{FF2B5EF4-FFF2-40B4-BE49-F238E27FC236}">
                  <a16:creationId xmlns:a16="http://schemas.microsoft.com/office/drawing/2014/main" id="{4F1CAA04-DB3E-6D47-9449-63E90E58E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" y="152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⑦</a:t>
              </a:r>
            </a:p>
          </p:txBody>
        </p:sp>
      </p:grpSp>
      <p:grpSp>
        <p:nvGrpSpPr>
          <p:cNvPr id="354371" name="Group 66">
            <a:extLst>
              <a:ext uri="{FF2B5EF4-FFF2-40B4-BE49-F238E27FC236}">
                <a16:creationId xmlns:a16="http://schemas.microsoft.com/office/drawing/2014/main" id="{5EEF5AA2-5DBB-87AB-4BEE-3A3C7453A2F1}"/>
              </a:ext>
            </a:extLst>
          </p:cNvPr>
          <p:cNvGrpSpPr>
            <a:grpSpLocks/>
          </p:cNvGrpSpPr>
          <p:nvPr/>
        </p:nvGrpSpPr>
        <p:grpSpPr bwMode="auto">
          <a:xfrm>
            <a:off x="7113712" y="3036987"/>
            <a:ext cx="2171700" cy="479425"/>
            <a:chOff x="3648" y="2073"/>
            <a:chExt cx="1368" cy="302"/>
          </a:xfrm>
        </p:grpSpPr>
        <p:sp>
          <p:nvSpPr>
            <p:cNvPr id="354372" name="Freeform 67">
              <a:extLst>
                <a:ext uri="{FF2B5EF4-FFF2-40B4-BE49-F238E27FC236}">
                  <a16:creationId xmlns:a16="http://schemas.microsoft.com/office/drawing/2014/main" id="{5B6B7B87-F596-6183-286A-94B71350E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283"/>
              <a:ext cx="1056" cy="92"/>
            </a:xfrm>
            <a:custGeom>
              <a:avLst/>
              <a:gdLst>
                <a:gd name="T0" fmla="*/ 924 w 1104"/>
                <a:gd name="T1" fmla="*/ 81 h 96"/>
                <a:gd name="T2" fmla="*/ 924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4374" name="Text Box 68">
              <a:extLst>
                <a:ext uri="{FF2B5EF4-FFF2-40B4-BE49-F238E27FC236}">
                  <a16:creationId xmlns:a16="http://schemas.microsoft.com/office/drawing/2014/main" id="{1092ECD8-4C98-F9A1-FAE2-A7F95FD84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73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溢出信号</a:t>
              </a:r>
            </a:p>
          </p:txBody>
        </p:sp>
      </p:grpSp>
      <p:grpSp>
        <p:nvGrpSpPr>
          <p:cNvPr id="354375" name="Group 69">
            <a:extLst>
              <a:ext uri="{FF2B5EF4-FFF2-40B4-BE49-F238E27FC236}">
                <a16:creationId xmlns:a16="http://schemas.microsoft.com/office/drawing/2014/main" id="{B0407055-9B10-4B8C-4287-BB522694E47E}"/>
              </a:ext>
            </a:extLst>
          </p:cNvPr>
          <p:cNvGrpSpPr>
            <a:grpSpLocks/>
          </p:cNvGrpSpPr>
          <p:nvPr/>
        </p:nvGrpSpPr>
        <p:grpSpPr bwMode="auto">
          <a:xfrm>
            <a:off x="6678737" y="1324074"/>
            <a:ext cx="542925" cy="1316038"/>
            <a:chOff x="3374" y="994"/>
            <a:chExt cx="342" cy="829"/>
          </a:xfrm>
        </p:grpSpPr>
        <p:sp>
          <p:nvSpPr>
            <p:cNvPr id="354377" name="Line 70">
              <a:extLst>
                <a:ext uri="{FF2B5EF4-FFF2-40B4-BE49-F238E27FC236}">
                  <a16:creationId xmlns:a16="http://schemas.microsoft.com/office/drawing/2014/main" id="{0CB88E22-C777-3F2F-8D8B-6BDAA2E9C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4378" name="Text Box 71">
              <a:extLst>
                <a:ext uri="{FF2B5EF4-FFF2-40B4-BE49-F238E27FC236}">
                  <a16:creationId xmlns:a16="http://schemas.microsoft.com/office/drawing/2014/main" id="{F0B4D757-EF87-6089-A7F1-43F5C602D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0"/>
              <a:ext cx="308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中断请求</a:t>
              </a:r>
            </a:p>
          </p:txBody>
        </p:sp>
      </p:grpSp>
      <p:grpSp>
        <p:nvGrpSpPr>
          <p:cNvPr id="354379" name="Group 72">
            <a:extLst>
              <a:ext uri="{FF2B5EF4-FFF2-40B4-BE49-F238E27FC236}">
                <a16:creationId xmlns:a16="http://schemas.microsoft.com/office/drawing/2014/main" id="{74C0AFE7-77A1-3C67-A521-3467C8D37055}"/>
              </a:ext>
            </a:extLst>
          </p:cNvPr>
          <p:cNvGrpSpPr>
            <a:grpSpLocks/>
          </p:cNvGrpSpPr>
          <p:nvPr/>
        </p:nvGrpSpPr>
        <p:grpSpPr bwMode="auto">
          <a:xfrm>
            <a:off x="8477375" y="2640112"/>
            <a:ext cx="1285875" cy="1314450"/>
            <a:chOff x="4507" y="1823"/>
            <a:chExt cx="810" cy="828"/>
          </a:xfrm>
        </p:grpSpPr>
        <p:grpSp>
          <p:nvGrpSpPr>
            <p:cNvPr id="354380" name="Group 73">
              <a:extLst>
                <a:ext uri="{FF2B5EF4-FFF2-40B4-BE49-F238E27FC236}">
                  <a16:creationId xmlns:a16="http://schemas.microsoft.com/office/drawing/2014/main" id="{3D885DF7-ED7E-6D4C-77D2-7FD52B7612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1823"/>
              <a:ext cx="432" cy="276"/>
              <a:chOff x="4507" y="1823"/>
              <a:chExt cx="432" cy="276"/>
            </a:xfrm>
          </p:grpSpPr>
          <p:sp>
            <p:nvSpPr>
              <p:cNvPr id="354386" name="Rectangle 74">
                <a:extLst>
                  <a:ext uri="{FF2B5EF4-FFF2-40B4-BE49-F238E27FC236}">
                    <a16:creationId xmlns:a16="http://schemas.microsoft.com/office/drawing/2014/main" id="{EF2DA16A-E795-DCEA-0230-6077BBFF6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4388" name="Text Box 75">
                <a:extLst>
                  <a:ext uri="{FF2B5EF4-FFF2-40B4-BE49-F238E27FC236}">
                    <a16:creationId xmlns:a16="http://schemas.microsoft.com/office/drawing/2014/main" id="{4C42BC7E-C33F-8188-545C-A780190DBE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AR</a:t>
                </a:r>
              </a:p>
            </p:txBody>
          </p:sp>
        </p:grpSp>
        <p:grpSp>
          <p:nvGrpSpPr>
            <p:cNvPr id="354381" name="Group 76">
              <a:extLst>
                <a:ext uri="{FF2B5EF4-FFF2-40B4-BE49-F238E27FC236}">
                  <a16:creationId xmlns:a16="http://schemas.microsoft.com/office/drawing/2014/main" id="{B767AAAE-EB92-7D36-C2EF-3B7A36520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2375"/>
              <a:ext cx="437" cy="276"/>
              <a:chOff x="4507" y="2375"/>
              <a:chExt cx="437" cy="276"/>
            </a:xfrm>
          </p:grpSpPr>
          <p:sp>
            <p:nvSpPr>
              <p:cNvPr id="354384" name="Rectangle 77">
                <a:extLst>
                  <a:ext uri="{FF2B5EF4-FFF2-40B4-BE49-F238E27FC236}">
                    <a16:creationId xmlns:a16="http://schemas.microsoft.com/office/drawing/2014/main" id="{0849BDA5-DF74-A11B-3C5D-B7EA248C2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4385" name="Text Box 78">
                <a:extLst>
                  <a:ext uri="{FF2B5EF4-FFF2-40B4-BE49-F238E27FC236}">
                    <a16:creationId xmlns:a16="http://schemas.microsoft.com/office/drawing/2014/main" id="{DA3A2AF7-A4B3-D5EF-26E7-A9BCE89F0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WC</a:t>
                </a:r>
              </a:p>
            </p:txBody>
          </p:sp>
        </p:grpSp>
        <p:sp>
          <p:nvSpPr>
            <p:cNvPr id="354382" name="Text Box 79">
              <a:extLst>
                <a:ext uri="{FF2B5EF4-FFF2-40B4-BE49-F238E27FC236}">
                  <a16:creationId xmlns:a16="http://schemas.microsoft.com/office/drawing/2014/main" id="{65DE826C-38D5-C474-5805-7D60093D9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1877"/>
              <a:ext cx="28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354383" name="Text Box 80">
              <a:extLst>
                <a:ext uri="{FF2B5EF4-FFF2-40B4-BE49-F238E27FC236}">
                  <a16:creationId xmlns:a16="http://schemas.microsoft.com/office/drawing/2014/main" id="{9DEB7B72-BC14-A14D-E470-8A1C3ABE1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385"/>
              <a:ext cx="2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</p:grpSp>
      <p:grpSp>
        <p:nvGrpSpPr>
          <p:cNvPr id="354392" name="Group 83">
            <a:extLst>
              <a:ext uri="{FF2B5EF4-FFF2-40B4-BE49-F238E27FC236}">
                <a16:creationId xmlns:a16="http://schemas.microsoft.com/office/drawing/2014/main" id="{197C4843-2AA1-C066-7388-A129DDA87551}"/>
              </a:ext>
            </a:extLst>
          </p:cNvPr>
          <p:cNvGrpSpPr>
            <a:grpSpLocks/>
          </p:cNvGrpSpPr>
          <p:nvPr/>
        </p:nvGrpSpPr>
        <p:grpSpPr bwMode="auto">
          <a:xfrm>
            <a:off x="7637587" y="5003899"/>
            <a:ext cx="685800" cy="438150"/>
            <a:chOff x="3931" y="3312"/>
            <a:chExt cx="432" cy="276"/>
          </a:xfrm>
        </p:grpSpPr>
        <p:sp>
          <p:nvSpPr>
            <p:cNvPr id="354394" name="Rectangle 84">
              <a:extLst>
                <a:ext uri="{FF2B5EF4-FFF2-40B4-BE49-F238E27FC236}">
                  <a16:creationId xmlns:a16="http://schemas.microsoft.com/office/drawing/2014/main" id="{E615D40E-28D0-A1EA-FBE4-1CE19D110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4395" name="Text Box 85">
              <a:extLst>
                <a:ext uri="{FF2B5EF4-FFF2-40B4-BE49-F238E27FC236}">
                  <a16:creationId xmlns:a16="http://schemas.microsoft.com/office/drawing/2014/main" id="{22197797-F32F-A2B2-E785-C8C61E3E6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354397" name="Group 86">
            <a:extLst>
              <a:ext uri="{FF2B5EF4-FFF2-40B4-BE49-F238E27FC236}">
                <a16:creationId xmlns:a16="http://schemas.microsoft.com/office/drawing/2014/main" id="{12A78361-4EFD-D28A-B71B-F5F683A750B5}"/>
              </a:ext>
            </a:extLst>
          </p:cNvPr>
          <p:cNvGrpSpPr>
            <a:grpSpLocks/>
          </p:cNvGrpSpPr>
          <p:nvPr/>
        </p:nvGrpSpPr>
        <p:grpSpPr bwMode="auto">
          <a:xfrm>
            <a:off x="7637587" y="5003899"/>
            <a:ext cx="685800" cy="438150"/>
            <a:chOff x="3933" y="3312"/>
            <a:chExt cx="432" cy="276"/>
          </a:xfrm>
        </p:grpSpPr>
        <p:sp>
          <p:nvSpPr>
            <p:cNvPr id="354398" name="Rectangle 87">
              <a:extLst>
                <a:ext uri="{FF2B5EF4-FFF2-40B4-BE49-F238E27FC236}">
                  <a16:creationId xmlns:a16="http://schemas.microsoft.com/office/drawing/2014/main" id="{AC8C11F6-6E3A-B3D3-3F7B-69C530215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3312"/>
              <a:ext cx="432" cy="276"/>
            </a:xfrm>
            <a:prstGeom prst="rect">
              <a:avLst/>
            </a:prstGeom>
            <a:solidFill>
              <a:srgbClr val="996633"/>
            </a:solidFill>
            <a:ln w="38100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4399" name="Text Box 88">
              <a:extLst>
                <a:ext uri="{FF2B5EF4-FFF2-40B4-BE49-F238E27FC236}">
                  <a16:creationId xmlns:a16="http://schemas.microsoft.com/office/drawing/2014/main" id="{DA69ED64-3432-E75B-4E22-127331BA2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3318"/>
              <a:ext cx="339" cy="25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9966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354400" name="Group 89">
            <a:extLst>
              <a:ext uri="{FF2B5EF4-FFF2-40B4-BE49-F238E27FC236}">
                <a16:creationId xmlns:a16="http://schemas.microsoft.com/office/drawing/2014/main" id="{BB010EF1-AA71-EAAE-6CA5-76CC73A13240}"/>
              </a:ext>
            </a:extLst>
          </p:cNvPr>
          <p:cNvGrpSpPr>
            <a:grpSpLocks/>
          </p:cNvGrpSpPr>
          <p:nvPr/>
        </p:nvGrpSpPr>
        <p:grpSpPr bwMode="auto">
          <a:xfrm>
            <a:off x="7637587" y="5003899"/>
            <a:ext cx="685800" cy="438150"/>
            <a:chOff x="3933" y="3312"/>
            <a:chExt cx="432" cy="276"/>
          </a:xfrm>
        </p:grpSpPr>
        <p:sp>
          <p:nvSpPr>
            <p:cNvPr id="354401" name="Rectangle 90">
              <a:extLst>
                <a:ext uri="{FF2B5EF4-FFF2-40B4-BE49-F238E27FC236}">
                  <a16:creationId xmlns:a16="http://schemas.microsoft.com/office/drawing/2014/main" id="{FC3BF740-160D-D5C8-AD2D-97456DA2C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3312"/>
              <a:ext cx="432" cy="276"/>
            </a:xfrm>
            <a:prstGeom prst="rect">
              <a:avLst/>
            </a:prstGeom>
            <a:solidFill>
              <a:srgbClr val="996633"/>
            </a:solidFill>
            <a:ln w="38100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4402" name="Text Box 91">
              <a:extLst>
                <a:ext uri="{FF2B5EF4-FFF2-40B4-BE49-F238E27FC236}">
                  <a16:creationId xmlns:a16="http://schemas.microsoft.com/office/drawing/2014/main" id="{8330F6B2-25DD-18A2-0980-6056B51DD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3318"/>
              <a:ext cx="339" cy="25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9966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354403" name="Group 92">
            <a:extLst>
              <a:ext uri="{FF2B5EF4-FFF2-40B4-BE49-F238E27FC236}">
                <a16:creationId xmlns:a16="http://schemas.microsoft.com/office/drawing/2014/main" id="{1ADB1FB1-D619-74E3-0397-B50070834F9C}"/>
              </a:ext>
            </a:extLst>
          </p:cNvPr>
          <p:cNvGrpSpPr>
            <a:grpSpLocks/>
          </p:cNvGrpSpPr>
          <p:nvPr/>
        </p:nvGrpSpPr>
        <p:grpSpPr bwMode="auto">
          <a:xfrm>
            <a:off x="7637587" y="5003899"/>
            <a:ext cx="685800" cy="438150"/>
            <a:chOff x="3936" y="3312"/>
            <a:chExt cx="432" cy="276"/>
          </a:xfrm>
        </p:grpSpPr>
        <p:sp>
          <p:nvSpPr>
            <p:cNvPr id="354404" name="Rectangle 93">
              <a:extLst>
                <a:ext uri="{FF2B5EF4-FFF2-40B4-BE49-F238E27FC236}">
                  <a16:creationId xmlns:a16="http://schemas.microsoft.com/office/drawing/2014/main" id="{DEF0227C-18A2-809B-C6DC-8B12BA89F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buFontTx/>
                <a:buChar char="•"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4405" name="Text Box 94">
              <a:extLst>
                <a:ext uri="{FF2B5EF4-FFF2-40B4-BE49-F238E27FC236}">
                  <a16:creationId xmlns:a16="http://schemas.microsoft.com/office/drawing/2014/main" id="{F325BFC4-92EB-3E5D-4DD3-9C42DA50B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3318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54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5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5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5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35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35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6ACBB914-5AD4-9899-DBFE-C3605BEED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425450"/>
            <a:ext cx="2987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(5) 后处理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813059" name="Text Box 3">
            <a:extLst>
              <a:ext uri="{FF2B5EF4-FFF2-40B4-BE49-F238E27FC236}">
                <a16:creationId xmlns:a16="http://schemas.microsoft.com/office/drawing/2014/main" id="{F121EFB4-BB8A-19B9-C316-0A75227E2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1263651"/>
            <a:ext cx="4451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校验送入主存的数是否正确</a:t>
            </a:r>
          </a:p>
        </p:txBody>
      </p:sp>
      <p:sp>
        <p:nvSpPr>
          <p:cNvPr id="813060" name="Text Box 4">
            <a:extLst>
              <a:ext uri="{FF2B5EF4-FFF2-40B4-BE49-F238E27FC236}">
                <a16:creationId xmlns:a16="http://schemas.microsoft.com/office/drawing/2014/main" id="{84E9C733-5421-816E-6707-759D1BFB7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6" y="2116138"/>
            <a:ext cx="2900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是否继续用 </a:t>
            </a:r>
            <a:r>
              <a:rPr lang="en-US" altLang="zh-CN" sz="2800">
                <a:latin typeface="Times New Roman" panose="02020603050405020304" pitchFamily="18" charset="0"/>
              </a:rPr>
              <a:t>DMA</a:t>
            </a:r>
          </a:p>
        </p:txBody>
      </p:sp>
      <p:sp>
        <p:nvSpPr>
          <p:cNvPr id="813061" name="Text Box 5">
            <a:extLst>
              <a:ext uri="{FF2B5EF4-FFF2-40B4-BE49-F238E27FC236}">
                <a16:creationId xmlns:a16="http://schemas.microsoft.com/office/drawing/2014/main" id="{344E8369-8823-68A2-DE53-F6A1F036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2970213"/>
            <a:ext cx="6584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测试传送过程是否正确，错则转诊断程序</a:t>
            </a:r>
          </a:p>
        </p:txBody>
      </p:sp>
      <p:sp>
        <p:nvSpPr>
          <p:cNvPr id="813062" name="Text Box 6">
            <a:extLst>
              <a:ext uri="{FF2B5EF4-FFF2-40B4-BE49-F238E27FC236}">
                <a16:creationId xmlns:a16="http://schemas.microsoft.com/office/drawing/2014/main" id="{92F573E1-4BD2-2DE6-4129-A379A0FB6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6" y="3824288"/>
            <a:ext cx="4860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由中断服务程序完成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59" grpId="0" autoUpdateAnimBg="0"/>
      <p:bldP spid="813060" grpId="0" autoUpdateAnimBg="0"/>
      <p:bldP spid="813061" grpId="0" autoUpdateAnimBg="0"/>
      <p:bldP spid="81306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F15CF65B-09A7-3CAD-3E23-C31EB93B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76" y="501650"/>
            <a:ext cx="6435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>
                <a:latin typeface="Times New Roman" panose="02020603050405020304" pitchFamily="18" charset="0"/>
              </a:rPr>
              <a:t>2. DMA </a:t>
            </a:r>
            <a:r>
              <a:rPr lang="zh-CN" altLang="en-US" sz="3600">
                <a:latin typeface="Times New Roman" panose="02020603050405020304" pitchFamily="18" charset="0"/>
              </a:rPr>
              <a:t>接口与系统的连接方式</a:t>
            </a:r>
          </a:p>
        </p:txBody>
      </p:sp>
      <p:grpSp>
        <p:nvGrpSpPr>
          <p:cNvPr id="356355" name="Group 3">
            <a:extLst>
              <a:ext uri="{FF2B5EF4-FFF2-40B4-BE49-F238E27FC236}">
                <a16:creationId xmlns:a16="http://schemas.microsoft.com/office/drawing/2014/main" id="{19887272-2847-31A5-7142-7AE57BD65DD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341564"/>
            <a:ext cx="7467600" cy="3144837"/>
            <a:chOff x="576" y="1475"/>
            <a:chExt cx="4704" cy="1981"/>
          </a:xfrm>
        </p:grpSpPr>
        <p:sp>
          <p:nvSpPr>
            <p:cNvPr id="53255" name="Text Box 4">
              <a:extLst>
                <a:ext uri="{FF2B5EF4-FFF2-40B4-BE49-F238E27FC236}">
                  <a16:creationId xmlns:a16="http://schemas.microsoft.com/office/drawing/2014/main" id="{EEE6D35A-DC05-C7C2-C564-163DFD6A0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487"/>
              <a:ext cx="51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接口1</a:t>
              </a:r>
            </a:p>
          </p:txBody>
        </p:sp>
        <p:sp>
          <p:nvSpPr>
            <p:cNvPr id="53256" name="Rectangle 5">
              <a:extLst>
                <a:ext uri="{FF2B5EF4-FFF2-40B4-BE49-F238E27FC236}">
                  <a16:creationId xmlns:a16="http://schemas.microsoft.com/office/drawing/2014/main" id="{6E7CACA0-2B47-5E50-E543-4DECF32BB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418"/>
              <a:ext cx="576" cy="6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57" name="Text Box 6">
              <a:extLst>
                <a:ext uri="{FF2B5EF4-FFF2-40B4-BE49-F238E27FC236}">
                  <a16:creationId xmlns:a16="http://schemas.microsoft.com/office/drawing/2014/main" id="{3ED8F9AF-E68E-1175-3EA2-CFC74A4BC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" y="2487"/>
              <a:ext cx="51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接口2</a:t>
              </a:r>
            </a:p>
          </p:txBody>
        </p:sp>
        <p:sp>
          <p:nvSpPr>
            <p:cNvPr id="53258" name="Rectangle 7">
              <a:extLst>
                <a:ext uri="{FF2B5EF4-FFF2-40B4-BE49-F238E27FC236}">
                  <a16:creationId xmlns:a16="http://schemas.microsoft.com/office/drawing/2014/main" id="{7EE04CF5-893B-0C5C-9686-99C86DF7F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418"/>
              <a:ext cx="576" cy="6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59" name="Text Box 8">
              <a:extLst>
                <a:ext uri="{FF2B5EF4-FFF2-40B4-BE49-F238E27FC236}">
                  <a16:creationId xmlns:a16="http://schemas.microsoft.com/office/drawing/2014/main" id="{5F149359-2ACB-71B8-CEA6-F1D5C1FF8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" y="2487"/>
              <a:ext cx="52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53260" name="Rectangle 9">
              <a:extLst>
                <a:ext uri="{FF2B5EF4-FFF2-40B4-BE49-F238E27FC236}">
                  <a16:creationId xmlns:a16="http://schemas.microsoft.com/office/drawing/2014/main" id="{CBB440C8-B046-4880-4494-3D1604AD1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18"/>
              <a:ext cx="576" cy="6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61" name="Text Box 10">
              <a:extLst>
                <a:ext uri="{FF2B5EF4-FFF2-40B4-BE49-F238E27FC236}">
                  <a16:creationId xmlns:a16="http://schemas.microsoft.com/office/drawing/2014/main" id="{60C50B32-C58F-C2E2-6075-345D8C5DD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2607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  <p:sp>
          <p:nvSpPr>
            <p:cNvPr id="53262" name="Rectangle 11">
              <a:extLst>
                <a:ext uri="{FF2B5EF4-FFF2-40B4-BE49-F238E27FC236}">
                  <a16:creationId xmlns:a16="http://schemas.microsoft.com/office/drawing/2014/main" id="{58448E84-CA81-07AB-31AF-35AA669E6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18"/>
              <a:ext cx="576" cy="6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63" name="Line 12">
              <a:extLst>
                <a:ext uri="{FF2B5EF4-FFF2-40B4-BE49-F238E27FC236}">
                  <a16:creationId xmlns:a16="http://schemas.microsoft.com/office/drawing/2014/main" id="{D7D39C67-9DF1-C9E1-7867-59351D9CC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50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4" name="Freeform 13">
              <a:extLst>
                <a:ext uri="{FF2B5EF4-FFF2-40B4-BE49-F238E27FC236}">
                  <a16:creationId xmlns:a16="http://schemas.microsoft.com/office/drawing/2014/main" id="{455EB6C5-B5F2-CC14-52B7-D4992FF9F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050"/>
              <a:ext cx="960" cy="173"/>
            </a:xfrm>
            <a:custGeom>
              <a:avLst/>
              <a:gdLst>
                <a:gd name="T0" fmla="*/ 0 w 960"/>
                <a:gd name="T1" fmla="*/ 300 h 144"/>
                <a:gd name="T2" fmla="*/ 960 w 960"/>
                <a:gd name="T3" fmla="*/ 300 h 144"/>
                <a:gd name="T4" fmla="*/ 960 w 960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0" h="144">
                  <a:moveTo>
                    <a:pt x="0" y="144"/>
                  </a:moveTo>
                  <a:lnTo>
                    <a:pt x="960" y="144"/>
                  </a:lnTo>
                  <a:lnTo>
                    <a:pt x="96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5" name="Freeform 14">
              <a:extLst>
                <a:ext uri="{FF2B5EF4-FFF2-40B4-BE49-F238E27FC236}">
                  <a16:creationId xmlns:a16="http://schemas.microsoft.com/office/drawing/2014/main" id="{05BCD81F-0ED7-110D-6266-4E625CA7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050"/>
              <a:ext cx="624" cy="173"/>
            </a:xfrm>
            <a:custGeom>
              <a:avLst/>
              <a:gdLst>
                <a:gd name="T0" fmla="*/ 0 w 624"/>
                <a:gd name="T1" fmla="*/ 0 h 144"/>
                <a:gd name="T2" fmla="*/ 0 w 624"/>
                <a:gd name="T3" fmla="*/ 300 h 144"/>
                <a:gd name="T4" fmla="*/ 624 w 624"/>
                <a:gd name="T5" fmla="*/ 300 h 144"/>
                <a:gd name="T6" fmla="*/ 624 w 624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144">
                  <a:moveTo>
                    <a:pt x="0" y="0"/>
                  </a:moveTo>
                  <a:lnTo>
                    <a:pt x="0" y="144"/>
                  </a:lnTo>
                  <a:lnTo>
                    <a:pt x="624" y="144"/>
                  </a:lnTo>
                  <a:lnTo>
                    <a:pt x="62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6" name="Freeform 15">
              <a:extLst>
                <a:ext uri="{FF2B5EF4-FFF2-40B4-BE49-F238E27FC236}">
                  <a16:creationId xmlns:a16="http://schemas.microsoft.com/office/drawing/2014/main" id="{27DBDF2C-0D99-F432-AB8B-43A01B224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050"/>
              <a:ext cx="288" cy="173"/>
            </a:xfrm>
            <a:custGeom>
              <a:avLst/>
              <a:gdLst>
                <a:gd name="T0" fmla="*/ 0 w 288"/>
                <a:gd name="T1" fmla="*/ 0 h 144"/>
                <a:gd name="T2" fmla="*/ 0 w 288"/>
                <a:gd name="T3" fmla="*/ 300 h 144"/>
                <a:gd name="T4" fmla="*/ 288 w 288"/>
                <a:gd name="T5" fmla="*/ 30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144">
                  <a:moveTo>
                    <a:pt x="0" y="0"/>
                  </a:moveTo>
                  <a:lnTo>
                    <a:pt x="0" y="144"/>
                  </a:lnTo>
                  <a:lnTo>
                    <a:pt x="288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7" name="Text Box 16">
              <a:extLst>
                <a:ext uri="{FF2B5EF4-FFF2-40B4-BE49-F238E27FC236}">
                  <a16:creationId xmlns:a16="http://schemas.microsoft.com/office/drawing/2014/main" id="{24E506B8-F00C-35C4-1F42-2FDAF2809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8" y="253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53268" name="Freeform 17">
              <a:extLst>
                <a:ext uri="{FF2B5EF4-FFF2-40B4-BE49-F238E27FC236}">
                  <a16:creationId xmlns:a16="http://schemas.microsoft.com/office/drawing/2014/main" id="{B1F9F97A-F3CD-DF41-E628-F7DFAF62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3050"/>
              <a:ext cx="432" cy="173"/>
            </a:xfrm>
            <a:custGeom>
              <a:avLst/>
              <a:gdLst>
                <a:gd name="T0" fmla="*/ 0 w 432"/>
                <a:gd name="T1" fmla="*/ 300 h 144"/>
                <a:gd name="T2" fmla="*/ 432 w 432"/>
                <a:gd name="T3" fmla="*/ 300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144"/>
                  </a:moveTo>
                  <a:lnTo>
                    <a:pt x="432" y="144"/>
                  </a:lnTo>
                  <a:lnTo>
                    <a:pt x="43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9" name="Freeform 18">
              <a:extLst>
                <a:ext uri="{FF2B5EF4-FFF2-40B4-BE49-F238E27FC236}">
                  <a16:creationId xmlns:a16="http://schemas.microsoft.com/office/drawing/2014/main" id="{47235549-55D5-22EC-ACCF-762AEBBD8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3050"/>
              <a:ext cx="288" cy="173"/>
            </a:xfrm>
            <a:custGeom>
              <a:avLst/>
              <a:gdLst>
                <a:gd name="T0" fmla="*/ 0 w 288"/>
                <a:gd name="T1" fmla="*/ 0 h 144"/>
                <a:gd name="T2" fmla="*/ 0 w 288"/>
                <a:gd name="T3" fmla="*/ 300 h 144"/>
                <a:gd name="T4" fmla="*/ 288 w 288"/>
                <a:gd name="T5" fmla="*/ 30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144">
                  <a:moveTo>
                    <a:pt x="0" y="0"/>
                  </a:moveTo>
                  <a:lnTo>
                    <a:pt x="0" y="144"/>
                  </a:lnTo>
                  <a:lnTo>
                    <a:pt x="288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0" name="Freeform 19">
              <a:extLst>
                <a:ext uri="{FF2B5EF4-FFF2-40B4-BE49-F238E27FC236}">
                  <a16:creationId xmlns:a16="http://schemas.microsoft.com/office/drawing/2014/main" id="{437A314C-BD89-7D5F-05D4-1A4BC4E69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974"/>
              <a:ext cx="192" cy="76"/>
            </a:xfrm>
            <a:custGeom>
              <a:avLst/>
              <a:gdLst>
                <a:gd name="T0" fmla="*/ 0 w 192"/>
                <a:gd name="T1" fmla="*/ 127 h 64"/>
                <a:gd name="T2" fmla="*/ 39 w 192"/>
                <a:gd name="T3" fmla="*/ 44 h 64"/>
                <a:gd name="T4" fmla="*/ 96 w 192"/>
                <a:gd name="T5" fmla="*/ 1 h 64"/>
                <a:gd name="T6" fmla="*/ 147 w 192"/>
                <a:gd name="T7" fmla="*/ 38 h 64"/>
                <a:gd name="T8" fmla="*/ 192 w 192"/>
                <a:gd name="T9" fmla="*/ 12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64">
                  <a:moveTo>
                    <a:pt x="0" y="64"/>
                  </a:moveTo>
                  <a:cubicBezTo>
                    <a:pt x="6" y="57"/>
                    <a:pt x="23" y="32"/>
                    <a:pt x="39" y="22"/>
                  </a:cubicBezTo>
                  <a:cubicBezTo>
                    <a:pt x="55" y="12"/>
                    <a:pt x="78" y="2"/>
                    <a:pt x="96" y="1"/>
                  </a:cubicBezTo>
                  <a:cubicBezTo>
                    <a:pt x="114" y="0"/>
                    <a:pt x="131" y="9"/>
                    <a:pt x="147" y="19"/>
                  </a:cubicBezTo>
                  <a:cubicBezTo>
                    <a:pt x="163" y="29"/>
                    <a:pt x="183" y="55"/>
                    <a:pt x="192" y="6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1" name="Freeform 20">
              <a:extLst>
                <a:ext uri="{FF2B5EF4-FFF2-40B4-BE49-F238E27FC236}">
                  <a16:creationId xmlns:a16="http://schemas.microsoft.com/office/drawing/2014/main" id="{B1B664D9-F06B-883F-3C58-89B7D851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974"/>
              <a:ext cx="192" cy="76"/>
            </a:xfrm>
            <a:custGeom>
              <a:avLst/>
              <a:gdLst>
                <a:gd name="T0" fmla="*/ 0 w 192"/>
                <a:gd name="T1" fmla="*/ 127 h 64"/>
                <a:gd name="T2" fmla="*/ 39 w 192"/>
                <a:gd name="T3" fmla="*/ 44 h 64"/>
                <a:gd name="T4" fmla="*/ 96 w 192"/>
                <a:gd name="T5" fmla="*/ 1 h 64"/>
                <a:gd name="T6" fmla="*/ 147 w 192"/>
                <a:gd name="T7" fmla="*/ 38 h 64"/>
                <a:gd name="T8" fmla="*/ 192 w 192"/>
                <a:gd name="T9" fmla="*/ 12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64">
                  <a:moveTo>
                    <a:pt x="0" y="64"/>
                  </a:moveTo>
                  <a:cubicBezTo>
                    <a:pt x="6" y="57"/>
                    <a:pt x="23" y="32"/>
                    <a:pt x="39" y="22"/>
                  </a:cubicBezTo>
                  <a:cubicBezTo>
                    <a:pt x="55" y="12"/>
                    <a:pt x="78" y="2"/>
                    <a:pt x="96" y="1"/>
                  </a:cubicBezTo>
                  <a:cubicBezTo>
                    <a:pt x="114" y="0"/>
                    <a:pt x="131" y="9"/>
                    <a:pt x="147" y="19"/>
                  </a:cubicBezTo>
                  <a:cubicBezTo>
                    <a:pt x="163" y="29"/>
                    <a:pt x="183" y="55"/>
                    <a:pt x="192" y="6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2" name="Freeform 21">
              <a:extLst>
                <a:ext uri="{FF2B5EF4-FFF2-40B4-BE49-F238E27FC236}">
                  <a16:creationId xmlns:a16="http://schemas.microsoft.com/office/drawing/2014/main" id="{16EDED91-3F8D-9335-9395-44FC00654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974"/>
              <a:ext cx="192" cy="76"/>
            </a:xfrm>
            <a:custGeom>
              <a:avLst/>
              <a:gdLst>
                <a:gd name="T0" fmla="*/ 0 w 192"/>
                <a:gd name="T1" fmla="*/ 127 h 64"/>
                <a:gd name="T2" fmla="*/ 39 w 192"/>
                <a:gd name="T3" fmla="*/ 44 h 64"/>
                <a:gd name="T4" fmla="*/ 96 w 192"/>
                <a:gd name="T5" fmla="*/ 1 h 64"/>
                <a:gd name="T6" fmla="*/ 147 w 192"/>
                <a:gd name="T7" fmla="*/ 38 h 64"/>
                <a:gd name="T8" fmla="*/ 192 w 192"/>
                <a:gd name="T9" fmla="*/ 12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64">
                  <a:moveTo>
                    <a:pt x="0" y="64"/>
                  </a:moveTo>
                  <a:cubicBezTo>
                    <a:pt x="6" y="57"/>
                    <a:pt x="23" y="32"/>
                    <a:pt x="39" y="22"/>
                  </a:cubicBezTo>
                  <a:cubicBezTo>
                    <a:pt x="55" y="12"/>
                    <a:pt x="78" y="2"/>
                    <a:pt x="96" y="1"/>
                  </a:cubicBezTo>
                  <a:cubicBezTo>
                    <a:pt x="114" y="0"/>
                    <a:pt x="131" y="9"/>
                    <a:pt x="147" y="19"/>
                  </a:cubicBezTo>
                  <a:cubicBezTo>
                    <a:pt x="163" y="29"/>
                    <a:pt x="183" y="55"/>
                    <a:pt x="192" y="6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3" name="Line 22">
              <a:extLst>
                <a:ext uri="{FF2B5EF4-FFF2-40B4-BE49-F238E27FC236}">
                  <a16:creationId xmlns:a16="http://schemas.microsoft.com/office/drawing/2014/main" id="{5BAA2170-3770-E924-8744-BEC2630D9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22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4" name="Text Box 23">
              <a:extLst>
                <a:ext uri="{FF2B5EF4-FFF2-40B4-BE49-F238E27FC236}">
                  <a16:creationId xmlns:a16="http://schemas.microsoft.com/office/drawing/2014/main" id="{21E282F2-A1AB-FE14-CC3D-758E4E0E3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" y="2591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</a:p>
          </p:txBody>
        </p:sp>
        <p:sp>
          <p:nvSpPr>
            <p:cNvPr id="53275" name="Rectangle 24">
              <a:extLst>
                <a:ext uri="{FF2B5EF4-FFF2-40B4-BE49-F238E27FC236}">
                  <a16:creationId xmlns:a16="http://schemas.microsoft.com/office/drawing/2014/main" id="{6AA02D4D-3E9E-D89C-0C77-8B072F56A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18"/>
              <a:ext cx="480" cy="6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76" name="Freeform 25">
              <a:extLst>
                <a:ext uri="{FF2B5EF4-FFF2-40B4-BE49-F238E27FC236}">
                  <a16:creationId xmlns:a16="http://schemas.microsoft.com/office/drawing/2014/main" id="{7B54709D-E1C6-7AFB-B1B7-458DDEAE0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729"/>
              <a:ext cx="4416" cy="689"/>
            </a:xfrm>
            <a:custGeom>
              <a:avLst/>
              <a:gdLst>
                <a:gd name="T0" fmla="*/ 0 w 4416"/>
                <a:gd name="T1" fmla="*/ 1179 h 576"/>
                <a:gd name="T2" fmla="*/ 0 w 4416"/>
                <a:gd name="T3" fmla="*/ 0 h 576"/>
                <a:gd name="T4" fmla="*/ 4416 w 4416"/>
                <a:gd name="T5" fmla="*/ 0 h 576"/>
                <a:gd name="T6" fmla="*/ 4416 w 4416"/>
                <a:gd name="T7" fmla="*/ 1179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16" h="576">
                  <a:moveTo>
                    <a:pt x="0" y="576"/>
                  </a:moveTo>
                  <a:lnTo>
                    <a:pt x="0" y="0"/>
                  </a:lnTo>
                  <a:lnTo>
                    <a:pt x="4416" y="0"/>
                  </a:lnTo>
                  <a:lnTo>
                    <a:pt x="4416" y="57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7" name="Freeform 26">
              <a:extLst>
                <a:ext uri="{FF2B5EF4-FFF2-40B4-BE49-F238E27FC236}">
                  <a16:creationId xmlns:a16="http://schemas.microsoft.com/office/drawing/2014/main" id="{DE1A9B12-0601-4C59-5D50-C3B142A3A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2016"/>
              <a:ext cx="3984" cy="402"/>
            </a:xfrm>
            <a:custGeom>
              <a:avLst/>
              <a:gdLst>
                <a:gd name="T0" fmla="*/ 0 w 3984"/>
                <a:gd name="T1" fmla="*/ 688 h 336"/>
                <a:gd name="T2" fmla="*/ 0 w 3984"/>
                <a:gd name="T3" fmla="*/ 0 h 336"/>
                <a:gd name="T4" fmla="*/ 3984 w 3984"/>
                <a:gd name="T5" fmla="*/ 0 h 336"/>
                <a:gd name="T6" fmla="*/ 3984 w 3984"/>
                <a:gd name="T7" fmla="*/ 688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84" h="336">
                  <a:moveTo>
                    <a:pt x="0" y="336"/>
                  </a:moveTo>
                  <a:lnTo>
                    <a:pt x="0" y="0"/>
                  </a:lnTo>
                  <a:lnTo>
                    <a:pt x="3984" y="0"/>
                  </a:lnTo>
                  <a:lnTo>
                    <a:pt x="3984" y="33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8" name="Line 27">
              <a:extLst>
                <a:ext uri="{FF2B5EF4-FFF2-40B4-BE49-F238E27FC236}">
                  <a16:creationId xmlns:a16="http://schemas.microsoft.com/office/drawing/2014/main" id="{E719611D-35BC-1585-A3F5-7E6C0802C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1729"/>
              <a:ext cx="0" cy="6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9" name="Line 28">
              <a:extLst>
                <a:ext uri="{FF2B5EF4-FFF2-40B4-BE49-F238E27FC236}">
                  <a16:creationId xmlns:a16="http://schemas.microsoft.com/office/drawing/2014/main" id="{64E7B683-67C1-F5DE-601A-BEBC53174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016"/>
              <a:ext cx="0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0" name="Line 29">
              <a:extLst>
                <a:ext uri="{FF2B5EF4-FFF2-40B4-BE49-F238E27FC236}">
                  <a16:creationId xmlns:a16="http://schemas.microsoft.com/office/drawing/2014/main" id="{F257B2AA-68BE-7352-91A8-B2BC629A7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729"/>
              <a:ext cx="0" cy="6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1" name="Line 30">
              <a:extLst>
                <a:ext uri="{FF2B5EF4-FFF2-40B4-BE49-F238E27FC236}">
                  <a16:creationId xmlns:a16="http://schemas.microsoft.com/office/drawing/2014/main" id="{CB74FA4D-C263-15F4-C3F9-A6BFF69BF7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016"/>
              <a:ext cx="0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2" name="Line 31">
              <a:extLst>
                <a:ext uri="{FF2B5EF4-FFF2-40B4-BE49-F238E27FC236}">
                  <a16:creationId xmlns:a16="http://schemas.microsoft.com/office/drawing/2014/main" id="{2C64C1CA-53A1-5D5A-3EB3-38E93B8CEE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1729"/>
              <a:ext cx="0" cy="6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3" name="Line 32">
              <a:extLst>
                <a:ext uri="{FF2B5EF4-FFF2-40B4-BE49-F238E27FC236}">
                  <a16:creationId xmlns:a16="http://schemas.microsoft.com/office/drawing/2014/main" id="{43F68ED1-88A2-ABB5-064B-64B81A42C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016"/>
              <a:ext cx="0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4" name="Freeform 33">
              <a:extLst>
                <a:ext uri="{FF2B5EF4-FFF2-40B4-BE49-F238E27FC236}">
                  <a16:creationId xmlns:a16="http://schemas.microsoft.com/office/drawing/2014/main" id="{4435B9B7-749D-0928-B1D2-F974F77B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178"/>
              <a:ext cx="1" cy="241"/>
            </a:xfrm>
            <a:custGeom>
              <a:avLst/>
              <a:gdLst>
                <a:gd name="T0" fmla="*/ 0 w 1"/>
                <a:gd name="T1" fmla="*/ 241 h 241"/>
                <a:gd name="T2" fmla="*/ 0 w 1"/>
                <a:gd name="T3" fmla="*/ 0 h 2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">
                  <a:moveTo>
                    <a:pt x="0" y="241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5" name="Freeform 34">
              <a:extLst>
                <a:ext uri="{FF2B5EF4-FFF2-40B4-BE49-F238E27FC236}">
                  <a16:creationId xmlns:a16="http://schemas.microsoft.com/office/drawing/2014/main" id="{831E0D91-4086-CCC1-5E63-8DFDEE5E2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189"/>
              <a:ext cx="2880" cy="229"/>
            </a:xfrm>
            <a:custGeom>
              <a:avLst/>
              <a:gdLst>
                <a:gd name="T0" fmla="*/ 2880 w 2880"/>
                <a:gd name="T1" fmla="*/ 0 h 192"/>
                <a:gd name="T2" fmla="*/ 0 w 2880"/>
                <a:gd name="T3" fmla="*/ 0 h 192"/>
                <a:gd name="T4" fmla="*/ 0 w 2880"/>
                <a:gd name="T5" fmla="*/ 389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0" h="192">
                  <a:moveTo>
                    <a:pt x="2880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6" name="Line 35">
              <a:extLst>
                <a:ext uri="{FF2B5EF4-FFF2-40B4-BE49-F238E27FC236}">
                  <a16:creationId xmlns:a16="http://schemas.microsoft.com/office/drawing/2014/main" id="{32AF0F14-789F-C9D3-74E0-37A351741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189"/>
              <a:ext cx="0" cy="22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7" name="Line 36">
              <a:extLst>
                <a:ext uri="{FF2B5EF4-FFF2-40B4-BE49-F238E27FC236}">
                  <a16:creationId xmlns:a16="http://schemas.microsoft.com/office/drawing/2014/main" id="{C716D979-EADD-8666-68C5-678DAC01D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189"/>
              <a:ext cx="0" cy="22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88" name="Text Box 37">
              <a:extLst>
                <a:ext uri="{FF2B5EF4-FFF2-40B4-BE49-F238E27FC236}">
                  <a16:creationId xmlns:a16="http://schemas.microsoft.com/office/drawing/2014/main" id="{20F351EC-E720-A36E-2B7D-90E4A86CF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3206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响应</a:t>
              </a:r>
            </a:p>
          </p:txBody>
        </p:sp>
        <p:sp>
          <p:nvSpPr>
            <p:cNvPr id="53289" name="Text Box 38">
              <a:extLst>
                <a:ext uri="{FF2B5EF4-FFF2-40B4-BE49-F238E27FC236}">
                  <a16:creationId xmlns:a16="http://schemas.microsoft.com/office/drawing/2014/main" id="{9CEC68FD-66D4-24AD-C7E1-F84A737E9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50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总线</a:t>
              </a:r>
            </a:p>
          </p:txBody>
        </p:sp>
        <p:sp>
          <p:nvSpPr>
            <p:cNvPr id="53290" name="Text Box 39">
              <a:extLst>
                <a:ext uri="{FF2B5EF4-FFF2-40B4-BE49-F238E27FC236}">
                  <a16:creationId xmlns:a16="http://schemas.microsoft.com/office/drawing/2014/main" id="{78450A4C-9C84-3C75-807C-9DA2CD397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8" y="1475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  <p:sp>
          <p:nvSpPr>
            <p:cNvPr id="53291" name="Text Box 40">
              <a:extLst>
                <a:ext uri="{FF2B5EF4-FFF2-40B4-BE49-F238E27FC236}">
                  <a16:creationId xmlns:a16="http://schemas.microsoft.com/office/drawing/2014/main" id="{B7985E8C-9E6D-AB7D-84B4-A8E6CDF14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" y="176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地址线</a:t>
              </a:r>
            </a:p>
          </p:txBody>
        </p:sp>
        <p:sp>
          <p:nvSpPr>
            <p:cNvPr id="53292" name="Text Box 41">
              <a:extLst>
                <a:ext uri="{FF2B5EF4-FFF2-40B4-BE49-F238E27FC236}">
                  <a16:creationId xmlns:a16="http://schemas.microsoft.com/office/drawing/2014/main" id="{7E5091F2-986D-CB60-E916-6F7B74C70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189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</a:t>
              </a:r>
            </a:p>
          </p:txBody>
        </p:sp>
      </p:grpSp>
      <p:sp>
        <p:nvSpPr>
          <p:cNvPr id="356394" name="Text Box 42">
            <a:extLst>
              <a:ext uri="{FF2B5EF4-FFF2-40B4-BE49-F238E27FC236}">
                <a16:creationId xmlns:a16="http://schemas.microsoft.com/office/drawing/2014/main" id="{9791DBE3-BE1B-CE18-CB63-070C33B3A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385888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具有公共请求线的 </a:t>
            </a:r>
            <a:r>
              <a:rPr lang="en-US" altLang="zh-CN" sz="2800">
                <a:latin typeface="Times New Roman" panose="02020603050405020304" pitchFamily="18" charset="0"/>
              </a:rPr>
              <a:t>DMA </a:t>
            </a:r>
            <a:r>
              <a:rPr lang="zh-CN" altLang="en-US" sz="2800">
                <a:latin typeface="Times New Roman" panose="02020603050405020304" pitchFamily="18" charset="0"/>
              </a:rPr>
              <a:t>请求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9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455F413D-61DD-BD6A-E7B5-1FF5459A1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1000"/>
            <a:ext cx="480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(2) 独立的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请求</a:t>
            </a:r>
          </a:p>
        </p:txBody>
      </p:sp>
      <p:grpSp>
        <p:nvGrpSpPr>
          <p:cNvPr id="357379" name="Group 3">
            <a:extLst>
              <a:ext uri="{FF2B5EF4-FFF2-40B4-BE49-F238E27FC236}">
                <a16:creationId xmlns:a16="http://schemas.microsoft.com/office/drawing/2014/main" id="{6FE39A5D-47BE-73FB-A31D-859365A5C607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295400"/>
            <a:ext cx="7391400" cy="4800600"/>
            <a:chOff x="624" y="816"/>
            <a:chExt cx="4656" cy="3024"/>
          </a:xfrm>
        </p:grpSpPr>
        <p:grpSp>
          <p:nvGrpSpPr>
            <p:cNvPr id="54278" name="Group 4">
              <a:extLst>
                <a:ext uri="{FF2B5EF4-FFF2-40B4-BE49-F238E27FC236}">
                  <a16:creationId xmlns:a16="http://schemas.microsoft.com/office/drawing/2014/main" id="{B4026624-2982-2A5E-E456-3861994CE1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194"/>
              <a:ext cx="576" cy="592"/>
              <a:chOff x="2064" y="3168"/>
              <a:chExt cx="576" cy="528"/>
            </a:xfrm>
          </p:grpSpPr>
          <p:sp>
            <p:nvSpPr>
              <p:cNvPr id="54313" name="Text Box 5">
                <a:extLst>
                  <a:ext uri="{FF2B5EF4-FFF2-40B4-BE49-F238E27FC236}">
                    <a16:creationId xmlns:a16="http://schemas.microsoft.com/office/drawing/2014/main" id="{778643C4-2EAD-D0F4-0D8C-DC349B42C4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2" y="3225"/>
                <a:ext cx="518" cy="3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接口1</a:t>
                </a:r>
              </a:p>
            </p:txBody>
          </p:sp>
          <p:sp>
            <p:nvSpPr>
              <p:cNvPr id="54314" name="Rectangle 6">
                <a:extLst>
                  <a:ext uri="{FF2B5EF4-FFF2-40B4-BE49-F238E27FC236}">
                    <a16:creationId xmlns:a16="http://schemas.microsoft.com/office/drawing/2014/main" id="{0AE8874F-F12F-64AB-7E33-7B3587CE1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3168"/>
                <a:ext cx="57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4279" name="Group 7">
              <a:extLst>
                <a:ext uri="{FF2B5EF4-FFF2-40B4-BE49-F238E27FC236}">
                  <a16:creationId xmlns:a16="http://schemas.microsoft.com/office/drawing/2014/main" id="{6FD3ACE8-25AE-CAAF-ED92-1B95AFA53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6" y="3194"/>
              <a:ext cx="576" cy="592"/>
              <a:chOff x="2880" y="3168"/>
              <a:chExt cx="576" cy="528"/>
            </a:xfrm>
          </p:grpSpPr>
          <p:sp>
            <p:nvSpPr>
              <p:cNvPr id="54311" name="Text Box 8">
                <a:extLst>
                  <a:ext uri="{FF2B5EF4-FFF2-40B4-BE49-F238E27FC236}">
                    <a16:creationId xmlns:a16="http://schemas.microsoft.com/office/drawing/2014/main" id="{DD69AB86-8241-B7BF-6506-AEE782E49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3225"/>
                <a:ext cx="518" cy="3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接口2</a:t>
                </a:r>
              </a:p>
            </p:txBody>
          </p:sp>
          <p:sp>
            <p:nvSpPr>
              <p:cNvPr id="54312" name="Rectangle 9">
                <a:extLst>
                  <a:ext uri="{FF2B5EF4-FFF2-40B4-BE49-F238E27FC236}">
                    <a16:creationId xmlns:a16="http://schemas.microsoft.com/office/drawing/2014/main" id="{7CB7D508-1AE3-5130-7DE5-F512F01E3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168"/>
                <a:ext cx="57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4280" name="Group 10">
              <a:extLst>
                <a:ext uri="{FF2B5EF4-FFF2-40B4-BE49-F238E27FC236}">
                  <a16:creationId xmlns:a16="http://schemas.microsoft.com/office/drawing/2014/main" id="{0C42598C-CA87-8450-54CB-7BA8A8C64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194"/>
              <a:ext cx="576" cy="592"/>
              <a:chOff x="3744" y="3168"/>
              <a:chExt cx="576" cy="528"/>
            </a:xfrm>
          </p:grpSpPr>
          <p:sp>
            <p:nvSpPr>
              <p:cNvPr id="54309" name="Text Box 11">
                <a:extLst>
                  <a:ext uri="{FF2B5EF4-FFF2-40B4-BE49-F238E27FC236}">
                    <a16:creationId xmlns:a16="http://schemas.microsoft.com/office/drawing/2014/main" id="{8E94D9DD-F38D-0C66-7D45-99D8D50B6C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" y="3225"/>
                <a:ext cx="518" cy="3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DMA</a:t>
                </a:r>
              </a:p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接口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4310" name="Rectangle 12">
                <a:extLst>
                  <a:ext uri="{FF2B5EF4-FFF2-40B4-BE49-F238E27FC236}">
                    <a16:creationId xmlns:a16="http://schemas.microsoft.com/office/drawing/2014/main" id="{34F6DC3D-C5F7-8E49-223D-FEFFEBD5C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168"/>
                <a:ext cx="57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4281" name="Group 13">
              <a:extLst>
                <a:ext uri="{FF2B5EF4-FFF2-40B4-BE49-F238E27FC236}">
                  <a16:creationId xmlns:a16="http://schemas.microsoft.com/office/drawing/2014/main" id="{09CB3804-1E7B-0AFA-4A62-3D9BEC668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881"/>
              <a:ext cx="576" cy="2959"/>
              <a:chOff x="720" y="1248"/>
              <a:chExt cx="576" cy="2496"/>
            </a:xfrm>
          </p:grpSpPr>
          <p:sp>
            <p:nvSpPr>
              <p:cNvPr id="54307" name="Text Box 14">
                <a:extLst>
                  <a:ext uri="{FF2B5EF4-FFF2-40B4-BE49-F238E27FC236}">
                    <a16:creationId xmlns:a16="http://schemas.microsoft.com/office/drawing/2014/main" id="{10AB76D0-C58B-D716-68BE-806B40F8C8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2" y="2352"/>
                <a:ext cx="446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</a:p>
            </p:txBody>
          </p:sp>
          <p:sp>
            <p:nvSpPr>
              <p:cNvPr id="54308" name="Rectangle 15">
                <a:extLst>
                  <a:ext uri="{FF2B5EF4-FFF2-40B4-BE49-F238E27FC236}">
                    <a16:creationId xmlns:a16="http://schemas.microsoft.com/office/drawing/2014/main" id="{7F18ECDE-734D-96D5-3608-FA62816D2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248"/>
                <a:ext cx="576" cy="24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4282" name="Text Box 16">
              <a:extLst>
                <a:ext uri="{FF2B5EF4-FFF2-40B4-BE49-F238E27FC236}">
                  <a16:creationId xmlns:a16="http://schemas.microsoft.com/office/drawing/2014/main" id="{C77FB1E0-C098-5DE5-ECD9-12399EE12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334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</a:p>
          </p:txBody>
        </p:sp>
        <p:sp>
          <p:nvSpPr>
            <p:cNvPr id="54283" name="Rectangle 17">
              <a:extLst>
                <a:ext uri="{FF2B5EF4-FFF2-40B4-BE49-F238E27FC236}">
                  <a16:creationId xmlns:a16="http://schemas.microsoft.com/office/drawing/2014/main" id="{518F9BD9-A895-7D81-45DB-CD594751E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194"/>
              <a:ext cx="576" cy="5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284" name="Freeform 18">
              <a:extLst>
                <a:ext uri="{FF2B5EF4-FFF2-40B4-BE49-F238E27FC236}">
                  <a16:creationId xmlns:a16="http://schemas.microsoft.com/office/drawing/2014/main" id="{915DA5B3-D262-0426-77E6-23070F34E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979"/>
              <a:ext cx="768" cy="215"/>
            </a:xfrm>
            <a:custGeom>
              <a:avLst/>
              <a:gdLst>
                <a:gd name="T0" fmla="*/ 0 w 672"/>
                <a:gd name="T1" fmla="*/ 0 h 192"/>
                <a:gd name="T2" fmla="*/ 1146 w 672"/>
                <a:gd name="T3" fmla="*/ 0 h 192"/>
                <a:gd name="T4" fmla="*/ 1146 w 672"/>
                <a:gd name="T5" fmla="*/ 30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92">
                  <a:moveTo>
                    <a:pt x="0" y="0"/>
                  </a:moveTo>
                  <a:lnTo>
                    <a:pt x="672" y="0"/>
                  </a:lnTo>
                  <a:lnTo>
                    <a:pt x="672" y="1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85" name="Freeform 19">
              <a:extLst>
                <a:ext uri="{FF2B5EF4-FFF2-40B4-BE49-F238E27FC236}">
                  <a16:creationId xmlns:a16="http://schemas.microsoft.com/office/drawing/2014/main" id="{CD3CF5BA-F0A9-1773-B2C3-93BD7B180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710"/>
              <a:ext cx="912" cy="484"/>
            </a:xfrm>
            <a:custGeom>
              <a:avLst/>
              <a:gdLst>
                <a:gd name="T0" fmla="*/ 0 w 768"/>
                <a:gd name="T1" fmla="*/ 0 h 336"/>
                <a:gd name="T2" fmla="*/ 1527 w 768"/>
                <a:gd name="T3" fmla="*/ 0 h 336"/>
                <a:gd name="T4" fmla="*/ 1527 w 768"/>
                <a:gd name="T5" fmla="*/ 144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stealth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86" name="Freeform 20">
              <a:extLst>
                <a:ext uri="{FF2B5EF4-FFF2-40B4-BE49-F238E27FC236}">
                  <a16:creationId xmlns:a16="http://schemas.microsoft.com/office/drawing/2014/main" id="{080EA0B4-9122-E1ED-740D-7827B10E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441"/>
              <a:ext cx="1728" cy="753"/>
            </a:xfrm>
            <a:custGeom>
              <a:avLst/>
              <a:gdLst>
                <a:gd name="T0" fmla="*/ 0 w 672"/>
                <a:gd name="T1" fmla="*/ 0 h 192"/>
                <a:gd name="T2" fmla="*/ 29379 w 672"/>
                <a:gd name="T3" fmla="*/ 0 h 192"/>
                <a:gd name="T4" fmla="*/ 29379 w 672"/>
                <a:gd name="T5" fmla="*/ 45419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92">
                  <a:moveTo>
                    <a:pt x="0" y="0"/>
                  </a:moveTo>
                  <a:lnTo>
                    <a:pt x="672" y="0"/>
                  </a:lnTo>
                  <a:lnTo>
                    <a:pt x="672" y="1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87" name="Freeform 21">
              <a:extLst>
                <a:ext uri="{FF2B5EF4-FFF2-40B4-BE49-F238E27FC236}">
                  <a16:creationId xmlns:a16="http://schemas.microsoft.com/office/drawing/2014/main" id="{8E832EF1-A7B7-2B50-FFD6-13AEDB9B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172"/>
              <a:ext cx="1872" cy="1022"/>
            </a:xfrm>
            <a:custGeom>
              <a:avLst/>
              <a:gdLst>
                <a:gd name="T0" fmla="*/ 0 w 768"/>
                <a:gd name="T1" fmla="*/ 0 h 336"/>
                <a:gd name="T2" fmla="*/ 27110 w 768"/>
                <a:gd name="T3" fmla="*/ 0 h 336"/>
                <a:gd name="T4" fmla="*/ 27110 w 768"/>
                <a:gd name="T5" fmla="*/ 28765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88" name="Text Box 22">
              <a:extLst>
                <a:ext uri="{FF2B5EF4-FFF2-40B4-BE49-F238E27FC236}">
                  <a16:creationId xmlns:a16="http://schemas.microsoft.com/office/drawing/2014/main" id="{B92C5A44-4DC9-C1CE-FEA1-B7250A6EC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2710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响应1</a:t>
              </a:r>
            </a:p>
          </p:txBody>
        </p:sp>
        <p:sp>
          <p:nvSpPr>
            <p:cNvPr id="54289" name="Text Box 23">
              <a:extLst>
                <a:ext uri="{FF2B5EF4-FFF2-40B4-BE49-F238E27FC236}">
                  <a16:creationId xmlns:a16="http://schemas.microsoft.com/office/drawing/2014/main" id="{28261671-9705-3D30-D7BE-67B694B2A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2441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请求1</a:t>
              </a:r>
            </a:p>
          </p:txBody>
        </p:sp>
        <p:sp>
          <p:nvSpPr>
            <p:cNvPr id="54290" name="Text Box 24">
              <a:extLst>
                <a:ext uri="{FF2B5EF4-FFF2-40B4-BE49-F238E27FC236}">
                  <a16:creationId xmlns:a16="http://schemas.microsoft.com/office/drawing/2014/main" id="{1E7DA4BF-55E7-AE53-77F1-5ACC8B3F1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2172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响应2</a:t>
              </a:r>
            </a:p>
          </p:txBody>
        </p:sp>
        <p:sp>
          <p:nvSpPr>
            <p:cNvPr id="54291" name="Text Box 25">
              <a:extLst>
                <a:ext uri="{FF2B5EF4-FFF2-40B4-BE49-F238E27FC236}">
                  <a16:creationId xmlns:a16="http://schemas.microsoft.com/office/drawing/2014/main" id="{A22E8A9E-CD74-D5BD-D5CC-2FCFEC4DB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1903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请求2</a:t>
              </a:r>
            </a:p>
          </p:txBody>
        </p:sp>
        <p:sp>
          <p:nvSpPr>
            <p:cNvPr id="54292" name="Freeform 26">
              <a:extLst>
                <a:ext uri="{FF2B5EF4-FFF2-40B4-BE49-F238E27FC236}">
                  <a16:creationId xmlns:a16="http://schemas.microsoft.com/office/drawing/2014/main" id="{60D16775-9782-26A7-6EBF-9F995CE6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903"/>
              <a:ext cx="2688" cy="1291"/>
            </a:xfrm>
            <a:custGeom>
              <a:avLst/>
              <a:gdLst>
                <a:gd name="T0" fmla="*/ 0 w 672"/>
                <a:gd name="T1" fmla="*/ 0 h 192"/>
                <a:gd name="T2" fmla="*/ 172032 w 672"/>
                <a:gd name="T3" fmla="*/ 0 h 192"/>
                <a:gd name="T4" fmla="*/ 172032 w 672"/>
                <a:gd name="T5" fmla="*/ 392484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92">
                  <a:moveTo>
                    <a:pt x="0" y="0"/>
                  </a:moveTo>
                  <a:lnTo>
                    <a:pt x="672" y="0"/>
                  </a:lnTo>
                  <a:lnTo>
                    <a:pt x="672" y="1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93" name="Freeform 27">
              <a:extLst>
                <a:ext uri="{FF2B5EF4-FFF2-40B4-BE49-F238E27FC236}">
                  <a16:creationId xmlns:a16="http://schemas.microsoft.com/office/drawing/2014/main" id="{9A4AF87B-F8FA-9F77-69EF-E6273C9A2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1632"/>
              <a:ext cx="2823" cy="1562"/>
            </a:xfrm>
            <a:custGeom>
              <a:avLst/>
              <a:gdLst>
                <a:gd name="T0" fmla="*/ 0 w 2823"/>
                <a:gd name="T1" fmla="*/ 0 h 1562"/>
                <a:gd name="T2" fmla="*/ 2823 w 2823"/>
                <a:gd name="T3" fmla="*/ 2 h 1562"/>
                <a:gd name="T4" fmla="*/ 2823 w 2823"/>
                <a:gd name="T5" fmla="*/ 1562 h 15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23" h="1562">
                  <a:moveTo>
                    <a:pt x="0" y="0"/>
                  </a:moveTo>
                  <a:lnTo>
                    <a:pt x="2823" y="2"/>
                  </a:lnTo>
                  <a:lnTo>
                    <a:pt x="2823" y="1562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94" name="Text Box 28">
              <a:extLst>
                <a:ext uri="{FF2B5EF4-FFF2-40B4-BE49-F238E27FC236}">
                  <a16:creationId xmlns:a16="http://schemas.microsoft.com/office/drawing/2014/main" id="{CC3675A8-41E8-5B07-0053-142C5078E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1634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响应3</a:t>
              </a:r>
            </a:p>
          </p:txBody>
        </p:sp>
        <p:sp>
          <p:nvSpPr>
            <p:cNvPr id="54295" name="Text Box 29">
              <a:extLst>
                <a:ext uri="{FF2B5EF4-FFF2-40B4-BE49-F238E27FC236}">
                  <a16:creationId xmlns:a16="http://schemas.microsoft.com/office/drawing/2014/main" id="{8A0E20B8-211D-AA7F-FF6A-C661B0261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1365"/>
              <a:ext cx="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请求3</a:t>
              </a:r>
            </a:p>
          </p:txBody>
        </p:sp>
        <p:sp>
          <p:nvSpPr>
            <p:cNvPr id="54296" name="Freeform 30">
              <a:extLst>
                <a:ext uri="{FF2B5EF4-FFF2-40B4-BE49-F238E27FC236}">
                  <a16:creationId xmlns:a16="http://schemas.microsoft.com/office/drawing/2014/main" id="{FED35E71-7B7F-B08A-9DCD-A53D64FE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365"/>
              <a:ext cx="3648" cy="1829"/>
            </a:xfrm>
            <a:custGeom>
              <a:avLst/>
              <a:gdLst>
                <a:gd name="T0" fmla="*/ 0 w 672"/>
                <a:gd name="T1" fmla="*/ 0 h 192"/>
                <a:gd name="T2" fmla="*/ 583582 w 672"/>
                <a:gd name="T3" fmla="*/ 0 h 192"/>
                <a:gd name="T4" fmla="*/ 583582 w 672"/>
                <a:gd name="T5" fmla="*/ 1581056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92">
                  <a:moveTo>
                    <a:pt x="0" y="0"/>
                  </a:moveTo>
                  <a:lnTo>
                    <a:pt x="672" y="0"/>
                  </a:lnTo>
                  <a:lnTo>
                    <a:pt x="672" y="1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97" name="Freeform 31">
              <a:extLst>
                <a:ext uri="{FF2B5EF4-FFF2-40B4-BE49-F238E27FC236}">
                  <a16:creationId xmlns:a16="http://schemas.microsoft.com/office/drawing/2014/main" id="{20B35161-AC87-8C0F-F13F-FD2300D5F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096"/>
              <a:ext cx="3984" cy="2098"/>
            </a:xfrm>
            <a:custGeom>
              <a:avLst/>
              <a:gdLst>
                <a:gd name="T0" fmla="*/ 0 w 768"/>
                <a:gd name="T1" fmla="*/ 0 h 336"/>
                <a:gd name="T2" fmla="*/ 556152 w 768"/>
                <a:gd name="T3" fmla="*/ 0 h 336"/>
                <a:gd name="T4" fmla="*/ 556152 w 768"/>
                <a:gd name="T5" fmla="*/ 510744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298" name="Text Box 32">
              <a:extLst>
                <a:ext uri="{FF2B5EF4-FFF2-40B4-BE49-F238E27FC236}">
                  <a16:creationId xmlns:a16="http://schemas.microsoft.com/office/drawing/2014/main" id="{4337CE34-B6A0-4279-0537-F5DA5C784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" y="1085"/>
              <a:ext cx="6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总线</a:t>
              </a:r>
            </a:p>
          </p:txBody>
        </p:sp>
        <p:sp>
          <p:nvSpPr>
            <p:cNvPr id="54299" name="Text Box 33">
              <a:extLst>
                <a:ext uri="{FF2B5EF4-FFF2-40B4-BE49-F238E27FC236}">
                  <a16:creationId xmlns:a16="http://schemas.microsoft.com/office/drawing/2014/main" id="{52E7D5AE-5E98-B3DD-C056-366ED6689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81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数据线</a:t>
              </a:r>
            </a:p>
          </p:txBody>
        </p:sp>
        <p:sp>
          <p:nvSpPr>
            <p:cNvPr id="54300" name="Text Box 34">
              <a:extLst>
                <a:ext uri="{FF2B5EF4-FFF2-40B4-BE49-F238E27FC236}">
                  <a16:creationId xmlns:a16="http://schemas.microsoft.com/office/drawing/2014/main" id="{E02B3FFE-45EA-7091-9D92-47E9AA6F9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094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地址线</a:t>
              </a:r>
            </a:p>
          </p:txBody>
        </p:sp>
        <p:sp>
          <p:nvSpPr>
            <p:cNvPr id="54301" name="Line 35">
              <a:extLst>
                <a:ext uri="{FF2B5EF4-FFF2-40B4-BE49-F238E27FC236}">
                  <a16:creationId xmlns:a16="http://schemas.microsoft.com/office/drawing/2014/main" id="{83BB84EB-FA10-93B0-3AA7-E9607DCE3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096"/>
              <a:ext cx="0" cy="20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302" name="Line 36">
              <a:extLst>
                <a:ext uri="{FF2B5EF4-FFF2-40B4-BE49-F238E27FC236}">
                  <a16:creationId xmlns:a16="http://schemas.microsoft.com/office/drawing/2014/main" id="{C474E4B2-5CDC-F30E-C898-0B92C199B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365"/>
              <a:ext cx="0" cy="18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303" name="Line 37">
              <a:extLst>
                <a:ext uri="{FF2B5EF4-FFF2-40B4-BE49-F238E27FC236}">
                  <a16:creationId xmlns:a16="http://schemas.microsoft.com/office/drawing/2014/main" id="{464A3C68-1108-A214-CF58-AA618264E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096"/>
              <a:ext cx="0" cy="20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304" name="Line 38">
              <a:extLst>
                <a:ext uri="{FF2B5EF4-FFF2-40B4-BE49-F238E27FC236}">
                  <a16:creationId xmlns:a16="http://schemas.microsoft.com/office/drawing/2014/main" id="{1532D4C2-144B-EE0C-B9AA-2AA696B7A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365"/>
              <a:ext cx="0" cy="18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305" name="Line 39">
              <a:extLst>
                <a:ext uri="{FF2B5EF4-FFF2-40B4-BE49-F238E27FC236}">
                  <a16:creationId xmlns:a16="http://schemas.microsoft.com/office/drawing/2014/main" id="{2CCCEB94-83B4-FD00-56A7-136EB9A04B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096"/>
              <a:ext cx="0" cy="20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306" name="Line 40">
              <a:extLst>
                <a:ext uri="{FF2B5EF4-FFF2-40B4-BE49-F238E27FC236}">
                  <a16:creationId xmlns:a16="http://schemas.microsoft.com/office/drawing/2014/main" id="{461B0A54-3C2E-B614-3771-CD42629CB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365"/>
              <a:ext cx="0" cy="18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E9255FBE-8EC5-5571-7367-3D059DD30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1000"/>
            <a:ext cx="815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3.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方式与程序中断方式的比较</a:t>
            </a:r>
          </a:p>
        </p:txBody>
      </p:sp>
      <p:sp>
        <p:nvSpPr>
          <p:cNvPr id="358403" name="Text Box 3">
            <a:extLst>
              <a:ext uri="{FF2B5EF4-FFF2-40B4-BE49-F238E27FC236}">
                <a16:creationId xmlns:a16="http://schemas.microsoft.com/office/drawing/2014/main" id="{1818D1C1-E80E-211A-D82A-34CE6C4C2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309813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数据传送</a:t>
            </a:r>
          </a:p>
        </p:txBody>
      </p:sp>
      <p:sp>
        <p:nvSpPr>
          <p:cNvPr id="358404" name="Text Box 4">
            <a:extLst>
              <a:ext uri="{FF2B5EF4-FFF2-40B4-BE49-F238E27FC236}">
                <a16:creationId xmlns:a16="http://schemas.microsoft.com/office/drawing/2014/main" id="{3E4F354C-A6B8-0A7F-26F1-91E58868C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106738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响应时间</a:t>
            </a:r>
          </a:p>
        </p:txBody>
      </p:sp>
      <p:sp>
        <p:nvSpPr>
          <p:cNvPr id="358405" name="Text Box 5">
            <a:extLst>
              <a:ext uri="{FF2B5EF4-FFF2-40B4-BE49-F238E27FC236}">
                <a16:creationId xmlns:a16="http://schemas.microsoft.com/office/drawing/2014/main" id="{138EFCC4-E24F-0D8D-1F67-16F5A5CC1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90525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(3) 处理异常情况</a:t>
            </a:r>
          </a:p>
        </p:txBody>
      </p:sp>
      <p:sp>
        <p:nvSpPr>
          <p:cNvPr id="358406" name="Text Box 6">
            <a:extLst>
              <a:ext uri="{FF2B5EF4-FFF2-40B4-BE49-F238E27FC236}">
                <a16:creationId xmlns:a16="http://schemas.microsoft.com/office/drawing/2014/main" id="{FAF9066C-1066-7F1F-63FE-F9039336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702176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(4) 中断请求</a:t>
            </a:r>
          </a:p>
        </p:txBody>
      </p:sp>
      <p:sp>
        <p:nvSpPr>
          <p:cNvPr id="358407" name="Text Box 7">
            <a:extLst>
              <a:ext uri="{FF2B5EF4-FFF2-40B4-BE49-F238E27FC236}">
                <a16:creationId xmlns:a16="http://schemas.microsoft.com/office/drawing/2014/main" id="{142454D4-F7F6-0D0D-EC7E-9A21686AF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5006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(5) 优先级</a:t>
            </a:r>
          </a:p>
        </p:txBody>
      </p:sp>
      <p:grpSp>
        <p:nvGrpSpPr>
          <p:cNvPr id="358408" name="Group 8">
            <a:extLst>
              <a:ext uri="{FF2B5EF4-FFF2-40B4-BE49-F238E27FC236}">
                <a16:creationId xmlns:a16="http://schemas.microsoft.com/office/drawing/2014/main" id="{877684D9-0FC3-7805-4358-5D6949BFB23D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547813"/>
            <a:ext cx="4656138" cy="519112"/>
            <a:chOff x="2352" y="720"/>
            <a:chExt cx="2933" cy="327"/>
          </a:xfrm>
        </p:grpSpPr>
        <p:sp>
          <p:nvSpPr>
            <p:cNvPr id="55312" name="Text Box 9">
              <a:extLst>
                <a:ext uri="{FF2B5EF4-FFF2-40B4-BE49-F238E27FC236}">
                  <a16:creationId xmlns:a16="http://schemas.microsoft.com/office/drawing/2014/main" id="{719FA97F-D040-EEAC-1968-5CF84B9FD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72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中断方式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55313" name="Text Box 10">
              <a:extLst>
                <a:ext uri="{FF2B5EF4-FFF2-40B4-BE49-F238E27FC236}">
                  <a16:creationId xmlns:a16="http://schemas.microsoft.com/office/drawing/2014/main" id="{30364222-9AB6-2830-FA85-AC6A9AC9A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720"/>
              <a:ext cx="11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DMA </a:t>
              </a:r>
              <a:r>
                <a:rPr lang="zh-CN" altLang="en-US" sz="2800">
                  <a:latin typeface="Times New Roman" panose="02020603050405020304" pitchFamily="18" charset="0"/>
                </a:rPr>
                <a:t>方式</a:t>
              </a:r>
            </a:p>
          </p:txBody>
        </p:sp>
      </p:grpSp>
      <p:sp>
        <p:nvSpPr>
          <p:cNvPr id="358411" name="Text Box 11">
            <a:extLst>
              <a:ext uri="{FF2B5EF4-FFF2-40B4-BE49-F238E27FC236}">
                <a16:creationId xmlns:a16="http://schemas.microsoft.com/office/drawing/2014/main" id="{D358AB8E-EC5A-17C6-3008-7302703EB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6" y="2309813"/>
            <a:ext cx="455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程序                      硬件</a:t>
            </a:r>
          </a:p>
        </p:txBody>
      </p:sp>
      <p:sp>
        <p:nvSpPr>
          <p:cNvPr id="358412" name="Text Box 12">
            <a:extLst>
              <a:ext uri="{FF2B5EF4-FFF2-40B4-BE49-F238E27FC236}">
                <a16:creationId xmlns:a16="http://schemas.microsoft.com/office/drawing/2014/main" id="{8E6E8A97-8953-A9B0-EF36-E707D4351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5" y="3106738"/>
            <a:ext cx="500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指令执行结束      存取周期结束</a:t>
            </a:r>
          </a:p>
        </p:txBody>
      </p:sp>
      <p:sp>
        <p:nvSpPr>
          <p:cNvPr id="358413" name="Text Box 13">
            <a:extLst>
              <a:ext uri="{FF2B5EF4-FFF2-40B4-BE49-F238E27FC236}">
                <a16:creationId xmlns:a16="http://schemas.microsoft.com/office/drawing/2014/main" id="{7A184B7F-E713-B6F9-E63B-7C399BC46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6" y="3905251"/>
            <a:ext cx="5089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能                          不能</a:t>
            </a:r>
          </a:p>
        </p:txBody>
      </p:sp>
      <p:sp>
        <p:nvSpPr>
          <p:cNvPr id="358414" name="Text Box 14">
            <a:extLst>
              <a:ext uri="{FF2B5EF4-FFF2-40B4-BE49-F238E27FC236}">
                <a16:creationId xmlns:a16="http://schemas.microsoft.com/office/drawing/2014/main" id="{72CD2FBA-9FD0-4C2C-AB28-ECAE05E55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6" y="5500688"/>
            <a:ext cx="425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低                          高</a:t>
            </a:r>
          </a:p>
        </p:txBody>
      </p:sp>
      <p:sp>
        <p:nvSpPr>
          <p:cNvPr id="358415" name="Text Box 15">
            <a:extLst>
              <a:ext uri="{FF2B5EF4-FFF2-40B4-BE49-F238E27FC236}">
                <a16:creationId xmlns:a16="http://schemas.microsoft.com/office/drawing/2014/main" id="{CE6624AB-5AB1-F013-161B-D7BD9F8E3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6" y="4702176"/>
            <a:ext cx="4784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传送数据              后处理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autoUpdateAnimBg="0"/>
      <p:bldP spid="358404" grpId="0" autoUpdateAnimBg="0"/>
      <p:bldP spid="358405" grpId="0" autoUpdateAnimBg="0"/>
      <p:bldP spid="358406" grpId="0" autoUpdateAnimBg="0"/>
      <p:bldP spid="358407" grpId="0" autoUpdateAnimBg="0"/>
      <p:bldP spid="358411" grpId="0" autoUpdateAnimBg="0"/>
      <p:bldP spid="358412" grpId="0" autoUpdateAnimBg="0"/>
      <p:bldP spid="358413" grpId="0" autoUpdateAnimBg="0"/>
      <p:bldP spid="358414" grpId="0" autoUpdateAnimBg="0"/>
      <p:bldP spid="358415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7801CECE-7804-D984-08CC-3C78CD77A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381000"/>
            <a:ext cx="4602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四、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接口的类型</a:t>
            </a:r>
          </a:p>
        </p:txBody>
      </p:sp>
      <p:sp>
        <p:nvSpPr>
          <p:cNvPr id="359427" name="Text Box 3">
            <a:extLst>
              <a:ext uri="{FF2B5EF4-FFF2-40B4-BE49-F238E27FC236}">
                <a16:creationId xmlns:a16="http://schemas.microsoft.com/office/drawing/2014/main" id="{60AAE557-FB13-64DA-01C4-9BF934C56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1133476"/>
            <a:ext cx="161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选择型</a:t>
            </a:r>
          </a:p>
        </p:txBody>
      </p:sp>
      <p:sp>
        <p:nvSpPr>
          <p:cNvPr id="359428" name="Text Box 4">
            <a:extLst>
              <a:ext uri="{FF2B5EF4-FFF2-40B4-BE49-F238E27FC236}">
                <a16:creationId xmlns:a16="http://schemas.microsoft.com/office/drawing/2014/main" id="{432E711D-B869-F766-940B-940FB2BE5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6" y="1133475"/>
            <a:ext cx="5578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物理上 </a:t>
            </a:r>
            <a:r>
              <a:rPr lang="zh-CN" altLang="en-US" sz="2800">
                <a:latin typeface="Times New Roman" panose="02020603050405020304" pitchFamily="18" charset="0"/>
              </a:rPr>
              <a:t>连接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多个 </a:t>
            </a:r>
            <a:r>
              <a:rPr lang="zh-CN" altLang="en-US" sz="2800">
                <a:latin typeface="Times New Roman" panose="02020603050405020304" pitchFamily="18" charset="0"/>
              </a:rPr>
              <a:t>设备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逻辑上 </a:t>
            </a:r>
            <a:r>
              <a:rPr lang="zh-CN" altLang="en-US" sz="2800">
                <a:latin typeface="Times New Roman" panose="02020603050405020304" pitchFamily="18" charset="0"/>
              </a:rPr>
              <a:t>只允许连接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一个 </a:t>
            </a:r>
            <a:r>
              <a:rPr lang="zh-CN" altLang="en-US" sz="2800">
                <a:latin typeface="Times New Roman" panose="02020603050405020304" pitchFamily="18" charset="0"/>
              </a:rPr>
              <a:t>设备</a:t>
            </a:r>
          </a:p>
        </p:txBody>
      </p:sp>
      <p:grpSp>
        <p:nvGrpSpPr>
          <p:cNvPr id="359468" name="Group 44">
            <a:extLst>
              <a:ext uri="{FF2B5EF4-FFF2-40B4-BE49-F238E27FC236}">
                <a16:creationId xmlns:a16="http://schemas.microsoft.com/office/drawing/2014/main" id="{B7784E31-D25A-0026-5BF8-08474BC4B3C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7315200" cy="4724400"/>
            <a:chOff x="672" y="1152"/>
            <a:chExt cx="4608" cy="2976"/>
          </a:xfrm>
        </p:grpSpPr>
        <p:sp>
          <p:nvSpPr>
            <p:cNvPr id="56328" name="Text Box 6">
              <a:extLst>
                <a:ext uri="{FF2B5EF4-FFF2-40B4-BE49-F238E27FC236}">
                  <a16:creationId xmlns:a16="http://schemas.microsoft.com/office/drawing/2014/main" id="{A72F9744-A6BA-8935-1720-8307C7539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400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设备地址寄存器</a:t>
              </a:r>
            </a:p>
          </p:txBody>
        </p:sp>
        <p:sp>
          <p:nvSpPr>
            <p:cNvPr id="56329" name="Rectangle 7">
              <a:extLst>
                <a:ext uri="{FF2B5EF4-FFF2-40B4-BE49-F238E27FC236}">
                  <a16:creationId xmlns:a16="http://schemas.microsoft.com/office/drawing/2014/main" id="{C9060D20-1C3D-3101-96EB-8B54E46A1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408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0" name="Text Box 8">
              <a:extLst>
                <a:ext uri="{FF2B5EF4-FFF2-40B4-BE49-F238E27FC236}">
                  <a16:creationId xmlns:a16="http://schemas.microsoft.com/office/drawing/2014/main" id="{5EC12A7D-4A76-7691-B58E-95ABE52B0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62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控制状态寄存器</a:t>
              </a:r>
            </a:p>
          </p:txBody>
        </p:sp>
        <p:sp>
          <p:nvSpPr>
            <p:cNvPr id="56331" name="Rectangle 9">
              <a:extLst>
                <a:ext uri="{FF2B5EF4-FFF2-40B4-BE49-F238E27FC236}">
                  <a16:creationId xmlns:a16="http://schemas.microsoft.com/office/drawing/2014/main" id="{96F309F3-DFB1-2682-063D-ACB3E6C1C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072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2" name="Text Box 10">
              <a:extLst>
                <a:ext uri="{FF2B5EF4-FFF2-40B4-BE49-F238E27FC236}">
                  <a16:creationId xmlns:a16="http://schemas.microsoft.com/office/drawing/2014/main" id="{5D4525FF-1957-4EEC-B5B3-3E3B3969F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24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数据缓冲寄存器</a:t>
              </a:r>
            </a:p>
          </p:txBody>
        </p:sp>
        <p:sp>
          <p:nvSpPr>
            <p:cNvPr id="56333" name="Rectangle 11">
              <a:extLst>
                <a:ext uri="{FF2B5EF4-FFF2-40B4-BE49-F238E27FC236}">
                  <a16:creationId xmlns:a16="http://schemas.microsoft.com/office/drawing/2014/main" id="{F42011A6-93D5-E4A5-F582-1DCD60EB4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2737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4" name="Text Box 12">
              <a:extLst>
                <a:ext uri="{FF2B5EF4-FFF2-40B4-BE49-F238E27FC236}">
                  <a16:creationId xmlns:a16="http://schemas.microsoft.com/office/drawing/2014/main" id="{5C642D75-77B1-9843-1189-FFAED00F8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391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主存地址寄存器</a:t>
              </a:r>
            </a:p>
          </p:txBody>
        </p:sp>
        <p:sp>
          <p:nvSpPr>
            <p:cNvPr id="56335" name="Rectangle 13">
              <a:extLst>
                <a:ext uri="{FF2B5EF4-FFF2-40B4-BE49-F238E27FC236}">
                  <a16:creationId xmlns:a16="http://schemas.microsoft.com/office/drawing/2014/main" id="{88B87463-60EE-415D-685A-058748617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2401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6" name="Text Box 14">
              <a:extLst>
                <a:ext uri="{FF2B5EF4-FFF2-40B4-BE49-F238E27FC236}">
                  <a16:creationId xmlns:a16="http://schemas.microsoft.com/office/drawing/2014/main" id="{26619052-24E3-9E45-9788-7DBF6E1B9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73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时序电路</a:t>
              </a:r>
            </a:p>
          </p:txBody>
        </p:sp>
        <p:sp>
          <p:nvSpPr>
            <p:cNvPr id="56337" name="Rectangle 15">
              <a:extLst>
                <a:ext uri="{FF2B5EF4-FFF2-40B4-BE49-F238E27FC236}">
                  <a16:creationId xmlns:a16="http://schemas.microsoft.com/office/drawing/2014/main" id="{9030DA08-75E8-3D35-8E58-3A2F825D7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744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8" name="Text Box 16">
              <a:extLst>
                <a:ext uri="{FF2B5EF4-FFF2-40B4-BE49-F238E27FC236}">
                  <a16:creationId xmlns:a16="http://schemas.microsoft.com/office/drawing/2014/main" id="{8C68CF68-D073-6150-5530-9700E045D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2" y="2044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字计数器</a:t>
              </a:r>
            </a:p>
          </p:txBody>
        </p:sp>
        <p:sp>
          <p:nvSpPr>
            <p:cNvPr id="56339" name="Rectangle 17">
              <a:extLst>
                <a:ext uri="{FF2B5EF4-FFF2-40B4-BE49-F238E27FC236}">
                  <a16:creationId xmlns:a16="http://schemas.microsoft.com/office/drawing/2014/main" id="{4BBC0A8E-6CDF-EA44-C319-E22B04DC9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66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0" name="Text Box 18">
              <a:extLst>
                <a:ext uri="{FF2B5EF4-FFF2-40B4-BE49-F238E27FC236}">
                  <a16:creationId xmlns:a16="http://schemas.microsoft.com/office/drawing/2014/main" id="{5B6F94A8-5E3F-9357-6734-F81966CB0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" y="1824"/>
              <a:ext cx="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DMA</a:t>
              </a:r>
              <a:r>
                <a:rPr lang="zh-CN" altLang="en-US" sz="2000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56341" name="Rectangle 19">
              <a:extLst>
                <a:ext uri="{FF2B5EF4-FFF2-40B4-BE49-F238E27FC236}">
                  <a16:creationId xmlns:a16="http://schemas.microsoft.com/office/drawing/2014/main" id="{482ACF69-E165-EF67-E712-F9214E52D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1488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2" name="Rectangle 20">
              <a:extLst>
                <a:ext uri="{FF2B5EF4-FFF2-40B4-BE49-F238E27FC236}">
                  <a16:creationId xmlns:a16="http://schemas.microsoft.com/office/drawing/2014/main" id="{C3E46DA0-3936-2E90-DA71-21C0564C3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776"/>
              <a:ext cx="384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3" name="Text Box 21">
              <a:extLst>
                <a:ext uri="{FF2B5EF4-FFF2-40B4-BE49-F238E27FC236}">
                  <a16:creationId xmlns:a16="http://schemas.microsoft.com/office/drawing/2014/main" id="{1930D577-62C0-BFBD-7190-13505D22D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6" y="2649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  <p:sp>
          <p:nvSpPr>
            <p:cNvPr id="56344" name="Rectangle 22">
              <a:extLst>
                <a:ext uri="{FF2B5EF4-FFF2-40B4-BE49-F238E27FC236}">
                  <a16:creationId xmlns:a16="http://schemas.microsoft.com/office/drawing/2014/main" id="{ECA1D4B0-4CFE-C16B-0FF4-AD40D431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776"/>
              <a:ext cx="384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5" name="Text Box 23">
              <a:extLst>
                <a:ext uri="{FF2B5EF4-FFF2-40B4-BE49-F238E27FC236}">
                  <a16:creationId xmlns:a16="http://schemas.microsoft.com/office/drawing/2014/main" id="{73E0C016-1354-9014-502F-2B718EFF5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263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</a:p>
          </p:txBody>
        </p:sp>
        <p:sp>
          <p:nvSpPr>
            <p:cNvPr id="56346" name="AutoShape 24">
              <a:extLst>
                <a:ext uri="{FF2B5EF4-FFF2-40B4-BE49-F238E27FC236}">
                  <a16:creationId xmlns:a16="http://schemas.microsoft.com/office/drawing/2014/main" id="{85012B6D-CB1B-9CE8-3743-7FDBA602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4608" cy="192"/>
            </a:xfrm>
            <a:prstGeom prst="leftRightArrow">
              <a:avLst>
                <a:gd name="adj1" fmla="val 50000"/>
                <a:gd name="adj2" fmla="val 74556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7" name="AutoShape 25">
              <a:extLst>
                <a:ext uri="{FF2B5EF4-FFF2-40B4-BE49-F238E27FC236}">
                  <a16:creationId xmlns:a16="http://schemas.microsoft.com/office/drawing/2014/main" id="{B8C0B1B5-52D0-F4CE-2AF6-D47837566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8" name="AutoShape 26">
              <a:extLst>
                <a:ext uri="{FF2B5EF4-FFF2-40B4-BE49-F238E27FC236}">
                  <a16:creationId xmlns:a16="http://schemas.microsoft.com/office/drawing/2014/main" id="{52D02E53-BD7F-EE99-8FF5-398CD6AD1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9" name="AutoShape 27">
              <a:extLst>
                <a:ext uri="{FF2B5EF4-FFF2-40B4-BE49-F238E27FC236}">
                  <a16:creationId xmlns:a16="http://schemas.microsoft.com/office/drawing/2014/main" id="{6440594A-3EB8-FBA9-7A40-AC160CAC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0" name="Text Box 28">
              <a:extLst>
                <a:ext uri="{FF2B5EF4-FFF2-40B4-BE49-F238E27FC236}">
                  <a16:creationId xmlns:a16="http://schemas.microsoft.com/office/drawing/2014/main" id="{231D5FA3-8899-368B-E897-CF35A86FE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1947"/>
              <a:ext cx="5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 1</a:t>
              </a:r>
            </a:p>
          </p:txBody>
        </p:sp>
        <p:sp>
          <p:nvSpPr>
            <p:cNvPr id="56351" name="Rectangle 29">
              <a:extLst>
                <a:ext uri="{FF2B5EF4-FFF2-40B4-BE49-F238E27FC236}">
                  <a16:creationId xmlns:a16="http://schemas.microsoft.com/office/drawing/2014/main" id="{A05F811F-4C0A-3DE5-74F9-7BC755CF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1" y="1949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2" name="Text Box 30">
              <a:extLst>
                <a:ext uri="{FF2B5EF4-FFF2-40B4-BE49-F238E27FC236}">
                  <a16:creationId xmlns:a16="http://schemas.microsoft.com/office/drawing/2014/main" id="{91EA62B6-31F4-35F8-BAF3-69462C594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2452"/>
              <a:ext cx="5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 2</a:t>
              </a:r>
            </a:p>
          </p:txBody>
        </p:sp>
        <p:sp>
          <p:nvSpPr>
            <p:cNvPr id="56353" name="Rectangle 31">
              <a:extLst>
                <a:ext uri="{FF2B5EF4-FFF2-40B4-BE49-F238E27FC236}">
                  <a16:creationId xmlns:a16="http://schemas.microsoft.com/office/drawing/2014/main" id="{059BE97B-65CB-C8A0-0465-10D4CAAC3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2458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4" name="Text Box 32">
              <a:extLst>
                <a:ext uri="{FF2B5EF4-FFF2-40B4-BE49-F238E27FC236}">
                  <a16:creationId xmlns:a16="http://schemas.microsoft.com/office/drawing/2014/main" id="{03573210-5814-9F48-9615-2EE5D2401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627"/>
              <a:ext cx="5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设备 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56355" name="Rectangle 33">
              <a:extLst>
                <a:ext uri="{FF2B5EF4-FFF2-40B4-BE49-F238E27FC236}">
                  <a16:creationId xmlns:a16="http://schemas.microsoft.com/office/drawing/2014/main" id="{FDAA91BC-4391-F9B8-72D3-C4F1D5368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3629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6" name="AutoShape 34">
              <a:extLst>
                <a:ext uri="{FF2B5EF4-FFF2-40B4-BE49-F238E27FC236}">
                  <a16:creationId xmlns:a16="http://schemas.microsoft.com/office/drawing/2014/main" id="{9F8F3B7D-F2F1-7B3F-EC22-CE90DFAED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584"/>
              <a:ext cx="144" cy="2544"/>
            </a:xfrm>
            <a:prstGeom prst="upDownArrow">
              <a:avLst>
                <a:gd name="adj1" fmla="val 50000"/>
                <a:gd name="adj2" fmla="val 1418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7" name="AutoShape 35">
              <a:extLst>
                <a:ext uri="{FF2B5EF4-FFF2-40B4-BE49-F238E27FC236}">
                  <a16:creationId xmlns:a16="http://schemas.microsoft.com/office/drawing/2014/main" id="{D2082A21-AAC6-1896-F1F0-2A9372649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96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8" name="AutoShape 36">
              <a:extLst>
                <a:ext uri="{FF2B5EF4-FFF2-40B4-BE49-F238E27FC236}">
                  <a16:creationId xmlns:a16="http://schemas.microsoft.com/office/drawing/2014/main" id="{F4F8F088-A337-00E2-A654-8FBE53CB5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96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59" name="AutoShape 37">
              <a:extLst>
                <a:ext uri="{FF2B5EF4-FFF2-40B4-BE49-F238E27FC236}">
                  <a16:creationId xmlns:a16="http://schemas.microsoft.com/office/drawing/2014/main" id="{2453F3A3-5DDF-9292-9704-AFF59B6BD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64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60" name="AutoShape 38">
              <a:extLst>
                <a:ext uri="{FF2B5EF4-FFF2-40B4-BE49-F238E27FC236}">
                  <a16:creationId xmlns:a16="http://schemas.microsoft.com/office/drawing/2014/main" id="{EFD7E297-CB0A-BD2D-A457-672A3D48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640"/>
              <a:ext cx="528" cy="192"/>
            </a:xfrm>
            <a:prstGeom prst="leftArrow">
              <a:avLst>
                <a:gd name="adj1" fmla="val 50000"/>
                <a:gd name="adj2" fmla="val 6875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61" name="Text Box 39">
              <a:extLst>
                <a:ext uri="{FF2B5EF4-FFF2-40B4-BE49-F238E27FC236}">
                  <a16:creationId xmlns:a16="http://schemas.microsoft.com/office/drawing/2014/main" id="{A2D9E178-CDCD-ABEE-1BDF-EEA9637EA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878"/>
              <a:ext cx="277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选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择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线</a:t>
              </a:r>
            </a:p>
          </p:txBody>
        </p:sp>
        <p:sp>
          <p:nvSpPr>
            <p:cNvPr id="56362" name="Text Box 40">
              <a:extLst>
                <a:ext uri="{FF2B5EF4-FFF2-40B4-BE49-F238E27FC236}">
                  <a16:creationId xmlns:a16="http://schemas.microsoft.com/office/drawing/2014/main" id="{7B556C99-0F95-1BC0-9D2F-EFB45292B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2992"/>
              <a:ext cx="310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. . .</a:t>
              </a:r>
            </a:p>
          </p:txBody>
        </p:sp>
        <p:sp>
          <p:nvSpPr>
            <p:cNvPr id="56363" name="Text Box 41">
              <a:extLst>
                <a:ext uri="{FF2B5EF4-FFF2-40B4-BE49-F238E27FC236}">
                  <a16:creationId xmlns:a16="http://schemas.microsoft.com/office/drawing/2014/main" id="{3C61A50B-543E-AF0D-792F-8E89A4AB4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15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系统总线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5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autoUpdateAnimBg="0"/>
      <p:bldP spid="359428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1262C9C8-0DB6-D7C3-4A6B-6B717ED6B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945" y="275456"/>
            <a:ext cx="20177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多路型</a:t>
            </a:r>
          </a:p>
        </p:txBody>
      </p:sp>
      <p:sp>
        <p:nvSpPr>
          <p:cNvPr id="360451" name="Text Box 3">
            <a:extLst>
              <a:ext uri="{FF2B5EF4-FFF2-40B4-BE49-F238E27FC236}">
                <a16:creationId xmlns:a16="http://schemas.microsoft.com/office/drawing/2014/main" id="{ECA0B246-DC1A-CE3B-EA20-F4DA78D92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0344" y="373881"/>
            <a:ext cx="6629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物理上 </a:t>
            </a:r>
            <a:r>
              <a:rPr lang="zh-CN" altLang="en-US" sz="2800">
                <a:latin typeface="Times New Roman" panose="02020603050405020304" pitchFamily="18" charset="0"/>
              </a:rPr>
              <a:t>连接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多个 </a:t>
            </a:r>
            <a:r>
              <a:rPr lang="zh-CN" altLang="en-US" sz="2800">
                <a:latin typeface="Times New Roman" panose="02020603050405020304" pitchFamily="18" charset="0"/>
              </a:rPr>
              <a:t>设备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逻辑上 </a:t>
            </a:r>
            <a:r>
              <a:rPr lang="zh-CN" altLang="en-US" sz="2800">
                <a:latin typeface="Times New Roman" panose="02020603050405020304" pitchFamily="18" charset="0"/>
              </a:rPr>
              <a:t>允许连接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多个 </a:t>
            </a:r>
            <a:r>
              <a:rPr lang="zh-CN" altLang="en-US" sz="2800">
                <a:latin typeface="Times New Roman" panose="02020603050405020304" pitchFamily="18" charset="0"/>
              </a:rPr>
              <a:t>设备同时工作</a:t>
            </a:r>
          </a:p>
        </p:txBody>
      </p:sp>
      <p:grpSp>
        <p:nvGrpSpPr>
          <p:cNvPr id="360499" name="Group 51">
            <a:extLst>
              <a:ext uri="{FF2B5EF4-FFF2-40B4-BE49-F238E27FC236}">
                <a16:creationId xmlns:a16="http://schemas.microsoft.com/office/drawing/2014/main" id="{7E271216-85D0-0C58-424D-1025AF608ED8}"/>
              </a:ext>
            </a:extLst>
          </p:cNvPr>
          <p:cNvGrpSpPr>
            <a:grpSpLocks/>
          </p:cNvGrpSpPr>
          <p:nvPr/>
        </p:nvGrpSpPr>
        <p:grpSpPr bwMode="auto">
          <a:xfrm>
            <a:off x="1991544" y="3933056"/>
            <a:ext cx="8382000" cy="2362200"/>
            <a:chOff x="432" y="2544"/>
            <a:chExt cx="5280" cy="1488"/>
          </a:xfrm>
        </p:grpSpPr>
        <p:grpSp>
          <p:nvGrpSpPr>
            <p:cNvPr id="57403" name="Group 52">
              <a:extLst>
                <a:ext uri="{FF2B5EF4-FFF2-40B4-BE49-F238E27FC236}">
                  <a16:creationId xmlns:a16="http://schemas.microsoft.com/office/drawing/2014/main" id="{F16C8D18-9738-F44D-AB8C-2062AA2CD3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832"/>
              <a:ext cx="4848" cy="1200"/>
              <a:chOff x="432" y="2832"/>
              <a:chExt cx="4848" cy="1200"/>
            </a:xfrm>
          </p:grpSpPr>
          <p:grpSp>
            <p:nvGrpSpPr>
              <p:cNvPr id="57405" name="Group 53">
                <a:extLst>
                  <a:ext uri="{FF2B5EF4-FFF2-40B4-BE49-F238E27FC236}">
                    <a16:creationId xmlns:a16="http://schemas.microsoft.com/office/drawing/2014/main" id="{9481F2F6-2F1D-E9D0-080D-B915B75B66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3" y="3264"/>
                <a:ext cx="438" cy="384"/>
                <a:chOff x="2783" y="3264"/>
                <a:chExt cx="438" cy="384"/>
              </a:xfrm>
            </p:grpSpPr>
            <p:sp>
              <p:nvSpPr>
                <p:cNvPr id="57434" name="Text Box 54">
                  <a:extLst>
                    <a:ext uri="{FF2B5EF4-FFF2-40B4-BE49-F238E27FC236}">
                      <a16:creationId xmlns:a16="http://schemas.microsoft.com/office/drawing/2014/main" id="{EC1B0D3F-2686-E657-13CB-453B9B253F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83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设备</a:t>
                  </a:r>
                </a:p>
              </p:txBody>
            </p:sp>
            <p:sp>
              <p:nvSpPr>
                <p:cNvPr id="57435" name="Rectangle 55">
                  <a:extLst>
                    <a:ext uri="{FF2B5EF4-FFF2-40B4-BE49-F238E27FC236}">
                      <a16:creationId xmlns:a16="http://schemas.microsoft.com/office/drawing/2014/main" id="{B4633209-F9F9-ACAA-9FBB-0EA97BD183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3264"/>
                  <a:ext cx="432" cy="38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57406" name="Group 56">
                <a:extLst>
                  <a:ext uri="{FF2B5EF4-FFF2-40B4-BE49-F238E27FC236}">
                    <a16:creationId xmlns:a16="http://schemas.microsoft.com/office/drawing/2014/main" id="{69F4EB00-4C0F-767C-792F-CC6A896E57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4" y="3264"/>
                <a:ext cx="438" cy="383"/>
                <a:chOff x="3454" y="3264"/>
                <a:chExt cx="438" cy="383"/>
              </a:xfrm>
            </p:grpSpPr>
            <p:sp>
              <p:nvSpPr>
                <p:cNvPr id="57432" name="Text Box 57">
                  <a:extLst>
                    <a:ext uri="{FF2B5EF4-FFF2-40B4-BE49-F238E27FC236}">
                      <a16:creationId xmlns:a16="http://schemas.microsoft.com/office/drawing/2014/main" id="{C303396A-1E67-3EC8-66FA-C5509E9DD5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4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设备</a:t>
                  </a:r>
                </a:p>
              </p:txBody>
            </p:sp>
            <p:sp>
              <p:nvSpPr>
                <p:cNvPr id="57433" name="Rectangle 58">
                  <a:extLst>
                    <a:ext uri="{FF2B5EF4-FFF2-40B4-BE49-F238E27FC236}">
                      <a16:creationId xmlns:a16="http://schemas.microsoft.com/office/drawing/2014/main" id="{F3C41F0A-BE1C-4DAC-C494-B1AA50A3B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3264"/>
                  <a:ext cx="432" cy="38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57407" name="Group 59">
                <a:extLst>
                  <a:ext uri="{FF2B5EF4-FFF2-40B4-BE49-F238E27FC236}">
                    <a16:creationId xmlns:a16="http://schemas.microsoft.com/office/drawing/2014/main" id="{6B5DB786-6F30-9906-2424-6ABD7D2C50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0" y="3264"/>
                <a:ext cx="438" cy="383"/>
                <a:chOff x="4280" y="3264"/>
                <a:chExt cx="438" cy="383"/>
              </a:xfrm>
            </p:grpSpPr>
            <p:sp>
              <p:nvSpPr>
                <p:cNvPr id="57430" name="Text Box 60">
                  <a:extLst>
                    <a:ext uri="{FF2B5EF4-FFF2-40B4-BE49-F238E27FC236}">
                      <a16:creationId xmlns:a16="http://schemas.microsoft.com/office/drawing/2014/main" id="{5A5DB2E2-9B2B-4992-D0A5-7194AAA7F3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0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设备</a:t>
                  </a:r>
                </a:p>
              </p:txBody>
            </p:sp>
            <p:sp>
              <p:nvSpPr>
                <p:cNvPr id="57431" name="Rectangle 61">
                  <a:extLst>
                    <a:ext uri="{FF2B5EF4-FFF2-40B4-BE49-F238E27FC236}">
                      <a16:creationId xmlns:a16="http://schemas.microsoft.com/office/drawing/2014/main" id="{F7BADC58-794D-80C4-25B4-681D942FA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2" y="3264"/>
                  <a:ext cx="432" cy="38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57408" name="Group 62">
                <a:extLst>
                  <a:ext uri="{FF2B5EF4-FFF2-40B4-BE49-F238E27FC236}">
                    <a16:creationId xmlns:a16="http://schemas.microsoft.com/office/drawing/2014/main" id="{CC07430B-2EF6-2FE0-8C76-1753CEC405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3264"/>
                <a:ext cx="624" cy="768"/>
                <a:chOff x="1824" y="3264"/>
                <a:chExt cx="624" cy="768"/>
              </a:xfrm>
            </p:grpSpPr>
            <p:sp>
              <p:nvSpPr>
                <p:cNvPr id="57428" name="Text Box 63">
                  <a:extLst>
                    <a:ext uri="{FF2B5EF4-FFF2-40B4-BE49-F238E27FC236}">
                      <a16:creationId xmlns:a16="http://schemas.microsoft.com/office/drawing/2014/main" id="{9D66F4FB-A9B0-2D2B-9F3F-23157B9B90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0" y="3397"/>
                  <a:ext cx="499" cy="4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</a:t>
                  </a:r>
                </a:p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接口</a:t>
                  </a:r>
                </a:p>
              </p:txBody>
            </p:sp>
            <p:sp>
              <p:nvSpPr>
                <p:cNvPr id="57429" name="Rectangle 64">
                  <a:extLst>
                    <a:ext uri="{FF2B5EF4-FFF2-40B4-BE49-F238E27FC236}">
                      <a16:creationId xmlns:a16="http://schemas.microsoft.com/office/drawing/2014/main" id="{74AB2302-F16E-BF02-AFA6-C3285EB087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3264"/>
                  <a:ext cx="624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57409" name="Group 65">
                <a:extLst>
                  <a:ext uri="{FF2B5EF4-FFF2-40B4-BE49-F238E27FC236}">
                    <a16:creationId xmlns:a16="http://schemas.microsoft.com/office/drawing/2014/main" id="{23665A03-B383-5667-5020-4EEE34F50F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3264"/>
                <a:ext cx="480" cy="768"/>
                <a:chOff x="1056" y="3264"/>
                <a:chExt cx="480" cy="768"/>
              </a:xfrm>
            </p:grpSpPr>
            <p:sp>
              <p:nvSpPr>
                <p:cNvPr id="57426" name="Rectangle 66">
                  <a:extLst>
                    <a:ext uri="{FF2B5EF4-FFF2-40B4-BE49-F238E27FC236}">
                      <a16:creationId xmlns:a16="http://schemas.microsoft.com/office/drawing/2014/main" id="{45AF22DA-CA4A-360E-2239-94330CB350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3264"/>
                  <a:ext cx="480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427" name="Text Box 67">
                  <a:extLst>
                    <a:ext uri="{FF2B5EF4-FFF2-40B4-BE49-F238E27FC236}">
                      <a16:creationId xmlns:a16="http://schemas.microsoft.com/office/drawing/2014/main" id="{9A3817EF-83C2-68B6-E0CB-4BB9766237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3504"/>
                  <a:ext cx="44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</p:grpSp>
          <p:grpSp>
            <p:nvGrpSpPr>
              <p:cNvPr id="57410" name="Group 68">
                <a:extLst>
                  <a:ext uri="{FF2B5EF4-FFF2-40B4-BE49-F238E27FC236}">
                    <a16:creationId xmlns:a16="http://schemas.microsoft.com/office/drawing/2014/main" id="{B0CF9229-AD0E-3ED8-A684-D6326A9EF1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3264"/>
                <a:ext cx="480" cy="768"/>
                <a:chOff x="384" y="3264"/>
                <a:chExt cx="480" cy="768"/>
              </a:xfrm>
            </p:grpSpPr>
            <p:sp>
              <p:nvSpPr>
                <p:cNvPr id="57424" name="Rectangle 69">
                  <a:extLst>
                    <a:ext uri="{FF2B5EF4-FFF2-40B4-BE49-F238E27FC236}">
                      <a16:creationId xmlns:a16="http://schemas.microsoft.com/office/drawing/2014/main" id="{9EB6E6BF-3F5C-18C7-0AED-3E150B104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3264"/>
                  <a:ext cx="480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425" name="Text Box 70">
                  <a:extLst>
                    <a:ext uri="{FF2B5EF4-FFF2-40B4-BE49-F238E27FC236}">
                      <a16:creationId xmlns:a16="http://schemas.microsoft.com/office/drawing/2014/main" id="{998996E5-3B54-3FB6-5E5F-9A024FEF88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" y="3504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主存</a:t>
                  </a:r>
                </a:p>
              </p:txBody>
            </p:sp>
          </p:grpSp>
          <p:sp>
            <p:nvSpPr>
              <p:cNvPr id="57411" name="AutoShape 71">
                <a:extLst>
                  <a:ext uri="{FF2B5EF4-FFF2-40B4-BE49-F238E27FC236}">
                    <a16:creationId xmlns:a16="http://schemas.microsoft.com/office/drawing/2014/main" id="{A1FE61C7-E768-8EBC-513B-F33C49BE4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832"/>
                <a:ext cx="4848" cy="144"/>
              </a:xfrm>
              <a:prstGeom prst="leftRightArrow">
                <a:avLst>
                  <a:gd name="adj1" fmla="val 58333"/>
                  <a:gd name="adj2" fmla="val 16131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2" name="Text Box 72">
                <a:extLst>
                  <a:ext uri="{FF2B5EF4-FFF2-40B4-BE49-F238E27FC236}">
                    <a16:creationId xmlns:a16="http://schemas.microsoft.com/office/drawing/2014/main" id="{4B38CE8E-4C2D-9F31-0419-FC5B43D5A7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" y="3296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57413" name="AutoShape 73">
                <a:extLst>
                  <a:ext uri="{FF2B5EF4-FFF2-40B4-BE49-F238E27FC236}">
                    <a16:creationId xmlns:a16="http://schemas.microsoft.com/office/drawing/2014/main" id="{633266DD-81CD-E4A5-2B84-E9A81396D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4" name="AutoShape 74">
                <a:extLst>
                  <a:ext uri="{FF2B5EF4-FFF2-40B4-BE49-F238E27FC236}">
                    <a16:creationId xmlns:a16="http://schemas.microsoft.com/office/drawing/2014/main" id="{04234501-CC51-BD57-E771-CA5BB4F82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5" name="AutoShape 75">
                <a:extLst>
                  <a:ext uri="{FF2B5EF4-FFF2-40B4-BE49-F238E27FC236}">
                    <a16:creationId xmlns:a16="http://schemas.microsoft.com/office/drawing/2014/main" id="{C9FDC976-7263-E94A-EE2A-677024A79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6" name="AutoShape 76">
                <a:extLst>
                  <a:ext uri="{FF2B5EF4-FFF2-40B4-BE49-F238E27FC236}">
                    <a16:creationId xmlns:a16="http://schemas.microsoft.com/office/drawing/2014/main" id="{5AD736AD-4D4B-97EB-6453-9846F9300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7" name="AutoShape 77">
                <a:extLst>
                  <a:ext uri="{FF2B5EF4-FFF2-40B4-BE49-F238E27FC236}">
                    <a16:creationId xmlns:a16="http://schemas.microsoft.com/office/drawing/2014/main" id="{67D2BF81-432F-F439-6B0D-0802EC88A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8" name="AutoShape 78">
                <a:extLst>
                  <a:ext uri="{FF2B5EF4-FFF2-40B4-BE49-F238E27FC236}">
                    <a16:creationId xmlns:a16="http://schemas.microsoft.com/office/drawing/2014/main" id="{1DB87756-B1F3-D4D1-D75B-A6AA355759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419" name="Line 79">
                <a:extLst>
                  <a:ext uri="{FF2B5EF4-FFF2-40B4-BE49-F238E27FC236}">
                    <a16:creationId xmlns:a16="http://schemas.microsoft.com/office/drawing/2014/main" id="{4C53EF9B-5975-2BFE-E5AB-F56054D0A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9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420" name="Line 80">
                <a:extLst>
                  <a:ext uri="{FF2B5EF4-FFF2-40B4-BE49-F238E27FC236}">
                    <a16:creationId xmlns:a16="http://schemas.microsoft.com/office/drawing/2014/main" id="{C31EB25E-3479-535E-C5F0-97152FE13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776" y="350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421" name="Freeform 81">
                <a:extLst>
                  <a:ext uri="{FF2B5EF4-FFF2-40B4-BE49-F238E27FC236}">
                    <a16:creationId xmlns:a16="http://schemas.microsoft.com/office/drawing/2014/main" id="{125DD1D5-4659-7CD3-A1C9-6C80F586C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528" cy="144"/>
              </a:xfrm>
              <a:custGeom>
                <a:avLst/>
                <a:gdLst>
                  <a:gd name="T0" fmla="*/ 0 w 432"/>
                  <a:gd name="T1" fmla="*/ 486 h 96"/>
                  <a:gd name="T2" fmla="*/ 963 w 432"/>
                  <a:gd name="T3" fmla="*/ 486 h 96"/>
                  <a:gd name="T4" fmla="*/ 963 w 432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422" name="Freeform 82">
                <a:extLst>
                  <a:ext uri="{FF2B5EF4-FFF2-40B4-BE49-F238E27FC236}">
                    <a16:creationId xmlns:a16="http://schemas.microsoft.com/office/drawing/2014/main" id="{6F1E2A80-C632-09DA-BE8B-FB61CBA4D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1200" cy="240"/>
              </a:xfrm>
              <a:custGeom>
                <a:avLst/>
                <a:gdLst>
                  <a:gd name="T0" fmla="*/ 0 w 432"/>
                  <a:gd name="T1" fmla="*/ 3750 h 96"/>
                  <a:gd name="T2" fmla="*/ 25717 w 432"/>
                  <a:gd name="T3" fmla="*/ 3750 h 96"/>
                  <a:gd name="T4" fmla="*/ 25717 w 432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423" name="Freeform 83">
                <a:extLst>
                  <a:ext uri="{FF2B5EF4-FFF2-40B4-BE49-F238E27FC236}">
                    <a16:creationId xmlns:a16="http://schemas.microsoft.com/office/drawing/2014/main" id="{D4596E0D-6D4F-A585-8CCD-272D4CFC4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2064" cy="336"/>
              </a:xfrm>
              <a:custGeom>
                <a:avLst/>
                <a:gdLst>
                  <a:gd name="T0" fmla="*/ 0 w 432"/>
                  <a:gd name="T1" fmla="*/ 14406 h 96"/>
                  <a:gd name="T2" fmla="*/ 225100 w 432"/>
                  <a:gd name="T3" fmla="*/ 14406 h 96"/>
                  <a:gd name="T4" fmla="*/ 225100 w 432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57404" name="Text Box 84">
              <a:extLst>
                <a:ext uri="{FF2B5EF4-FFF2-40B4-BE49-F238E27FC236}">
                  <a16:creationId xmlns:a16="http://schemas.microsoft.com/office/drawing/2014/main" id="{9CC9E510-9F43-BC91-49D4-B42E237DC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544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独立请求式</a:t>
              </a:r>
            </a:p>
          </p:txBody>
        </p:sp>
      </p:grpSp>
      <p:grpSp>
        <p:nvGrpSpPr>
          <p:cNvPr id="360543" name="Group 95">
            <a:extLst>
              <a:ext uri="{FF2B5EF4-FFF2-40B4-BE49-F238E27FC236}">
                <a16:creationId xmlns:a16="http://schemas.microsoft.com/office/drawing/2014/main" id="{27ABACF4-4FEC-AFC2-9E50-6E4689DC992D}"/>
              </a:ext>
            </a:extLst>
          </p:cNvPr>
          <p:cNvGrpSpPr>
            <a:grpSpLocks/>
          </p:cNvGrpSpPr>
          <p:nvPr/>
        </p:nvGrpSpPr>
        <p:grpSpPr bwMode="auto">
          <a:xfrm>
            <a:off x="1991544" y="1418456"/>
            <a:ext cx="7696200" cy="2425700"/>
            <a:chOff x="432" y="960"/>
            <a:chExt cx="4848" cy="1528"/>
          </a:xfrm>
        </p:grpSpPr>
        <p:grpSp>
          <p:nvGrpSpPr>
            <p:cNvPr id="57352" name="Group 94">
              <a:extLst>
                <a:ext uri="{FF2B5EF4-FFF2-40B4-BE49-F238E27FC236}">
                  <a16:creationId xmlns:a16="http://schemas.microsoft.com/office/drawing/2014/main" id="{6461C55D-298A-BEB9-77A2-8940DF25B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960"/>
              <a:ext cx="4848" cy="1528"/>
              <a:chOff x="432" y="960"/>
              <a:chExt cx="4848" cy="1528"/>
            </a:xfrm>
          </p:grpSpPr>
          <p:grpSp>
            <p:nvGrpSpPr>
              <p:cNvPr id="57354" name="Group 93">
                <a:extLst>
                  <a:ext uri="{FF2B5EF4-FFF2-40B4-BE49-F238E27FC236}">
                    <a16:creationId xmlns:a16="http://schemas.microsoft.com/office/drawing/2014/main" id="{F8891750-C491-BE24-81FC-C244D45E58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960"/>
                <a:ext cx="4848" cy="1528"/>
                <a:chOff x="432" y="960"/>
                <a:chExt cx="4848" cy="1528"/>
              </a:xfrm>
            </p:grpSpPr>
            <p:grpSp>
              <p:nvGrpSpPr>
                <p:cNvPr id="57356" name="Group 92">
                  <a:extLst>
                    <a:ext uri="{FF2B5EF4-FFF2-40B4-BE49-F238E27FC236}">
                      <a16:creationId xmlns:a16="http://schemas.microsoft.com/office/drawing/2014/main" id="{5594FB97-AEB4-70D1-87E1-D1D9C66F91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960"/>
                  <a:ext cx="4848" cy="1488"/>
                  <a:chOff x="432" y="960"/>
                  <a:chExt cx="4848" cy="1488"/>
                </a:xfrm>
              </p:grpSpPr>
              <p:grpSp>
                <p:nvGrpSpPr>
                  <p:cNvPr id="57358" name="Group 91">
                    <a:extLst>
                      <a:ext uri="{FF2B5EF4-FFF2-40B4-BE49-F238E27FC236}">
                        <a16:creationId xmlns:a16="http://schemas.microsoft.com/office/drawing/2014/main" id="{822C46C0-E569-EB50-5D43-46434B609F4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2" y="1248"/>
                    <a:ext cx="4848" cy="1200"/>
                    <a:chOff x="432" y="1248"/>
                    <a:chExt cx="4848" cy="1200"/>
                  </a:xfrm>
                </p:grpSpPr>
                <p:grpSp>
                  <p:nvGrpSpPr>
                    <p:cNvPr id="57360" name="Group 7">
                      <a:extLst>
                        <a:ext uri="{FF2B5EF4-FFF2-40B4-BE49-F238E27FC236}">
                          <a16:creationId xmlns:a16="http://schemas.microsoft.com/office/drawing/2014/main" id="{7D3909DE-917A-CDB8-7947-0A12E38DD6B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23" y="1680"/>
                      <a:ext cx="438" cy="480"/>
                      <a:chOff x="2783" y="1680"/>
                      <a:chExt cx="438" cy="480"/>
                    </a:xfrm>
                  </p:grpSpPr>
                  <p:sp>
                    <p:nvSpPr>
                      <p:cNvPr id="57401" name="Text Box 8">
                        <a:extLst>
                          <a:ext uri="{FF2B5EF4-FFF2-40B4-BE49-F238E27FC236}">
                            <a16:creationId xmlns:a16="http://schemas.microsoft.com/office/drawing/2014/main" id="{56DD819A-F0E4-B4A6-3103-5F2AB7121E97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783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zh-CN" altLang="en-US" sz="2000">
                            <a:latin typeface="Times New Roman" panose="02020603050405020304" pitchFamily="18" charset="0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57402" name="Rectangle 9">
                        <a:extLst>
                          <a:ext uri="{FF2B5EF4-FFF2-40B4-BE49-F238E27FC236}">
                            <a16:creationId xmlns:a16="http://schemas.microsoft.com/office/drawing/2014/main" id="{3D8BB404-023B-08FD-CEF1-4372F3983F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84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57361" name="Group 10">
                      <a:extLst>
                        <a:ext uri="{FF2B5EF4-FFF2-40B4-BE49-F238E27FC236}">
                          <a16:creationId xmlns:a16="http://schemas.microsoft.com/office/drawing/2014/main" id="{4AEDD4E0-67E0-B865-833C-9B1F1F742A7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4" y="1680"/>
                      <a:ext cx="438" cy="480"/>
                      <a:chOff x="3454" y="1680"/>
                      <a:chExt cx="438" cy="480"/>
                    </a:xfrm>
                  </p:grpSpPr>
                  <p:sp>
                    <p:nvSpPr>
                      <p:cNvPr id="57399" name="Text Box 11">
                        <a:extLst>
                          <a:ext uri="{FF2B5EF4-FFF2-40B4-BE49-F238E27FC236}">
                            <a16:creationId xmlns:a16="http://schemas.microsoft.com/office/drawing/2014/main" id="{B89A5E2C-CC33-3A78-9047-9EC8DF12E0A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454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zh-CN" altLang="en-US" sz="2000">
                            <a:latin typeface="Times New Roman" panose="02020603050405020304" pitchFamily="18" charset="0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57400" name="Rectangle 12">
                        <a:extLst>
                          <a:ext uri="{FF2B5EF4-FFF2-40B4-BE49-F238E27FC236}">
                            <a16:creationId xmlns:a16="http://schemas.microsoft.com/office/drawing/2014/main" id="{4B415692-C945-21C6-DC57-ACDA17EF42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57362" name="Group 13">
                      <a:extLst>
                        <a:ext uri="{FF2B5EF4-FFF2-40B4-BE49-F238E27FC236}">
                          <a16:creationId xmlns:a16="http://schemas.microsoft.com/office/drawing/2014/main" id="{5CF918A0-3A3B-C1A0-9F5A-69CE7D924E6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20" y="1680"/>
                      <a:ext cx="438" cy="480"/>
                      <a:chOff x="4280" y="1680"/>
                      <a:chExt cx="438" cy="480"/>
                    </a:xfrm>
                  </p:grpSpPr>
                  <p:sp>
                    <p:nvSpPr>
                      <p:cNvPr id="57397" name="Text Box 14">
                        <a:extLst>
                          <a:ext uri="{FF2B5EF4-FFF2-40B4-BE49-F238E27FC236}">
                            <a16:creationId xmlns:a16="http://schemas.microsoft.com/office/drawing/2014/main" id="{ED39159E-A747-8882-CF19-F73E0947D3D2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280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zh-CN" altLang="en-US" sz="2000">
                            <a:latin typeface="Times New Roman" panose="02020603050405020304" pitchFamily="18" charset="0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57398" name="Rectangle 15">
                        <a:extLst>
                          <a:ext uri="{FF2B5EF4-FFF2-40B4-BE49-F238E27FC236}">
                            <a16:creationId xmlns:a16="http://schemas.microsoft.com/office/drawing/2014/main" id="{9ED65E35-A161-C277-3560-F210DEDC4E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282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57363" name="Group 16">
                      <a:extLst>
                        <a:ext uri="{FF2B5EF4-FFF2-40B4-BE49-F238E27FC236}">
                          <a16:creationId xmlns:a16="http://schemas.microsoft.com/office/drawing/2014/main" id="{902CBDB4-C781-32DD-9053-7241C5467CD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64" y="1680"/>
                      <a:ext cx="624" cy="768"/>
                      <a:chOff x="1824" y="1680"/>
                      <a:chExt cx="624" cy="768"/>
                    </a:xfrm>
                  </p:grpSpPr>
                  <p:sp>
                    <p:nvSpPr>
                      <p:cNvPr id="57395" name="Text Box 17">
                        <a:extLst>
                          <a:ext uri="{FF2B5EF4-FFF2-40B4-BE49-F238E27FC236}">
                            <a16:creationId xmlns:a16="http://schemas.microsoft.com/office/drawing/2014/main" id="{9D0A09E7-2C2F-8ECD-4370-A65E7DAD66A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910" y="1824"/>
                        <a:ext cx="499" cy="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en-US" altLang="zh-CN" sz="2000">
                            <a:latin typeface="Times New Roman" panose="02020603050405020304" pitchFamily="18" charset="0"/>
                          </a:rPr>
                          <a:t>DMA</a:t>
                        </a:r>
                      </a:p>
                      <a:p>
                        <a:pPr eaLnBrk="1" hangingPunct="1"/>
                        <a:r>
                          <a:rPr lang="zh-CN" altLang="en-US" sz="2000">
                            <a:latin typeface="Times New Roman" panose="02020603050405020304" pitchFamily="18" charset="0"/>
                          </a:rPr>
                          <a:t> 接口</a:t>
                        </a:r>
                      </a:p>
                    </p:txBody>
                  </p:sp>
                  <p:sp>
                    <p:nvSpPr>
                      <p:cNvPr id="57396" name="Rectangle 18">
                        <a:extLst>
                          <a:ext uri="{FF2B5EF4-FFF2-40B4-BE49-F238E27FC236}">
                            <a16:creationId xmlns:a16="http://schemas.microsoft.com/office/drawing/2014/main" id="{53FBF7D2-D230-2D41-48FC-4AD9F69DF6F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1680"/>
                        <a:ext cx="624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57364" name="Group 19">
                      <a:extLst>
                        <a:ext uri="{FF2B5EF4-FFF2-40B4-BE49-F238E27FC236}">
                          <a16:creationId xmlns:a16="http://schemas.microsoft.com/office/drawing/2014/main" id="{2E71222B-6604-B56E-E9AE-C901AC44BC3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96" y="1680"/>
                      <a:ext cx="480" cy="768"/>
                      <a:chOff x="1056" y="1680"/>
                      <a:chExt cx="480" cy="768"/>
                    </a:xfrm>
                  </p:grpSpPr>
                  <p:sp>
                    <p:nvSpPr>
                      <p:cNvPr id="57393" name="Rectangle 20">
                        <a:extLst>
                          <a:ext uri="{FF2B5EF4-FFF2-40B4-BE49-F238E27FC236}">
                            <a16:creationId xmlns:a16="http://schemas.microsoft.com/office/drawing/2014/main" id="{FD7636C0-4260-B34B-BAFE-2C0BF5A1C04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56" y="1680"/>
                        <a:ext cx="480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57394" name="Text Box 21">
                        <a:extLst>
                          <a:ext uri="{FF2B5EF4-FFF2-40B4-BE49-F238E27FC236}">
                            <a16:creationId xmlns:a16="http://schemas.microsoft.com/office/drawing/2014/main" id="{47FE7291-2F09-DD58-90A1-8D2879FF660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056" y="1920"/>
                        <a:ext cx="44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en-US" altLang="zh-CN" sz="2000">
                            <a:latin typeface="Times New Roman" panose="02020603050405020304" pitchFamily="18" charset="0"/>
                          </a:rPr>
                          <a:t>CPU</a:t>
                        </a:r>
                      </a:p>
                    </p:txBody>
                  </p:sp>
                </p:grpSp>
                <p:grpSp>
                  <p:nvGrpSpPr>
                    <p:cNvPr id="57365" name="Group 22">
                      <a:extLst>
                        <a:ext uri="{FF2B5EF4-FFF2-40B4-BE49-F238E27FC236}">
                          <a16:creationId xmlns:a16="http://schemas.microsoft.com/office/drawing/2014/main" id="{CDF7294F-A262-4F38-2877-C4B5D86970C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4" y="1680"/>
                      <a:ext cx="480" cy="768"/>
                      <a:chOff x="384" y="1680"/>
                      <a:chExt cx="480" cy="768"/>
                    </a:xfrm>
                  </p:grpSpPr>
                  <p:sp>
                    <p:nvSpPr>
                      <p:cNvPr id="57391" name="Rectangle 23">
                        <a:extLst>
                          <a:ext uri="{FF2B5EF4-FFF2-40B4-BE49-F238E27FC236}">
                            <a16:creationId xmlns:a16="http://schemas.microsoft.com/office/drawing/2014/main" id="{AD46216F-C3E2-E465-8427-D8EDA31884F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4" y="1680"/>
                        <a:ext cx="480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57392" name="Text Box 24">
                        <a:extLst>
                          <a:ext uri="{FF2B5EF4-FFF2-40B4-BE49-F238E27FC236}">
                            <a16:creationId xmlns:a16="http://schemas.microsoft.com/office/drawing/2014/main" id="{17C0B1C6-72A9-DDA2-56DF-F539CCD4B82A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9" y="1910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等线" panose="02010600030101010101" pitchFamily="2" charset="-122"/>
                            <a:ea typeface="等线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r>
                          <a:rPr lang="zh-CN" altLang="en-US" sz="2000">
                            <a:latin typeface="Times New Roman" panose="02020603050405020304" pitchFamily="18" charset="0"/>
                          </a:rPr>
                          <a:t>主存</a:t>
                        </a:r>
                      </a:p>
                    </p:txBody>
                  </p:sp>
                </p:grpSp>
                <p:sp>
                  <p:nvSpPr>
                    <p:cNvPr id="57366" name="AutoShape 25">
                      <a:extLst>
                        <a:ext uri="{FF2B5EF4-FFF2-40B4-BE49-F238E27FC236}">
                          <a16:creationId xmlns:a16="http://schemas.microsoft.com/office/drawing/2014/main" id="{38288A6F-60F7-2A44-C917-94666B00B6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" y="1248"/>
                      <a:ext cx="4848" cy="144"/>
                    </a:xfrm>
                    <a:prstGeom prst="leftRightArrow">
                      <a:avLst>
                        <a:gd name="adj1" fmla="val 58333"/>
                        <a:gd name="adj2" fmla="val 161319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67" name="Text Box 26">
                      <a:extLst>
                        <a:ext uri="{FF2B5EF4-FFF2-40B4-BE49-F238E27FC236}">
                          <a16:creationId xmlns:a16="http://schemas.microsoft.com/office/drawing/2014/main" id="{AF2566C2-D2AB-D8D8-2D2C-71E11B2720D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96" y="1763"/>
                      <a:ext cx="2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…</a:t>
                      </a:r>
                    </a:p>
                  </p:txBody>
                </p:sp>
                <p:sp>
                  <p:nvSpPr>
                    <p:cNvPr id="57368" name="AutoShape 27">
                      <a:extLst>
                        <a:ext uri="{FF2B5EF4-FFF2-40B4-BE49-F238E27FC236}">
                          <a16:creationId xmlns:a16="http://schemas.microsoft.com/office/drawing/2014/main" id="{1EC1761F-12B8-AFE2-F76C-5562ED284F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69" name="AutoShape 28">
                      <a:extLst>
                        <a:ext uri="{FF2B5EF4-FFF2-40B4-BE49-F238E27FC236}">
                          <a16:creationId xmlns:a16="http://schemas.microsoft.com/office/drawing/2014/main" id="{60DFF890-0F3A-29B5-8D44-9FF05EF7E99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88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70" name="AutoShape 29">
                      <a:extLst>
                        <a:ext uri="{FF2B5EF4-FFF2-40B4-BE49-F238E27FC236}">
                          <a16:creationId xmlns:a16="http://schemas.microsoft.com/office/drawing/2014/main" id="{E5730142-1AC3-84C8-8D08-DA81717715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71" name="AutoShape 30">
                      <a:extLst>
                        <a:ext uri="{FF2B5EF4-FFF2-40B4-BE49-F238E27FC236}">
                          <a16:creationId xmlns:a16="http://schemas.microsoft.com/office/drawing/2014/main" id="{A85B55CC-04EA-B23F-478E-C30F5E549D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68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72" name="AutoShape 31">
                      <a:extLst>
                        <a:ext uri="{FF2B5EF4-FFF2-40B4-BE49-F238E27FC236}">
                          <a16:creationId xmlns:a16="http://schemas.microsoft.com/office/drawing/2014/main" id="{BA73BBE8-0F65-AF3F-A043-86996FA39F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40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73" name="AutoShape 32">
                      <a:extLst>
                        <a:ext uri="{FF2B5EF4-FFF2-40B4-BE49-F238E27FC236}">
                          <a16:creationId xmlns:a16="http://schemas.microsoft.com/office/drawing/2014/main" id="{6369D1EA-1426-72C3-D9B6-2F50FEAA27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6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57374" name="Line 33">
                      <a:extLst>
                        <a:ext uri="{FF2B5EF4-FFF2-40B4-BE49-F238E27FC236}">
                          <a16:creationId xmlns:a16="http://schemas.microsoft.com/office/drawing/2014/main" id="{0639AD91-3727-A0BD-7110-48E48B2CD5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76" y="2112"/>
                      <a:ext cx="2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75" name="Line 34">
                      <a:extLst>
                        <a:ext uri="{FF2B5EF4-FFF2-40B4-BE49-F238E27FC236}">
                          <a16:creationId xmlns:a16="http://schemas.microsoft.com/office/drawing/2014/main" id="{ED1A5393-2DA2-F8CC-4608-1EC8CF56A2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1776" y="1920"/>
                      <a:ext cx="2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76" name="Freeform 35">
                      <a:extLst>
                        <a:ext uri="{FF2B5EF4-FFF2-40B4-BE49-F238E27FC236}">
                          <a16:creationId xmlns:a16="http://schemas.microsoft.com/office/drawing/2014/main" id="{93A07A2F-BD7E-3B02-7E60-A22DA79C592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88" y="2160"/>
                      <a:ext cx="432" cy="144"/>
                    </a:xfrm>
                    <a:custGeom>
                      <a:avLst/>
                      <a:gdLst>
                        <a:gd name="T0" fmla="*/ 0 w 432"/>
                        <a:gd name="T1" fmla="*/ 486 h 96"/>
                        <a:gd name="T2" fmla="*/ 432 w 432"/>
                        <a:gd name="T3" fmla="*/ 486 h 96"/>
                        <a:gd name="T4" fmla="*/ 432 w 432"/>
                        <a:gd name="T5" fmla="*/ 0 h 9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" h="96">
                          <a:moveTo>
                            <a:pt x="0" y="96"/>
                          </a:moveTo>
                          <a:lnTo>
                            <a:pt x="432" y="96"/>
                          </a:lnTo>
                          <a:lnTo>
                            <a:pt x="432" y="0"/>
                          </a:lnTo>
                        </a:path>
                      </a:pathLst>
                    </a:custGeom>
                    <a:noFill/>
                    <a:ln w="28575" cmpd="sng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77" name="Freeform 36">
                      <a:extLst>
                        <a:ext uri="{FF2B5EF4-FFF2-40B4-BE49-F238E27FC236}">
                          <a16:creationId xmlns:a16="http://schemas.microsoft.com/office/drawing/2014/main" id="{91C78545-2BA8-8087-95A3-759E44DC15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16" y="2160"/>
                      <a:ext cx="576" cy="144"/>
                    </a:xfrm>
                    <a:custGeom>
                      <a:avLst/>
                      <a:gdLst>
                        <a:gd name="T0" fmla="*/ 0 w 576"/>
                        <a:gd name="T1" fmla="*/ 0 h 144"/>
                        <a:gd name="T2" fmla="*/ 0 w 576"/>
                        <a:gd name="T3" fmla="*/ 144 h 144"/>
                        <a:gd name="T4" fmla="*/ 576 w 576"/>
                        <a:gd name="T5" fmla="*/ 144 h 144"/>
                        <a:gd name="T6" fmla="*/ 576 w 576"/>
                        <a:gd name="T7" fmla="*/ 0 h 14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576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576" y="144"/>
                          </a:lnTo>
                          <a:lnTo>
                            <a:pt x="576" y="0"/>
                          </a:lnTo>
                        </a:path>
                      </a:pathLst>
                    </a:custGeom>
                    <a:noFill/>
                    <a:ln w="28575" cmpd="sng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78" name="Freeform 37">
                      <a:extLst>
                        <a:ext uri="{FF2B5EF4-FFF2-40B4-BE49-F238E27FC236}">
                          <a16:creationId xmlns:a16="http://schemas.microsoft.com/office/drawing/2014/main" id="{13EF1DAC-E124-BA10-59C2-F563DFDCA8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88" y="2160"/>
                      <a:ext cx="240" cy="144"/>
                    </a:xfrm>
                    <a:custGeom>
                      <a:avLst/>
                      <a:gdLst>
                        <a:gd name="T0" fmla="*/ 0 w 240"/>
                        <a:gd name="T1" fmla="*/ 0 h 144"/>
                        <a:gd name="T2" fmla="*/ 0 w 240"/>
                        <a:gd name="T3" fmla="*/ 144 h 144"/>
                        <a:gd name="T4" fmla="*/ 240 w 240"/>
                        <a:gd name="T5" fmla="*/ 144 h 14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40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240" y="144"/>
                          </a:lnTo>
                        </a:path>
                      </a:pathLst>
                    </a:custGeom>
                    <a:noFill/>
                    <a:ln w="28575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79" name="Line 38">
                      <a:extLst>
                        <a:ext uri="{FF2B5EF4-FFF2-40B4-BE49-F238E27FC236}">
                          <a16:creationId xmlns:a16="http://schemas.microsoft.com/office/drawing/2014/main" id="{655DAA51-56B4-2447-A2AA-07C90898A5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4" y="2304"/>
                      <a:ext cx="336" cy="0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0" name="Line 39">
                      <a:extLst>
                        <a:ext uri="{FF2B5EF4-FFF2-40B4-BE49-F238E27FC236}">
                          <a16:creationId xmlns:a16="http://schemas.microsoft.com/office/drawing/2014/main" id="{EB987248-49F3-4624-2643-FD245ED4D4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08" y="216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1" name="Freeform 40">
                      <a:extLst>
                        <a:ext uri="{FF2B5EF4-FFF2-40B4-BE49-F238E27FC236}">
                          <a16:creationId xmlns:a16="http://schemas.microsoft.com/office/drawing/2014/main" id="{D5998BD4-CD1D-096F-BDA5-1DA57BC3396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04" y="2160"/>
                      <a:ext cx="240" cy="144"/>
                    </a:xfrm>
                    <a:custGeom>
                      <a:avLst/>
                      <a:gdLst>
                        <a:gd name="T0" fmla="*/ 0 w 240"/>
                        <a:gd name="T1" fmla="*/ 0 h 144"/>
                        <a:gd name="T2" fmla="*/ 0 w 240"/>
                        <a:gd name="T3" fmla="*/ 144 h 144"/>
                        <a:gd name="T4" fmla="*/ 240 w 240"/>
                        <a:gd name="T5" fmla="*/ 144 h 14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40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240" y="144"/>
                          </a:lnTo>
                        </a:path>
                      </a:pathLst>
                    </a:custGeom>
                    <a:noFill/>
                    <a:ln w="28575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2" name="Line 41">
                      <a:extLst>
                        <a:ext uri="{FF2B5EF4-FFF2-40B4-BE49-F238E27FC236}">
                          <a16:creationId xmlns:a16="http://schemas.microsoft.com/office/drawing/2014/main" id="{0E405BE8-E813-C904-0B26-E453B6F459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688" y="2400"/>
                      <a:ext cx="14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3" name="Line 42">
                      <a:extLst>
                        <a:ext uri="{FF2B5EF4-FFF2-40B4-BE49-F238E27FC236}">
                          <a16:creationId xmlns:a16="http://schemas.microsoft.com/office/drawing/2014/main" id="{A8847B6D-545B-1CDA-AFE0-625DE75003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76" y="2400"/>
                      <a:ext cx="336" cy="0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4" name="Line 43">
                      <a:extLst>
                        <a:ext uri="{FF2B5EF4-FFF2-40B4-BE49-F238E27FC236}">
                          <a16:creationId xmlns:a16="http://schemas.microsoft.com/office/drawing/2014/main" id="{D1F38AF5-6CE0-4691-E1E6-E3A0A351E57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67" y="2400"/>
                      <a:ext cx="549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5" name="Line 44">
                      <a:extLst>
                        <a:ext uri="{FF2B5EF4-FFF2-40B4-BE49-F238E27FC236}">
                          <a16:creationId xmlns:a16="http://schemas.microsoft.com/office/drawing/2014/main" id="{F50E6062-6E78-90D9-083D-45B8BE6AF4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6" name="Line 45">
                      <a:extLst>
                        <a:ext uri="{FF2B5EF4-FFF2-40B4-BE49-F238E27FC236}">
                          <a16:creationId xmlns:a16="http://schemas.microsoft.com/office/drawing/2014/main" id="{1C6A57C9-0D0B-77E9-6973-D8F90EA055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32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7" name="Line 46">
                      <a:extLst>
                        <a:ext uri="{FF2B5EF4-FFF2-40B4-BE49-F238E27FC236}">
                          <a16:creationId xmlns:a16="http://schemas.microsoft.com/office/drawing/2014/main" id="{9D2DCCC4-C891-8BA3-70A2-641DC77D4C3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96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8" name="Freeform 47">
                      <a:extLst>
                        <a:ext uri="{FF2B5EF4-FFF2-40B4-BE49-F238E27FC236}">
                          <a16:creationId xmlns:a16="http://schemas.microsoft.com/office/drawing/2014/main" id="{4D62682B-0F64-ABC6-C0A6-E2DE9C6672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20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89" name="Freeform 48">
                      <a:extLst>
                        <a:ext uri="{FF2B5EF4-FFF2-40B4-BE49-F238E27FC236}">
                          <a16:creationId xmlns:a16="http://schemas.microsoft.com/office/drawing/2014/main" id="{4BB10A66-C6DF-E2B9-7B66-62DA9DB282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92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390" name="Freeform 49">
                      <a:extLst>
                        <a:ext uri="{FF2B5EF4-FFF2-40B4-BE49-F238E27FC236}">
                          <a16:creationId xmlns:a16="http://schemas.microsoft.com/office/drawing/2014/main" id="{D2A9B4F7-E183-C3B5-529D-BA2EF8F055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08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7359" name="Text Box 50">
                    <a:extLst>
                      <a:ext uri="{FF2B5EF4-FFF2-40B4-BE49-F238E27FC236}">
                        <a16:creationId xmlns:a16="http://schemas.microsoft.com/office/drawing/2014/main" id="{FEA2F108-3D2A-7023-774E-CDD6D78E51B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2" y="960"/>
                    <a:ext cx="76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2400">
                        <a:latin typeface="Times New Roman" panose="02020603050405020304" pitchFamily="18" charset="0"/>
                      </a:rPr>
                      <a:t>链式</a:t>
                    </a:r>
                  </a:p>
                </p:txBody>
              </p:sp>
            </p:grpSp>
            <p:sp>
              <p:nvSpPr>
                <p:cNvPr id="57357" name="Text Box 87">
                  <a:extLst>
                    <a:ext uri="{FF2B5EF4-FFF2-40B4-BE49-F238E27FC236}">
                      <a16:creationId xmlns:a16="http://schemas.microsoft.com/office/drawing/2014/main" id="{0E6FC871-C822-EDCE-22E5-5571701ED4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6" y="2238"/>
                  <a:ext cx="86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folHlink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/>
                </a:p>
              </p:txBody>
            </p:sp>
          </p:grpSp>
          <p:sp>
            <p:nvSpPr>
              <p:cNvPr id="57355" name="Line 88">
                <a:extLst>
                  <a:ext uri="{FF2B5EF4-FFF2-40B4-BE49-F238E27FC236}">
                    <a16:creationId xmlns:a16="http://schemas.microsoft.com/office/drawing/2014/main" id="{F4B10BE6-4198-7A30-6668-B263763BF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8" y="229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7353" name="Text Box 86">
              <a:extLst>
                <a:ext uri="{FF2B5EF4-FFF2-40B4-BE49-F238E27FC236}">
                  <a16:creationId xmlns:a16="http://schemas.microsoft.com/office/drawing/2014/main" id="{66CB37C9-59D7-E5E4-3998-B5C593BDA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2131"/>
              <a:ext cx="8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…</a:t>
              </a:r>
              <a:endParaRPr lang="en-US" altLang="zh-CN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6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6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07E1EF65-9400-D955-AC3E-0DFF43F4F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349250"/>
            <a:ext cx="6550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3. 多路型 </a:t>
            </a:r>
            <a:r>
              <a:rPr lang="en-US" altLang="zh-CN" sz="3600">
                <a:latin typeface="Times New Roman" panose="02020603050405020304" pitchFamily="18" charset="0"/>
              </a:rPr>
              <a:t>DMA </a:t>
            </a:r>
            <a:r>
              <a:rPr lang="zh-CN" altLang="en-US" sz="3600">
                <a:latin typeface="Times New Roman" panose="02020603050405020304" pitchFamily="18" charset="0"/>
              </a:rPr>
              <a:t>接口的工作原理</a:t>
            </a:r>
          </a:p>
        </p:txBody>
      </p:sp>
      <p:grpSp>
        <p:nvGrpSpPr>
          <p:cNvPr id="361475" name="Group 3">
            <a:extLst>
              <a:ext uri="{FF2B5EF4-FFF2-40B4-BE49-F238E27FC236}">
                <a16:creationId xmlns:a16="http://schemas.microsoft.com/office/drawing/2014/main" id="{B83B98CF-7562-4119-9F62-1F3B1D952787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322889"/>
            <a:ext cx="1892300" cy="409575"/>
            <a:chOff x="1479" y="3353"/>
            <a:chExt cx="1192" cy="258"/>
          </a:xfrm>
        </p:grpSpPr>
        <p:sp>
          <p:nvSpPr>
            <p:cNvPr id="58456" name="Freeform 4">
              <a:extLst>
                <a:ext uri="{FF2B5EF4-FFF2-40B4-BE49-F238E27FC236}">
                  <a16:creationId xmlns:a16="http://schemas.microsoft.com/office/drawing/2014/main" id="{C4519849-CD19-DCF0-F333-E10CE7079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3353"/>
              <a:ext cx="1173" cy="211"/>
            </a:xfrm>
            <a:custGeom>
              <a:avLst/>
              <a:gdLst>
                <a:gd name="T0" fmla="*/ 0 w 1173"/>
                <a:gd name="T1" fmla="*/ 205 h 211"/>
                <a:gd name="T2" fmla="*/ 927 w 1173"/>
                <a:gd name="T3" fmla="*/ 202 h 211"/>
                <a:gd name="T4" fmla="*/ 927 w 1173"/>
                <a:gd name="T5" fmla="*/ 1 h 211"/>
                <a:gd name="T6" fmla="*/ 1173 w 1173"/>
                <a:gd name="T7" fmla="*/ 0 h 211"/>
                <a:gd name="T8" fmla="*/ 1170 w 1173"/>
                <a:gd name="T9" fmla="*/ 211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3" h="211">
                  <a:moveTo>
                    <a:pt x="0" y="205"/>
                  </a:moveTo>
                  <a:lnTo>
                    <a:pt x="927" y="202"/>
                  </a:lnTo>
                  <a:lnTo>
                    <a:pt x="927" y="1"/>
                  </a:lnTo>
                  <a:lnTo>
                    <a:pt x="1173" y="0"/>
                  </a:lnTo>
                  <a:cubicBezTo>
                    <a:pt x="1172" y="65"/>
                    <a:pt x="1170" y="169"/>
                    <a:pt x="1170" y="211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7" name="Text Box 5">
              <a:extLst>
                <a:ext uri="{FF2B5EF4-FFF2-40B4-BE49-F238E27FC236}">
                  <a16:creationId xmlns:a16="http://schemas.microsoft.com/office/drawing/2014/main" id="{2C599E6E-6C75-6A2C-D593-C0BA1CB32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5" y="3361"/>
              <a:ext cx="3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 T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361478" name="Group 6">
            <a:extLst>
              <a:ext uri="{FF2B5EF4-FFF2-40B4-BE49-F238E27FC236}">
                <a16:creationId xmlns:a16="http://schemas.microsoft.com/office/drawing/2014/main" id="{C67C2543-E3E7-6A58-E915-DE7878FBC51E}"/>
              </a:ext>
            </a:extLst>
          </p:cNvPr>
          <p:cNvGrpSpPr>
            <a:grpSpLocks/>
          </p:cNvGrpSpPr>
          <p:nvPr/>
        </p:nvGrpSpPr>
        <p:grpSpPr bwMode="auto">
          <a:xfrm>
            <a:off x="5729289" y="5319714"/>
            <a:ext cx="1855787" cy="396875"/>
            <a:chOff x="2649" y="3351"/>
            <a:chExt cx="1169" cy="250"/>
          </a:xfrm>
        </p:grpSpPr>
        <p:sp>
          <p:nvSpPr>
            <p:cNvPr id="58454" name="Freeform 7">
              <a:extLst>
                <a:ext uri="{FF2B5EF4-FFF2-40B4-BE49-F238E27FC236}">
                  <a16:creationId xmlns:a16="http://schemas.microsoft.com/office/drawing/2014/main" id="{1ABAA2F9-76F7-7B7D-CACB-EEB8D5DDC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3351"/>
              <a:ext cx="1155" cy="209"/>
            </a:xfrm>
            <a:custGeom>
              <a:avLst/>
              <a:gdLst>
                <a:gd name="T0" fmla="*/ 0 w 1155"/>
                <a:gd name="T1" fmla="*/ 204 h 209"/>
                <a:gd name="T2" fmla="*/ 900 w 1155"/>
                <a:gd name="T3" fmla="*/ 204 h 209"/>
                <a:gd name="T4" fmla="*/ 906 w 1155"/>
                <a:gd name="T5" fmla="*/ 198 h 209"/>
                <a:gd name="T6" fmla="*/ 906 w 1155"/>
                <a:gd name="T7" fmla="*/ 0 h 209"/>
                <a:gd name="T8" fmla="*/ 1155 w 1155"/>
                <a:gd name="T9" fmla="*/ 0 h 209"/>
                <a:gd name="T10" fmla="*/ 1154 w 1155"/>
                <a:gd name="T11" fmla="*/ 209 h 2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55" h="209">
                  <a:moveTo>
                    <a:pt x="0" y="204"/>
                  </a:moveTo>
                  <a:lnTo>
                    <a:pt x="900" y="204"/>
                  </a:lnTo>
                  <a:lnTo>
                    <a:pt x="906" y="198"/>
                  </a:lnTo>
                  <a:lnTo>
                    <a:pt x="906" y="0"/>
                  </a:lnTo>
                  <a:lnTo>
                    <a:pt x="1155" y="0"/>
                  </a:lnTo>
                  <a:cubicBezTo>
                    <a:pt x="1155" y="0"/>
                    <a:pt x="1154" y="166"/>
                    <a:pt x="1154" y="209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5" name="Text Box 8">
              <a:extLst>
                <a:ext uri="{FF2B5EF4-FFF2-40B4-BE49-F238E27FC236}">
                  <a16:creationId xmlns:a16="http://schemas.microsoft.com/office/drawing/2014/main" id="{05F0CAC1-0A67-3380-1780-7AEEE3BE4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51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361481" name="Group 9">
            <a:extLst>
              <a:ext uri="{FF2B5EF4-FFF2-40B4-BE49-F238E27FC236}">
                <a16:creationId xmlns:a16="http://schemas.microsoft.com/office/drawing/2014/main" id="{EE3448D1-FA2D-B818-4665-9E0CF74F8131}"/>
              </a:ext>
            </a:extLst>
          </p:cNvPr>
          <p:cNvGrpSpPr>
            <a:grpSpLocks/>
          </p:cNvGrpSpPr>
          <p:nvPr/>
        </p:nvGrpSpPr>
        <p:grpSpPr bwMode="auto">
          <a:xfrm>
            <a:off x="7548564" y="5327651"/>
            <a:ext cx="2357437" cy="404813"/>
            <a:chOff x="3795" y="3356"/>
            <a:chExt cx="1485" cy="255"/>
          </a:xfrm>
        </p:grpSpPr>
        <p:sp>
          <p:nvSpPr>
            <p:cNvPr id="58451" name="Freeform 10">
              <a:extLst>
                <a:ext uri="{FF2B5EF4-FFF2-40B4-BE49-F238E27FC236}">
                  <a16:creationId xmlns:a16="http://schemas.microsoft.com/office/drawing/2014/main" id="{CC4B5EAD-7204-C1A8-9C40-A301CDAA1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3356"/>
              <a:ext cx="1154" cy="204"/>
            </a:xfrm>
            <a:custGeom>
              <a:avLst/>
              <a:gdLst>
                <a:gd name="T0" fmla="*/ 0 w 1154"/>
                <a:gd name="T1" fmla="*/ 199 h 204"/>
                <a:gd name="T2" fmla="*/ 915 w 1154"/>
                <a:gd name="T3" fmla="*/ 198 h 204"/>
                <a:gd name="T4" fmla="*/ 915 w 1154"/>
                <a:gd name="T5" fmla="*/ 1 h 204"/>
                <a:gd name="T6" fmla="*/ 1152 w 1154"/>
                <a:gd name="T7" fmla="*/ 0 h 204"/>
                <a:gd name="T8" fmla="*/ 1154 w 1154"/>
                <a:gd name="T9" fmla="*/ 204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4" h="204">
                  <a:moveTo>
                    <a:pt x="0" y="199"/>
                  </a:moveTo>
                  <a:lnTo>
                    <a:pt x="915" y="198"/>
                  </a:lnTo>
                  <a:lnTo>
                    <a:pt x="915" y="1"/>
                  </a:lnTo>
                  <a:lnTo>
                    <a:pt x="1152" y="0"/>
                  </a:lnTo>
                  <a:cubicBezTo>
                    <a:pt x="1151" y="65"/>
                    <a:pt x="1154" y="162"/>
                    <a:pt x="1154" y="20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2" name="Freeform 11">
              <a:extLst>
                <a:ext uri="{FF2B5EF4-FFF2-40B4-BE49-F238E27FC236}">
                  <a16:creationId xmlns:a16="http://schemas.microsoft.com/office/drawing/2014/main" id="{9E9361E2-ED3B-56B8-6A07-3214CDCDA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3554"/>
              <a:ext cx="339" cy="1"/>
            </a:xfrm>
            <a:custGeom>
              <a:avLst/>
              <a:gdLst>
                <a:gd name="T0" fmla="*/ 0 w 339"/>
                <a:gd name="T1" fmla="*/ 1 h 1"/>
                <a:gd name="T2" fmla="*/ 339 w 33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9" h="1">
                  <a:moveTo>
                    <a:pt x="0" y="1"/>
                  </a:moveTo>
                  <a:lnTo>
                    <a:pt x="33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3" name="Text Box 12">
              <a:extLst>
                <a:ext uri="{FF2B5EF4-FFF2-40B4-BE49-F238E27FC236}">
                  <a16:creationId xmlns:a16="http://schemas.microsoft.com/office/drawing/2014/main" id="{298E263E-5807-8321-CF85-CD7180EF5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9" y="3361"/>
              <a:ext cx="3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 T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361485" name="Group 13">
            <a:extLst>
              <a:ext uri="{FF2B5EF4-FFF2-40B4-BE49-F238E27FC236}">
                <a16:creationId xmlns:a16="http://schemas.microsoft.com/office/drawing/2014/main" id="{7A5FFB0E-E24D-5850-144B-B72FD3476747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5319714"/>
            <a:ext cx="2403475" cy="701675"/>
            <a:chOff x="0" y="3351"/>
            <a:chExt cx="1514" cy="442"/>
          </a:xfrm>
        </p:grpSpPr>
        <p:grpSp>
          <p:nvGrpSpPr>
            <p:cNvPr id="58447" name="Group 14">
              <a:extLst>
                <a:ext uri="{FF2B5EF4-FFF2-40B4-BE49-F238E27FC236}">
                  <a16:creationId xmlns:a16="http://schemas.microsoft.com/office/drawing/2014/main" id="{880AE322-242C-15DC-5455-FE6E6B341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" y="3351"/>
              <a:ext cx="992" cy="250"/>
              <a:chOff x="522" y="3351"/>
              <a:chExt cx="992" cy="250"/>
            </a:xfrm>
          </p:grpSpPr>
          <p:sp>
            <p:nvSpPr>
              <p:cNvPr id="58449" name="Freeform 15">
                <a:extLst>
                  <a:ext uri="{FF2B5EF4-FFF2-40B4-BE49-F238E27FC236}">
                    <a16:creationId xmlns:a16="http://schemas.microsoft.com/office/drawing/2014/main" id="{D34904EB-22D2-E384-0AFD-DEC4E207D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" y="3354"/>
                <a:ext cx="964" cy="204"/>
              </a:xfrm>
              <a:custGeom>
                <a:avLst/>
                <a:gdLst>
                  <a:gd name="T0" fmla="*/ 0 w 964"/>
                  <a:gd name="T1" fmla="*/ 201 h 204"/>
                  <a:gd name="T2" fmla="*/ 729 w 964"/>
                  <a:gd name="T3" fmla="*/ 201 h 204"/>
                  <a:gd name="T4" fmla="*/ 732 w 964"/>
                  <a:gd name="T5" fmla="*/ 0 h 204"/>
                  <a:gd name="T6" fmla="*/ 963 w 964"/>
                  <a:gd name="T7" fmla="*/ 0 h 204"/>
                  <a:gd name="T8" fmla="*/ 963 w 964"/>
                  <a:gd name="T9" fmla="*/ 204 h 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4" h="204">
                    <a:moveTo>
                      <a:pt x="0" y="201"/>
                    </a:moveTo>
                    <a:lnTo>
                      <a:pt x="729" y="201"/>
                    </a:lnTo>
                    <a:lnTo>
                      <a:pt x="732" y="0"/>
                    </a:lnTo>
                    <a:lnTo>
                      <a:pt x="963" y="0"/>
                    </a:lnTo>
                    <a:cubicBezTo>
                      <a:pt x="962" y="65"/>
                      <a:pt x="964" y="162"/>
                      <a:pt x="963" y="204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450" name="Text Box 16">
                <a:extLst>
                  <a:ext uri="{FF2B5EF4-FFF2-40B4-BE49-F238E27FC236}">
                    <a16:creationId xmlns:a16="http://schemas.microsoft.com/office/drawing/2014/main" id="{2188A089-B3FD-E59A-C415-4A1210828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351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58448" name="Text Box 17">
              <a:extLst>
                <a:ext uri="{FF2B5EF4-FFF2-40B4-BE49-F238E27FC236}">
                  <a16:creationId xmlns:a16="http://schemas.microsoft.com/office/drawing/2014/main" id="{2275DED3-C75C-6274-C233-F74F3BA0C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351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为磁盘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服务</a:t>
              </a:r>
            </a:p>
          </p:txBody>
        </p:sp>
      </p:grpSp>
      <p:grpSp>
        <p:nvGrpSpPr>
          <p:cNvPr id="361490" name="Group 18">
            <a:extLst>
              <a:ext uri="{FF2B5EF4-FFF2-40B4-BE49-F238E27FC236}">
                <a16:creationId xmlns:a16="http://schemas.microsoft.com/office/drawing/2014/main" id="{BF06FFEF-E844-73F0-33E1-33F6DFF2DCE2}"/>
              </a:ext>
            </a:extLst>
          </p:cNvPr>
          <p:cNvGrpSpPr>
            <a:grpSpLocks/>
          </p:cNvGrpSpPr>
          <p:nvPr/>
        </p:nvGrpSpPr>
        <p:grpSpPr bwMode="auto">
          <a:xfrm>
            <a:off x="4257676" y="6096001"/>
            <a:ext cx="2417763" cy="396875"/>
            <a:chOff x="1722" y="3840"/>
            <a:chExt cx="1523" cy="250"/>
          </a:xfrm>
        </p:grpSpPr>
        <p:sp>
          <p:nvSpPr>
            <p:cNvPr id="58445" name="Freeform 19">
              <a:extLst>
                <a:ext uri="{FF2B5EF4-FFF2-40B4-BE49-F238E27FC236}">
                  <a16:creationId xmlns:a16="http://schemas.microsoft.com/office/drawing/2014/main" id="{C2993D87-88ED-C2FC-AFAF-8DC7FC0F7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3850"/>
              <a:ext cx="1494" cy="194"/>
            </a:xfrm>
            <a:custGeom>
              <a:avLst/>
              <a:gdLst>
                <a:gd name="T0" fmla="*/ 0 w 1494"/>
                <a:gd name="T1" fmla="*/ 194 h 194"/>
                <a:gd name="T2" fmla="*/ 1251 w 1494"/>
                <a:gd name="T3" fmla="*/ 194 h 194"/>
                <a:gd name="T4" fmla="*/ 1254 w 1494"/>
                <a:gd name="T5" fmla="*/ 0 h 194"/>
                <a:gd name="T6" fmla="*/ 1494 w 1494"/>
                <a:gd name="T7" fmla="*/ 0 h 194"/>
                <a:gd name="T8" fmla="*/ 1494 w 1494"/>
                <a:gd name="T9" fmla="*/ 194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4" h="194">
                  <a:moveTo>
                    <a:pt x="0" y="194"/>
                  </a:moveTo>
                  <a:lnTo>
                    <a:pt x="1251" y="194"/>
                  </a:lnTo>
                  <a:lnTo>
                    <a:pt x="1254" y="0"/>
                  </a:lnTo>
                  <a:lnTo>
                    <a:pt x="1494" y="0"/>
                  </a:lnTo>
                  <a:cubicBezTo>
                    <a:pt x="1493" y="65"/>
                    <a:pt x="1494" y="154"/>
                    <a:pt x="1494" y="19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6" name="Text Box 20">
              <a:extLst>
                <a:ext uri="{FF2B5EF4-FFF2-40B4-BE49-F238E27FC236}">
                  <a16:creationId xmlns:a16="http://schemas.microsoft.com/office/drawing/2014/main" id="{5EA96ECB-8388-5CD0-9124-9DDA749D7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" y="3840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361493" name="Group 21">
            <a:extLst>
              <a:ext uri="{FF2B5EF4-FFF2-40B4-BE49-F238E27FC236}">
                <a16:creationId xmlns:a16="http://schemas.microsoft.com/office/drawing/2014/main" id="{7718DEC7-F21C-4501-3DF2-33DE27D2365C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6096001"/>
            <a:ext cx="3352800" cy="396875"/>
            <a:chOff x="3216" y="3840"/>
            <a:chExt cx="2112" cy="250"/>
          </a:xfrm>
        </p:grpSpPr>
        <p:grpSp>
          <p:nvGrpSpPr>
            <p:cNvPr id="58441" name="Group 22">
              <a:extLst>
                <a:ext uri="{FF2B5EF4-FFF2-40B4-BE49-F238E27FC236}">
                  <a16:creationId xmlns:a16="http://schemas.microsoft.com/office/drawing/2014/main" id="{1A851662-A1ED-3146-F8F8-65E6CCEB50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840"/>
              <a:ext cx="1994" cy="250"/>
              <a:chOff x="3216" y="3840"/>
              <a:chExt cx="1994" cy="250"/>
            </a:xfrm>
          </p:grpSpPr>
          <p:sp>
            <p:nvSpPr>
              <p:cNvPr id="58443" name="Freeform 23">
                <a:extLst>
                  <a:ext uri="{FF2B5EF4-FFF2-40B4-BE49-F238E27FC236}">
                    <a16:creationId xmlns:a16="http://schemas.microsoft.com/office/drawing/2014/main" id="{4BEE1DFB-2B6F-BAD8-BCD8-DE459400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850"/>
                <a:ext cx="1968" cy="200"/>
              </a:xfrm>
              <a:custGeom>
                <a:avLst/>
                <a:gdLst>
                  <a:gd name="T0" fmla="*/ 0 w 1968"/>
                  <a:gd name="T1" fmla="*/ 197 h 200"/>
                  <a:gd name="T2" fmla="*/ 1728 w 1968"/>
                  <a:gd name="T3" fmla="*/ 197 h 200"/>
                  <a:gd name="T4" fmla="*/ 1728 w 1968"/>
                  <a:gd name="T5" fmla="*/ 0 h 200"/>
                  <a:gd name="T6" fmla="*/ 1968 w 1968"/>
                  <a:gd name="T7" fmla="*/ 0 h 200"/>
                  <a:gd name="T8" fmla="*/ 1968 w 1968"/>
                  <a:gd name="T9" fmla="*/ 200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68" h="200">
                    <a:moveTo>
                      <a:pt x="0" y="197"/>
                    </a:moveTo>
                    <a:lnTo>
                      <a:pt x="1728" y="197"/>
                    </a:lnTo>
                    <a:lnTo>
                      <a:pt x="1728" y="0"/>
                    </a:lnTo>
                    <a:lnTo>
                      <a:pt x="1968" y="0"/>
                    </a:lnTo>
                    <a:cubicBezTo>
                      <a:pt x="1967" y="65"/>
                      <a:pt x="1968" y="158"/>
                      <a:pt x="1968" y="20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444" name="Text Box 24">
                <a:extLst>
                  <a:ext uri="{FF2B5EF4-FFF2-40B4-BE49-F238E27FC236}">
                    <a16:creationId xmlns:a16="http://schemas.microsoft.com/office/drawing/2014/main" id="{10EAE689-445F-ED42-C11C-CFE90943B9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84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sp>
          <p:nvSpPr>
            <p:cNvPr id="58442" name="Line 25">
              <a:extLst>
                <a:ext uri="{FF2B5EF4-FFF2-40B4-BE49-F238E27FC236}">
                  <a16:creationId xmlns:a16="http://schemas.microsoft.com/office/drawing/2014/main" id="{EB4F7863-28BA-CB1E-C8CA-51F14CDA4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4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61498" name="Group 26">
            <a:extLst>
              <a:ext uri="{FF2B5EF4-FFF2-40B4-BE49-F238E27FC236}">
                <a16:creationId xmlns:a16="http://schemas.microsoft.com/office/drawing/2014/main" id="{8E3F05BB-BB2C-E6AD-5A14-E9E60054ED66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6080125"/>
            <a:ext cx="2784475" cy="717550"/>
            <a:chOff x="0" y="3830"/>
            <a:chExt cx="1754" cy="452"/>
          </a:xfrm>
        </p:grpSpPr>
        <p:grpSp>
          <p:nvGrpSpPr>
            <p:cNvPr id="58437" name="Group 27">
              <a:extLst>
                <a:ext uri="{FF2B5EF4-FFF2-40B4-BE49-F238E27FC236}">
                  <a16:creationId xmlns:a16="http://schemas.microsoft.com/office/drawing/2014/main" id="{044EBFA6-14DD-D1DF-F5A4-85566E1E0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3830"/>
              <a:ext cx="1226" cy="250"/>
              <a:chOff x="528" y="3830"/>
              <a:chExt cx="1226" cy="250"/>
            </a:xfrm>
          </p:grpSpPr>
          <p:sp>
            <p:nvSpPr>
              <p:cNvPr id="58439" name="Freeform 28">
                <a:extLst>
                  <a:ext uri="{FF2B5EF4-FFF2-40B4-BE49-F238E27FC236}">
                    <a16:creationId xmlns:a16="http://schemas.microsoft.com/office/drawing/2014/main" id="{9F3F5AF3-B799-F5A6-1B95-A73A045C7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3846"/>
                <a:ext cx="1194" cy="201"/>
              </a:xfrm>
              <a:custGeom>
                <a:avLst/>
                <a:gdLst>
                  <a:gd name="T0" fmla="*/ 0 w 1194"/>
                  <a:gd name="T1" fmla="*/ 193 h 201"/>
                  <a:gd name="T2" fmla="*/ 954 w 1194"/>
                  <a:gd name="T3" fmla="*/ 192 h 201"/>
                  <a:gd name="T4" fmla="*/ 954 w 1194"/>
                  <a:gd name="T5" fmla="*/ 0 h 201"/>
                  <a:gd name="T6" fmla="*/ 1194 w 1194"/>
                  <a:gd name="T7" fmla="*/ 0 h 201"/>
                  <a:gd name="T8" fmla="*/ 1194 w 1194"/>
                  <a:gd name="T9" fmla="*/ 201 h 2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94" h="201">
                    <a:moveTo>
                      <a:pt x="0" y="193"/>
                    </a:moveTo>
                    <a:lnTo>
                      <a:pt x="954" y="192"/>
                    </a:lnTo>
                    <a:lnTo>
                      <a:pt x="954" y="0"/>
                    </a:lnTo>
                    <a:lnTo>
                      <a:pt x="1194" y="0"/>
                    </a:lnTo>
                    <a:cubicBezTo>
                      <a:pt x="1193" y="65"/>
                      <a:pt x="1194" y="159"/>
                      <a:pt x="1194" y="201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440" name="Text Box 29">
                <a:extLst>
                  <a:ext uri="{FF2B5EF4-FFF2-40B4-BE49-F238E27FC236}">
                    <a16:creationId xmlns:a16="http://schemas.microsoft.com/office/drawing/2014/main" id="{E40ACD24-C083-CEEC-E4B5-7F9A3659C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83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58438" name="Text Box 30">
              <a:extLst>
                <a:ext uri="{FF2B5EF4-FFF2-40B4-BE49-F238E27FC236}">
                  <a16:creationId xmlns:a16="http://schemas.microsoft.com/office/drawing/2014/main" id="{5B832303-AA62-D7FB-EA42-006B3853D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40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为磁带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服务</a:t>
              </a:r>
            </a:p>
          </p:txBody>
        </p:sp>
      </p:grpSp>
      <p:grpSp>
        <p:nvGrpSpPr>
          <p:cNvPr id="361503" name="Group 31">
            <a:extLst>
              <a:ext uri="{FF2B5EF4-FFF2-40B4-BE49-F238E27FC236}">
                <a16:creationId xmlns:a16="http://schemas.microsoft.com/office/drawing/2014/main" id="{F95BF39D-0994-B75F-F52C-5D6BD0D2B4B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233864"/>
            <a:ext cx="8382000" cy="981075"/>
            <a:chOff x="0" y="2667"/>
            <a:chExt cx="5280" cy="618"/>
          </a:xfrm>
        </p:grpSpPr>
        <p:sp>
          <p:nvSpPr>
            <p:cNvPr id="58427" name="Text Box 32">
              <a:extLst>
                <a:ext uri="{FF2B5EF4-FFF2-40B4-BE49-F238E27FC236}">
                  <a16:creationId xmlns:a16="http://schemas.microsoft.com/office/drawing/2014/main" id="{BC6F6058-270F-E56A-D0E5-CBBEB1EC8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43"/>
              <a:ext cx="59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为打印</a:t>
              </a:r>
            </a:p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机服务</a:t>
              </a:r>
            </a:p>
          </p:txBody>
        </p:sp>
        <p:grpSp>
          <p:nvGrpSpPr>
            <p:cNvPr id="58428" name="Group 33">
              <a:extLst>
                <a:ext uri="{FF2B5EF4-FFF2-40B4-BE49-F238E27FC236}">
                  <a16:creationId xmlns:a16="http://schemas.microsoft.com/office/drawing/2014/main" id="{5DA9A09B-7CC2-4D8A-42A2-3F94299F2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667"/>
              <a:ext cx="4752" cy="464"/>
              <a:chOff x="528" y="2667"/>
              <a:chExt cx="4752" cy="464"/>
            </a:xfrm>
          </p:grpSpPr>
          <p:sp>
            <p:nvSpPr>
              <p:cNvPr id="58429" name="Freeform 34">
                <a:extLst>
                  <a:ext uri="{FF2B5EF4-FFF2-40B4-BE49-F238E27FC236}">
                    <a16:creationId xmlns:a16="http://schemas.microsoft.com/office/drawing/2014/main" id="{0D870537-ED88-B35B-AECE-C4A851AE0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2891"/>
                <a:ext cx="4752" cy="192"/>
              </a:xfrm>
              <a:custGeom>
                <a:avLst/>
                <a:gdLst>
                  <a:gd name="T0" fmla="*/ 0 w 4752"/>
                  <a:gd name="T1" fmla="*/ 192 h 192"/>
                  <a:gd name="T2" fmla="*/ 432 w 4752"/>
                  <a:gd name="T3" fmla="*/ 192 h 192"/>
                  <a:gd name="T4" fmla="*/ 432 w 4752"/>
                  <a:gd name="T5" fmla="*/ 0 h 192"/>
                  <a:gd name="T6" fmla="*/ 672 w 4752"/>
                  <a:gd name="T7" fmla="*/ 0 h 192"/>
                  <a:gd name="T8" fmla="*/ 672 w 4752"/>
                  <a:gd name="T9" fmla="*/ 192 h 192"/>
                  <a:gd name="T10" fmla="*/ 4752 w 4752"/>
                  <a:gd name="T11" fmla="*/ 192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52" h="192">
                    <a:moveTo>
                      <a:pt x="0" y="192"/>
                    </a:moveTo>
                    <a:lnTo>
                      <a:pt x="432" y="192"/>
                    </a:lnTo>
                    <a:lnTo>
                      <a:pt x="432" y="0"/>
                    </a:lnTo>
                    <a:lnTo>
                      <a:pt x="672" y="0"/>
                    </a:lnTo>
                    <a:lnTo>
                      <a:pt x="672" y="192"/>
                    </a:lnTo>
                    <a:lnTo>
                      <a:pt x="4752" y="19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430" name="Text Box 35">
                <a:extLst>
                  <a:ext uri="{FF2B5EF4-FFF2-40B4-BE49-F238E27FC236}">
                    <a16:creationId xmlns:a16="http://schemas.microsoft.com/office/drawing/2014/main" id="{962B66AE-4FED-5324-57E4-120FB549F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3" y="2881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8431" name="Line 36">
                <a:extLst>
                  <a:ext uri="{FF2B5EF4-FFF2-40B4-BE49-F238E27FC236}">
                    <a16:creationId xmlns:a16="http://schemas.microsoft.com/office/drawing/2014/main" id="{8210465A-831D-753D-CAFD-0DC47C119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75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432" name="Line 37">
                <a:extLst>
                  <a:ext uri="{FF2B5EF4-FFF2-40B4-BE49-F238E27FC236}">
                    <a16:creationId xmlns:a16="http://schemas.microsoft.com/office/drawing/2014/main" id="{3D04A259-1183-32C3-8CC8-F0638A3B2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75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433" name="Line 38">
                <a:extLst>
                  <a:ext uri="{FF2B5EF4-FFF2-40B4-BE49-F238E27FC236}">
                    <a16:creationId xmlns:a16="http://schemas.microsoft.com/office/drawing/2014/main" id="{683101B0-8F4F-99D8-76DF-3587C0AC3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0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434" name="Line 39">
                <a:extLst>
                  <a:ext uri="{FF2B5EF4-FFF2-40B4-BE49-F238E27FC236}">
                    <a16:creationId xmlns:a16="http://schemas.microsoft.com/office/drawing/2014/main" id="{A4AAD43B-876B-C482-9634-D3D103B03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805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435" name="Line 40">
                <a:extLst>
                  <a:ext uri="{FF2B5EF4-FFF2-40B4-BE49-F238E27FC236}">
                    <a16:creationId xmlns:a16="http://schemas.microsoft.com/office/drawing/2014/main" id="{5FD1A68F-718F-64DD-EECA-12D76826E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200" y="2805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436" name="Text Box 41">
                <a:extLst>
                  <a:ext uri="{FF2B5EF4-FFF2-40B4-BE49-F238E27FC236}">
                    <a16:creationId xmlns:a16="http://schemas.microsoft.com/office/drawing/2014/main" id="{0291AEE9-21A5-BC79-71FE-420700CF1C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667"/>
                <a:ext cx="44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2000">
                    <a:sym typeface="Symbol" panose="05050102010706020507" pitchFamily="18" charset="2"/>
                  </a:rPr>
                  <a:t></a:t>
                </a:r>
                <a:r>
                  <a:rPr lang="en-US" altLang="zh-CN" sz="2000"/>
                  <a:t>s</a:t>
                </a:r>
                <a:r>
                  <a:rPr lang="en-US" altLang="zh-CN"/>
                  <a:t> </a:t>
                </a:r>
              </a:p>
            </p:txBody>
          </p:sp>
        </p:grpSp>
      </p:grpSp>
      <p:sp>
        <p:nvSpPr>
          <p:cNvPr id="361514" name="Line 42">
            <a:extLst>
              <a:ext uri="{FF2B5EF4-FFF2-40B4-BE49-F238E27FC236}">
                <a16:creationId xmlns:a16="http://schemas.microsoft.com/office/drawing/2014/main" id="{0EE608D5-F8E9-2AD1-0EEC-BFC09943A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124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15" name="Line 43">
            <a:extLst>
              <a:ext uri="{FF2B5EF4-FFF2-40B4-BE49-F238E27FC236}">
                <a16:creationId xmlns:a16="http://schemas.microsoft.com/office/drawing/2014/main" id="{5404BE76-78BD-212A-C6B2-C1E444907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209800"/>
            <a:ext cx="0" cy="449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16" name="Line 44">
            <a:extLst>
              <a:ext uri="{FF2B5EF4-FFF2-40B4-BE49-F238E27FC236}">
                <a16:creationId xmlns:a16="http://schemas.microsoft.com/office/drawing/2014/main" id="{71735F88-4F67-5B43-0B8B-DD83DE1F9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33600"/>
            <a:ext cx="0" cy="457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17" name="Line 45">
            <a:extLst>
              <a:ext uri="{FF2B5EF4-FFF2-40B4-BE49-F238E27FC236}">
                <a16:creationId xmlns:a16="http://schemas.microsoft.com/office/drawing/2014/main" id="{E72DA032-8B60-A65F-A804-FA62038A3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3200400"/>
            <a:ext cx="0" cy="3505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18" name="Line 46">
            <a:extLst>
              <a:ext uri="{FF2B5EF4-FFF2-40B4-BE49-F238E27FC236}">
                <a16:creationId xmlns:a16="http://schemas.microsoft.com/office/drawing/2014/main" id="{DB591426-E3F9-E42E-D276-EFF03F8BE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124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19" name="Line 47">
            <a:extLst>
              <a:ext uri="{FF2B5EF4-FFF2-40B4-BE49-F238E27FC236}">
                <a16:creationId xmlns:a16="http://schemas.microsoft.com/office/drawing/2014/main" id="{0CFC0E14-F38D-0402-4AA4-D2D42D0A1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027488"/>
            <a:ext cx="0" cy="26781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20" name="Line 48">
            <a:extLst>
              <a:ext uri="{FF2B5EF4-FFF2-40B4-BE49-F238E27FC236}">
                <a16:creationId xmlns:a16="http://schemas.microsoft.com/office/drawing/2014/main" id="{D0AB4A5B-D46E-3814-8EBC-8A6915064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53340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1521" name="Line 49">
            <a:extLst>
              <a:ext uri="{FF2B5EF4-FFF2-40B4-BE49-F238E27FC236}">
                <a16:creationId xmlns:a16="http://schemas.microsoft.com/office/drawing/2014/main" id="{CBC80F3C-2785-BA13-C82A-3AA8D7441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5418139"/>
            <a:ext cx="0" cy="12588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61523" name="Group 51">
            <a:extLst>
              <a:ext uri="{FF2B5EF4-FFF2-40B4-BE49-F238E27FC236}">
                <a16:creationId xmlns:a16="http://schemas.microsoft.com/office/drawing/2014/main" id="{9517B016-A44D-5951-4983-051CCDBCFF66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3340101"/>
            <a:ext cx="8672513" cy="866775"/>
            <a:chOff x="-23" y="2104"/>
            <a:chExt cx="5463" cy="546"/>
          </a:xfrm>
        </p:grpSpPr>
        <p:grpSp>
          <p:nvGrpSpPr>
            <p:cNvPr id="58420" name="Group 52">
              <a:extLst>
                <a:ext uri="{FF2B5EF4-FFF2-40B4-BE49-F238E27FC236}">
                  <a16:creationId xmlns:a16="http://schemas.microsoft.com/office/drawing/2014/main" id="{B39963A3-4E67-D313-C2B8-122BB9DC0E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3" y="2104"/>
              <a:ext cx="5303" cy="538"/>
              <a:chOff x="-23" y="2144"/>
              <a:chExt cx="5303" cy="538"/>
            </a:xfrm>
          </p:grpSpPr>
          <p:grpSp>
            <p:nvGrpSpPr>
              <p:cNvPr id="58422" name="Group 53">
                <a:extLst>
                  <a:ext uri="{FF2B5EF4-FFF2-40B4-BE49-F238E27FC236}">
                    <a16:creationId xmlns:a16="http://schemas.microsoft.com/office/drawing/2014/main" id="{E3B85C7B-18BD-4B51-ABDF-E441D1C346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2144"/>
                <a:ext cx="4752" cy="442"/>
                <a:chOff x="528" y="2144"/>
                <a:chExt cx="4752" cy="442"/>
              </a:xfrm>
            </p:grpSpPr>
            <p:sp>
              <p:nvSpPr>
                <p:cNvPr id="58424" name="Line 54">
                  <a:extLst>
                    <a:ext uri="{FF2B5EF4-FFF2-40B4-BE49-F238E27FC236}">
                      <a16:creationId xmlns:a16="http://schemas.microsoft.com/office/drawing/2014/main" id="{AAEB86EB-73DF-30C9-1E81-A75EA9A52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586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25" name="Line 55">
                  <a:extLst>
                    <a:ext uri="{FF2B5EF4-FFF2-40B4-BE49-F238E27FC236}">
                      <a16:creationId xmlns:a16="http://schemas.microsoft.com/office/drawing/2014/main" id="{7F77B91D-CB05-5F64-264E-EDEEA6FA3C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346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26" name="Text Box 56">
                  <a:extLst>
                    <a:ext uri="{FF2B5EF4-FFF2-40B4-BE49-F238E27FC236}">
                      <a16:creationId xmlns:a16="http://schemas.microsoft.com/office/drawing/2014/main" id="{9C2498F3-2988-E259-6AB4-0F55661B46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2" y="2144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</p:grpSp>
          <p:sp>
            <p:nvSpPr>
              <p:cNvPr id="58423" name="Text Box 57">
                <a:extLst>
                  <a:ext uri="{FF2B5EF4-FFF2-40B4-BE49-F238E27FC236}">
                    <a16:creationId xmlns:a16="http://schemas.microsoft.com/office/drawing/2014/main" id="{04DB0ABB-770B-180E-AD5F-153B57C98D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3" y="2432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打印机</a:t>
                </a:r>
              </a:p>
            </p:txBody>
          </p:sp>
        </p:grpSp>
        <p:sp>
          <p:nvSpPr>
            <p:cNvPr id="58421" name="Text Box 58">
              <a:extLst>
                <a:ext uri="{FF2B5EF4-FFF2-40B4-BE49-F238E27FC236}">
                  <a16:creationId xmlns:a16="http://schemas.microsoft.com/office/drawing/2014/main" id="{2966FA31-6B4B-D87B-CB73-C10584D47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40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361531" name="Group 59">
            <a:extLst>
              <a:ext uri="{FF2B5EF4-FFF2-40B4-BE49-F238E27FC236}">
                <a16:creationId xmlns:a16="http://schemas.microsoft.com/office/drawing/2014/main" id="{B115E473-ADAF-BB85-46B9-38A4F89A594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346325"/>
            <a:ext cx="8636000" cy="946150"/>
            <a:chOff x="0" y="1478"/>
            <a:chExt cx="5440" cy="596"/>
          </a:xfrm>
        </p:grpSpPr>
        <p:grpSp>
          <p:nvGrpSpPr>
            <p:cNvPr id="58407" name="Group 60">
              <a:extLst>
                <a:ext uri="{FF2B5EF4-FFF2-40B4-BE49-F238E27FC236}">
                  <a16:creationId xmlns:a16="http://schemas.microsoft.com/office/drawing/2014/main" id="{9999B223-FE20-E50F-B7FA-F416CA0F9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78"/>
              <a:ext cx="5280" cy="594"/>
              <a:chOff x="0" y="1475"/>
              <a:chExt cx="5280" cy="594"/>
            </a:xfrm>
          </p:grpSpPr>
          <p:grpSp>
            <p:nvGrpSpPr>
              <p:cNvPr id="58409" name="Group 61">
                <a:extLst>
                  <a:ext uri="{FF2B5EF4-FFF2-40B4-BE49-F238E27FC236}">
                    <a16:creationId xmlns:a16="http://schemas.microsoft.com/office/drawing/2014/main" id="{241F6598-B290-38D0-5E89-BC27DCAE46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475"/>
                <a:ext cx="4752" cy="490"/>
                <a:chOff x="528" y="1475"/>
                <a:chExt cx="4752" cy="490"/>
              </a:xfrm>
            </p:grpSpPr>
            <p:sp>
              <p:nvSpPr>
                <p:cNvPr id="58411" name="Line 62">
                  <a:extLst>
                    <a:ext uri="{FF2B5EF4-FFF2-40B4-BE49-F238E27FC236}">
                      <a16:creationId xmlns:a16="http://schemas.microsoft.com/office/drawing/2014/main" id="{5A285115-5326-CBA4-61DA-AB844B6E18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965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12" name="Line 63">
                  <a:extLst>
                    <a:ext uri="{FF2B5EF4-FFF2-40B4-BE49-F238E27FC236}">
                      <a16:creationId xmlns:a16="http://schemas.microsoft.com/office/drawing/2014/main" id="{04064DA5-0555-B6C3-7489-0049A8A68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13" name="Line 64">
                  <a:extLst>
                    <a:ext uri="{FF2B5EF4-FFF2-40B4-BE49-F238E27FC236}">
                      <a16:creationId xmlns:a16="http://schemas.microsoft.com/office/drawing/2014/main" id="{EC55036C-9CD8-4CA9-2ADC-462790DB57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14" name="Line 65">
                  <a:extLst>
                    <a:ext uri="{FF2B5EF4-FFF2-40B4-BE49-F238E27FC236}">
                      <a16:creationId xmlns:a16="http://schemas.microsoft.com/office/drawing/2014/main" id="{77F0331E-6051-EC10-AF47-2801F51B0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15" name="Text Box 66">
                  <a:extLst>
                    <a:ext uri="{FF2B5EF4-FFF2-40B4-BE49-F238E27FC236}">
                      <a16:creationId xmlns:a16="http://schemas.microsoft.com/office/drawing/2014/main" id="{8CFCAFF5-62BF-912B-E2E5-95B60D0056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7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16" name="Text Box 67">
                  <a:extLst>
                    <a:ext uri="{FF2B5EF4-FFF2-40B4-BE49-F238E27FC236}">
                      <a16:creationId xmlns:a16="http://schemas.microsoft.com/office/drawing/2014/main" id="{F7162EBD-BC4D-4A94-FDE1-C448B2B6D4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5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17" name="Text Box 68">
                  <a:extLst>
                    <a:ext uri="{FF2B5EF4-FFF2-40B4-BE49-F238E27FC236}">
                      <a16:creationId xmlns:a16="http://schemas.microsoft.com/office/drawing/2014/main" id="{EE6246FE-EB58-C00B-3B1B-B01CF987CC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18" name="Line 69">
                  <a:extLst>
                    <a:ext uri="{FF2B5EF4-FFF2-40B4-BE49-F238E27FC236}">
                      <a16:creationId xmlns:a16="http://schemas.microsoft.com/office/drawing/2014/main" id="{03A8A298-0FE5-9542-BE7B-0AD83B4760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869"/>
                  <a:ext cx="172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19" name="Text Box 70">
                  <a:extLst>
                    <a:ext uri="{FF2B5EF4-FFF2-40B4-BE49-F238E27FC236}">
                      <a16:creationId xmlns:a16="http://schemas.microsoft.com/office/drawing/2014/main" id="{0D236284-1E02-D7C1-3456-B1F9117910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36" y="1663"/>
                  <a:ext cx="52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45 </a:t>
                  </a:r>
                  <a:r>
                    <a:rPr lang="en-US" altLang="zh-CN" sz="2000">
                      <a:sym typeface="Symbol" panose="05050102010706020507" pitchFamily="18" charset="2"/>
                    </a:rPr>
                    <a:t></a:t>
                  </a:r>
                  <a:r>
                    <a:rPr lang="en-US" altLang="zh-CN" sz="2000"/>
                    <a:t>s</a:t>
                  </a:r>
                  <a:r>
                    <a:rPr lang="en-US" altLang="zh-CN"/>
                    <a:t> </a:t>
                  </a:r>
                </a:p>
              </p:txBody>
            </p:sp>
          </p:grpSp>
          <p:sp>
            <p:nvSpPr>
              <p:cNvPr id="58410" name="Text Box 71">
                <a:extLst>
                  <a:ext uri="{FF2B5EF4-FFF2-40B4-BE49-F238E27FC236}">
                    <a16:creationId xmlns:a16="http://schemas.microsoft.com/office/drawing/2014/main" id="{32886478-677F-5D23-FBB1-830499AC2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819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磁带</a:t>
                </a:r>
              </a:p>
            </p:txBody>
          </p:sp>
        </p:grpSp>
        <p:sp>
          <p:nvSpPr>
            <p:cNvPr id="58408" name="Text Box 72">
              <a:extLst>
                <a:ext uri="{FF2B5EF4-FFF2-40B4-BE49-F238E27FC236}">
                  <a16:creationId xmlns:a16="http://schemas.microsoft.com/office/drawing/2014/main" id="{88CA7725-77EC-5A45-BB67-7558C0710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824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361545" name="Group 73">
            <a:extLst>
              <a:ext uri="{FF2B5EF4-FFF2-40B4-BE49-F238E27FC236}">
                <a16:creationId xmlns:a16="http://schemas.microsoft.com/office/drawing/2014/main" id="{C8CDDB91-186E-E31E-232E-3B2EDE276EA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295401"/>
            <a:ext cx="8636000" cy="1006475"/>
            <a:chOff x="0" y="816"/>
            <a:chExt cx="5440" cy="634"/>
          </a:xfrm>
        </p:grpSpPr>
        <p:grpSp>
          <p:nvGrpSpPr>
            <p:cNvPr id="58392" name="Group 74">
              <a:extLst>
                <a:ext uri="{FF2B5EF4-FFF2-40B4-BE49-F238E27FC236}">
                  <a16:creationId xmlns:a16="http://schemas.microsoft.com/office/drawing/2014/main" id="{E6ACA47C-E0C0-4849-5FC5-9B72CCE24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16"/>
              <a:ext cx="5280" cy="584"/>
              <a:chOff x="0" y="816"/>
              <a:chExt cx="5280" cy="584"/>
            </a:xfrm>
          </p:grpSpPr>
          <p:grpSp>
            <p:nvGrpSpPr>
              <p:cNvPr id="58394" name="Group 75">
                <a:extLst>
                  <a:ext uri="{FF2B5EF4-FFF2-40B4-BE49-F238E27FC236}">
                    <a16:creationId xmlns:a16="http://schemas.microsoft.com/office/drawing/2014/main" id="{3109DB4D-E6AB-2350-8407-89C627405F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816"/>
                <a:ext cx="4752" cy="528"/>
                <a:chOff x="528" y="816"/>
                <a:chExt cx="4752" cy="528"/>
              </a:xfrm>
            </p:grpSpPr>
            <p:sp>
              <p:nvSpPr>
                <p:cNvPr id="58396" name="Line 76">
                  <a:extLst>
                    <a:ext uri="{FF2B5EF4-FFF2-40B4-BE49-F238E27FC236}">
                      <a16:creationId xmlns:a16="http://schemas.microsoft.com/office/drawing/2014/main" id="{F2DBED5B-5C89-3889-B9DC-0665343A00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344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397" name="Line 77">
                  <a:extLst>
                    <a:ext uri="{FF2B5EF4-FFF2-40B4-BE49-F238E27FC236}">
                      <a16:creationId xmlns:a16="http://schemas.microsoft.com/office/drawing/2014/main" id="{EC48C8B7-683E-4689-AC55-01CEF0089F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398" name="Line 78">
                  <a:extLst>
                    <a:ext uri="{FF2B5EF4-FFF2-40B4-BE49-F238E27FC236}">
                      <a16:creationId xmlns:a16="http://schemas.microsoft.com/office/drawing/2014/main" id="{EBF1C37E-F072-E0CE-67C6-D086F83859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399" name="Line 79">
                  <a:extLst>
                    <a:ext uri="{FF2B5EF4-FFF2-40B4-BE49-F238E27FC236}">
                      <a16:creationId xmlns:a16="http://schemas.microsoft.com/office/drawing/2014/main" id="{5B0A5000-DD6A-FDCC-85B4-EB42656C80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00" name="Line 80">
                  <a:extLst>
                    <a:ext uri="{FF2B5EF4-FFF2-40B4-BE49-F238E27FC236}">
                      <a16:creationId xmlns:a16="http://schemas.microsoft.com/office/drawing/2014/main" id="{BEF3D7F7-8731-C1CC-426C-A44D6A0AA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01" name="Text Box 81">
                  <a:extLst>
                    <a:ext uri="{FF2B5EF4-FFF2-40B4-BE49-F238E27FC236}">
                      <a16:creationId xmlns:a16="http://schemas.microsoft.com/office/drawing/2014/main" id="{F7467F6F-C76F-BDF8-A8C6-CBBACDAA88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7" y="82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02" name="Text Box 82">
                  <a:extLst>
                    <a:ext uri="{FF2B5EF4-FFF2-40B4-BE49-F238E27FC236}">
                      <a16:creationId xmlns:a16="http://schemas.microsoft.com/office/drawing/2014/main" id="{1AE00368-D7CF-5D57-F563-DBB7668268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03" name="Text Box 83">
                  <a:extLst>
                    <a:ext uri="{FF2B5EF4-FFF2-40B4-BE49-F238E27FC236}">
                      <a16:creationId xmlns:a16="http://schemas.microsoft.com/office/drawing/2014/main" id="{24B05059-CC5E-6216-EA98-1323A9ACF2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1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04" name="Text Box 84">
                  <a:extLst>
                    <a:ext uri="{FF2B5EF4-FFF2-40B4-BE49-F238E27FC236}">
                      <a16:creationId xmlns:a16="http://schemas.microsoft.com/office/drawing/2014/main" id="{60B16942-D191-4736-69C8-DBB9FE02B0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DMA 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请求</a:t>
                  </a:r>
                </a:p>
              </p:txBody>
            </p:sp>
            <p:sp>
              <p:nvSpPr>
                <p:cNvPr id="58405" name="Line 85">
                  <a:extLst>
                    <a:ext uri="{FF2B5EF4-FFF2-40B4-BE49-F238E27FC236}">
                      <a16:creationId xmlns:a16="http://schemas.microsoft.com/office/drawing/2014/main" id="{6E3AFF4C-F7BE-9BCC-1B97-CCA7E51A5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24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406" name="Text Box 86">
                  <a:extLst>
                    <a:ext uri="{FF2B5EF4-FFF2-40B4-BE49-F238E27FC236}">
                      <a16:creationId xmlns:a16="http://schemas.microsoft.com/office/drawing/2014/main" id="{BAD6D239-989A-C95F-9CAA-AE8EB06289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1042"/>
                  <a:ext cx="52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30 </a:t>
                  </a:r>
                  <a:r>
                    <a:rPr lang="en-US" altLang="zh-CN" sz="2000">
                      <a:sym typeface="Symbol" panose="05050102010706020507" pitchFamily="18" charset="2"/>
                    </a:rPr>
                    <a:t></a:t>
                  </a:r>
                  <a:r>
                    <a:rPr lang="en-US" altLang="zh-CN" sz="2000"/>
                    <a:t>s</a:t>
                  </a:r>
                  <a:r>
                    <a:rPr lang="en-US" altLang="zh-CN"/>
                    <a:t> </a:t>
                  </a:r>
                </a:p>
              </p:txBody>
            </p:sp>
          </p:grpSp>
          <p:sp>
            <p:nvSpPr>
              <p:cNvPr id="58395" name="Text Box 87">
                <a:extLst>
                  <a:ext uri="{FF2B5EF4-FFF2-40B4-BE49-F238E27FC236}">
                    <a16:creationId xmlns:a16="http://schemas.microsoft.com/office/drawing/2014/main" id="{FBF2660D-996C-4BC7-B1E7-5085922D4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50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磁盘</a:t>
                </a:r>
              </a:p>
            </p:txBody>
          </p:sp>
        </p:grpSp>
        <p:sp>
          <p:nvSpPr>
            <p:cNvPr id="58393" name="Text Box 88">
              <a:extLst>
                <a:ext uri="{FF2B5EF4-FFF2-40B4-BE49-F238E27FC236}">
                  <a16:creationId xmlns:a16="http://schemas.microsoft.com/office/drawing/2014/main" id="{1CABAD83-2B44-520A-D2B2-F9B42EC3F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20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6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6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6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6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6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3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6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36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6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3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3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3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2" dur="500"/>
                                        <p:tgtEl>
                                          <p:spTgt spid="3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36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9071</TotalTime>
  <Words>3265</Words>
  <Application>Microsoft Office PowerPoint</Application>
  <PresentationFormat>宽屏</PresentationFormat>
  <Paragraphs>1178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等线</vt:lpstr>
      <vt:lpstr>Arial</vt:lpstr>
      <vt:lpstr>Calibri</vt:lpstr>
      <vt:lpstr>Calibri Light</vt:lpstr>
      <vt:lpstr>Times New Roman</vt:lpstr>
      <vt:lpstr>Wingdings</vt:lpstr>
      <vt:lpstr>Office 主题​​</vt:lpstr>
      <vt:lpstr>输入输出系统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II  I/O设备</vt:lpstr>
      <vt:lpstr>III  I/O 接 口</vt:lpstr>
      <vt:lpstr>PowerPoint 演示文稿</vt:lpstr>
      <vt:lpstr>PowerPoint 演示文稿</vt:lpstr>
      <vt:lpstr>PowerPoint 演示文稿</vt:lpstr>
      <vt:lpstr>PowerPoint 演示文稿</vt:lpstr>
      <vt:lpstr>IV  程序查询方式</vt:lpstr>
      <vt:lpstr>PowerPoint 演示文稿</vt:lpstr>
      <vt:lpstr>PowerPoint 演示文稿</vt:lpstr>
      <vt:lpstr>V  程序中断方式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  DMA 方式 （Direct Memory Access)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Guannan QU</dc:creator>
  <cp:lastModifiedBy>Guannan QU</cp:lastModifiedBy>
  <cp:revision>1553</cp:revision>
  <dcterms:created xsi:type="dcterms:W3CDTF">1601-01-01T00:00:00Z</dcterms:created>
  <dcterms:modified xsi:type="dcterms:W3CDTF">2023-11-07T11:06:54Z</dcterms:modified>
</cp:coreProperties>
</file>